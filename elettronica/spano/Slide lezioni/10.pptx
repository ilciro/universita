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fntdata" ContentType="application/x-fontdata"/>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embeddedFontLst>
    <p:embeddedFont>
      <p:font typeface="Calibri" panose="020F0502020204030204" pitchFamily="34" charset="0"/>
      <p:regular r:id="rId23"/>
      <p:bold r:id="rId24"/>
      <p:italic r:id="rId25"/>
      <p:boldItalic r:id="rId26"/>
    </p:embeddedFont>
    <p:embeddedFont>
      <p:font typeface="Circe" panose="020B0502020203020203" pitchFamily="3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78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27E5C1-F221-4451-8C97-B22CC081AB1F}" v="1" dt="2022-04-11T10:30:49.2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23" autoAdjust="0"/>
    <p:restoredTop sz="96240" autoAdjust="0"/>
  </p:normalViewPr>
  <p:slideViewPr>
    <p:cSldViewPr snapToGrid="0">
      <p:cViewPr varScale="1">
        <p:scale>
          <a:sx n="106" d="100"/>
          <a:sy n="106" d="100"/>
        </p:scale>
        <p:origin x="804" y="5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presProps" Target="presProps.xml"/><Relationship Id="rId36"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theme" Target="theme/theme1.xml"/><Relationship Id="rId35" Type="http://schemas.openxmlformats.org/officeDocument/2006/relationships/customXml" Target="../customXml/item2.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RGIO SPANO'" userId="3abdd0b9-513e-40ac-aad4-56920065037d" providerId="ADAL" clId="{A8F2856B-B642-43D1-A6AA-70598464A39C}"/>
    <pc:docChg chg="undo custSel addSld modSld">
      <pc:chgData name="SERGIO SPANO'" userId="3abdd0b9-513e-40ac-aad4-56920065037d" providerId="ADAL" clId="{A8F2856B-B642-43D1-A6AA-70598464A39C}" dt="2022-04-06T10:43:55.714" v="820" actId="15"/>
      <pc:docMkLst>
        <pc:docMk/>
      </pc:docMkLst>
      <pc:sldChg chg="addSp delSp modSp mod">
        <pc:chgData name="SERGIO SPANO'" userId="3abdd0b9-513e-40ac-aad4-56920065037d" providerId="ADAL" clId="{A8F2856B-B642-43D1-A6AA-70598464A39C}" dt="2022-04-06T09:01:10.722" v="285" actId="6549"/>
        <pc:sldMkLst>
          <pc:docMk/>
          <pc:sldMk cId="3726700529" sldId="280"/>
        </pc:sldMkLst>
        <pc:spChg chg="mod">
          <ac:chgData name="SERGIO SPANO'" userId="3abdd0b9-513e-40ac-aad4-56920065037d" providerId="ADAL" clId="{A8F2856B-B642-43D1-A6AA-70598464A39C}" dt="2022-04-06T09:00:44.392" v="268" actId="1076"/>
          <ac:spMkLst>
            <pc:docMk/>
            <pc:sldMk cId="3726700529" sldId="280"/>
            <ac:spMk id="3" creationId="{53F3A75D-D896-4A95-AE88-5DACF28DACD7}"/>
          </ac:spMkLst>
        </pc:spChg>
        <pc:spChg chg="add mod">
          <ac:chgData name="SERGIO SPANO'" userId="3abdd0b9-513e-40ac-aad4-56920065037d" providerId="ADAL" clId="{A8F2856B-B642-43D1-A6AA-70598464A39C}" dt="2022-04-06T08:49:16.718" v="45" actId="1076"/>
          <ac:spMkLst>
            <pc:docMk/>
            <pc:sldMk cId="3726700529" sldId="280"/>
            <ac:spMk id="8" creationId="{2596F2EC-AF48-48DB-8747-230F47833DA4}"/>
          </ac:spMkLst>
        </pc:spChg>
        <pc:spChg chg="add mod">
          <ac:chgData name="SERGIO SPANO'" userId="3abdd0b9-513e-40ac-aad4-56920065037d" providerId="ADAL" clId="{A8F2856B-B642-43D1-A6AA-70598464A39C}" dt="2022-04-06T08:58:20.314" v="220" actId="20577"/>
          <ac:spMkLst>
            <pc:docMk/>
            <pc:sldMk cId="3726700529" sldId="280"/>
            <ac:spMk id="21" creationId="{048677FB-0701-4D5D-BB5D-F8C9F6F1F582}"/>
          </ac:spMkLst>
        </pc:spChg>
        <pc:spChg chg="add mod">
          <ac:chgData name="SERGIO SPANO'" userId="3abdd0b9-513e-40ac-aad4-56920065037d" providerId="ADAL" clId="{A8F2856B-B642-43D1-A6AA-70598464A39C}" dt="2022-04-06T08:59:23.871" v="237" actId="1076"/>
          <ac:spMkLst>
            <pc:docMk/>
            <pc:sldMk cId="3726700529" sldId="280"/>
            <ac:spMk id="22" creationId="{49C43501-FEC7-4CF9-AE66-8A284FF39748}"/>
          </ac:spMkLst>
        </pc:spChg>
        <pc:spChg chg="add mod">
          <ac:chgData name="SERGIO SPANO'" userId="3abdd0b9-513e-40ac-aad4-56920065037d" providerId="ADAL" clId="{A8F2856B-B642-43D1-A6AA-70598464A39C}" dt="2022-04-06T09:00:37.959" v="263" actId="113"/>
          <ac:spMkLst>
            <pc:docMk/>
            <pc:sldMk cId="3726700529" sldId="280"/>
            <ac:spMk id="23" creationId="{54C5CFF0-5F75-47F7-934F-13F13DF5A729}"/>
          </ac:spMkLst>
        </pc:spChg>
        <pc:spChg chg="add mod">
          <ac:chgData name="SERGIO SPANO'" userId="3abdd0b9-513e-40ac-aad4-56920065037d" providerId="ADAL" clId="{A8F2856B-B642-43D1-A6AA-70598464A39C}" dt="2022-04-06T09:01:02.709" v="281" actId="20577"/>
          <ac:spMkLst>
            <pc:docMk/>
            <pc:sldMk cId="3726700529" sldId="280"/>
            <ac:spMk id="24" creationId="{FB3E6648-44E3-4ECF-AA3E-06630D735F96}"/>
          </ac:spMkLst>
        </pc:spChg>
        <pc:spChg chg="add mod">
          <ac:chgData name="SERGIO SPANO'" userId="3abdd0b9-513e-40ac-aad4-56920065037d" providerId="ADAL" clId="{A8F2856B-B642-43D1-A6AA-70598464A39C}" dt="2022-04-06T09:00:56.796" v="278" actId="20577"/>
          <ac:spMkLst>
            <pc:docMk/>
            <pc:sldMk cId="3726700529" sldId="280"/>
            <ac:spMk id="25" creationId="{D191C265-D0C2-4CB5-BA78-1D584476F691}"/>
          </ac:spMkLst>
        </pc:spChg>
        <pc:spChg chg="add mod">
          <ac:chgData name="SERGIO SPANO'" userId="3abdd0b9-513e-40ac-aad4-56920065037d" providerId="ADAL" clId="{A8F2856B-B642-43D1-A6AA-70598464A39C}" dt="2022-04-06T09:01:10.722" v="285" actId="6549"/>
          <ac:spMkLst>
            <pc:docMk/>
            <pc:sldMk cId="3726700529" sldId="280"/>
            <ac:spMk id="26" creationId="{E2BB26F9-DF73-4DE7-B331-C7A4C00A1B4F}"/>
          </ac:spMkLst>
        </pc:spChg>
        <pc:picChg chg="mod">
          <ac:chgData name="SERGIO SPANO'" userId="3abdd0b9-513e-40ac-aad4-56920065037d" providerId="ADAL" clId="{A8F2856B-B642-43D1-A6AA-70598464A39C}" dt="2022-04-06T08:49:16.718" v="45" actId="1076"/>
          <ac:picMkLst>
            <pc:docMk/>
            <pc:sldMk cId="3726700529" sldId="280"/>
            <ac:picMk id="6" creationId="{37F2096A-C44C-4917-A220-9C935866E3DF}"/>
          </ac:picMkLst>
        </pc:picChg>
        <pc:picChg chg="mod">
          <ac:chgData name="SERGIO SPANO'" userId="3abdd0b9-513e-40ac-aad4-56920065037d" providerId="ADAL" clId="{A8F2856B-B642-43D1-A6AA-70598464A39C}" dt="2022-04-06T08:49:16.718" v="45" actId="1076"/>
          <ac:picMkLst>
            <pc:docMk/>
            <pc:sldMk cId="3726700529" sldId="280"/>
            <ac:picMk id="7" creationId="{B62EF04C-1013-4D3C-898A-85860CDF7F07}"/>
          </ac:picMkLst>
        </pc:picChg>
        <pc:picChg chg="add del mod">
          <ac:chgData name="SERGIO SPANO'" userId="3abdd0b9-513e-40ac-aad4-56920065037d" providerId="ADAL" clId="{A8F2856B-B642-43D1-A6AA-70598464A39C}" dt="2022-04-06T08:50:26.677" v="61"/>
          <ac:picMkLst>
            <pc:docMk/>
            <pc:sldMk cId="3726700529" sldId="280"/>
            <ac:picMk id="15" creationId="{0FA47AFE-A2CF-419C-8B7A-2BB5B831518F}"/>
          </ac:picMkLst>
        </pc:picChg>
        <pc:picChg chg="add del mod">
          <ac:chgData name="SERGIO SPANO'" userId="3abdd0b9-513e-40ac-aad4-56920065037d" providerId="ADAL" clId="{A8F2856B-B642-43D1-A6AA-70598464A39C}" dt="2022-04-06T08:52:01.415" v="77" actId="478"/>
          <ac:picMkLst>
            <pc:docMk/>
            <pc:sldMk cId="3726700529" sldId="280"/>
            <ac:picMk id="16" creationId="{B9AAD1D5-31DE-4209-95DF-18F3A7033B1D}"/>
          </ac:picMkLst>
        </pc:picChg>
        <pc:picChg chg="add mod">
          <ac:chgData name="SERGIO SPANO'" userId="3abdd0b9-513e-40ac-aad4-56920065037d" providerId="ADAL" clId="{A8F2856B-B642-43D1-A6AA-70598464A39C}" dt="2022-04-06T08:54:25.483" v="108" actId="1036"/>
          <ac:picMkLst>
            <pc:docMk/>
            <pc:sldMk cId="3726700529" sldId="280"/>
            <ac:picMk id="18" creationId="{39FC8473-A955-46DF-B357-E018161A35E6}"/>
          </ac:picMkLst>
        </pc:picChg>
        <pc:picChg chg="add mod">
          <ac:chgData name="SERGIO SPANO'" userId="3abdd0b9-513e-40ac-aad4-56920065037d" providerId="ADAL" clId="{A8F2856B-B642-43D1-A6AA-70598464A39C}" dt="2022-04-06T08:57:09.006" v="135" actId="1037"/>
          <ac:picMkLst>
            <pc:docMk/>
            <pc:sldMk cId="3726700529" sldId="280"/>
            <ac:picMk id="19" creationId="{C6C06047-BE1C-4FC5-92E8-E744D66AB02E}"/>
          </ac:picMkLst>
        </pc:picChg>
        <pc:picChg chg="add mod">
          <ac:chgData name="SERGIO SPANO'" userId="3abdd0b9-513e-40ac-aad4-56920065037d" providerId="ADAL" clId="{A8F2856B-B642-43D1-A6AA-70598464A39C}" dt="2022-04-06T08:56:51.178" v="133" actId="1035"/>
          <ac:picMkLst>
            <pc:docMk/>
            <pc:sldMk cId="3726700529" sldId="280"/>
            <ac:picMk id="20" creationId="{095AC2AF-4D59-4CBD-8C54-88CD178B6A7B}"/>
          </ac:picMkLst>
        </pc:picChg>
        <pc:picChg chg="add del mod">
          <ac:chgData name="SERGIO SPANO'" userId="3abdd0b9-513e-40ac-aad4-56920065037d" providerId="ADAL" clId="{A8F2856B-B642-43D1-A6AA-70598464A39C}" dt="2022-04-06T08:52:02.105" v="78" actId="478"/>
          <ac:picMkLst>
            <pc:docMk/>
            <pc:sldMk cId="3726700529" sldId="280"/>
            <ac:picMk id="1026" creationId="{C124E0FE-9405-4989-AE6B-C2A4391601A6}"/>
          </ac:picMkLst>
        </pc:picChg>
        <pc:picChg chg="add mod">
          <ac:chgData name="SERGIO SPANO'" userId="3abdd0b9-513e-40ac-aad4-56920065037d" providerId="ADAL" clId="{A8F2856B-B642-43D1-A6AA-70598464A39C}" dt="2022-04-06T08:54:25.483" v="108" actId="1036"/>
          <ac:picMkLst>
            <pc:docMk/>
            <pc:sldMk cId="3726700529" sldId="280"/>
            <ac:picMk id="1028" creationId="{DBA3FED2-0278-47B9-987C-9A910E67ABA2}"/>
          </ac:picMkLst>
        </pc:picChg>
        <pc:cxnChg chg="add del mod">
          <ac:chgData name="SERGIO SPANO'" userId="3abdd0b9-513e-40ac-aad4-56920065037d" providerId="ADAL" clId="{A8F2856B-B642-43D1-A6AA-70598464A39C}" dt="2022-04-06T08:53:32.548" v="93" actId="478"/>
          <ac:cxnSpMkLst>
            <pc:docMk/>
            <pc:sldMk cId="3726700529" sldId="280"/>
            <ac:cxnSpMk id="10" creationId="{8E58E788-1677-4465-970D-DE132688880C}"/>
          </ac:cxnSpMkLst>
        </pc:cxnChg>
        <pc:cxnChg chg="add del mod">
          <ac:chgData name="SERGIO SPANO'" userId="3abdd0b9-513e-40ac-aad4-56920065037d" providerId="ADAL" clId="{A8F2856B-B642-43D1-A6AA-70598464A39C}" dt="2022-04-06T08:53:31.787" v="92" actId="478"/>
          <ac:cxnSpMkLst>
            <pc:docMk/>
            <pc:sldMk cId="3726700529" sldId="280"/>
            <ac:cxnSpMk id="13" creationId="{520CAA30-1765-4C9C-8A83-2AF892E01650}"/>
          </ac:cxnSpMkLst>
        </pc:cxnChg>
      </pc:sldChg>
      <pc:sldChg chg="addSp delSp modSp mod">
        <pc:chgData name="SERGIO SPANO'" userId="3abdd0b9-513e-40ac-aad4-56920065037d" providerId="ADAL" clId="{A8F2856B-B642-43D1-A6AA-70598464A39C}" dt="2022-04-06T09:06:33.630" v="343" actId="1076"/>
        <pc:sldMkLst>
          <pc:docMk/>
          <pc:sldMk cId="3412644732" sldId="281"/>
        </pc:sldMkLst>
        <pc:spChg chg="mod">
          <ac:chgData name="SERGIO SPANO'" userId="3abdd0b9-513e-40ac-aad4-56920065037d" providerId="ADAL" clId="{A8F2856B-B642-43D1-A6AA-70598464A39C}" dt="2022-04-06T09:03:58.632" v="314" actId="20577"/>
          <ac:spMkLst>
            <pc:docMk/>
            <pc:sldMk cId="3412644732" sldId="281"/>
            <ac:spMk id="2" creationId="{B7376F84-8FF3-46B0-8170-557B3F27B439}"/>
          </ac:spMkLst>
        </pc:spChg>
        <pc:spChg chg="del">
          <ac:chgData name="SERGIO SPANO'" userId="3abdd0b9-513e-40ac-aad4-56920065037d" providerId="ADAL" clId="{A8F2856B-B642-43D1-A6AA-70598464A39C}" dt="2022-04-06T09:04:14.572" v="315" actId="478"/>
          <ac:spMkLst>
            <pc:docMk/>
            <pc:sldMk cId="3412644732" sldId="281"/>
            <ac:spMk id="3" creationId="{3A5FAAA7-74D9-460C-B450-733F2987148A}"/>
          </ac:spMkLst>
        </pc:spChg>
        <pc:spChg chg="add mod">
          <ac:chgData name="SERGIO SPANO'" userId="3abdd0b9-513e-40ac-aad4-56920065037d" providerId="ADAL" clId="{A8F2856B-B642-43D1-A6AA-70598464A39C}" dt="2022-04-06T09:06:33.630" v="343" actId="1076"/>
          <ac:spMkLst>
            <pc:docMk/>
            <pc:sldMk cId="3412644732" sldId="281"/>
            <ac:spMk id="7" creationId="{CCB19BFA-2D39-4301-9F52-D443F1B42609}"/>
          </ac:spMkLst>
        </pc:spChg>
        <pc:spChg chg="add del mod">
          <ac:chgData name="SERGIO SPANO'" userId="3abdd0b9-513e-40ac-aad4-56920065037d" providerId="ADAL" clId="{A8F2856B-B642-43D1-A6AA-70598464A39C}" dt="2022-04-06T09:05:10.827" v="319" actId="478"/>
          <ac:spMkLst>
            <pc:docMk/>
            <pc:sldMk cId="3412644732" sldId="281"/>
            <ac:spMk id="8" creationId="{CBF00BD8-6456-456C-9723-C0A9E1AB976D}"/>
          </ac:spMkLst>
        </pc:spChg>
        <pc:spChg chg="add del mod">
          <ac:chgData name="SERGIO SPANO'" userId="3abdd0b9-513e-40ac-aad4-56920065037d" providerId="ADAL" clId="{A8F2856B-B642-43D1-A6AA-70598464A39C}" dt="2022-04-06T09:05:12.119" v="320" actId="478"/>
          <ac:spMkLst>
            <pc:docMk/>
            <pc:sldMk cId="3412644732" sldId="281"/>
            <ac:spMk id="10" creationId="{3AFE17F4-D74A-4FED-A27E-DE4D636EEE1A}"/>
          </ac:spMkLst>
        </pc:spChg>
        <pc:spChg chg="add del mod">
          <ac:chgData name="SERGIO SPANO'" userId="3abdd0b9-513e-40ac-aad4-56920065037d" providerId="ADAL" clId="{A8F2856B-B642-43D1-A6AA-70598464A39C}" dt="2022-04-06T09:05:12.685" v="321" actId="478"/>
          <ac:spMkLst>
            <pc:docMk/>
            <pc:sldMk cId="3412644732" sldId="281"/>
            <ac:spMk id="11" creationId="{58DD2A16-577C-459E-B871-E249F750FBA7}"/>
          </ac:spMkLst>
        </pc:spChg>
        <pc:spChg chg="add mod">
          <ac:chgData name="SERGIO SPANO'" userId="3abdd0b9-513e-40ac-aad4-56920065037d" providerId="ADAL" clId="{A8F2856B-B642-43D1-A6AA-70598464A39C}" dt="2022-04-06T09:06:33.630" v="343" actId="1076"/>
          <ac:spMkLst>
            <pc:docMk/>
            <pc:sldMk cId="3412644732" sldId="281"/>
            <ac:spMk id="14" creationId="{A9922155-8873-412C-8CA0-B628EB7193C2}"/>
          </ac:spMkLst>
        </pc:spChg>
        <pc:picChg chg="add del mod">
          <ac:chgData name="SERGIO SPANO'" userId="3abdd0b9-513e-40ac-aad4-56920065037d" providerId="ADAL" clId="{A8F2856B-B642-43D1-A6AA-70598464A39C}" dt="2022-04-06T09:06:33.630" v="343" actId="1076"/>
          <ac:picMkLst>
            <pc:docMk/>
            <pc:sldMk cId="3412644732" sldId="281"/>
            <ac:picMk id="6" creationId="{089E7140-4EFB-441E-ACEB-6316B4FB9030}"/>
          </ac:picMkLst>
        </pc:picChg>
        <pc:cxnChg chg="add del mod">
          <ac:chgData name="SERGIO SPANO'" userId="3abdd0b9-513e-40ac-aad4-56920065037d" providerId="ADAL" clId="{A8F2856B-B642-43D1-A6AA-70598464A39C}" dt="2022-04-06T09:05:25.260" v="326" actId="478"/>
          <ac:cxnSpMkLst>
            <pc:docMk/>
            <pc:sldMk cId="3412644732" sldId="281"/>
            <ac:cxnSpMk id="9" creationId="{9A30B59A-21A0-49D2-BCC7-E1F232D82F75}"/>
          </ac:cxnSpMkLst>
        </pc:cxnChg>
        <pc:cxnChg chg="add del mod">
          <ac:chgData name="SERGIO SPANO'" userId="3abdd0b9-513e-40ac-aad4-56920065037d" providerId="ADAL" clId="{A8F2856B-B642-43D1-A6AA-70598464A39C}" dt="2022-04-06T09:05:25.260" v="326" actId="478"/>
          <ac:cxnSpMkLst>
            <pc:docMk/>
            <pc:sldMk cId="3412644732" sldId="281"/>
            <ac:cxnSpMk id="12" creationId="{9F4ED37F-2784-44D8-AFB9-5F9D96A8B771}"/>
          </ac:cxnSpMkLst>
        </pc:cxnChg>
        <pc:cxnChg chg="add del mod">
          <ac:chgData name="SERGIO SPANO'" userId="3abdd0b9-513e-40ac-aad4-56920065037d" providerId="ADAL" clId="{A8F2856B-B642-43D1-A6AA-70598464A39C}" dt="2022-04-06T09:05:25.260" v="326" actId="478"/>
          <ac:cxnSpMkLst>
            <pc:docMk/>
            <pc:sldMk cId="3412644732" sldId="281"/>
            <ac:cxnSpMk id="13" creationId="{8A567912-6FC0-49C5-94DC-D5DC86F01631}"/>
          </ac:cxnSpMkLst>
        </pc:cxnChg>
      </pc:sldChg>
      <pc:sldChg chg="addSp delSp modSp new mod">
        <pc:chgData name="SERGIO SPANO'" userId="3abdd0b9-513e-40ac-aad4-56920065037d" providerId="ADAL" clId="{A8F2856B-B642-43D1-A6AA-70598464A39C}" dt="2022-04-06T09:09:31.222" v="452" actId="6549"/>
        <pc:sldMkLst>
          <pc:docMk/>
          <pc:sldMk cId="3231799088" sldId="282"/>
        </pc:sldMkLst>
        <pc:spChg chg="mod">
          <ac:chgData name="SERGIO SPANO'" userId="3abdd0b9-513e-40ac-aad4-56920065037d" providerId="ADAL" clId="{A8F2856B-B642-43D1-A6AA-70598464A39C}" dt="2022-04-06T09:08:35.360" v="368" actId="20577"/>
          <ac:spMkLst>
            <pc:docMk/>
            <pc:sldMk cId="3231799088" sldId="282"/>
            <ac:spMk id="2" creationId="{92ED54FE-BABA-46DC-9009-BEB76458DAF6}"/>
          </ac:spMkLst>
        </pc:spChg>
        <pc:spChg chg="del">
          <ac:chgData name="SERGIO SPANO'" userId="3abdd0b9-513e-40ac-aad4-56920065037d" providerId="ADAL" clId="{A8F2856B-B642-43D1-A6AA-70598464A39C}" dt="2022-04-06T09:08:37.955" v="369" actId="478"/>
          <ac:spMkLst>
            <pc:docMk/>
            <pc:sldMk cId="3231799088" sldId="282"/>
            <ac:spMk id="3" creationId="{2EA7182C-20D3-4443-B2B1-D745F4256B00}"/>
          </ac:spMkLst>
        </pc:spChg>
        <pc:spChg chg="add mod">
          <ac:chgData name="SERGIO SPANO'" userId="3abdd0b9-513e-40ac-aad4-56920065037d" providerId="ADAL" clId="{A8F2856B-B642-43D1-A6AA-70598464A39C}" dt="2022-04-06T09:09:31.222" v="452" actId="6549"/>
          <ac:spMkLst>
            <pc:docMk/>
            <pc:sldMk cId="3231799088" sldId="282"/>
            <ac:spMk id="7" creationId="{E1EFBCEA-C9D3-4A96-9C69-4E8B5ABCEA29}"/>
          </ac:spMkLst>
        </pc:spChg>
        <pc:picChg chg="add mod">
          <ac:chgData name="SERGIO SPANO'" userId="3abdd0b9-513e-40ac-aad4-56920065037d" providerId="ADAL" clId="{A8F2856B-B642-43D1-A6AA-70598464A39C}" dt="2022-04-06T09:08:49.698" v="374" actId="1076"/>
          <ac:picMkLst>
            <pc:docMk/>
            <pc:sldMk cId="3231799088" sldId="282"/>
            <ac:picMk id="6" creationId="{182BD3CB-7AF2-46D5-9818-D372556E71D4}"/>
          </ac:picMkLst>
        </pc:picChg>
      </pc:sldChg>
      <pc:sldChg chg="modSp new mod">
        <pc:chgData name="SERGIO SPANO'" userId="3abdd0b9-513e-40ac-aad4-56920065037d" providerId="ADAL" clId="{A8F2856B-B642-43D1-A6AA-70598464A39C}" dt="2022-04-06T09:11:13.816" v="484" actId="20577"/>
        <pc:sldMkLst>
          <pc:docMk/>
          <pc:sldMk cId="3895530577" sldId="283"/>
        </pc:sldMkLst>
        <pc:spChg chg="mod">
          <ac:chgData name="SERGIO SPANO'" userId="3abdd0b9-513e-40ac-aad4-56920065037d" providerId="ADAL" clId="{A8F2856B-B642-43D1-A6AA-70598464A39C}" dt="2022-04-06T09:09:52.163" v="464" actId="20577"/>
          <ac:spMkLst>
            <pc:docMk/>
            <pc:sldMk cId="3895530577" sldId="283"/>
            <ac:spMk id="2" creationId="{05CE6E27-6F3A-469B-9908-1D6C5F6DB3F1}"/>
          </ac:spMkLst>
        </pc:spChg>
        <pc:spChg chg="mod">
          <ac:chgData name="SERGIO SPANO'" userId="3abdd0b9-513e-40ac-aad4-56920065037d" providerId="ADAL" clId="{A8F2856B-B642-43D1-A6AA-70598464A39C}" dt="2022-04-06T09:11:13.816" v="484" actId="20577"/>
          <ac:spMkLst>
            <pc:docMk/>
            <pc:sldMk cId="3895530577" sldId="283"/>
            <ac:spMk id="3" creationId="{1C34A831-02D0-42F2-A9BE-BBEE435A8D53}"/>
          </ac:spMkLst>
        </pc:spChg>
      </pc:sldChg>
      <pc:sldChg chg="addSp delSp modSp new mod">
        <pc:chgData name="SERGIO SPANO'" userId="3abdd0b9-513e-40ac-aad4-56920065037d" providerId="ADAL" clId="{A8F2856B-B642-43D1-A6AA-70598464A39C}" dt="2022-04-06T10:35:46.443" v="700" actId="732"/>
        <pc:sldMkLst>
          <pc:docMk/>
          <pc:sldMk cId="1351616054" sldId="284"/>
        </pc:sldMkLst>
        <pc:spChg chg="mod">
          <ac:chgData name="SERGIO SPANO'" userId="3abdd0b9-513e-40ac-aad4-56920065037d" providerId="ADAL" clId="{A8F2856B-B642-43D1-A6AA-70598464A39C}" dt="2022-04-06T10:25:53.773" v="533" actId="20577"/>
          <ac:spMkLst>
            <pc:docMk/>
            <pc:sldMk cId="1351616054" sldId="284"/>
            <ac:spMk id="2" creationId="{7187F570-64FC-49B2-8536-04109D6EE67E}"/>
          </ac:spMkLst>
        </pc:spChg>
        <pc:spChg chg="del">
          <ac:chgData name="SERGIO SPANO'" userId="3abdd0b9-513e-40ac-aad4-56920065037d" providerId="ADAL" clId="{A8F2856B-B642-43D1-A6AA-70598464A39C}" dt="2022-04-06T10:22:49.082" v="488" actId="478"/>
          <ac:spMkLst>
            <pc:docMk/>
            <pc:sldMk cId="1351616054" sldId="284"/>
            <ac:spMk id="3" creationId="{A7AB5DE4-4DC9-459B-99F7-3AAB4902773F}"/>
          </ac:spMkLst>
        </pc:spChg>
        <pc:spChg chg="add mod">
          <ac:chgData name="SERGIO SPANO'" userId="3abdd0b9-513e-40ac-aad4-56920065037d" providerId="ADAL" clId="{A8F2856B-B642-43D1-A6AA-70598464A39C}" dt="2022-04-06T10:31:08.309" v="618" actId="688"/>
          <ac:spMkLst>
            <pc:docMk/>
            <pc:sldMk cId="1351616054" sldId="284"/>
            <ac:spMk id="9" creationId="{CD8E85B6-2E39-4691-83DD-BDC9FE87978A}"/>
          </ac:spMkLst>
        </pc:spChg>
        <pc:spChg chg="add mod">
          <ac:chgData name="SERGIO SPANO'" userId="3abdd0b9-513e-40ac-aad4-56920065037d" providerId="ADAL" clId="{A8F2856B-B642-43D1-A6AA-70598464A39C}" dt="2022-04-06T10:28:27.160" v="600" actId="20577"/>
          <ac:spMkLst>
            <pc:docMk/>
            <pc:sldMk cId="1351616054" sldId="284"/>
            <ac:spMk id="10" creationId="{B3AB6E5F-17C1-45A8-AA3C-2FC113A5C81C}"/>
          </ac:spMkLst>
        </pc:spChg>
        <pc:spChg chg="add del mod">
          <ac:chgData name="SERGIO SPANO'" userId="3abdd0b9-513e-40ac-aad4-56920065037d" providerId="ADAL" clId="{A8F2856B-B642-43D1-A6AA-70598464A39C}" dt="2022-04-06T10:35:46.104" v="699" actId="767"/>
          <ac:spMkLst>
            <pc:docMk/>
            <pc:sldMk cId="1351616054" sldId="284"/>
            <ac:spMk id="11" creationId="{AEB1BDBE-E78B-4EB8-8A6A-3099F8D4BB04}"/>
          </ac:spMkLst>
        </pc:spChg>
        <pc:picChg chg="add del mod">
          <ac:chgData name="SERGIO SPANO'" userId="3abdd0b9-513e-40ac-aad4-56920065037d" providerId="ADAL" clId="{A8F2856B-B642-43D1-A6AA-70598464A39C}" dt="2022-04-06T10:22:57.359" v="491" actId="478"/>
          <ac:picMkLst>
            <pc:docMk/>
            <pc:sldMk cId="1351616054" sldId="284"/>
            <ac:picMk id="6" creationId="{E21F11FA-9EEB-426D-AE91-E93A7BAEB737}"/>
          </ac:picMkLst>
        </pc:picChg>
        <pc:picChg chg="add del mod">
          <ac:chgData name="SERGIO SPANO'" userId="3abdd0b9-513e-40ac-aad4-56920065037d" providerId="ADAL" clId="{A8F2856B-B642-43D1-A6AA-70598464A39C}" dt="2022-04-06T10:24:33.588" v="496" actId="478"/>
          <ac:picMkLst>
            <pc:docMk/>
            <pc:sldMk cId="1351616054" sldId="284"/>
            <ac:picMk id="7" creationId="{CD37DB6C-1DE5-47B7-BD94-F209C162DF23}"/>
          </ac:picMkLst>
        </pc:picChg>
        <pc:picChg chg="add mod modCrop">
          <ac:chgData name="SERGIO SPANO'" userId="3abdd0b9-513e-40ac-aad4-56920065037d" providerId="ADAL" clId="{A8F2856B-B642-43D1-A6AA-70598464A39C}" dt="2022-04-06T10:35:46.443" v="700" actId="732"/>
          <ac:picMkLst>
            <pc:docMk/>
            <pc:sldMk cId="1351616054" sldId="284"/>
            <ac:picMk id="8" creationId="{44BB1362-CB3E-4CA4-A238-5B5E6454D761}"/>
          </ac:picMkLst>
        </pc:picChg>
      </pc:sldChg>
      <pc:sldChg chg="addSp delSp modSp new mod">
        <pc:chgData name="SERGIO SPANO'" userId="3abdd0b9-513e-40ac-aad4-56920065037d" providerId="ADAL" clId="{A8F2856B-B642-43D1-A6AA-70598464A39C}" dt="2022-04-06T10:39:28.908" v="749" actId="1037"/>
        <pc:sldMkLst>
          <pc:docMk/>
          <pc:sldMk cId="2827394057" sldId="285"/>
        </pc:sldMkLst>
        <pc:spChg chg="mod">
          <ac:chgData name="SERGIO SPANO'" userId="3abdd0b9-513e-40ac-aad4-56920065037d" providerId="ADAL" clId="{A8F2856B-B642-43D1-A6AA-70598464A39C}" dt="2022-04-06T10:26:00.435" v="535"/>
          <ac:spMkLst>
            <pc:docMk/>
            <pc:sldMk cId="2827394057" sldId="285"/>
            <ac:spMk id="2" creationId="{D3C3BB57-C073-477D-82B1-58739F3F7408}"/>
          </ac:spMkLst>
        </pc:spChg>
        <pc:spChg chg="del">
          <ac:chgData name="SERGIO SPANO'" userId="3abdd0b9-513e-40ac-aad4-56920065037d" providerId="ADAL" clId="{A8F2856B-B642-43D1-A6AA-70598464A39C}" dt="2022-04-06T10:25:21.843" v="503" actId="478"/>
          <ac:spMkLst>
            <pc:docMk/>
            <pc:sldMk cId="2827394057" sldId="285"/>
            <ac:spMk id="3" creationId="{33E491A7-38D7-4056-83EF-3BCC7E82F9CD}"/>
          </ac:spMkLst>
        </pc:spChg>
        <pc:spChg chg="mod">
          <ac:chgData name="SERGIO SPANO'" userId="3abdd0b9-513e-40ac-aad4-56920065037d" providerId="ADAL" clId="{A8F2856B-B642-43D1-A6AA-70598464A39C}" dt="2022-04-06T10:25:22.172" v="504"/>
          <ac:spMkLst>
            <pc:docMk/>
            <pc:sldMk cId="2827394057" sldId="285"/>
            <ac:spMk id="7" creationId="{B915B797-8E20-4D0E-90D5-8A22713A655D}"/>
          </ac:spMkLst>
        </pc:spChg>
        <pc:spChg chg="mod">
          <ac:chgData name="SERGIO SPANO'" userId="3abdd0b9-513e-40ac-aad4-56920065037d" providerId="ADAL" clId="{A8F2856B-B642-43D1-A6AA-70598464A39C}" dt="2022-04-06T10:25:22.172" v="504"/>
          <ac:spMkLst>
            <pc:docMk/>
            <pc:sldMk cId="2827394057" sldId="285"/>
            <ac:spMk id="8" creationId="{EEB36644-A0AD-4879-8557-3A34B6F6DC70}"/>
          </ac:spMkLst>
        </pc:spChg>
        <pc:spChg chg="mod">
          <ac:chgData name="SERGIO SPANO'" userId="3abdd0b9-513e-40ac-aad4-56920065037d" providerId="ADAL" clId="{A8F2856B-B642-43D1-A6AA-70598464A39C}" dt="2022-04-06T10:25:22.172" v="504"/>
          <ac:spMkLst>
            <pc:docMk/>
            <pc:sldMk cId="2827394057" sldId="285"/>
            <ac:spMk id="9" creationId="{A2E9B6C9-2036-4C7C-8986-851083EFE4B8}"/>
          </ac:spMkLst>
        </pc:spChg>
        <pc:spChg chg="mod">
          <ac:chgData name="SERGIO SPANO'" userId="3abdd0b9-513e-40ac-aad4-56920065037d" providerId="ADAL" clId="{A8F2856B-B642-43D1-A6AA-70598464A39C}" dt="2022-04-06T10:25:22.172" v="504"/>
          <ac:spMkLst>
            <pc:docMk/>
            <pc:sldMk cId="2827394057" sldId="285"/>
            <ac:spMk id="10" creationId="{48695B32-18C8-41D8-9718-614BDA15E44F}"/>
          </ac:spMkLst>
        </pc:spChg>
        <pc:spChg chg="mod">
          <ac:chgData name="SERGIO SPANO'" userId="3abdd0b9-513e-40ac-aad4-56920065037d" providerId="ADAL" clId="{A8F2856B-B642-43D1-A6AA-70598464A39C}" dt="2022-04-06T10:25:22.172" v="504"/>
          <ac:spMkLst>
            <pc:docMk/>
            <pc:sldMk cId="2827394057" sldId="285"/>
            <ac:spMk id="11" creationId="{59A730CD-9416-433E-B5BB-3EFC7E50F8D7}"/>
          </ac:spMkLst>
        </pc:spChg>
        <pc:spChg chg="mod">
          <ac:chgData name="SERGIO SPANO'" userId="3abdd0b9-513e-40ac-aad4-56920065037d" providerId="ADAL" clId="{A8F2856B-B642-43D1-A6AA-70598464A39C}" dt="2022-04-06T10:25:22.172" v="504"/>
          <ac:spMkLst>
            <pc:docMk/>
            <pc:sldMk cId="2827394057" sldId="285"/>
            <ac:spMk id="12" creationId="{2AFB3569-393E-4FC0-8ABC-2B7B0D93E78B}"/>
          </ac:spMkLst>
        </pc:spChg>
        <pc:spChg chg="mod">
          <ac:chgData name="SERGIO SPANO'" userId="3abdd0b9-513e-40ac-aad4-56920065037d" providerId="ADAL" clId="{A8F2856B-B642-43D1-A6AA-70598464A39C}" dt="2022-04-06T10:25:22.172" v="504"/>
          <ac:spMkLst>
            <pc:docMk/>
            <pc:sldMk cId="2827394057" sldId="285"/>
            <ac:spMk id="13" creationId="{BF0A1DE6-E23F-44D8-9D3E-21746C690760}"/>
          </ac:spMkLst>
        </pc:spChg>
        <pc:spChg chg="mod">
          <ac:chgData name="SERGIO SPANO'" userId="3abdd0b9-513e-40ac-aad4-56920065037d" providerId="ADAL" clId="{A8F2856B-B642-43D1-A6AA-70598464A39C}" dt="2022-04-06T10:25:22.172" v="504"/>
          <ac:spMkLst>
            <pc:docMk/>
            <pc:sldMk cId="2827394057" sldId="285"/>
            <ac:spMk id="14" creationId="{74A3B331-FDB7-4E3C-9643-E1F3E4B31C1E}"/>
          </ac:spMkLst>
        </pc:spChg>
        <pc:spChg chg="mod">
          <ac:chgData name="SERGIO SPANO'" userId="3abdd0b9-513e-40ac-aad4-56920065037d" providerId="ADAL" clId="{A8F2856B-B642-43D1-A6AA-70598464A39C}" dt="2022-04-06T10:25:22.172" v="504"/>
          <ac:spMkLst>
            <pc:docMk/>
            <pc:sldMk cId="2827394057" sldId="285"/>
            <ac:spMk id="15" creationId="{BCC2A5FE-7369-47D1-9215-B0D553D7FE6C}"/>
          </ac:spMkLst>
        </pc:spChg>
        <pc:spChg chg="mod">
          <ac:chgData name="SERGIO SPANO'" userId="3abdd0b9-513e-40ac-aad4-56920065037d" providerId="ADAL" clId="{A8F2856B-B642-43D1-A6AA-70598464A39C}" dt="2022-04-06T10:25:22.172" v="504"/>
          <ac:spMkLst>
            <pc:docMk/>
            <pc:sldMk cId="2827394057" sldId="285"/>
            <ac:spMk id="16" creationId="{BDC4AD6F-55F2-4144-84AB-B32B949D26F1}"/>
          </ac:spMkLst>
        </pc:spChg>
        <pc:spChg chg="mod">
          <ac:chgData name="SERGIO SPANO'" userId="3abdd0b9-513e-40ac-aad4-56920065037d" providerId="ADAL" clId="{A8F2856B-B642-43D1-A6AA-70598464A39C}" dt="2022-04-06T10:25:22.172" v="504"/>
          <ac:spMkLst>
            <pc:docMk/>
            <pc:sldMk cId="2827394057" sldId="285"/>
            <ac:spMk id="17" creationId="{BF96B9DD-E20C-4EFE-B1B6-B005953EDB5A}"/>
          </ac:spMkLst>
        </pc:spChg>
        <pc:spChg chg="mod">
          <ac:chgData name="SERGIO SPANO'" userId="3abdd0b9-513e-40ac-aad4-56920065037d" providerId="ADAL" clId="{A8F2856B-B642-43D1-A6AA-70598464A39C}" dt="2022-04-06T10:25:22.172" v="504"/>
          <ac:spMkLst>
            <pc:docMk/>
            <pc:sldMk cId="2827394057" sldId="285"/>
            <ac:spMk id="18" creationId="{0F27A8FD-2779-4A92-8484-146D8782157F}"/>
          </ac:spMkLst>
        </pc:spChg>
        <pc:spChg chg="mod">
          <ac:chgData name="SERGIO SPANO'" userId="3abdd0b9-513e-40ac-aad4-56920065037d" providerId="ADAL" clId="{A8F2856B-B642-43D1-A6AA-70598464A39C}" dt="2022-04-06T10:25:22.172" v="504"/>
          <ac:spMkLst>
            <pc:docMk/>
            <pc:sldMk cId="2827394057" sldId="285"/>
            <ac:spMk id="19" creationId="{954EE8A2-053B-419F-9F62-F579E814855B}"/>
          </ac:spMkLst>
        </pc:spChg>
        <pc:spChg chg="mod">
          <ac:chgData name="SERGIO SPANO'" userId="3abdd0b9-513e-40ac-aad4-56920065037d" providerId="ADAL" clId="{A8F2856B-B642-43D1-A6AA-70598464A39C}" dt="2022-04-06T10:25:22.172" v="504"/>
          <ac:spMkLst>
            <pc:docMk/>
            <pc:sldMk cId="2827394057" sldId="285"/>
            <ac:spMk id="20" creationId="{5BE98882-3010-4597-B020-5D2623B0C458}"/>
          </ac:spMkLst>
        </pc:spChg>
        <pc:spChg chg="mod">
          <ac:chgData name="SERGIO SPANO'" userId="3abdd0b9-513e-40ac-aad4-56920065037d" providerId="ADAL" clId="{A8F2856B-B642-43D1-A6AA-70598464A39C}" dt="2022-04-06T10:25:22.172" v="504"/>
          <ac:spMkLst>
            <pc:docMk/>
            <pc:sldMk cId="2827394057" sldId="285"/>
            <ac:spMk id="21" creationId="{2C7DBBE5-050D-40A0-BA30-A2DCE8EC9481}"/>
          </ac:spMkLst>
        </pc:spChg>
        <pc:spChg chg="mod">
          <ac:chgData name="SERGIO SPANO'" userId="3abdd0b9-513e-40ac-aad4-56920065037d" providerId="ADAL" clId="{A8F2856B-B642-43D1-A6AA-70598464A39C}" dt="2022-04-06T10:25:22.172" v="504"/>
          <ac:spMkLst>
            <pc:docMk/>
            <pc:sldMk cId="2827394057" sldId="285"/>
            <ac:spMk id="22" creationId="{3C4681DC-4AD7-49F3-A5F0-0DF37F2D561A}"/>
          </ac:spMkLst>
        </pc:spChg>
        <pc:spChg chg="mod">
          <ac:chgData name="SERGIO SPANO'" userId="3abdd0b9-513e-40ac-aad4-56920065037d" providerId="ADAL" clId="{A8F2856B-B642-43D1-A6AA-70598464A39C}" dt="2022-04-06T10:25:22.172" v="504"/>
          <ac:spMkLst>
            <pc:docMk/>
            <pc:sldMk cId="2827394057" sldId="285"/>
            <ac:spMk id="27" creationId="{18968F14-AB5C-41F0-859C-0CAB7A402A06}"/>
          </ac:spMkLst>
        </pc:spChg>
        <pc:spChg chg="mod">
          <ac:chgData name="SERGIO SPANO'" userId="3abdd0b9-513e-40ac-aad4-56920065037d" providerId="ADAL" clId="{A8F2856B-B642-43D1-A6AA-70598464A39C}" dt="2022-04-06T10:25:22.172" v="504"/>
          <ac:spMkLst>
            <pc:docMk/>
            <pc:sldMk cId="2827394057" sldId="285"/>
            <ac:spMk id="28" creationId="{D0221634-84D1-4831-87D9-C8BEAF398F5B}"/>
          </ac:spMkLst>
        </pc:spChg>
        <pc:spChg chg="mod">
          <ac:chgData name="SERGIO SPANO'" userId="3abdd0b9-513e-40ac-aad4-56920065037d" providerId="ADAL" clId="{A8F2856B-B642-43D1-A6AA-70598464A39C}" dt="2022-04-06T10:25:22.172" v="504"/>
          <ac:spMkLst>
            <pc:docMk/>
            <pc:sldMk cId="2827394057" sldId="285"/>
            <ac:spMk id="29" creationId="{4B92BF82-173A-4FEB-931D-8F0036123BE5}"/>
          </ac:spMkLst>
        </pc:spChg>
        <pc:spChg chg="mod">
          <ac:chgData name="SERGIO SPANO'" userId="3abdd0b9-513e-40ac-aad4-56920065037d" providerId="ADAL" clId="{A8F2856B-B642-43D1-A6AA-70598464A39C}" dt="2022-04-06T10:25:22.172" v="504"/>
          <ac:spMkLst>
            <pc:docMk/>
            <pc:sldMk cId="2827394057" sldId="285"/>
            <ac:spMk id="30" creationId="{02B28DF0-536B-48CD-87B5-8C6A7C462CE4}"/>
          </ac:spMkLst>
        </pc:spChg>
        <pc:spChg chg="mod">
          <ac:chgData name="SERGIO SPANO'" userId="3abdd0b9-513e-40ac-aad4-56920065037d" providerId="ADAL" clId="{A8F2856B-B642-43D1-A6AA-70598464A39C}" dt="2022-04-06T10:25:22.172" v="504"/>
          <ac:spMkLst>
            <pc:docMk/>
            <pc:sldMk cId="2827394057" sldId="285"/>
            <ac:spMk id="31" creationId="{FB20AE46-F8DA-4E0B-97D8-5EADE790783B}"/>
          </ac:spMkLst>
        </pc:spChg>
        <pc:spChg chg="mod">
          <ac:chgData name="SERGIO SPANO'" userId="3abdd0b9-513e-40ac-aad4-56920065037d" providerId="ADAL" clId="{A8F2856B-B642-43D1-A6AA-70598464A39C}" dt="2022-04-06T10:25:22.172" v="504"/>
          <ac:spMkLst>
            <pc:docMk/>
            <pc:sldMk cId="2827394057" sldId="285"/>
            <ac:spMk id="32" creationId="{0F37A527-D6D8-4BF7-9DB1-46B14360AE08}"/>
          </ac:spMkLst>
        </pc:spChg>
        <pc:spChg chg="mod">
          <ac:chgData name="SERGIO SPANO'" userId="3abdd0b9-513e-40ac-aad4-56920065037d" providerId="ADAL" clId="{A8F2856B-B642-43D1-A6AA-70598464A39C}" dt="2022-04-06T10:25:22.172" v="504"/>
          <ac:spMkLst>
            <pc:docMk/>
            <pc:sldMk cId="2827394057" sldId="285"/>
            <ac:spMk id="33" creationId="{12E0BCC8-7A3F-4C2E-AC11-7C66704C8091}"/>
          </ac:spMkLst>
        </pc:spChg>
        <pc:spChg chg="add del mod">
          <ac:chgData name="SERGIO SPANO'" userId="3abdd0b9-513e-40ac-aad4-56920065037d" providerId="ADAL" clId="{A8F2856B-B642-43D1-A6AA-70598464A39C}" dt="2022-04-06T10:25:23.045" v="507"/>
          <ac:spMkLst>
            <pc:docMk/>
            <pc:sldMk cId="2827394057" sldId="285"/>
            <ac:spMk id="34" creationId="{C04926FE-9337-4697-8AA8-02A6790A03A6}"/>
          </ac:spMkLst>
        </pc:spChg>
        <pc:spChg chg="add del mod">
          <ac:chgData name="SERGIO SPANO'" userId="3abdd0b9-513e-40ac-aad4-56920065037d" providerId="ADAL" clId="{A8F2856B-B642-43D1-A6AA-70598464A39C}" dt="2022-04-06T10:25:23.045" v="507"/>
          <ac:spMkLst>
            <pc:docMk/>
            <pc:sldMk cId="2827394057" sldId="285"/>
            <ac:spMk id="36" creationId="{1CD5D256-DBBA-404F-9CE8-8DB5A9E4C9F8}"/>
          </ac:spMkLst>
        </pc:spChg>
        <pc:spChg chg="add del mod">
          <ac:chgData name="SERGIO SPANO'" userId="3abdd0b9-513e-40ac-aad4-56920065037d" providerId="ADAL" clId="{A8F2856B-B642-43D1-A6AA-70598464A39C}" dt="2022-04-06T10:25:23.045" v="507"/>
          <ac:spMkLst>
            <pc:docMk/>
            <pc:sldMk cId="2827394057" sldId="285"/>
            <ac:spMk id="37" creationId="{1D8DBA60-CD2E-4560-B1A3-1056C5750612}"/>
          </ac:spMkLst>
        </pc:spChg>
        <pc:spChg chg="add mod">
          <ac:chgData name="SERGIO SPANO'" userId="3abdd0b9-513e-40ac-aad4-56920065037d" providerId="ADAL" clId="{A8F2856B-B642-43D1-A6AA-70598464A39C}" dt="2022-04-06T10:32:10.191" v="647" actId="1076"/>
          <ac:spMkLst>
            <pc:docMk/>
            <pc:sldMk cId="2827394057" sldId="285"/>
            <ac:spMk id="39" creationId="{E762DBEE-A8BD-42AE-9988-74BD883BEAAA}"/>
          </ac:spMkLst>
        </pc:spChg>
        <pc:spChg chg="add mod">
          <ac:chgData name="SERGIO SPANO'" userId="3abdd0b9-513e-40ac-aad4-56920065037d" providerId="ADAL" clId="{A8F2856B-B642-43D1-A6AA-70598464A39C}" dt="2022-04-06T10:31:18.543" v="626" actId="1036"/>
          <ac:spMkLst>
            <pc:docMk/>
            <pc:sldMk cId="2827394057" sldId="285"/>
            <ac:spMk id="40" creationId="{346C4DFF-B71D-4D6B-8BF7-67CC9E319238}"/>
          </ac:spMkLst>
        </pc:spChg>
        <pc:spChg chg="add del mod">
          <ac:chgData name="SERGIO SPANO'" userId="3abdd0b9-513e-40ac-aad4-56920065037d" providerId="ADAL" clId="{A8F2856B-B642-43D1-A6AA-70598464A39C}" dt="2022-04-06T10:39:08.960" v="718" actId="478"/>
          <ac:spMkLst>
            <pc:docMk/>
            <pc:sldMk cId="2827394057" sldId="285"/>
            <ac:spMk id="45" creationId="{F77B6211-C47B-4BBA-86DB-95B20EAB0769}"/>
          </ac:spMkLst>
        </pc:spChg>
        <pc:spChg chg="add del mod">
          <ac:chgData name="SERGIO SPANO'" userId="3abdd0b9-513e-40ac-aad4-56920065037d" providerId="ADAL" clId="{A8F2856B-B642-43D1-A6AA-70598464A39C}" dt="2022-04-06T10:31:32.894" v="630" actId="478"/>
          <ac:spMkLst>
            <pc:docMk/>
            <pc:sldMk cId="2827394057" sldId="285"/>
            <ac:spMk id="46" creationId="{0B77EB55-0CD8-4AA6-AA06-57C9F0602E11}"/>
          </ac:spMkLst>
        </pc:spChg>
        <pc:spChg chg="add del mod">
          <ac:chgData name="SERGIO SPANO'" userId="3abdd0b9-513e-40ac-aad4-56920065037d" providerId="ADAL" clId="{A8F2856B-B642-43D1-A6AA-70598464A39C}" dt="2022-04-06T10:31:43.824" v="634" actId="478"/>
          <ac:spMkLst>
            <pc:docMk/>
            <pc:sldMk cId="2827394057" sldId="285"/>
            <ac:spMk id="47" creationId="{F8420CE9-3808-4571-BADB-9682B444FC58}"/>
          </ac:spMkLst>
        </pc:spChg>
        <pc:spChg chg="add del mod">
          <ac:chgData name="SERGIO SPANO'" userId="3abdd0b9-513e-40ac-aad4-56920065037d" providerId="ADAL" clId="{A8F2856B-B642-43D1-A6AA-70598464A39C}" dt="2022-04-06T10:32:27.412" v="655" actId="478"/>
          <ac:spMkLst>
            <pc:docMk/>
            <pc:sldMk cId="2827394057" sldId="285"/>
            <ac:spMk id="48" creationId="{56632B9B-4278-4A5C-A411-58C7F60996FD}"/>
          </ac:spMkLst>
        </pc:spChg>
        <pc:spChg chg="add del mod">
          <ac:chgData name="SERGIO SPANO'" userId="3abdd0b9-513e-40ac-aad4-56920065037d" providerId="ADAL" clId="{A8F2856B-B642-43D1-A6AA-70598464A39C}" dt="2022-04-06T10:32:11.402" v="648"/>
          <ac:spMkLst>
            <pc:docMk/>
            <pc:sldMk cId="2827394057" sldId="285"/>
            <ac:spMk id="49" creationId="{35CC4DB6-48A3-4790-A75F-B480EED39BA6}"/>
          </ac:spMkLst>
        </pc:spChg>
        <pc:spChg chg="add del mod">
          <ac:chgData name="SERGIO SPANO'" userId="3abdd0b9-513e-40ac-aad4-56920065037d" providerId="ADAL" clId="{A8F2856B-B642-43D1-A6AA-70598464A39C}" dt="2022-04-06T10:32:24.893" v="654" actId="21"/>
          <ac:spMkLst>
            <pc:docMk/>
            <pc:sldMk cId="2827394057" sldId="285"/>
            <ac:spMk id="50" creationId="{726BF74A-F328-4C13-B05C-68AB25C2F33B}"/>
          </ac:spMkLst>
        </pc:spChg>
        <pc:spChg chg="add del mod">
          <ac:chgData name="SERGIO SPANO'" userId="3abdd0b9-513e-40ac-aad4-56920065037d" providerId="ADAL" clId="{A8F2856B-B642-43D1-A6AA-70598464A39C}" dt="2022-04-06T10:39:15.745" v="723" actId="478"/>
          <ac:spMkLst>
            <pc:docMk/>
            <pc:sldMk cId="2827394057" sldId="285"/>
            <ac:spMk id="51" creationId="{182D2B97-1728-4C02-8B6B-034E8A5B850B}"/>
          </ac:spMkLst>
        </pc:spChg>
        <pc:spChg chg="add del mod">
          <ac:chgData name="SERGIO SPANO'" userId="3abdd0b9-513e-40ac-aad4-56920065037d" providerId="ADAL" clId="{A8F2856B-B642-43D1-A6AA-70598464A39C}" dt="2022-04-06T10:39:10.468" v="719" actId="478"/>
          <ac:spMkLst>
            <pc:docMk/>
            <pc:sldMk cId="2827394057" sldId="285"/>
            <ac:spMk id="52" creationId="{A80FF107-A8B4-40C3-949F-D776FF4F6095}"/>
          </ac:spMkLst>
        </pc:spChg>
        <pc:spChg chg="add del mod">
          <ac:chgData name="SERGIO SPANO'" userId="3abdd0b9-513e-40ac-aad4-56920065037d" providerId="ADAL" clId="{A8F2856B-B642-43D1-A6AA-70598464A39C}" dt="2022-04-06T10:39:11.294" v="720" actId="478"/>
          <ac:spMkLst>
            <pc:docMk/>
            <pc:sldMk cId="2827394057" sldId="285"/>
            <ac:spMk id="53" creationId="{E0DB9B34-C099-4415-93D9-7EDEB16300B7}"/>
          </ac:spMkLst>
        </pc:spChg>
        <pc:spChg chg="mod">
          <ac:chgData name="SERGIO SPANO'" userId="3abdd0b9-513e-40ac-aad4-56920065037d" providerId="ADAL" clId="{A8F2856B-B642-43D1-A6AA-70598464A39C}" dt="2022-04-06T10:38:55.371" v="709"/>
          <ac:spMkLst>
            <pc:docMk/>
            <pc:sldMk cId="2827394057" sldId="285"/>
            <ac:spMk id="55" creationId="{48D959CE-2977-4006-A7E9-C01EF2C5E823}"/>
          </ac:spMkLst>
        </pc:spChg>
        <pc:spChg chg="mod">
          <ac:chgData name="SERGIO SPANO'" userId="3abdd0b9-513e-40ac-aad4-56920065037d" providerId="ADAL" clId="{A8F2856B-B642-43D1-A6AA-70598464A39C}" dt="2022-04-06T10:38:55.371" v="709"/>
          <ac:spMkLst>
            <pc:docMk/>
            <pc:sldMk cId="2827394057" sldId="285"/>
            <ac:spMk id="56" creationId="{B81B72C4-3D61-4F13-9C0F-FBCC6D39E306}"/>
          </ac:spMkLst>
        </pc:spChg>
        <pc:spChg chg="mod">
          <ac:chgData name="SERGIO SPANO'" userId="3abdd0b9-513e-40ac-aad4-56920065037d" providerId="ADAL" clId="{A8F2856B-B642-43D1-A6AA-70598464A39C}" dt="2022-04-06T10:38:55.371" v="709"/>
          <ac:spMkLst>
            <pc:docMk/>
            <pc:sldMk cId="2827394057" sldId="285"/>
            <ac:spMk id="57" creationId="{449ACE6A-4FD2-4E33-8B9A-AA4CDE5A14C5}"/>
          </ac:spMkLst>
        </pc:spChg>
        <pc:spChg chg="mod">
          <ac:chgData name="SERGIO SPANO'" userId="3abdd0b9-513e-40ac-aad4-56920065037d" providerId="ADAL" clId="{A8F2856B-B642-43D1-A6AA-70598464A39C}" dt="2022-04-06T10:38:55.371" v="709"/>
          <ac:spMkLst>
            <pc:docMk/>
            <pc:sldMk cId="2827394057" sldId="285"/>
            <ac:spMk id="58" creationId="{284B3B87-2C85-4C46-A109-2794DA3FDCE6}"/>
          </ac:spMkLst>
        </pc:spChg>
        <pc:spChg chg="mod">
          <ac:chgData name="SERGIO SPANO'" userId="3abdd0b9-513e-40ac-aad4-56920065037d" providerId="ADAL" clId="{A8F2856B-B642-43D1-A6AA-70598464A39C}" dt="2022-04-06T10:38:55.371" v="709"/>
          <ac:spMkLst>
            <pc:docMk/>
            <pc:sldMk cId="2827394057" sldId="285"/>
            <ac:spMk id="59" creationId="{B735D92B-EB5B-4304-9BF0-8511EF103929}"/>
          </ac:spMkLst>
        </pc:spChg>
        <pc:spChg chg="mod">
          <ac:chgData name="SERGIO SPANO'" userId="3abdd0b9-513e-40ac-aad4-56920065037d" providerId="ADAL" clId="{A8F2856B-B642-43D1-A6AA-70598464A39C}" dt="2022-04-06T10:38:55.371" v="709"/>
          <ac:spMkLst>
            <pc:docMk/>
            <pc:sldMk cId="2827394057" sldId="285"/>
            <ac:spMk id="60" creationId="{F7ED79F6-C42C-4583-99D8-2E2AEE551FAD}"/>
          </ac:spMkLst>
        </pc:spChg>
        <pc:spChg chg="mod">
          <ac:chgData name="SERGIO SPANO'" userId="3abdd0b9-513e-40ac-aad4-56920065037d" providerId="ADAL" clId="{A8F2856B-B642-43D1-A6AA-70598464A39C}" dt="2022-04-06T10:38:55.371" v="709"/>
          <ac:spMkLst>
            <pc:docMk/>
            <pc:sldMk cId="2827394057" sldId="285"/>
            <ac:spMk id="61" creationId="{83E42912-2839-482F-B32A-B02C6F6A43E9}"/>
          </ac:spMkLst>
        </pc:spChg>
        <pc:spChg chg="mod">
          <ac:chgData name="SERGIO SPANO'" userId="3abdd0b9-513e-40ac-aad4-56920065037d" providerId="ADAL" clId="{A8F2856B-B642-43D1-A6AA-70598464A39C}" dt="2022-04-06T10:38:55.371" v="709"/>
          <ac:spMkLst>
            <pc:docMk/>
            <pc:sldMk cId="2827394057" sldId="285"/>
            <ac:spMk id="62" creationId="{45411ECA-849C-4A4C-BE5C-1852C357E1F9}"/>
          </ac:spMkLst>
        </pc:spChg>
        <pc:spChg chg="mod">
          <ac:chgData name="SERGIO SPANO'" userId="3abdd0b9-513e-40ac-aad4-56920065037d" providerId="ADAL" clId="{A8F2856B-B642-43D1-A6AA-70598464A39C}" dt="2022-04-06T10:38:55.371" v="709"/>
          <ac:spMkLst>
            <pc:docMk/>
            <pc:sldMk cId="2827394057" sldId="285"/>
            <ac:spMk id="63" creationId="{9C8A2587-B406-4C1B-BA67-D1BDC9604743}"/>
          </ac:spMkLst>
        </pc:spChg>
        <pc:spChg chg="mod">
          <ac:chgData name="SERGIO SPANO'" userId="3abdd0b9-513e-40ac-aad4-56920065037d" providerId="ADAL" clId="{A8F2856B-B642-43D1-A6AA-70598464A39C}" dt="2022-04-06T10:38:55.371" v="709"/>
          <ac:spMkLst>
            <pc:docMk/>
            <pc:sldMk cId="2827394057" sldId="285"/>
            <ac:spMk id="64" creationId="{D401DF0F-1105-489F-A2F1-B956D11300B9}"/>
          </ac:spMkLst>
        </pc:spChg>
        <pc:spChg chg="mod">
          <ac:chgData name="SERGIO SPANO'" userId="3abdd0b9-513e-40ac-aad4-56920065037d" providerId="ADAL" clId="{A8F2856B-B642-43D1-A6AA-70598464A39C}" dt="2022-04-06T10:38:55.371" v="709"/>
          <ac:spMkLst>
            <pc:docMk/>
            <pc:sldMk cId="2827394057" sldId="285"/>
            <ac:spMk id="65" creationId="{011B26CF-26C4-4760-BF4E-39282DA4B64B}"/>
          </ac:spMkLst>
        </pc:spChg>
        <pc:spChg chg="mod">
          <ac:chgData name="SERGIO SPANO'" userId="3abdd0b9-513e-40ac-aad4-56920065037d" providerId="ADAL" clId="{A8F2856B-B642-43D1-A6AA-70598464A39C}" dt="2022-04-06T10:38:55.371" v="709"/>
          <ac:spMkLst>
            <pc:docMk/>
            <pc:sldMk cId="2827394057" sldId="285"/>
            <ac:spMk id="66" creationId="{0BA81ED1-97E6-433D-BA69-0CECFAB6B42B}"/>
          </ac:spMkLst>
        </pc:spChg>
        <pc:spChg chg="mod">
          <ac:chgData name="SERGIO SPANO'" userId="3abdd0b9-513e-40ac-aad4-56920065037d" providerId="ADAL" clId="{A8F2856B-B642-43D1-A6AA-70598464A39C}" dt="2022-04-06T10:38:55.371" v="709"/>
          <ac:spMkLst>
            <pc:docMk/>
            <pc:sldMk cId="2827394057" sldId="285"/>
            <ac:spMk id="67" creationId="{428CD7A8-C50E-4B3D-A58B-2AB36A473A08}"/>
          </ac:spMkLst>
        </pc:spChg>
        <pc:spChg chg="mod">
          <ac:chgData name="SERGIO SPANO'" userId="3abdd0b9-513e-40ac-aad4-56920065037d" providerId="ADAL" clId="{A8F2856B-B642-43D1-A6AA-70598464A39C}" dt="2022-04-06T10:38:55.371" v="709"/>
          <ac:spMkLst>
            <pc:docMk/>
            <pc:sldMk cId="2827394057" sldId="285"/>
            <ac:spMk id="68" creationId="{18093EA9-F532-45DE-866B-F8ABA06D69BB}"/>
          </ac:spMkLst>
        </pc:spChg>
        <pc:spChg chg="mod">
          <ac:chgData name="SERGIO SPANO'" userId="3abdd0b9-513e-40ac-aad4-56920065037d" providerId="ADAL" clId="{A8F2856B-B642-43D1-A6AA-70598464A39C}" dt="2022-04-06T10:38:55.371" v="709"/>
          <ac:spMkLst>
            <pc:docMk/>
            <pc:sldMk cId="2827394057" sldId="285"/>
            <ac:spMk id="69" creationId="{FDF5312C-8B9C-4A66-A194-DA3017A24300}"/>
          </ac:spMkLst>
        </pc:spChg>
        <pc:spChg chg="mod">
          <ac:chgData name="SERGIO SPANO'" userId="3abdd0b9-513e-40ac-aad4-56920065037d" providerId="ADAL" clId="{A8F2856B-B642-43D1-A6AA-70598464A39C}" dt="2022-04-06T10:38:55.371" v="709"/>
          <ac:spMkLst>
            <pc:docMk/>
            <pc:sldMk cId="2827394057" sldId="285"/>
            <ac:spMk id="70" creationId="{54F4B32D-35FE-4C43-90CF-F6F4E0C9EBF5}"/>
          </ac:spMkLst>
        </pc:spChg>
        <pc:spChg chg="mod">
          <ac:chgData name="SERGIO SPANO'" userId="3abdd0b9-513e-40ac-aad4-56920065037d" providerId="ADAL" clId="{A8F2856B-B642-43D1-A6AA-70598464A39C}" dt="2022-04-06T10:38:55.371" v="709"/>
          <ac:spMkLst>
            <pc:docMk/>
            <pc:sldMk cId="2827394057" sldId="285"/>
            <ac:spMk id="75" creationId="{CE3484C5-6EAD-4D8D-B7F3-BFF824D9AFFF}"/>
          </ac:spMkLst>
        </pc:spChg>
        <pc:spChg chg="mod">
          <ac:chgData name="SERGIO SPANO'" userId="3abdd0b9-513e-40ac-aad4-56920065037d" providerId="ADAL" clId="{A8F2856B-B642-43D1-A6AA-70598464A39C}" dt="2022-04-06T10:38:55.371" v="709"/>
          <ac:spMkLst>
            <pc:docMk/>
            <pc:sldMk cId="2827394057" sldId="285"/>
            <ac:spMk id="76" creationId="{06F1427E-E3A0-47D6-9EC6-C44DB0A25A1F}"/>
          </ac:spMkLst>
        </pc:spChg>
        <pc:spChg chg="mod">
          <ac:chgData name="SERGIO SPANO'" userId="3abdd0b9-513e-40ac-aad4-56920065037d" providerId="ADAL" clId="{A8F2856B-B642-43D1-A6AA-70598464A39C}" dt="2022-04-06T10:38:55.371" v="709"/>
          <ac:spMkLst>
            <pc:docMk/>
            <pc:sldMk cId="2827394057" sldId="285"/>
            <ac:spMk id="77" creationId="{9BDBF34E-1DAC-4807-9783-5FF4E5ED1B3E}"/>
          </ac:spMkLst>
        </pc:spChg>
        <pc:spChg chg="mod">
          <ac:chgData name="SERGIO SPANO'" userId="3abdd0b9-513e-40ac-aad4-56920065037d" providerId="ADAL" clId="{A8F2856B-B642-43D1-A6AA-70598464A39C}" dt="2022-04-06T10:38:55.371" v="709"/>
          <ac:spMkLst>
            <pc:docMk/>
            <pc:sldMk cId="2827394057" sldId="285"/>
            <ac:spMk id="78" creationId="{437743E2-9205-4055-B502-96FE5B3642DD}"/>
          </ac:spMkLst>
        </pc:spChg>
        <pc:spChg chg="mod">
          <ac:chgData name="SERGIO SPANO'" userId="3abdd0b9-513e-40ac-aad4-56920065037d" providerId="ADAL" clId="{A8F2856B-B642-43D1-A6AA-70598464A39C}" dt="2022-04-06T10:38:55.371" v="709"/>
          <ac:spMkLst>
            <pc:docMk/>
            <pc:sldMk cId="2827394057" sldId="285"/>
            <ac:spMk id="79" creationId="{A40EF2F5-9736-4880-BC73-E991483DC021}"/>
          </ac:spMkLst>
        </pc:spChg>
        <pc:spChg chg="mod">
          <ac:chgData name="SERGIO SPANO'" userId="3abdd0b9-513e-40ac-aad4-56920065037d" providerId="ADAL" clId="{A8F2856B-B642-43D1-A6AA-70598464A39C}" dt="2022-04-06T10:38:55.371" v="709"/>
          <ac:spMkLst>
            <pc:docMk/>
            <pc:sldMk cId="2827394057" sldId="285"/>
            <ac:spMk id="80" creationId="{73FBAEA8-3913-475F-8783-8D22408802E4}"/>
          </ac:spMkLst>
        </pc:spChg>
        <pc:spChg chg="mod">
          <ac:chgData name="SERGIO SPANO'" userId="3abdd0b9-513e-40ac-aad4-56920065037d" providerId="ADAL" clId="{A8F2856B-B642-43D1-A6AA-70598464A39C}" dt="2022-04-06T10:38:55.371" v="709"/>
          <ac:spMkLst>
            <pc:docMk/>
            <pc:sldMk cId="2827394057" sldId="285"/>
            <ac:spMk id="81" creationId="{D5C72D4A-1234-428B-888A-17CA3C5C4EF7}"/>
          </ac:spMkLst>
        </pc:spChg>
        <pc:spChg chg="add del mod">
          <ac:chgData name="SERGIO SPANO'" userId="3abdd0b9-513e-40ac-aad4-56920065037d" providerId="ADAL" clId="{A8F2856B-B642-43D1-A6AA-70598464A39C}" dt="2022-04-06T10:38:55.992" v="710"/>
          <ac:spMkLst>
            <pc:docMk/>
            <pc:sldMk cId="2827394057" sldId="285"/>
            <ac:spMk id="82" creationId="{9C193090-D608-4627-B9F3-BBFE66B83CBF}"/>
          </ac:spMkLst>
        </pc:spChg>
        <pc:spChg chg="add del mod">
          <ac:chgData name="SERGIO SPANO'" userId="3abdd0b9-513e-40ac-aad4-56920065037d" providerId="ADAL" clId="{A8F2856B-B642-43D1-A6AA-70598464A39C}" dt="2022-04-06T10:38:55.992" v="710"/>
          <ac:spMkLst>
            <pc:docMk/>
            <pc:sldMk cId="2827394057" sldId="285"/>
            <ac:spMk id="84" creationId="{45EF0613-EE66-4489-A192-CBDF8070DDCA}"/>
          </ac:spMkLst>
        </pc:spChg>
        <pc:spChg chg="add del mod">
          <ac:chgData name="SERGIO SPANO'" userId="3abdd0b9-513e-40ac-aad4-56920065037d" providerId="ADAL" clId="{A8F2856B-B642-43D1-A6AA-70598464A39C}" dt="2022-04-06T10:38:55.992" v="710"/>
          <ac:spMkLst>
            <pc:docMk/>
            <pc:sldMk cId="2827394057" sldId="285"/>
            <ac:spMk id="85" creationId="{18881A49-07C9-44D1-B2DC-934F9E471C4D}"/>
          </ac:spMkLst>
        </pc:spChg>
        <pc:grpChg chg="add del mod">
          <ac:chgData name="SERGIO SPANO'" userId="3abdd0b9-513e-40ac-aad4-56920065037d" providerId="ADAL" clId="{A8F2856B-B642-43D1-A6AA-70598464A39C}" dt="2022-04-06T10:25:23.045" v="507"/>
          <ac:grpSpMkLst>
            <pc:docMk/>
            <pc:sldMk cId="2827394057" sldId="285"/>
            <ac:grpSpMk id="6" creationId="{32EB65AA-56C5-4268-8C76-F78FF0692199}"/>
          </ac:grpSpMkLst>
        </pc:grpChg>
        <pc:grpChg chg="add del mod">
          <ac:chgData name="SERGIO SPANO'" userId="3abdd0b9-513e-40ac-aad4-56920065037d" providerId="ADAL" clId="{A8F2856B-B642-43D1-A6AA-70598464A39C}" dt="2022-04-06T10:38:55.992" v="710"/>
          <ac:grpSpMkLst>
            <pc:docMk/>
            <pc:sldMk cId="2827394057" sldId="285"/>
            <ac:grpSpMk id="54" creationId="{2BC04227-1C3F-4191-AF18-B8587913C8E8}"/>
          </ac:grpSpMkLst>
        </pc:grpChg>
        <pc:picChg chg="add del mod">
          <ac:chgData name="SERGIO SPANO'" userId="3abdd0b9-513e-40ac-aad4-56920065037d" providerId="ADAL" clId="{A8F2856B-B642-43D1-A6AA-70598464A39C}" dt="2022-04-06T10:39:00.106" v="713" actId="478"/>
          <ac:picMkLst>
            <pc:docMk/>
            <pc:sldMk cId="2827394057" sldId="285"/>
            <ac:picMk id="38" creationId="{C4739565-269D-4F01-AEF5-2D6B28423763}"/>
          </ac:picMkLst>
        </pc:picChg>
        <pc:picChg chg="add mod">
          <ac:chgData name="SERGIO SPANO'" userId="3abdd0b9-513e-40ac-aad4-56920065037d" providerId="ADAL" clId="{A8F2856B-B642-43D1-A6AA-70598464A39C}" dt="2022-04-06T10:39:28.908" v="749" actId="1037"/>
          <ac:picMkLst>
            <pc:docMk/>
            <pc:sldMk cId="2827394057" sldId="285"/>
            <ac:picMk id="86" creationId="{EDB87069-58F9-43D9-AD1E-A0E2C8917B04}"/>
          </ac:picMkLst>
        </pc:picChg>
        <pc:cxnChg chg="mod">
          <ac:chgData name="SERGIO SPANO'" userId="3abdd0b9-513e-40ac-aad4-56920065037d" providerId="ADAL" clId="{A8F2856B-B642-43D1-A6AA-70598464A39C}" dt="2022-04-06T10:25:22.172" v="504"/>
          <ac:cxnSpMkLst>
            <pc:docMk/>
            <pc:sldMk cId="2827394057" sldId="285"/>
            <ac:cxnSpMk id="23" creationId="{D70F7926-B55F-4849-AE98-0A19F56A5096}"/>
          </ac:cxnSpMkLst>
        </pc:cxnChg>
        <pc:cxnChg chg="mod">
          <ac:chgData name="SERGIO SPANO'" userId="3abdd0b9-513e-40ac-aad4-56920065037d" providerId="ADAL" clId="{A8F2856B-B642-43D1-A6AA-70598464A39C}" dt="2022-04-06T10:25:22.172" v="504"/>
          <ac:cxnSpMkLst>
            <pc:docMk/>
            <pc:sldMk cId="2827394057" sldId="285"/>
            <ac:cxnSpMk id="24" creationId="{68190244-D852-49FE-A118-C3F5ECEFB98E}"/>
          </ac:cxnSpMkLst>
        </pc:cxnChg>
        <pc:cxnChg chg="mod">
          <ac:chgData name="SERGIO SPANO'" userId="3abdd0b9-513e-40ac-aad4-56920065037d" providerId="ADAL" clId="{A8F2856B-B642-43D1-A6AA-70598464A39C}" dt="2022-04-06T10:25:22.172" v="504"/>
          <ac:cxnSpMkLst>
            <pc:docMk/>
            <pc:sldMk cId="2827394057" sldId="285"/>
            <ac:cxnSpMk id="25" creationId="{5CEF360A-0D84-44D0-8A86-240D6798D3C6}"/>
          </ac:cxnSpMkLst>
        </pc:cxnChg>
        <pc:cxnChg chg="mod">
          <ac:chgData name="SERGIO SPANO'" userId="3abdd0b9-513e-40ac-aad4-56920065037d" providerId="ADAL" clId="{A8F2856B-B642-43D1-A6AA-70598464A39C}" dt="2022-04-06T10:25:22.172" v="504"/>
          <ac:cxnSpMkLst>
            <pc:docMk/>
            <pc:sldMk cId="2827394057" sldId="285"/>
            <ac:cxnSpMk id="26" creationId="{967CC0A9-CD69-4C7A-BAE7-8EC1AEB9F9F2}"/>
          </ac:cxnSpMkLst>
        </pc:cxnChg>
        <pc:cxnChg chg="add del mod">
          <ac:chgData name="SERGIO SPANO'" userId="3abdd0b9-513e-40ac-aad4-56920065037d" providerId="ADAL" clId="{A8F2856B-B642-43D1-A6AA-70598464A39C}" dt="2022-04-06T10:25:23.045" v="507"/>
          <ac:cxnSpMkLst>
            <pc:docMk/>
            <pc:sldMk cId="2827394057" sldId="285"/>
            <ac:cxnSpMk id="35" creationId="{F8A00ACA-68D1-4582-B963-F9A6E47EE7AB}"/>
          </ac:cxnSpMkLst>
        </pc:cxnChg>
        <pc:cxnChg chg="add del mod">
          <ac:chgData name="SERGIO SPANO'" userId="3abdd0b9-513e-40ac-aad4-56920065037d" providerId="ADAL" clId="{A8F2856B-B642-43D1-A6AA-70598464A39C}" dt="2022-04-06T10:31:39.340" v="632" actId="478"/>
          <ac:cxnSpMkLst>
            <pc:docMk/>
            <pc:sldMk cId="2827394057" sldId="285"/>
            <ac:cxnSpMk id="41" creationId="{4F76B2E7-F122-4678-BBDB-8A210007CC9E}"/>
          </ac:cxnSpMkLst>
        </pc:cxnChg>
        <pc:cxnChg chg="add del mod">
          <ac:chgData name="SERGIO SPANO'" userId="3abdd0b9-513e-40ac-aad4-56920065037d" providerId="ADAL" clId="{A8F2856B-B642-43D1-A6AA-70598464A39C}" dt="2022-04-06T10:31:31.019" v="629" actId="478"/>
          <ac:cxnSpMkLst>
            <pc:docMk/>
            <pc:sldMk cId="2827394057" sldId="285"/>
            <ac:cxnSpMk id="42" creationId="{BA175FDB-6ED6-4EF9-B0D5-D550777D8542}"/>
          </ac:cxnSpMkLst>
        </pc:cxnChg>
        <pc:cxnChg chg="add del mod">
          <ac:chgData name="SERGIO SPANO'" userId="3abdd0b9-513e-40ac-aad4-56920065037d" providerId="ADAL" clId="{A8F2856B-B642-43D1-A6AA-70598464A39C}" dt="2022-04-06T10:31:41.245" v="633" actId="478"/>
          <ac:cxnSpMkLst>
            <pc:docMk/>
            <pc:sldMk cId="2827394057" sldId="285"/>
            <ac:cxnSpMk id="43" creationId="{E2F35C14-0411-4638-AAFC-7268CE4651FA}"/>
          </ac:cxnSpMkLst>
        </pc:cxnChg>
        <pc:cxnChg chg="add del mod">
          <ac:chgData name="SERGIO SPANO'" userId="3abdd0b9-513e-40ac-aad4-56920065037d" providerId="ADAL" clId="{A8F2856B-B642-43D1-A6AA-70598464A39C}" dt="2022-04-06T10:31:37.619" v="631" actId="478"/>
          <ac:cxnSpMkLst>
            <pc:docMk/>
            <pc:sldMk cId="2827394057" sldId="285"/>
            <ac:cxnSpMk id="44" creationId="{C61D0181-E851-46EB-96A0-1C834A5E361A}"/>
          </ac:cxnSpMkLst>
        </pc:cxnChg>
        <pc:cxnChg chg="mod">
          <ac:chgData name="SERGIO SPANO'" userId="3abdd0b9-513e-40ac-aad4-56920065037d" providerId="ADAL" clId="{A8F2856B-B642-43D1-A6AA-70598464A39C}" dt="2022-04-06T10:38:55.371" v="709"/>
          <ac:cxnSpMkLst>
            <pc:docMk/>
            <pc:sldMk cId="2827394057" sldId="285"/>
            <ac:cxnSpMk id="71" creationId="{FEB18715-3E68-4DE2-A5FC-53ECA03F9446}"/>
          </ac:cxnSpMkLst>
        </pc:cxnChg>
        <pc:cxnChg chg="mod">
          <ac:chgData name="SERGIO SPANO'" userId="3abdd0b9-513e-40ac-aad4-56920065037d" providerId="ADAL" clId="{A8F2856B-B642-43D1-A6AA-70598464A39C}" dt="2022-04-06T10:38:55.371" v="709"/>
          <ac:cxnSpMkLst>
            <pc:docMk/>
            <pc:sldMk cId="2827394057" sldId="285"/>
            <ac:cxnSpMk id="72" creationId="{25894004-3CFA-4B0A-B6C3-E100D23EFB00}"/>
          </ac:cxnSpMkLst>
        </pc:cxnChg>
        <pc:cxnChg chg="mod">
          <ac:chgData name="SERGIO SPANO'" userId="3abdd0b9-513e-40ac-aad4-56920065037d" providerId="ADAL" clId="{A8F2856B-B642-43D1-A6AA-70598464A39C}" dt="2022-04-06T10:38:55.371" v="709"/>
          <ac:cxnSpMkLst>
            <pc:docMk/>
            <pc:sldMk cId="2827394057" sldId="285"/>
            <ac:cxnSpMk id="73" creationId="{88B51F8B-B6AD-48CF-966F-A8F9C5BF8911}"/>
          </ac:cxnSpMkLst>
        </pc:cxnChg>
        <pc:cxnChg chg="mod">
          <ac:chgData name="SERGIO SPANO'" userId="3abdd0b9-513e-40ac-aad4-56920065037d" providerId="ADAL" clId="{A8F2856B-B642-43D1-A6AA-70598464A39C}" dt="2022-04-06T10:38:55.371" v="709"/>
          <ac:cxnSpMkLst>
            <pc:docMk/>
            <pc:sldMk cId="2827394057" sldId="285"/>
            <ac:cxnSpMk id="74" creationId="{81805A91-4851-432D-8ED8-FC0ED7632E18}"/>
          </ac:cxnSpMkLst>
        </pc:cxnChg>
        <pc:cxnChg chg="add del mod">
          <ac:chgData name="SERGIO SPANO'" userId="3abdd0b9-513e-40ac-aad4-56920065037d" providerId="ADAL" clId="{A8F2856B-B642-43D1-A6AA-70598464A39C}" dt="2022-04-06T10:38:55.992" v="710"/>
          <ac:cxnSpMkLst>
            <pc:docMk/>
            <pc:sldMk cId="2827394057" sldId="285"/>
            <ac:cxnSpMk id="83" creationId="{2642477D-B591-4C62-A0A3-598C57E50794}"/>
          </ac:cxnSpMkLst>
        </pc:cxnChg>
      </pc:sldChg>
      <pc:sldChg chg="addSp delSp modSp new mod">
        <pc:chgData name="SERGIO SPANO'" userId="3abdd0b9-513e-40ac-aad4-56920065037d" providerId="ADAL" clId="{A8F2856B-B642-43D1-A6AA-70598464A39C}" dt="2022-04-06T10:43:06.911" v="787" actId="1038"/>
        <pc:sldMkLst>
          <pc:docMk/>
          <pc:sldMk cId="1175792276" sldId="286"/>
        </pc:sldMkLst>
        <pc:spChg chg="mod">
          <ac:chgData name="SERGIO SPANO'" userId="3abdd0b9-513e-40ac-aad4-56920065037d" providerId="ADAL" clId="{A8F2856B-B642-43D1-A6AA-70598464A39C}" dt="2022-04-06T10:27:02.034" v="556" actId="20577"/>
          <ac:spMkLst>
            <pc:docMk/>
            <pc:sldMk cId="1175792276" sldId="286"/>
            <ac:spMk id="2" creationId="{3B661709-D6A1-4D37-8BA4-86E00DC87FFE}"/>
          </ac:spMkLst>
        </pc:spChg>
        <pc:spChg chg="del">
          <ac:chgData name="SERGIO SPANO'" userId="3abdd0b9-513e-40ac-aad4-56920065037d" providerId="ADAL" clId="{A8F2856B-B642-43D1-A6AA-70598464A39C}" dt="2022-04-06T10:27:09.464" v="557" actId="478"/>
          <ac:spMkLst>
            <pc:docMk/>
            <pc:sldMk cId="1175792276" sldId="286"/>
            <ac:spMk id="3" creationId="{9CDB226C-A459-4199-882B-A0234407E787}"/>
          </ac:spMkLst>
        </pc:spChg>
        <pc:spChg chg="add del mod">
          <ac:chgData name="SERGIO SPANO'" userId="3abdd0b9-513e-40ac-aad4-56920065037d" providerId="ADAL" clId="{A8F2856B-B642-43D1-A6AA-70598464A39C}" dt="2022-04-06T10:27:18.637" v="559"/>
          <ac:spMkLst>
            <pc:docMk/>
            <pc:sldMk cId="1175792276" sldId="286"/>
            <ac:spMk id="6" creationId="{2A279297-8416-470D-8E2E-CCE26741A9AD}"/>
          </ac:spMkLst>
        </pc:spChg>
        <pc:spChg chg="mod">
          <ac:chgData name="SERGIO SPANO'" userId="3abdd0b9-513e-40ac-aad4-56920065037d" providerId="ADAL" clId="{A8F2856B-B642-43D1-A6AA-70598464A39C}" dt="2022-04-06T10:27:17.480" v="558"/>
          <ac:spMkLst>
            <pc:docMk/>
            <pc:sldMk cId="1175792276" sldId="286"/>
            <ac:spMk id="8" creationId="{F8A25A84-9B97-4228-B3F5-DB65A46E807C}"/>
          </ac:spMkLst>
        </pc:spChg>
        <pc:spChg chg="mod">
          <ac:chgData name="SERGIO SPANO'" userId="3abdd0b9-513e-40ac-aad4-56920065037d" providerId="ADAL" clId="{A8F2856B-B642-43D1-A6AA-70598464A39C}" dt="2022-04-06T10:27:17.480" v="558"/>
          <ac:spMkLst>
            <pc:docMk/>
            <pc:sldMk cId="1175792276" sldId="286"/>
            <ac:spMk id="9" creationId="{1EE34D71-74D6-43E5-86D6-C9AF7AEA7F9A}"/>
          </ac:spMkLst>
        </pc:spChg>
        <pc:spChg chg="mod">
          <ac:chgData name="SERGIO SPANO'" userId="3abdd0b9-513e-40ac-aad4-56920065037d" providerId="ADAL" clId="{A8F2856B-B642-43D1-A6AA-70598464A39C}" dt="2022-04-06T10:27:17.480" v="558"/>
          <ac:spMkLst>
            <pc:docMk/>
            <pc:sldMk cId="1175792276" sldId="286"/>
            <ac:spMk id="10" creationId="{4684387B-2F51-468E-A75E-EDB3F80D9B16}"/>
          </ac:spMkLst>
        </pc:spChg>
        <pc:spChg chg="mod">
          <ac:chgData name="SERGIO SPANO'" userId="3abdd0b9-513e-40ac-aad4-56920065037d" providerId="ADAL" clId="{A8F2856B-B642-43D1-A6AA-70598464A39C}" dt="2022-04-06T10:27:17.480" v="558"/>
          <ac:spMkLst>
            <pc:docMk/>
            <pc:sldMk cId="1175792276" sldId="286"/>
            <ac:spMk id="11" creationId="{7B07CBC4-BC00-468C-A1E4-8B9EF766F30A}"/>
          </ac:spMkLst>
        </pc:spChg>
        <pc:spChg chg="mod">
          <ac:chgData name="SERGIO SPANO'" userId="3abdd0b9-513e-40ac-aad4-56920065037d" providerId="ADAL" clId="{A8F2856B-B642-43D1-A6AA-70598464A39C}" dt="2022-04-06T10:27:17.480" v="558"/>
          <ac:spMkLst>
            <pc:docMk/>
            <pc:sldMk cId="1175792276" sldId="286"/>
            <ac:spMk id="12" creationId="{DEEF6865-1DDD-456D-8365-01F1903F647D}"/>
          </ac:spMkLst>
        </pc:spChg>
        <pc:spChg chg="mod">
          <ac:chgData name="SERGIO SPANO'" userId="3abdd0b9-513e-40ac-aad4-56920065037d" providerId="ADAL" clId="{A8F2856B-B642-43D1-A6AA-70598464A39C}" dt="2022-04-06T10:27:17.480" v="558"/>
          <ac:spMkLst>
            <pc:docMk/>
            <pc:sldMk cId="1175792276" sldId="286"/>
            <ac:spMk id="13" creationId="{4CBFE2E4-4485-4CF9-8CB1-8CB9EB5D8AC9}"/>
          </ac:spMkLst>
        </pc:spChg>
        <pc:spChg chg="mod">
          <ac:chgData name="SERGIO SPANO'" userId="3abdd0b9-513e-40ac-aad4-56920065037d" providerId="ADAL" clId="{A8F2856B-B642-43D1-A6AA-70598464A39C}" dt="2022-04-06T10:27:17.480" v="558"/>
          <ac:spMkLst>
            <pc:docMk/>
            <pc:sldMk cId="1175792276" sldId="286"/>
            <ac:spMk id="14" creationId="{C6145183-B7FF-4782-BB22-2BFCFA766286}"/>
          </ac:spMkLst>
        </pc:spChg>
        <pc:spChg chg="mod">
          <ac:chgData name="SERGIO SPANO'" userId="3abdd0b9-513e-40ac-aad4-56920065037d" providerId="ADAL" clId="{A8F2856B-B642-43D1-A6AA-70598464A39C}" dt="2022-04-06T10:27:17.480" v="558"/>
          <ac:spMkLst>
            <pc:docMk/>
            <pc:sldMk cId="1175792276" sldId="286"/>
            <ac:spMk id="15" creationId="{81A5268B-78C5-4C0E-A214-33FDF254DFDA}"/>
          </ac:spMkLst>
        </pc:spChg>
        <pc:spChg chg="mod">
          <ac:chgData name="SERGIO SPANO'" userId="3abdd0b9-513e-40ac-aad4-56920065037d" providerId="ADAL" clId="{A8F2856B-B642-43D1-A6AA-70598464A39C}" dt="2022-04-06T10:27:17.480" v="558"/>
          <ac:spMkLst>
            <pc:docMk/>
            <pc:sldMk cId="1175792276" sldId="286"/>
            <ac:spMk id="16" creationId="{0D7CBAEE-CB53-4869-9EC2-E0B183816032}"/>
          </ac:spMkLst>
        </pc:spChg>
        <pc:spChg chg="mod">
          <ac:chgData name="SERGIO SPANO'" userId="3abdd0b9-513e-40ac-aad4-56920065037d" providerId="ADAL" clId="{A8F2856B-B642-43D1-A6AA-70598464A39C}" dt="2022-04-06T10:27:17.480" v="558"/>
          <ac:spMkLst>
            <pc:docMk/>
            <pc:sldMk cId="1175792276" sldId="286"/>
            <ac:spMk id="17" creationId="{042A7906-A5AB-41D6-B0E9-D7F00E64C603}"/>
          </ac:spMkLst>
        </pc:spChg>
        <pc:spChg chg="mod">
          <ac:chgData name="SERGIO SPANO'" userId="3abdd0b9-513e-40ac-aad4-56920065037d" providerId="ADAL" clId="{A8F2856B-B642-43D1-A6AA-70598464A39C}" dt="2022-04-06T10:27:17.480" v="558"/>
          <ac:spMkLst>
            <pc:docMk/>
            <pc:sldMk cId="1175792276" sldId="286"/>
            <ac:spMk id="18" creationId="{7894A0BF-496D-4240-9DDD-C13A297006C1}"/>
          </ac:spMkLst>
        </pc:spChg>
        <pc:spChg chg="mod">
          <ac:chgData name="SERGIO SPANO'" userId="3abdd0b9-513e-40ac-aad4-56920065037d" providerId="ADAL" clId="{A8F2856B-B642-43D1-A6AA-70598464A39C}" dt="2022-04-06T10:27:17.480" v="558"/>
          <ac:spMkLst>
            <pc:docMk/>
            <pc:sldMk cId="1175792276" sldId="286"/>
            <ac:spMk id="19" creationId="{60EE253A-E311-4DE1-B6A6-F441224DC9C9}"/>
          </ac:spMkLst>
        </pc:spChg>
        <pc:spChg chg="mod">
          <ac:chgData name="SERGIO SPANO'" userId="3abdd0b9-513e-40ac-aad4-56920065037d" providerId="ADAL" clId="{A8F2856B-B642-43D1-A6AA-70598464A39C}" dt="2022-04-06T10:27:17.480" v="558"/>
          <ac:spMkLst>
            <pc:docMk/>
            <pc:sldMk cId="1175792276" sldId="286"/>
            <ac:spMk id="20" creationId="{FDE95D44-D808-4FAF-85CA-D2CD25335896}"/>
          </ac:spMkLst>
        </pc:spChg>
        <pc:spChg chg="mod">
          <ac:chgData name="SERGIO SPANO'" userId="3abdd0b9-513e-40ac-aad4-56920065037d" providerId="ADAL" clId="{A8F2856B-B642-43D1-A6AA-70598464A39C}" dt="2022-04-06T10:27:17.480" v="558"/>
          <ac:spMkLst>
            <pc:docMk/>
            <pc:sldMk cId="1175792276" sldId="286"/>
            <ac:spMk id="21" creationId="{1A38C442-D589-4C3D-84E8-15C59D19F0A8}"/>
          </ac:spMkLst>
        </pc:spChg>
        <pc:spChg chg="mod">
          <ac:chgData name="SERGIO SPANO'" userId="3abdd0b9-513e-40ac-aad4-56920065037d" providerId="ADAL" clId="{A8F2856B-B642-43D1-A6AA-70598464A39C}" dt="2022-04-06T10:27:17.480" v="558"/>
          <ac:spMkLst>
            <pc:docMk/>
            <pc:sldMk cId="1175792276" sldId="286"/>
            <ac:spMk id="22" creationId="{6BC7A7C1-FC3A-4B1C-A247-21C7051B0A0E}"/>
          </ac:spMkLst>
        </pc:spChg>
        <pc:spChg chg="mod">
          <ac:chgData name="SERGIO SPANO'" userId="3abdd0b9-513e-40ac-aad4-56920065037d" providerId="ADAL" clId="{A8F2856B-B642-43D1-A6AA-70598464A39C}" dt="2022-04-06T10:27:17.480" v="558"/>
          <ac:spMkLst>
            <pc:docMk/>
            <pc:sldMk cId="1175792276" sldId="286"/>
            <ac:spMk id="23" creationId="{021D4ABB-9003-4D38-8B12-81795E6C2D1B}"/>
          </ac:spMkLst>
        </pc:spChg>
        <pc:spChg chg="mod">
          <ac:chgData name="SERGIO SPANO'" userId="3abdd0b9-513e-40ac-aad4-56920065037d" providerId="ADAL" clId="{A8F2856B-B642-43D1-A6AA-70598464A39C}" dt="2022-04-06T10:27:17.480" v="558"/>
          <ac:spMkLst>
            <pc:docMk/>
            <pc:sldMk cId="1175792276" sldId="286"/>
            <ac:spMk id="25" creationId="{AEDA8DD2-1225-412E-AC5D-8A2B005C6B43}"/>
          </ac:spMkLst>
        </pc:spChg>
        <pc:spChg chg="mod">
          <ac:chgData name="SERGIO SPANO'" userId="3abdd0b9-513e-40ac-aad4-56920065037d" providerId="ADAL" clId="{A8F2856B-B642-43D1-A6AA-70598464A39C}" dt="2022-04-06T10:27:17.480" v="558"/>
          <ac:spMkLst>
            <pc:docMk/>
            <pc:sldMk cId="1175792276" sldId="286"/>
            <ac:spMk id="26" creationId="{F8BF78D2-EB31-4648-87A8-BD3743DAE2B2}"/>
          </ac:spMkLst>
        </pc:spChg>
        <pc:spChg chg="mod">
          <ac:chgData name="SERGIO SPANO'" userId="3abdd0b9-513e-40ac-aad4-56920065037d" providerId="ADAL" clId="{A8F2856B-B642-43D1-A6AA-70598464A39C}" dt="2022-04-06T10:27:17.480" v="558"/>
          <ac:spMkLst>
            <pc:docMk/>
            <pc:sldMk cId="1175792276" sldId="286"/>
            <ac:spMk id="27" creationId="{5D73DCD2-577B-4370-B426-84DFB0ABDDD8}"/>
          </ac:spMkLst>
        </pc:spChg>
        <pc:spChg chg="mod">
          <ac:chgData name="SERGIO SPANO'" userId="3abdd0b9-513e-40ac-aad4-56920065037d" providerId="ADAL" clId="{A8F2856B-B642-43D1-A6AA-70598464A39C}" dt="2022-04-06T10:27:17.480" v="558"/>
          <ac:spMkLst>
            <pc:docMk/>
            <pc:sldMk cId="1175792276" sldId="286"/>
            <ac:spMk id="28" creationId="{B4B42076-FC87-45DC-96DB-05295B428F70}"/>
          </ac:spMkLst>
        </pc:spChg>
        <pc:spChg chg="mod">
          <ac:chgData name="SERGIO SPANO'" userId="3abdd0b9-513e-40ac-aad4-56920065037d" providerId="ADAL" clId="{A8F2856B-B642-43D1-A6AA-70598464A39C}" dt="2022-04-06T10:27:17.480" v="558"/>
          <ac:spMkLst>
            <pc:docMk/>
            <pc:sldMk cId="1175792276" sldId="286"/>
            <ac:spMk id="29" creationId="{CEC3EB08-7C0E-43F9-9C02-FE25836BDE35}"/>
          </ac:spMkLst>
        </pc:spChg>
        <pc:spChg chg="mod">
          <ac:chgData name="SERGIO SPANO'" userId="3abdd0b9-513e-40ac-aad4-56920065037d" providerId="ADAL" clId="{A8F2856B-B642-43D1-A6AA-70598464A39C}" dt="2022-04-06T10:27:17.480" v="558"/>
          <ac:spMkLst>
            <pc:docMk/>
            <pc:sldMk cId="1175792276" sldId="286"/>
            <ac:spMk id="30" creationId="{59AD1CE3-C79C-4930-B424-D1A9FEA111F8}"/>
          </ac:spMkLst>
        </pc:spChg>
        <pc:spChg chg="mod">
          <ac:chgData name="SERGIO SPANO'" userId="3abdd0b9-513e-40ac-aad4-56920065037d" providerId="ADAL" clId="{A8F2856B-B642-43D1-A6AA-70598464A39C}" dt="2022-04-06T10:27:17.480" v="558"/>
          <ac:spMkLst>
            <pc:docMk/>
            <pc:sldMk cId="1175792276" sldId="286"/>
            <ac:spMk id="31" creationId="{EB74E549-E8C4-4D8A-B785-79942109AB7D}"/>
          </ac:spMkLst>
        </pc:spChg>
        <pc:spChg chg="add del mod">
          <ac:chgData name="SERGIO SPANO'" userId="3abdd0b9-513e-40ac-aad4-56920065037d" providerId="ADAL" clId="{A8F2856B-B642-43D1-A6AA-70598464A39C}" dt="2022-04-06T10:27:18.637" v="559"/>
          <ac:spMkLst>
            <pc:docMk/>
            <pc:sldMk cId="1175792276" sldId="286"/>
            <ac:spMk id="32" creationId="{8A98D0D9-45AD-47B2-AA78-AEA7670783BF}"/>
          </ac:spMkLst>
        </pc:spChg>
        <pc:spChg chg="add del mod">
          <ac:chgData name="SERGIO SPANO'" userId="3abdd0b9-513e-40ac-aad4-56920065037d" providerId="ADAL" clId="{A8F2856B-B642-43D1-A6AA-70598464A39C}" dt="2022-04-06T10:29:55.791" v="604"/>
          <ac:spMkLst>
            <pc:docMk/>
            <pc:sldMk cId="1175792276" sldId="286"/>
            <ac:spMk id="38" creationId="{F848AE7D-B086-412F-B1F1-5CFE53916692}"/>
          </ac:spMkLst>
        </pc:spChg>
        <pc:spChg chg="add del mod">
          <ac:chgData name="SERGIO SPANO'" userId="3abdd0b9-513e-40ac-aad4-56920065037d" providerId="ADAL" clId="{A8F2856B-B642-43D1-A6AA-70598464A39C}" dt="2022-04-06T10:29:55.791" v="604"/>
          <ac:spMkLst>
            <pc:docMk/>
            <pc:sldMk cId="1175792276" sldId="286"/>
            <ac:spMk id="39" creationId="{B3137C02-F453-41B1-BDAB-B612F69899A3}"/>
          </ac:spMkLst>
        </pc:spChg>
        <pc:spChg chg="add del mod">
          <ac:chgData name="SERGIO SPANO'" userId="3abdd0b9-513e-40ac-aad4-56920065037d" providerId="ADAL" clId="{A8F2856B-B642-43D1-A6AA-70598464A39C}" dt="2022-04-06T10:29:55.791" v="604"/>
          <ac:spMkLst>
            <pc:docMk/>
            <pc:sldMk cId="1175792276" sldId="286"/>
            <ac:spMk id="40" creationId="{E3D579C0-E36B-444C-9304-78995DDBAD45}"/>
          </ac:spMkLst>
        </pc:spChg>
        <pc:spChg chg="add del mod">
          <ac:chgData name="SERGIO SPANO'" userId="3abdd0b9-513e-40ac-aad4-56920065037d" providerId="ADAL" clId="{A8F2856B-B642-43D1-A6AA-70598464A39C}" dt="2022-04-06T10:29:55.791" v="604"/>
          <ac:spMkLst>
            <pc:docMk/>
            <pc:sldMk cId="1175792276" sldId="286"/>
            <ac:spMk id="41" creationId="{8ECF1688-7429-44DA-BFF4-640BAF9F4E55}"/>
          </ac:spMkLst>
        </pc:spChg>
        <pc:spChg chg="add del mod">
          <ac:chgData name="SERGIO SPANO'" userId="3abdd0b9-513e-40ac-aad4-56920065037d" providerId="ADAL" clId="{A8F2856B-B642-43D1-A6AA-70598464A39C}" dt="2022-04-06T10:33:04.826" v="666" actId="478"/>
          <ac:spMkLst>
            <pc:docMk/>
            <pc:sldMk cId="1175792276" sldId="286"/>
            <ac:spMk id="47" creationId="{C5CBA26E-9CAB-461B-8769-C4A5A09ADA1D}"/>
          </ac:spMkLst>
        </pc:spChg>
        <pc:spChg chg="add del mod">
          <ac:chgData name="SERGIO SPANO'" userId="3abdd0b9-513e-40ac-aad4-56920065037d" providerId="ADAL" clId="{A8F2856B-B642-43D1-A6AA-70598464A39C}" dt="2022-04-06T10:33:02.766" v="664" actId="478"/>
          <ac:spMkLst>
            <pc:docMk/>
            <pc:sldMk cId="1175792276" sldId="286"/>
            <ac:spMk id="48" creationId="{43AA499B-729C-43CD-9BF9-5F41EACC0F05}"/>
          </ac:spMkLst>
        </pc:spChg>
        <pc:spChg chg="add del mod">
          <ac:chgData name="SERGIO SPANO'" userId="3abdd0b9-513e-40ac-aad4-56920065037d" providerId="ADAL" clId="{A8F2856B-B642-43D1-A6AA-70598464A39C}" dt="2022-04-06T10:33:14.899" v="670" actId="478"/>
          <ac:spMkLst>
            <pc:docMk/>
            <pc:sldMk cId="1175792276" sldId="286"/>
            <ac:spMk id="49" creationId="{A0C5CE2B-ABAC-4D0F-B7E2-D6D703D8107F}"/>
          </ac:spMkLst>
        </pc:spChg>
        <pc:spChg chg="add del mod">
          <ac:chgData name="SERGIO SPANO'" userId="3abdd0b9-513e-40ac-aad4-56920065037d" providerId="ADAL" clId="{A8F2856B-B642-43D1-A6AA-70598464A39C}" dt="2022-04-06T10:33:11.595" v="668" actId="478"/>
          <ac:spMkLst>
            <pc:docMk/>
            <pc:sldMk cId="1175792276" sldId="286"/>
            <ac:spMk id="50" creationId="{FC08B046-EB92-42D9-AA69-E503FDB50596}"/>
          </ac:spMkLst>
        </pc:spChg>
        <pc:spChg chg="add mod">
          <ac:chgData name="SERGIO SPANO'" userId="3abdd0b9-513e-40ac-aad4-56920065037d" providerId="ADAL" clId="{A8F2856B-B642-43D1-A6AA-70598464A39C}" dt="2022-04-06T10:40:32.469" v="760" actId="1076"/>
          <ac:spMkLst>
            <pc:docMk/>
            <pc:sldMk cId="1175792276" sldId="286"/>
            <ac:spMk id="53" creationId="{CD896A0A-E67D-4D11-86F8-ED40D77D77CC}"/>
          </ac:spMkLst>
        </pc:spChg>
        <pc:spChg chg="add mod">
          <ac:chgData name="SERGIO SPANO'" userId="3abdd0b9-513e-40ac-aad4-56920065037d" providerId="ADAL" clId="{A8F2856B-B642-43D1-A6AA-70598464A39C}" dt="2022-04-06T10:40:49.313" v="766" actId="20577"/>
          <ac:spMkLst>
            <pc:docMk/>
            <pc:sldMk cId="1175792276" sldId="286"/>
            <ac:spMk id="54" creationId="{CC0539EB-89CC-4A0A-ACCA-CB9B364E90BB}"/>
          </ac:spMkLst>
        </pc:spChg>
        <pc:spChg chg="add mod">
          <ac:chgData name="SERGIO SPANO'" userId="3abdd0b9-513e-40ac-aad4-56920065037d" providerId="ADAL" clId="{A8F2856B-B642-43D1-A6AA-70598464A39C}" dt="2022-04-06T10:41:25.538" v="777" actId="20577"/>
          <ac:spMkLst>
            <pc:docMk/>
            <pc:sldMk cId="1175792276" sldId="286"/>
            <ac:spMk id="60" creationId="{DF7C222B-4127-4E28-B841-8A295B9C4B54}"/>
          </ac:spMkLst>
        </pc:spChg>
        <pc:spChg chg="add mod">
          <ac:chgData name="SERGIO SPANO'" userId="3abdd0b9-513e-40ac-aad4-56920065037d" providerId="ADAL" clId="{A8F2856B-B642-43D1-A6AA-70598464A39C}" dt="2022-04-06T10:41:42.953" v="783" actId="6549"/>
          <ac:spMkLst>
            <pc:docMk/>
            <pc:sldMk cId="1175792276" sldId="286"/>
            <ac:spMk id="62" creationId="{E2D6C728-378C-4F21-9C8C-0B6520BEAC5B}"/>
          </ac:spMkLst>
        </pc:spChg>
        <pc:spChg chg="add mod">
          <ac:chgData name="SERGIO SPANO'" userId="3abdd0b9-513e-40ac-aad4-56920065037d" providerId="ADAL" clId="{A8F2856B-B642-43D1-A6AA-70598464A39C}" dt="2022-04-06T10:43:06.911" v="787" actId="1038"/>
          <ac:spMkLst>
            <pc:docMk/>
            <pc:sldMk cId="1175792276" sldId="286"/>
            <ac:spMk id="63" creationId="{088EAD31-A374-4AC9-9331-38FC5A6D5E22}"/>
          </ac:spMkLst>
        </pc:spChg>
        <pc:grpChg chg="add del mod">
          <ac:chgData name="SERGIO SPANO'" userId="3abdd0b9-513e-40ac-aad4-56920065037d" providerId="ADAL" clId="{A8F2856B-B642-43D1-A6AA-70598464A39C}" dt="2022-04-06T10:27:18.637" v="559"/>
          <ac:grpSpMkLst>
            <pc:docMk/>
            <pc:sldMk cId="1175792276" sldId="286"/>
            <ac:grpSpMk id="7" creationId="{DD4D4850-8CB4-493E-A36A-6E23F538FD9A}"/>
          </ac:grpSpMkLst>
        </pc:grpChg>
        <pc:picChg chg="add mod">
          <ac:chgData name="SERGIO SPANO'" userId="3abdd0b9-513e-40ac-aad4-56920065037d" providerId="ADAL" clId="{A8F2856B-B642-43D1-A6AA-70598464A39C}" dt="2022-04-06T10:40:42.019" v="763" actId="1076"/>
          <ac:picMkLst>
            <pc:docMk/>
            <pc:sldMk cId="1175792276" sldId="286"/>
            <ac:picMk id="33" creationId="{27E829C3-7506-4B2E-BFC6-2830F7E9EC2A}"/>
          </ac:picMkLst>
        </pc:picChg>
        <pc:picChg chg="add del mod">
          <ac:chgData name="SERGIO SPANO'" userId="3abdd0b9-513e-40ac-aad4-56920065037d" providerId="ADAL" clId="{A8F2856B-B642-43D1-A6AA-70598464A39C}" dt="2022-04-06T10:30:15.311" v="614"/>
          <ac:picMkLst>
            <pc:docMk/>
            <pc:sldMk cId="1175792276" sldId="286"/>
            <ac:picMk id="42" creationId="{807B91B7-9909-429D-BF91-DF373A54A97A}"/>
          </ac:picMkLst>
        </pc:picChg>
        <pc:cxnChg chg="mod">
          <ac:chgData name="SERGIO SPANO'" userId="3abdd0b9-513e-40ac-aad4-56920065037d" providerId="ADAL" clId="{A8F2856B-B642-43D1-A6AA-70598464A39C}" dt="2022-04-06T10:27:17.480" v="558"/>
          <ac:cxnSpMkLst>
            <pc:docMk/>
            <pc:sldMk cId="1175792276" sldId="286"/>
            <ac:cxnSpMk id="24" creationId="{27905561-1D5A-4102-9931-FBC98E2A6EDC}"/>
          </ac:cxnSpMkLst>
        </pc:cxnChg>
        <pc:cxnChg chg="add del mod">
          <ac:chgData name="SERGIO SPANO'" userId="3abdd0b9-513e-40ac-aad4-56920065037d" providerId="ADAL" clId="{A8F2856B-B642-43D1-A6AA-70598464A39C}" dt="2022-04-06T10:29:55.791" v="604"/>
          <ac:cxnSpMkLst>
            <pc:docMk/>
            <pc:sldMk cId="1175792276" sldId="286"/>
            <ac:cxnSpMk id="34" creationId="{36891979-30D2-4A8E-A6A5-AAF8583C1202}"/>
          </ac:cxnSpMkLst>
        </pc:cxnChg>
        <pc:cxnChg chg="add del mod">
          <ac:chgData name="SERGIO SPANO'" userId="3abdd0b9-513e-40ac-aad4-56920065037d" providerId="ADAL" clId="{A8F2856B-B642-43D1-A6AA-70598464A39C}" dt="2022-04-06T10:29:55.791" v="604"/>
          <ac:cxnSpMkLst>
            <pc:docMk/>
            <pc:sldMk cId="1175792276" sldId="286"/>
            <ac:cxnSpMk id="35" creationId="{F828D308-1EE2-49D9-815B-DB8D3ADA5006}"/>
          </ac:cxnSpMkLst>
        </pc:cxnChg>
        <pc:cxnChg chg="add del mod">
          <ac:chgData name="SERGIO SPANO'" userId="3abdd0b9-513e-40ac-aad4-56920065037d" providerId="ADAL" clId="{A8F2856B-B642-43D1-A6AA-70598464A39C}" dt="2022-04-06T10:29:55.791" v="604"/>
          <ac:cxnSpMkLst>
            <pc:docMk/>
            <pc:sldMk cId="1175792276" sldId="286"/>
            <ac:cxnSpMk id="36" creationId="{398982B1-6E6C-446D-A840-5987A1B734FA}"/>
          </ac:cxnSpMkLst>
        </pc:cxnChg>
        <pc:cxnChg chg="add del mod">
          <ac:chgData name="SERGIO SPANO'" userId="3abdd0b9-513e-40ac-aad4-56920065037d" providerId="ADAL" clId="{A8F2856B-B642-43D1-A6AA-70598464A39C}" dt="2022-04-06T10:29:55.791" v="604"/>
          <ac:cxnSpMkLst>
            <pc:docMk/>
            <pc:sldMk cId="1175792276" sldId="286"/>
            <ac:cxnSpMk id="37" creationId="{B56B4E32-9FA9-4850-872C-901C413DE9A0}"/>
          </ac:cxnSpMkLst>
        </pc:cxnChg>
        <pc:cxnChg chg="add del mod">
          <ac:chgData name="SERGIO SPANO'" userId="3abdd0b9-513e-40ac-aad4-56920065037d" providerId="ADAL" clId="{A8F2856B-B642-43D1-A6AA-70598464A39C}" dt="2022-04-06T10:33:05.753" v="667" actId="478"/>
          <ac:cxnSpMkLst>
            <pc:docMk/>
            <pc:sldMk cId="1175792276" sldId="286"/>
            <ac:cxnSpMk id="43" creationId="{4596D039-8E4E-45F2-8A27-3D37C2194F65}"/>
          </ac:cxnSpMkLst>
        </pc:cxnChg>
        <pc:cxnChg chg="add del mod">
          <ac:chgData name="SERGIO SPANO'" userId="3abdd0b9-513e-40ac-aad4-56920065037d" providerId="ADAL" clId="{A8F2856B-B642-43D1-A6AA-70598464A39C}" dt="2022-04-06T10:33:03.578" v="665" actId="478"/>
          <ac:cxnSpMkLst>
            <pc:docMk/>
            <pc:sldMk cId="1175792276" sldId="286"/>
            <ac:cxnSpMk id="44" creationId="{1D869F2C-C2D2-47D3-9487-0D151F99CF17}"/>
          </ac:cxnSpMkLst>
        </pc:cxnChg>
        <pc:cxnChg chg="add del mod">
          <ac:chgData name="SERGIO SPANO'" userId="3abdd0b9-513e-40ac-aad4-56920065037d" providerId="ADAL" clId="{A8F2856B-B642-43D1-A6AA-70598464A39C}" dt="2022-04-06T10:33:16.053" v="671" actId="478"/>
          <ac:cxnSpMkLst>
            <pc:docMk/>
            <pc:sldMk cId="1175792276" sldId="286"/>
            <ac:cxnSpMk id="45" creationId="{77C4E2D5-C488-4223-8664-BB72749EC183}"/>
          </ac:cxnSpMkLst>
        </pc:cxnChg>
        <pc:cxnChg chg="add del mod">
          <ac:chgData name="SERGIO SPANO'" userId="3abdd0b9-513e-40ac-aad4-56920065037d" providerId="ADAL" clId="{A8F2856B-B642-43D1-A6AA-70598464A39C}" dt="2022-04-06T10:33:12.326" v="669" actId="478"/>
          <ac:cxnSpMkLst>
            <pc:docMk/>
            <pc:sldMk cId="1175792276" sldId="286"/>
            <ac:cxnSpMk id="46" creationId="{BEB01368-392D-43DF-B6B3-FEAFC535446D}"/>
          </ac:cxnSpMkLst>
        </pc:cxnChg>
        <pc:cxnChg chg="add mod">
          <ac:chgData name="SERGIO SPANO'" userId="3abdd0b9-513e-40ac-aad4-56920065037d" providerId="ADAL" clId="{A8F2856B-B642-43D1-A6AA-70598464A39C}" dt="2022-04-06T10:40:14.615" v="751" actId="208"/>
          <ac:cxnSpMkLst>
            <pc:docMk/>
            <pc:sldMk cId="1175792276" sldId="286"/>
            <ac:cxnSpMk id="52" creationId="{E0053115-6674-4390-B5F6-2F638A5F261C}"/>
          </ac:cxnSpMkLst>
        </pc:cxnChg>
        <pc:cxnChg chg="add mod">
          <ac:chgData name="SERGIO SPANO'" userId="3abdd0b9-513e-40ac-aad4-56920065037d" providerId="ADAL" clId="{A8F2856B-B642-43D1-A6AA-70598464A39C}" dt="2022-04-06T10:40:58.163" v="769" actId="14100"/>
          <ac:cxnSpMkLst>
            <pc:docMk/>
            <pc:sldMk cId="1175792276" sldId="286"/>
            <ac:cxnSpMk id="55" creationId="{03451290-B1CD-4794-A038-0814FFBD653C}"/>
          </ac:cxnSpMkLst>
        </pc:cxnChg>
        <pc:cxnChg chg="add mod">
          <ac:chgData name="SERGIO SPANO'" userId="3abdd0b9-513e-40ac-aad4-56920065037d" providerId="ADAL" clId="{A8F2856B-B642-43D1-A6AA-70598464A39C}" dt="2022-04-06T10:41:10.786" v="773" actId="14100"/>
          <ac:cxnSpMkLst>
            <pc:docMk/>
            <pc:sldMk cId="1175792276" sldId="286"/>
            <ac:cxnSpMk id="57" creationId="{1B1B3DCA-41FC-4021-96DE-4DC88E2CD8F0}"/>
          </ac:cxnSpMkLst>
        </pc:cxnChg>
        <pc:cxnChg chg="add mod">
          <ac:chgData name="SERGIO SPANO'" userId="3abdd0b9-513e-40ac-aad4-56920065037d" providerId="ADAL" clId="{A8F2856B-B642-43D1-A6AA-70598464A39C}" dt="2022-04-06T10:41:30.858" v="779" actId="1076"/>
          <ac:cxnSpMkLst>
            <pc:docMk/>
            <pc:sldMk cId="1175792276" sldId="286"/>
            <ac:cxnSpMk id="61" creationId="{7EB15A2D-246E-4645-A3D6-8BD842528EAF}"/>
          </ac:cxnSpMkLst>
        </pc:cxnChg>
      </pc:sldChg>
      <pc:sldChg chg="modSp new mod">
        <pc:chgData name="SERGIO SPANO'" userId="3abdd0b9-513e-40ac-aad4-56920065037d" providerId="ADAL" clId="{A8F2856B-B642-43D1-A6AA-70598464A39C}" dt="2022-04-06T10:43:55.714" v="820" actId="15"/>
        <pc:sldMkLst>
          <pc:docMk/>
          <pc:sldMk cId="2993994993" sldId="287"/>
        </pc:sldMkLst>
        <pc:spChg chg="mod">
          <ac:chgData name="SERGIO SPANO'" userId="3abdd0b9-513e-40ac-aad4-56920065037d" providerId="ADAL" clId="{A8F2856B-B642-43D1-A6AA-70598464A39C}" dt="2022-04-06T10:43:39.239" v="810" actId="20577"/>
          <ac:spMkLst>
            <pc:docMk/>
            <pc:sldMk cId="2993994993" sldId="287"/>
            <ac:spMk id="2" creationId="{0DB292F3-ADF5-4E91-B491-6534F5B4FF9C}"/>
          </ac:spMkLst>
        </pc:spChg>
        <pc:spChg chg="mod">
          <ac:chgData name="SERGIO SPANO'" userId="3abdd0b9-513e-40ac-aad4-56920065037d" providerId="ADAL" clId="{A8F2856B-B642-43D1-A6AA-70598464A39C}" dt="2022-04-06T10:43:55.714" v="820" actId="15"/>
          <ac:spMkLst>
            <pc:docMk/>
            <pc:sldMk cId="2993994993" sldId="287"/>
            <ac:spMk id="3" creationId="{D46763AF-8B2E-4669-9963-6946C1E9B6C0}"/>
          </ac:spMkLst>
        </pc:spChg>
      </pc:sldChg>
    </pc:docChg>
  </pc:docChgLst>
  <pc:docChgLst>
    <pc:chgData name="SERGIO SPANO'" userId="3abdd0b9-513e-40ac-aad4-56920065037d" providerId="ADAL" clId="{B78B99D7-F70B-4A45-821A-0876B1104A6B}"/>
    <pc:docChg chg="undo custSel addSld modSld">
      <pc:chgData name="SERGIO SPANO'" userId="3abdd0b9-513e-40ac-aad4-56920065037d" providerId="ADAL" clId="{B78B99D7-F70B-4A45-821A-0876B1104A6B}" dt="2022-04-01T11:09:45.456" v="721" actId="208"/>
      <pc:docMkLst>
        <pc:docMk/>
      </pc:docMkLst>
      <pc:sldChg chg="addSp modSp new mod">
        <pc:chgData name="SERGIO SPANO'" userId="3abdd0b9-513e-40ac-aad4-56920065037d" providerId="ADAL" clId="{B78B99D7-F70B-4A45-821A-0876B1104A6B}" dt="2022-04-01T09:54:39.905" v="20" actId="1076"/>
        <pc:sldMkLst>
          <pc:docMk/>
          <pc:sldMk cId="1294299585" sldId="259"/>
        </pc:sldMkLst>
        <pc:spChg chg="mod">
          <ac:chgData name="SERGIO SPANO'" userId="3abdd0b9-513e-40ac-aad4-56920065037d" providerId="ADAL" clId="{B78B99D7-F70B-4A45-821A-0876B1104A6B}" dt="2022-04-01T09:53:55.430" v="4" actId="20577"/>
          <ac:spMkLst>
            <pc:docMk/>
            <pc:sldMk cId="1294299585" sldId="259"/>
            <ac:spMk id="2" creationId="{0E07CEB4-FB87-441B-ADD5-CA076E509768}"/>
          </ac:spMkLst>
        </pc:spChg>
        <pc:spChg chg="mod">
          <ac:chgData name="SERGIO SPANO'" userId="3abdd0b9-513e-40ac-aad4-56920065037d" providerId="ADAL" clId="{B78B99D7-F70B-4A45-821A-0876B1104A6B}" dt="2022-04-01T09:54:30.362" v="16" actId="255"/>
          <ac:spMkLst>
            <pc:docMk/>
            <pc:sldMk cId="1294299585" sldId="259"/>
            <ac:spMk id="3" creationId="{DAC5F3BF-7D9B-4F2B-B986-CE37B965B185}"/>
          </ac:spMkLst>
        </pc:spChg>
        <pc:picChg chg="add mod">
          <ac:chgData name="SERGIO SPANO'" userId="3abdd0b9-513e-40ac-aad4-56920065037d" providerId="ADAL" clId="{B78B99D7-F70B-4A45-821A-0876B1104A6B}" dt="2022-04-01T09:54:39.905" v="20" actId="1076"/>
          <ac:picMkLst>
            <pc:docMk/>
            <pc:sldMk cId="1294299585" sldId="259"/>
            <ac:picMk id="6" creationId="{0F06A4E2-3A4F-45F8-8F3C-AE4CAC6AB57D}"/>
          </ac:picMkLst>
        </pc:picChg>
      </pc:sldChg>
      <pc:sldChg chg="addSp delSp modSp new mod">
        <pc:chgData name="SERGIO SPANO'" userId="3abdd0b9-513e-40ac-aad4-56920065037d" providerId="ADAL" clId="{B78B99D7-F70B-4A45-821A-0876B1104A6B}" dt="2022-04-01T09:55:59.161" v="40" actId="1076"/>
        <pc:sldMkLst>
          <pc:docMk/>
          <pc:sldMk cId="3198250" sldId="260"/>
        </pc:sldMkLst>
        <pc:spChg chg="mod">
          <ac:chgData name="SERGIO SPANO'" userId="3abdd0b9-513e-40ac-aad4-56920065037d" providerId="ADAL" clId="{B78B99D7-F70B-4A45-821A-0876B1104A6B}" dt="2022-04-01T09:54:54.129" v="25" actId="20577"/>
          <ac:spMkLst>
            <pc:docMk/>
            <pc:sldMk cId="3198250" sldId="260"/>
            <ac:spMk id="2" creationId="{9982F85B-51A3-47DD-8275-C70852B6BD27}"/>
          </ac:spMkLst>
        </pc:spChg>
        <pc:spChg chg="mod">
          <ac:chgData name="SERGIO SPANO'" userId="3abdd0b9-513e-40ac-aad4-56920065037d" providerId="ADAL" clId="{B78B99D7-F70B-4A45-821A-0876B1104A6B}" dt="2022-04-01T09:55:20.211" v="31" actId="1076"/>
          <ac:spMkLst>
            <pc:docMk/>
            <pc:sldMk cId="3198250" sldId="260"/>
            <ac:spMk id="3" creationId="{9B3282F1-927F-4AEB-B2DC-42A133A1460B}"/>
          </ac:spMkLst>
        </pc:spChg>
        <pc:spChg chg="add del mod">
          <ac:chgData name="SERGIO SPANO'" userId="3abdd0b9-513e-40ac-aad4-56920065037d" providerId="ADAL" clId="{B78B99D7-F70B-4A45-821A-0876B1104A6B}" dt="2022-04-01T09:55:21.410" v="32"/>
          <ac:spMkLst>
            <pc:docMk/>
            <pc:sldMk cId="3198250" sldId="260"/>
            <ac:spMk id="7" creationId="{A8EFFF44-051F-42F4-824B-AFD128C142FC}"/>
          </ac:spMkLst>
        </pc:spChg>
        <pc:spChg chg="mod">
          <ac:chgData name="SERGIO SPANO'" userId="3abdd0b9-513e-40ac-aad4-56920065037d" providerId="ADAL" clId="{B78B99D7-F70B-4A45-821A-0876B1104A6B}" dt="2022-04-01T09:55:18.256" v="29"/>
          <ac:spMkLst>
            <pc:docMk/>
            <pc:sldMk cId="3198250" sldId="260"/>
            <ac:spMk id="9" creationId="{7A5BB30E-EB24-4CD5-9FD0-1CAF8DEBD25F}"/>
          </ac:spMkLst>
        </pc:spChg>
        <pc:spChg chg="mod">
          <ac:chgData name="SERGIO SPANO'" userId="3abdd0b9-513e-40ac-aad4-56920065037d" providerId="ADAL" clId="{B78B99D7-F70B-4A45-821A-0876B1104A6B}" dt="2022-04-01T09:55:18.256" v="29"/>
          <ac:spMkLst>
            <pc:docMk/>
            <pc:sldMk cId="3198250" sldId="260"/>
            <ac:spMk id="10" creationId="{C6FCA81D-4484-41F8-9C78-F6E3ADF79B7A}"/>
          </ac:spMkLst>
        </pc:spChg>
        <pc:spChg chg="mod">
          <ac:chgData name="SERGIO SPANO'" userId="3abdd0b9-513e-40ac-aad4-56920065037d" providerId="ADAL" clId="{B78B99D7-F70B-4A45-821A-0876B1104A6B}" dt="2022-04-01T09:55:18.256" v="29"/>
          <ac:spMkLst>
            <pc:docMk/>
            <pc:sldMk cId="3198250" sldId="260"/>
            <ac:spMk id="11" creationId="{86D23B86-886C-49C5-B2A5-A278C0D0BCEE}"/>
          </ac:spMkLst>
        </pc:spChg>
        <pc:spChg chg="add del mod">
          <ac:chgData name="SERGIO SPANO'" userId="3abdd0b9-513e-40ac-aad4-56920065037d" providerId="ADAL" clId="{B78B99D7-F70B-4A45-821A-0876B1104A6B}" dt="2022-04-01T09:55:21.410" v="32"/>
          <ac:spMkLst>
            <pc:docMk/>
            <pc:sldMk cId="3198250" sldId="260"/>
            <ac:spMk id="12" creationId="{D509423D-52B4-418E-BB25-07F8020DF8A3}"/>
          </ac:spMkLst>
        </pc:spChg>
        <pc:spChg chg="add del mod">
          <ac:chgData name="SERGIO SPANO'" userId="3abdd0b9-513e-40ac-aad4-56920065037d" providerId="ADAL" clId="{B78B99D7-F70B-4A45-821A-0876B1104A6B}" dt="2022-04-01T09:55:21.410" v="32"/>
          <ac:spMkLst>
            <pc:docMk/>
            <pc:sldMk cId="3198250" sldId="260"/>
            <ac:spMk id="13" creationId="{82EAA5A9-8788-4B62-BDF2-CA26420960E5}"/>
          </ac:spMkLst>
        </pc:spChg>
        <pc:spChg chg="add del mod">
          <ac:chgData name="SERGIO SPANO'" userId="3abdd0b9-513e-40ac-aad4-56920065037d" providerId="ADAL" clId="{B78B99D7-F70B-4A45-821A-0876B1104A6B}" dt="2022-04-01T09:55:21.410" v="32"/>
          <ac:spMkLst>
            <pc:docMk/>
            <pc:sldMk cId="3198250" sldId="260"/>
            <ac:spMk id="14" creationId="{D3A22DD8-CC28-40FF-A992-F9E881031C59}"/>
          </ac:spMkLst>
        </pc:spChg>
        <pc:spChg chg="add del mod">
          <ac:chgData name="SERGIO SPANO'" userId="3abdd0b9-513e-40ac-aad4-56920065037d" providerId="ADAL" clId="{B78B99D7-F70B-4A45-821A-0876B1104A6B}" dt="2022-04-01T09:55:21.410" v="32"/>
          <ac:spMkLst>
            <pc:docMk/>
            <pc:sldMk cId="3198250" sldId="260"/>
            <ac:spMk id="15" creationId="{8EC708EA-B604-4F27-8A3F-B3859720C94D}"/>
          </ac:spMkLst>
        </pc:spChg>
        <pc:spChg chg="add del mod">
          <ac:chgData name="SERGIO SPANO'" userId="3abdd0b9-513e-40ac-aad4-56920065037d" providerId="ADAL" clId="{B78B99D7-F70B-4A45-821A-0876B1104A6B}" dt="2022-04-01T09:55:21.410" v="32"/>
          <ac:spMkLst>
            <pc:docMk/>
            <pc:sldMk cId="3198250" sldId="260"/>
            <ac:spMk id="16" creationId="{141E1145-F418-4A4D-8DFC-F7937CDD0FB3}"/>
          </ac:spMkLst>
        </pc:spChg>
        <pc:grpChg chg="add del mod">
          <ac:chgData name="SERGIO SPANO'" userId="3abdd0b9-513e-40ac-aad4-56920065037d" providerId="ADAL" clId="{B78B99D7-F70B-4A45-821A-0876B1104A6B}" dt="2022-04-01T09:55:21.410" v="32"/>
          <ac:grpSpMkLst>
            <pc:docMk/>
            <pc:sldMk cId="3198250" sldId="260"/>
            <ac:grpSpMk id="8" creationId="{5547375B-A964-46E5-B8F3-5536DCF371BF}"/>
          </ac:grpSpMkLst>
        </pc:grpChg>
        <pc:graphicFrameChg chg="add del mod">
          <ac:chgData name="SERGIO SPANO'" userId="3abdd0b9-513e-40ac-aad4-56920065037d" providerId="ADAL" clId="{B78B99D7-F70B-4A45-821A-0876B1104A6B}" dt="2022-04-01T09:55:21.410" v="32"/>
          <ac:graphicFrameMkLst>
            <pc:docMk/>
            <pc:sldMk cId="3198250" sldId="260"/>
            <ac:graphicFrameMk id="6" creationId="{633BA3B6-DB5C-4D28-ADBC-47F1B41C6B3C}"/>
          </ac:graphicFrameMkLst>
        </pc:graphicFrameChg>
        <pc:picChg chg="add del mod">
          <ac:chgData name="SERGIO SPANO'" userId="3abdd0b9-513e-40ac-aad4-56920065037d" providerId="ADAL" clId="{B78B99D7-F70B-4A45-821A-0876B1104A6B}" dt="2022-04-01T09:55:39.440" v="36" actId="478"/>
          <ac:picMkLst>
            <pc:docMk/>
            <pc:sldMk cId="3198250" sldId="260"/>
            <ac:picMk id="17" creationId="{34BC14A3-D693-4D29-8D4A-2B874BDF6E1A}"/>
          </ac:picMkLst>
        </pc:picChg>
        <pc:picChg chg="add mod">
          <ac:chgData name="SERGIO SPANO'" userId="3abdd0b9-513e-40ac-aad4-56920065037d" providerId="ADAL" clId="{B78B99D7-F70B-4A45-821A-0876B1104A6B}" dt="2022-04-01T09:55:59.161" v="40" actId="1076"/>
          <ac:picMkLst>
            <pc:docMk/>
            <pc:sldMk cId="3198250" sldId="260"/>
            <ac:picMk id="18" creationId="{555DC3BB-98BF-4673-AFC9-F9CFCFCE8673}"/>
          </ac:picMkLst>
        </pc:picChg>
      </pc:sldChg>
      <pc:sldChg chg="addSp delSp modSp new mod">
        <pc:chgData name="SERGIO SPANO'" userId="3abdd0b9-513e-40ac-aad4-56920065037d" providerId="ADAL" clId="{B78B99D7-F70B-4A45-821A-0876B1104A6B}" dt="2022-04-01T10:11:49.585" v="107" actId="6549"/>
        <pc:sldMkLst>
          <pc:docMk/>
          <pc:sldMk cId="2396655221" sldId="261"/>
        </pc:sldMkLst>
        <pc:spChg chg="mod">
          <ac:chgData name="SERGIO SPANO'" userId="3abdd0b9-513e-40ac-aad4-56920065037d" providerId="ADAL" clId="{B78B99D7-F70B-4A45-821A-0876B1104A6B}" dt="2022-04-01T10:00:25.382" v="44" actId="20577"/>
          <ac:spMkLst>
            <pc:docMk/>
            <pc:sldMk cId="2396655221" sldId="261"/>
            <ac:spMk id="2" creationId="{63C5917C-C102-48FE-AF5F-CD0F019F34B1}"/>
          </ac:spMkLst>
        </pc:spChg>
        <pc:spChg chg="mod">
          <ac:chgData name="SERGIO SPANO'" userId="3abdd0b9-513e-40ac-aad4-56920065037d" providerId="ADAL" clId="{B78B99D7-F70B-4A45-821A-0876B1104A6B}" dt="2022-04-01T10:11:49.585" v="107" actId="6549"/>
          <ac:spMkLst>
            <pc:docMk/>
            <pc:sldMk cId="2396655221" sldId="261"/>
            <ac:spMk id="3" creationId="{8565C69B-793D-43B2-8AC9-C8FCB59BD334}"/>
          </ac:spMkLst>
        </pc:spChg>
        <pc:spChg chg="add del">
          <ac:chgData name="SERGIO SPANO'" userId="3abdd0b9-513e-40ac-aad4-56920065037d" providerId="ADAL" clId="{B78B99D7-F70B-4A45-821A-0876B1104A6B}" dt="2022-04-01T10:01:28.432" v="65" actId="22"/>
          <ac:spMkLst>
            <pc:docMk/>
            <pc:sldMk cId="2396655221" sldId="261"/>
            <ac:spMk id="9" creationId="{C3C77863-B913-4D3A-8599-2CCAD26637F0}"/>
          </ac:spMkLst>
        </pc:spChg>
        <pc:graphicFrameChg chg="add del mod">
          <ac:chgData name="SERGIO SPANO'" userId="3abdd0b9-513e-40ac-aad4-56920065037d" providerId="ADAL" clId="{B78B99D7-F70B-4A45-821A-0876B1104A6B}" dt="2022-04-01T10:01:23.026" v="63"/>
          <ac:graphicFrameMkLst>
            <pc:docMk/>
            <pc:sldMk cId="2396655221" sldId="261"/>
            <ac:graphicFrameMk id="7" creationId="{8AC7A7C2-BD4E-4EE3-9129-BFE83AF04D86}"/>
          </ac:graphicFrameMkLst>
        </pc:graphicFrameChg>
        <pc:picChg chg="add mod">
          <ac:chgData name="SERGIO SPANO'" userId="3abdd0b9-513e-40ac-aad4-56920065037d" providerId="ADAL" clId="{B78B99D7-F70B-4A45-821A-0876B1104A6B}" dt="2022-04-01T10:01:50.516" v="71" actId="1076"/>
          <ac:picMkLst>
            <pc:docMk/>
            <pc:sldMk cId="2396655221" sldId="261"/>
            <ac:picMk id="6" creationId="{4D2FCD85-1E36-48C6-B51A-FECA473C8B2A}"/>
          </ac:picMkLst>
        </pc:picChg>
        <pc:picChg chg="add mod">
          <ac:chgData name="SERGIO SPANO'" userId="3abdd0b9-513e-40ac-aad4-56920065037d" providerId="ADAL" clId="{B78B99D7-F70B-4A45-821A-0876B1104A6B}" dt="2022-04-01T10:01:52.482" v="72" actId="1076"/>
          <ac:picMkLst>
            <pc:docMk/>
            <pc:sldMk cId="2396655221" sldId="261"/>
            <ac:picMk id="10" creationId="{FCD0AA14-E41F-48F8-AEA9-614420A359C1}"/>
          </ac:picMkLst>
        </pc:picChg>
      </pc:sldChg>
      <pc:sldChg chg="addSp modSp new mod">
        <pc:chgData name="SERGIO SPANO'" userId="3abdd0b9-513e-40ac-aad4-56920065037d" providerId="ADAL" clId="{B78B99D7-F70B-4A45-821A-0876B1104A6B}" dt="2022-04-01T10:12:30.891" v="128" actId="1076"/>
        <pc:sldMkLst>
          <pc:docMk/>
          <pc:sldMk cId="195901539" sldId="262"/>
        </pc:sldMkLst>
        <pc:spChg chg="mod">
          <ac:chgData name="SERGIO SPANO'" userId="3abdd0b9-513e-40ac-aad4-56920065037d" providerId="ADAL" clId="{B78B99D7-F70B-4A45-821A-0876B1104A6B}" dt="2022-04-01T10:05:16.082" v="81" actId="20577"/>
          <ac:spMkLst>
            <pc:docMk/>
            <pc:sldMk cId="195901539" sldId="262"/>
            <ac:spMk id="2" creationId="{5AFD0FDB-8BFC-4DB5-9565-77BD64F93249}"/>
          </ac:spMkLst>
        </pc:spChg>
        <pc:spChg chg="mod">
          <ac:chgData name="SERGIO SPANO'" userId="3abdd0b9-513e-40ac-aad4-56920065037d" providerId="ADAL" clId="{B78B99D7-F70B-4A45-821A-0876B1104A6B}" dt="2022-04-01T10:12:27.472" v="127" actId="20577"/>
          <ac:spMkLst>
            <pc:docMk/>
            <pc:sldMk cId="195901539" sldId="262"/>
            <ac:spMk id="3" creationId="{6637AE3C-056F-471C-8F6E-BC08BF083A7C}"/>
          </ac:spMkLst>
        </pc:spChg>
        <pc:picChg chg="add mod">
          <ac:chgData name="SERGIO SPANO'" userId="3abdd0b9-513e-40ac-aad4-56920065037d" providerId="ADAL" clId="{B78B99D7-F70B-4A45-821A-0876B1104A6B}" dt="2022-04-01T10:12:30.891" v="128" actId="1076"/>
          <ac:picMkLst>
            <pc:docMk/>
            <pc:sldMk cId="195901539" sldId="262"/>
            <ac:picMk id="6" creationId="{C11F284F-AA1E-401E-9B3A-11E7C4F12729}"/>
          </ac:picMkLst>
        </pc:picChg>
      </pc:sldChg>
      <pc:sldChg chg="addSp modSp new mod">
        <pc:chgData name="SERGIO SPANO'" userId="3abdd0b9-513e-40ac-aad4-56920065037d" providerId="ADAL" clId="{B78B99D7-F70B-4A45-821A-0876B1104A6B}" dt="2022-04-01T10:14:06.939" v="153" actId="6549"/>
        <pc:sldMkLst>
          <pc:docMk/>
          <pc:sldMk cId="4246449681" sldId="263"/>
        </pc:sldMkLst>
        <pc:spChg chg="mod">
          <ac:chgData name="SERGIO SPANO'" userId="3abdd0b9-513e-40ac-aad4-56920065037d" providerId="ADAL" clId="{B78B99D7-F70B-4A45-821A-0876B1104A6B}" dt="2022-04-01T10:12:55.069" v="136" actId="20577"/>
          <ac:spMkLst>
            <pc:docMk/>
            <pc:sldMk cId="4246449681" sldId="263"/>
            <ac:spMk id="2" creationId="{9EFECF7F-392B-408C-A0C9-B29059030B16}"/>
          </ac:spMkLst>
        </pc:spChg>
        <pc:spChg chg="mod">
          <ac:chgData name="SERGIO SPANO'" userId="3abdd0b9-513e-40ac-aad4-56920065037d" providerId="ADAL" clId="{B78B99D7-F70B-4A45-821A-0876B1104A6B}" dt="2022-04-01T10:14:06.939" v="153" actId="6549"/>
          <ac:spMkLst>
            <pc:docMk/>
            <pc:sldMk cId="4246449681" sldId="263"/>
            <ac:spMk id="3" creationId="{EF041B6D-D8F7-4040-AE44-77CEF9AC1E92}"/>
          </ac:spMkLst>
        </pc:spChg>
        <pc:picChg chg="add mod">
          <ac:chgData name="SERGIO SPANO'" userId="3abdd0b9-513e-40ac-aad4-56920065037d" providerId="ADAL" clId="{B78B99D7-F70B-4A45-821A-0876B1104A6B}" dt="2022-04-01T10:13:38.661" v="144" actId="1076"/>
          <ac:picMkLst>
            <pc:docMk/>
            <pc:sldMk cId="4246449681" sldId="263"/>
            <ac:picMk id="6" creationId="{B1874090-374E-4515-BE86-B8E2F1D46FC5}"/>
          </ac:picMkLst>
        </pc:picChg>
      </pc:sldChg>
      <pc:sldChg chg="addSp modSp new mod">
        <pc:chgData name="SERGIO SPANO'" userId="3abdd0b9-513e-40ac-aad4-56920065037d" providerId="ADAL" clId="{B78B99D7-F70B-4A45-821A-0876B1104A6B}" dt="2022-04-01T10:18:36.182" v="202" actId="1076"/>
        <pc:sldMkLst>
          <pc:docMk/>
          <pc:sldMk cId="2365388969" sldId="264"/>
        </pc:sldMkLst>
        <pc:spChg chg="mod">
          <ac:chgData name="SERGIO SPANO'" userId="3abdd0b9-513e-40ac-aad4-56920065037d" providerId="ADAL" clId="{B78B99D7-F70B-4A45-821A-0876B1104A6B}" dt="2022-04-01T10:16:54.426" v="160" actId="20577"/>
          <ac:spMkLst>
            <pc:docMk/>
            <pc:sldMk cId="2365388969" sldId="264"/>
            <ac:spMk id="2" creationId="{40976114-0228-4778-81DE-220AF060D34B}"/>
          </ac:spMkLst>
        </pc:spChg>
        <pc:spChg chg="mod">
          <ac:chgData name="SERGIO SPANO'" userId="3abdd0b9-513e-40ac-aad4-56920065037d" providerId="ADAL" clId="{B78B99D7-F70B-4A45-821A-0876B1104A6B}" dt="2022-04-01T10:18:24.886" v="197" actId="207"/>
          <ac:spMkLst>
            <pc:docMk/>
            <pc:sldMk cId="2365388969" sldId="264"/>
            <ac:spMk id="3" creationId="{CF818F10-5484-40B5-9EA8-59B3D9C56C1A}"/>
          </ac:spMkLst>
        </pc:spChg>
        <pc:picChg chg="add mod">
          <ac:chgData name="SERGIO SPANO'" userId="3abdd0b9-513e-40ac-aad4-56920065037d" providerId="ADAL" clId="{B78B99D7-F70B-4A45-821A-0876B1104A6B}" dt="2022-04-01T10:18:36.182" v="202" actId="1076"/>
          <ac:picMkLst>
            <pc:docMk/>
            <pc:sldMk cId="2365388969" sldId="264"/>
            <ac:picMk id="6" creationId="{ACBDC711-0FF1-48A7-8DD8-172A04D6BD22}"/>
          </ac:picMkLst>
        </pc:picChg>
      </pc:sldChg>
      <pc:sldChg chg="addSp modSp new mod">
        <pc:chgData name="SERGIO SPANO'" userId="3abdd0b9-513e-40ac-aad4-56920065037d" providerId="ADAL" clId="{B78B99D7-F70B-4A45-821A-0876B1104A6B}" dt="2022-04-01T10:25:21.035" v="221" actId="1076"/>
        <pc:sldMkLst>
          <pc:docMk/>
          <pc:sldMk cId="2117260882" sldId="265"/>
        </pc:sldMkLst>
        <pc:spChg chg="mod">
          <ac:chgData name="SERGIO SPANO'" userId="3abdd0b9-513e-40ac-aad4-56920065037d" providerId="ADAL" clId="{B78B99D7-F70B-4A45-821A-0876B1104A6B}" dt="2022-04-01T10:24:56.019" v="212" actId="20577"/>
          <ac:spMkLst>
            <pc:docMk/>
            <pc:sldMk cId="2117260882" sldId="265"/>
            <ac:spMk id="2" creationId="{57762CDF-683D-41C1-A60F-C93C05BE2BED}"/>
          </ac:spMkLst>
        </pc:spChg>
        <pc:spChg chg="mod">
          <ac:chgData name="SERGIO SPANO'" userId="3abdd0b9-513e-40ac-aad4-56920065037d" providerId="ADAL" clId="{B78B99D7-F70B-4A45-821A-0876B1104A6B}" dt="2022-04-01T10:25:13.838" v="217" actId="404"/>
          <ac:spMkLst>
            <pc:docMk/>
            <pc:sldMk cId="2117260882" sldId="265"/>
            <ac:spMk id="3" creationId="{D62398FF-F72B-46C9-93E7-ACC44F9F914E}"/>
          </ac:spMkLst>
        </pc:spChg>
        <pc:picChg chg="add mod">
          <ac:chgData name="SERGIO SPANO'" userId="3abdd0b9-513e-40ac-aad4-56920065037d" providerId="ADAL" clId="{B78B99D7-F70B-4A45-821A-0876B1104A6B}" dt="2022-04-01T10:25:21.035" v="221" actId="1076"/>
          <ac:picMkLst>
            <pc:docMk/>
            <pc:sldMk cId="2117260882" sldId="265"/>
            <ac:picMk id="6" creationId="{CBDA6630-0E20-42D3-936C-20A1C31A81D5}"/>
          </ac:picMkLst>
        </pc:picChg>
      </pc:sldChg>
      <pc:sldChg chg="addSp modSp new mod">
        <pc:chgData name="SERGIO SPANO'" userId="3abdd0b9-513e-40ac-aad4-56920065037d" providerId="ADAL" clId="{B78B99D7-F70B-4A45-821A-0876B1104A6B}" dt="2022-04-01T10:25:59.939" v="246" actId="1076"/>
        <pc:sldMkLst>
          <pc:docMk/>
          <pc:sldMk cId="1235647079" sldId="266"/>
        </pc:sldMkLst>
        <pc:spChg chg="mod">
          <ac:chgData name="SERGIO SPANO'" userId="3abdd0b9-513e-40ac-aad4-56920065037d" providerId="ADAL" clId="{B78B99D7-F70B-4A45-821A-0876B1104A6B}" dt="2022-04-01T10:25:34.952" v="228" actId="20577"/>
          <ac:spMkLst>
            <pc:docMk/>
            <pc:sldMk cId="1235647079" sldId="266"/>
            <ac:spMk id="2" creationId="{0B9FF15C-40EF-4E62-B789-54730EAD7E0A}"/>
          </ac:spMkLst>
        </pc:spChg>
        <pc:spChg chg="mod">
          <ac:chgData name="SERGIO SPANO'" userId="3abdd0b9-513e-40ac-aad4-56920065037d" providerId="ADAL" clId="{B78B99D7-F70B-4A45-821A-0876B1104A6B}" dt="2022-04-01T10:25:52.364" v="243" actId="20577"/>
          <ac:spMkLst>
            <pc:docMk/>
            <pc:sldMk cId="1235647079" sldId="266"/>
            <ac:spMk id="3" creationId="{FD452D60-DBD2-486D-8117-7A5A1514EC8A}"/>
          </ac:spMkLst>
        </pc:spChg>
        <pc:picChg chg="add mod">
          <ac:chgData name="SERGIO SPANO'" userId="3abdd0b9-513e-40ac-aad4-56920065037d" providerId="ADAL" clId="{B78B99D7-F70B-4A45-821A-0876B1104A6B}" dt="2022-04-01T10:25:59.939" v="246" actId="1076"/>
          <ac:picMkLst>
            <pc:docMk/>
            <pc:sldMk cId="1235647079" sldId="266"/>
            <ac:picMk id="6" creationId="{F7E5948C-430D-44AB-9A4B-13BA87260A07}"/>
          </ac:picMkLst>
        </pc:picChg>
      </pc:sldChg>
      <pc:sldChg chg="modSp new mod">
        <pc:chgData name="SERGIO SPANO'" userId="3abdd0b9-513e-40ac-aad4-56920065037d" providerId="ADAL" clId="{B78B99D7-F70B-4A45-821A-0876B1104A6B}" dt="2022-04-01T10:37:21.889" v="273" actId="20577"/>
        <pc:sldMkLst>
          <pc:docMk/>
          <pc:sldMk cId="3690434877" sldId="267"/>
        </pc:sldMkLst>
        <pc:spChg chg="mod">
          <ac:chgData name="SERGIO SPANO'" userId="3abdd0b9-513e-40ac-aad4-56920065037d" providerId="ADAL" clId="{B78B99D7-F70B-4A45-821A-0876B1104A6B}" dt="2022-04-01T10:29:18.112" v="256" actId="20577"/>
          <ac:spMkLst>
            <pc:docMk/>
            <pc:sldMk cId="3690434877" sldId="267"/>
            <ac:spMk id="2" creationId="{BA5F39F6-5DE8-47C8-AEDB-ECFDCEB26A63}"/>
          </ac:spMkLst>
        </pc:spChg>
        <pc:spChg chg="mod">
          <ac:chgData name="SERGIO SPANO'" userId="3abdd0b9-513e-40ac-aad4-56920065037d" providerId="ADAL" clId="{B78B99D7-F70B-4A45-821A-0876B1104A6B}" dt="2022-04-01T10:37:21.889" v="273" actId="20577"/>
          <ac:spMkLst>
            <pc:docMk/>
            <pc:sldMk cId="3690434877" sldId="267"/>
            <ac:spMk id="3" creationId="{3F5743E3-059C-4470-B19C-615FDAF18C9B}"/>
          </ac:spMkLst>
        </pc:spChg>
      </pc:sldChg>
      <pc:sldChg chg="addSp modSp new mod">
        <pc:chgData name="SERGIO SPANO'" userId="3abdd0b9-513e-40ac-aad4-56920065037d" providerId="ADAL" clId="{B78B99D7-F70B-4A45-821A-0876B1104A6B}" dt="2022-04-01T10:44:39.049" v="328" actId="1076"/>
        <pc:sldMkLst>
          <pc:docMk/>
          <pc:sldMk cId="1097354484" sldId="268"/>
        </pc:sldMkLst>
        <pc:spChg chg="mod">
          <ac:chgData name="SERGIO SPANO'" userId="3abdd0b9-513e-40ac-aad4-56920065037d" providerId="ADAL" clId="{B78B99D7-F70B-4A45-821A-0876B1104A6B}" dt="2022-04-01T10:39:38.961" v="299" actId="20577"/>
          <ac:spMkLst>
            <pc:docMk/>
            <pc:sldMk cId="1097354484" sldId="268"/>
            <ac:spMk id="2" creationId="{51C34505-9DC2-4A54-AADB-1D7281B40B74}"/>
          </ac:spMkLst>
        </pc:spChg>
        <pc:spChg chg="mod">
          <ac:chgData name="SERGIO SPANO'" userId="3abdd0b9-513e-40ac-aad4-56920065037d" providerId="ADAL" clId="{B78B99D7-F70B-4A45-821A-0876B1104A6B}" dt="2022-04-01T10:39:59.734" v="311" actId="20577"/>
          <ac:spMkLst>
            <pc:docMk/>
            <pc:sldMk cId="1097354484" sldId="268"/>
            <ac:spMk id="3" creationId="{E95D1C37-2E3B-4A99-A898-430D6764A8EE}"/>
          </ac:spMkLst>
        </pc:spChg>
        <pc:picChg chg="add mod ord">
          <ac:chgData name="SERGIO SPANO'" userId="3abdd0b9-513e-40ac-aad4-56920065037d" providerId="ADAL" clId="{B78B99D7-F70B-4A45-821A-0876B1104A6B}" dt="2022-04-01T10:44:36.721" v="327" actId="1076"/>
          <ac:picMkLst>
            <pc:docMk/>
            <pc:sldMk cId="1097354484" sldId="268"/>
            <ac:picMk id="6" creationId="{D1CDBE47-599A-4254-843B-4D0B7DE086E7}"/>
          </ac:picMkLst>
        </pc:picChg>
        <pc:picChg chg="add mod">
          <ac:chgData name="SERGIO SPANO'" userId="3abdd0b9-513e-40ac-aad4-56920065037d" providerId="ADAL" clId="{B78B99D7-F70B-4A45-821A-0876B1104A6B}" dt="2022-04-01T10:44:39.049" v="328" actId="1076"/>
          <ac:picMkLst>
            <pc:docMk/>
            <pc:sldMk cId="1097354484" sldId="268"/>
            <ac:picMk id="7" creationId="{1005A4A9-96E5-4456-9917-D40BECDE9AB1}"/>
          </ac:picMkLst>
        </pc:picChg>
      </pc:sldChg>
      <pc:sldChg chg="addSp modSp new mod">
        <pc:chgData name="SERGIO SPANO'" userId="3abdd0b9-513e-40ac-aad4-56920065037d" providerId="ADAL" clId="{B78B99D7-F70B-4A45-821A-0876B1104A6B}" dt="2022-04-01T10:50:12.647" v="381" actId="1076"/>
        <pc:sldMkLst>
          <pc:docMk/>
          <pc:sldMk cId="16956515" sldId="269"/>
        </pc:sldMkLst>
        <pc:spChg chg="mod">
          <ac:chgData name="SERGIO SPANO'" userId="3abdd0b9-513e-40ac-aad4-56920065037d" providerId="ADAL" clId="{B78B99D7-F70B-4A45-821A-0876B1104A6B}" dt="2022-04-01T10:45:29.815" v="355" actId="20577"/>
          <ac:spMkLst>
            <pc:docMk/>
            <pc:sldMk cId="16956515" sldId="269"/>
            <ac:spMk id="2" creationId="{0C189DFA-DC4E-4AE1-AEF1-ED7568B58932}"/>
          </ac:spMkLst>
        </pc:spChg>
        <pc:spChg chg="mod">
          <ac:chgData name="SERGIO SPANO'" userId="3abdd0b9-513e-40ac-aad4-56920065037d" providerId="ADAL" clId="{B78B99D7-F70B-4A45-821A-0876B1104A6B}" dt="2022-04-01T10:45:59.214" v="365" actId="20577"/>
          <ac:spMkLst>
            <pc:docMk/>
            <pc:sldMk cId="16956515" sldId="269"/>
            <ac:spMk id="3" creationId="{5DE39091-A163-491C-B3C3-5C81C855AC44}"/>
          </ac:spMkLst>
        </pc:spChg>
        <pc:spChg chg="add mod">
          <ac:chgData name="SERGIO SPANO'" userId="3abdd0b9-513e-40ac-aad4-56920065037d" providerId="ADAL" clId="{B78B99D7-F70B-4A45-821A-0876B1104A6B}" dt="2022-04-01T10:50:12.647" v="381" actId="1076"/>
          <ac:spMkLst>
            <pc:docMk/>
            <pc:sldMk cId="16956515" sldId="269"/>
            <ac:spMk id="6" creationId="{4B12F256-B8FC-4548-99C0-B4D3EA868AC4}"/>
          </ac:spMkLst>
        </pc:spChg>
        <pc:picChg chg="add mod">
          <ac:chgData name="SERGIO SPANO'" userId="3abdd0b9-513e-40ac-aad4-56920065037d" providerId="ADAL" clId="{B78B99D7-F70B-4A45-821A-0876B1104A6B}" dt="2022-04-01T10:50:07.360" v="379" actId="1076"/>
          <ac:picMkLst>
            <pc:docMk/>
            <pc:sldMk cId="16956515" sldId="269"/>
            <ac:picMk id="7" creationId="{4C12C087-DDEC-427B-9B4A-8DFF506DBEDF}"/>
          </ac:picMkLst>
        </pc:picChg>
      </pc:sldChg>
      <pc:sldChg chg="modSp new mod">
        <pc:chgData name="SERGIO SPANO'" userId="3abdd0b9-513e-40ac-aad4-56920065037d" providerId="ADAL" clId="{B78B99D7-F70B-4A45-821A-0876B1104A6B}" dt="2022-04-01T10:52:46.881" v="414" actId="20577"/>
        <pc:sldMkLst>
          <pc:docMk/>
          <pc:sldMk cId="3923275502" sldId="270"/>
        </pc:sldMkLst>
        <pc:spChg chg="mod">
          <ac:chgData name="SERGIO SPANO'" userId="3abdd0b9-513e-40ac-aad4-56920065037d" providerId="ADAL" clId="{B78B99D7-F70B-4A45-821A-0876B1104A6B}" dt="2022-04-01T10:51:38.235" v="390" actId="20577"/>
          <ac:spMkLst>
            <pc:docMk/>
            <pc:sldMk cId="3923275502" sldId="270"/>
            <ac:spMk id="2" creationId="{52B6AD35-8820-479A-BE57-E811E7A007A7}"/>
          </ac:spMkLst>
        </pc:spChg>
        <pc:spChg chg="mod">
          <ac:chgData name="SERGIO SPANO'" userId="3abdd0b9-513e-40ac-aad4-56920065037d" providerId="ADAL" clId="{B78B99D7-F70B-4A45-821A-0876B1104A6B}" dt="2022-04-01T10:52:46.881" v="414" actId="20577"/>
          <ac:spMkLst>
            <pc:docMk/>
            <pc:sldMk cId="3923275502" sldId="270"/>
            <ac:spMk id="3" creationId="{BF419B96-F29B-44A8-AC77-04665B8C0874}"/>
          </ac:spMkLst>
        </pc:spChg>
      </pc:sldChg>
      <pc:sldChg chg="addSp modSp new mod">
        <pc:chgData name="SERGIO SPANO'" userId="3abdd0b9-513e-40ac-aad4-56920065037d" providerId="ADAL" clId="{B78B99D7-F70B-4A45-821A-0876B1104A6B}" dt="2022-04-01T10:57:51.089" v="513" actId="1076"/>
        <pc:sldMkLst>
          <pc:docMk/>
          <pc:sldMk cId="2916414287" sldId="271"/>
        </pc:sldMkLst>
        <pc:spChg chg="mod">
          <ac:chgData name="SERGIO SPANO'" userId="3abdd0b9-513e-40ac-aad4-56920065037d" providerId="ADAL" clId="{B78B99D7-F70B-4A45-821A-0876B1104A6B}" dt="2022-04-01T10:56:08.102" v="457" actId="20577"/>
          <ac:spMkLst>
            <pc:docMk/>
            <pc:sldMk cId="2916414287" sldId="271"/>
            <ac:spMk id="2" creationId="{1564B15D-F0F1-422A-8B1C-882AAB732A55}"/>
          </ac:spMkLst>
        </pc:spChg>
        <pc:spChg chg="mod">
          <ac:chgData name="SERGIO SPANO'" userId="3abdd0b9-513e-40ac-aad4-56920065037d" providerId="ADAL" clId="{B78B99D7-F70B-4A45-821A-0876B1104A6B}" dt="2022-04-01T10:57:35.989" v="503" actId="20577"/>
          <ac:spMkLst>
            <pc:docMk/>
            <pc:sldMk cId="2916414287" sldId="271"/>
            <ac:spMk id="3" creationId="{50C81CA1-0896-4E32-845D-18D8416A353E}"/>
          </ac:spMkLst>
        </pc:spChg>
        <pc:spChg chg="add mod">
          <ac:chgData name="SERGIO SPANO'" userId="3abdd0b9-513e-40ac-aad4-56920065037d" providerId="ADAL" clId="{B78B99D7-F70B-4A45-821A-0876B1104A6B}" dt="2022-04-01T10:57:51.089" v="513" actId="1076"/>
          <ac:spMkLst>
            <pc:docMk/>
            <pc:sldMk cId="2916414287" sldId="271"/>
            <ac:spMk id="6" creationId="{D6A1B18B-DE39-40B1-A415-87BBA4595E03}"/>
          </ac:spMkLst>
        </pc:spChg>
        <pc:picChg chg="add mod">
          <ac:chgData name="SERGIO SPANO'" userId="3abdd0b9-513e-40ac-aad4-56920065037d" providerId="ADAL" clId="{B78B99D7-F70B-4A45-821A-0876B1104A6B}" dt="2022-04-01T10:57:46.883" v="512" actId="1076"/>
          <ac:picMkLst>
            <pc:docMk/>
            <pc:sldMk cId="2916414287" sldId="271"/>
            <ac:picMk id="7" creationId="{0072D4BE-CA2B-4CD0-9D0D-89B983823E78}"/>
          </ac:picMkLst>
        </pc:picChg>
      </pc:sldChg>
      <pc:sldChg chg="addSp delSp modSp new mod">
        <pc:chgData name="SERGIO SPANO'" userId="3abdd0b9-513e-40ac-aad4-56920065037d" providerId="ADAL" clId="{B78B99D7-F70B-4A45-821A-0876B1104A6B}" dt="2022-04-01T11:00:29.580" v="550" actId="1076"/>
        <pc:sldMkLst>
          <pc:docMk/>
          <pc:sldMk cId="2503590128" sldId="272"/>
        </pc:sldMkLst>
        <pc:spChg chg="mod">
          <ac:chgData name="SERGIO SPANO'" userId="3abdd0b9-513e-40ac-aad4-56920065037d" providerId="ADAL" clId="{B78B99D7-F70B-4A45-821A-0876B1104A6B}" dt="2022-04-01T10:58:31.099" v="517" actId="20577"/>
          <ac:spMkLst>
            <pc:docMk/>
            <pc:sldMk cId="2503590128" sldId="272"/>
            <ac:spMk id="2" creationId="{D9C37AC2-FC1C-496B-940B-99BE26B55D53}"/>
          </ac:spMkLst>
        </pc:spChg>
        <pc:spChg chg="mod">
          <ac:chgData name="SERGIO SPANO'" userId="3abdd0b9-513e-40ac-aad4-56920065037d" providerId="ADAL" clId="{B78B99D7-F70B-4A45-821A-0876B1104A6B}" dt="2022-04-01T10:59:37.011" v="531" actId="14100"/>
          <ac:spMkLst>
            <pc:docMk/>
            <pc:sldMk cId="2503590128" sldId="272"/>
            <ac:spMk id="3" creationId="{630AF50C-44A9-45C4-AC8B-A1B3449AA076}"/>
          </ac:spMkLst>
        </pc:spChg>
        <pc:spChg chg="add del">
          <ac:chgData name="SERGIO SPANO'" userId="3abdd0b9-513e-40ac-aad4-56920065037d" providerId="ADAL" clId="{B78B99D7-F70B-4A45-821A-0876B1104A6B}" dt="2022-04-01T10:59:26.325" v="528" actId="22"/>
          <ac:spMkLst>
            <pc:docMk/>
            <pc:sldMk cId="2503590128" sldId="272"/>
            <ac:spMk id="7" creationId="{355F1D6E-0651-406F-A56D-0DEDE63ABA46}"/>
          </ac:spMkLst>
        </pc:spChg>
        <pc:spChg chg="add mod">
          <ac:chgData name="SERGIO SPANO'" userId="3abdd0b9-513e-40ac-aad4-56920065037d" providerId="ADAL" clId="{B78B99D7-F70B-4A45-821A-0876B1104A6B}" dt="2022-04-01T10:59:57.519" v="542" actId="403"/>
          <ac:spMkLst>
            <pc:docMk/>
            <pc:sldMk cId="2503590128" sldId="272"/>
            <ac:spMk id="9" creationId="{7A5048F6-070B-4EAD-BFE7-D4CCBB4FAB9B}"/>
          </ac:spMkLst>
        </pc:spChg>
        <pc:spChg chg="add mod">
          <ac:chgData name="SERGIO SPANO'" userId="3abdd0b9-513e-40ac-aad4-56920065037d" providerId="ADAL" clId="{B78B99D7-F70B-4A45-821A-0876B1104A6B}" dt="2022-04-01T11:00:00.139" v="543" actId="1076"/>
          <ac:spMkLst>
            <pc:docMk/>
            <pc:sldMk cId="2503590128" sldId="272"/>
            <ac:spMk id="10" creationId="{0647C9FB-21BC-47CA-ADF6-CB05E221BBDD}"/>
          </ac:spMkLst>
        </pc:spChg>
        <pc:spChg chg="add mod">
          <ac:chgData name="SERGIO SPANO'" userId="3abdd0b9-513e-40ac-aad4-56920065037d" providerId="ADAL" clId="{B78B99D7-F70B-4A45-821A-0876B1104A6B}" dt="2022-04-01T11:00:08.711" v="548" actId="1076"/>
          <ac:spMkLst>
            <pc:docMk/>
            <pc:sldMk cId="2503590128" sldId="272"/>
            <ac:spMk id="11" creationId="{658B9110-829A-4512-AC97-482BBB038F8B}"/>
          </ac:spMkLst>
        </pc:spChg>
        <pc:picChg chg="add mod">
          <ac:chgData name="SERGIO SPANO'" userId="3abdd0b9-513e-40ac-aad4-56920065037d" providerId="ADAL" clId="{B78B99D7-F70B-4A45-821A-0876B1104A6B}" dt="2022-04-01T11:00:29.580" v="550" actId="1076"/>
          <ac:picMkLst>
            <pc:docMk/>
            <pc:sldMk cId="2503590128" sldId="272"/>
            <ac:picMk id="8" creationId="{C4C50CE0-DAAF-4A85-B54F-55D243DA2065}"/>
          </ac:picMkLst>
        </pc:picChg>
      </pc:sldChg>
      <pc:sldChg chg="addSp delSp modSp new mod">
        <pc:chgData name="SERGIO SPANO'" userId="3abdd0b9-513e-40ac-aad4-56920065037d" providerId="ADAL" clId="{B78B99D7-F70B-4A45-821A-0876B1104A6B}" dt="2022-04-01T11:04:52.803" v="556" actId="1076"/>
        <pc:sldMkLst>
          <pc:docMk/>
          <pc:sldMk cId="3168054203" sldId="273"/>
        </pc:sldMkLst>
        <pc:spChg chg="mod">
          <ac:chgData name="SERGIO SPANO'" userId="3abdd0b9-513e-40ac-aad4-56920065037d" providerId="ADAL" clId="{B78B99D7-F70B-4A45-821A-0876B1104A6B}" dt="2022-04-01T11:04:26.027" v="553" actId="27636"/>
          <ac:spMkLst>
            <pc:docMk/>
            <pc:sldMk cId="3168054203" sldId="273"/>
            <ac:spMk id="2" creationId="{D4B2B063-753D-449C-B6EA-2E72B1BF44C4}"/>
          </ac:spMkLst>
        </pc:spChg>
        <pc:spChg chg="del">
          <ac:chgData name="SERGIO SPANO'" userId="3abdd0b9-513e-40ac-aad4-56920065037d" providerId="ADAL" clId="{B78B99D7-F70B-4A45-821A-0876B1104A6B}" dt="2022-04-01T11:04:45.218" v="555" actId="478"/>
          <ac:spMkLst>
            <pc:docMk/>
            <pc:sldMk cId="3168054203" sldId="273"/>
            <ac:spMk id="3" creationId="{3B012EA9-4C45-42D6-AEE3-20B23EC4A2F8}"/>
          </ac:spMkLst>
        </pc:spChg>
        <pc:spChg chg="add mod">
          <ac:chgData name="SERGIO SPANO'" userId="3abdd0b9-513e-40ac-aad4-56920065037d" providerId="ADAL" clId="{B78B99D7-F70B-4A45-821A-0876B1104A6B}" dt="2022-04-01T11:04:52.803" v="556" actId="1076"/>
          <ac:spMkLst>
            <pc:docMk/>
            <pc:sldMk cId="3168054203" sldId="273"/>
            <ac:spMk id="6" creationId="{78DE024A-457C-4F9C-8968-EC2F7BFDF0C5}"/>
          </ac:spMkLst>
        </pc:spChg>
        <pc:spChg chg="add mod">
          <ac:chgData name="SERGIO SPANO'" userId="3abdd0b9-513e-40ac-aad4-56920065037d" providerId="ADAL" clId="{B78B99D7-F70B-4A45-821A-0876B1104A6B}" dt="2022-04-01T11:04:52.803" v="556" actId="1076"/>
          <ac:spMkLst>
            <pc:docMk/>
            <pc:sldMk cId="3168054203" sldId="273"/>
            <ac:spMk id="7" creationId="{E544DF97-ADBF-4FE1-A7A1-928E2DF274EA}"/>
          </ac:spMkLst>
        </pc:spChg>
        <pc:spChg chg="add mod">
          <ac:chgData name="SERGIO SPANO'" userId="3abdd0b9-513e-40ac-aad4-56920065037d" providerId="ADAL" clId="{B78B99D7-F70B-4A45-821A-0876B1104A6B}" dt="2022-04-01T11:04:52.803" v="556" actId="1076"/>
          <ac:spMkLst>
            <pc:docMk/>
            <pc:sldMk cId="3168054203" sldId="273"/>
            <ac:spMk id="8" creationId="{D77E509A-FFB9-4517-B371-B5B3E82ACB1E}"/>
          </ac:spMkLst>
        </pc:spChg>
        <pc:spChg chg="add mod">
          <ac:chgData name="SERGIO SPANO'" userId="3abdd0b9-513e-40ac-aad4-56920065037d" providerId="ADAL" clId="{B78B99D7-F70B-4A45-821A-0876B1104A6B}" dt="2022-04-01T11:04:42.768" v="554"/>
          <ac:spMkLst>
            <pc:docMk/>
            <pc:sldMk cId="3168054203" sldId="273"/>
            <ac:spMk id="9" creationId="{623B5AC6-34C2-4CB0-B0A7-F48AA2601045}"/>
          </ac:spMkLst>
        </pc:spChg>
      </pc:sldChg>
      <pc:sldChg chg="addSp delSp modSp new mod">
        <pc:chgData name="SERGIO SPANO'" userId="3abdd0b9-513e-40ac-aad4-56920065037d" providerId="ADAL" clId="{B78B99D7-F70B-4A45-821A-0876B1104A6B}" dt="2022-04-01T11:08:54.253" v="660" actId="478"/>
        <pc:sldMkLst>
          <pc:docMk/>
          <pc:sldMk cId="3798802901" sldId="274"/>
        </pc:sldMkLst>
        <pc:spChg chg="mod">
          <ac:chgData name="SERGIO SPANO'" userId="3abdd0b9-513e-40ac-aad4-56920065037d" providerId="ADAL" clId="{B78B99D7-F70B-4A45-821A-0876B1104A6B}" dt="2022-04-01T11:05:18.810" v="559" actId="27636"/>
          <ac:spMkLst>
            <pc:docMk/>
            <pc:sldMk cId="3798802901" sldId="274"/>
            <ac:spMk id="2" creationId="{896C5AF1-083C-4C3C-B227-DEA895C6F9BD}"/>
          </ac:spMkLst>
        </pc:spChg>
        <pc:spChg chg="del">
          <ac:chgData name="SERGIO SPANO'" userId="3abdd0b9-513e-40ac-aad4-56920065037d" providerId="ADAL" clId="{B78B99D7-F70B-4A45-821A-0876B1104A6B}" dt="2022-04-01T11:08:54.253" v="660" actId="478"/>
          <ac:spMkLst>
            <pc:docMk/>
            <pc:sldMk cId="3798802901" sldId="274"/>
            <ac:spMk id="3" creationId="{617CA19C-CE88-4631-A3D4-BEFE300A4B23}"/>
          </ac:spMkLst>
        </pc:spChg>
        <pc:picChg chg="add mod">
          <ac:chgData name="SERGIO SPANO'" userId="3abdd0b9-513e-40ac-aad4-56920065037d" providerId="ADAL" clId="{B78B99D7-F70B-4A45-821A-0876B1104A6B}" dt="2022-04-01T11:05:28.779" v="562" actId="1076"/>
          <ac:picMkLst>
            <pc:docMk/>
            <pc:sldMk cId="3798802901" sldId="274"/>
            <ac:picMk id="6" creationId="{C1EF92F2-83D1-4C43-9191-0BAE7350BBF5}"/>
          </ac:picMkLst>
        </pc:picChg>
      </pc:sldChg>
      <pc:sldChg chg="addSp delSp modSp new mod">
        <pc:chgData name="SERGIO SPANO'" userId="3abdd0b9-513e-40ac-aad4-56920065037d" providerId="ADAL" clId="{B78B99D7-F70B-4A45-821A-0876B1104A6B}" dt="2022-04-01T11:08:52.397" v="659" actId="478"/>
        <pc:sldMkLst>
          <pc:docMk/>
          <pc:sldMk cId="394788787" sldId="275"/>
        </pc:sldMkLst>
        <pc:spChg chg="mod">
          <ac:chgData name="SERGIO SPANO'" userId="3abdd0b9-513e-40ac-aad4-56920065037d" providerId="ADAL" clId="{B78B99D7-F70B-4A45-821A-0876B1104A6B}" dt="2022-04-01T11:05:45.030" v="565" actId="27636"/>
          <ac:spMkLst>
            <pc:docMk/>
            <pc:sldMk cId="394788787" sldId="275"/>
            <ac:spMk id="2" creationId="{3F0B1F4F-99A1-441B-B950-F954EF612FA4}"/>
          </ac:spMkLst>
        </pc:spChg>
        <pc:spChg chg="del">
          <ac:chgData name="SERGIO SPANO'" userId="3abdd0b9-513e-40ac-aad4-56920065037d" providerId="ADAL" clId="{B78B99D7-F70B-4A45-821A-0876B1104A6B}" dt="2022-04-01T11:08:52.397" v="659" actId="478"/>
          <ac:spMkLst>
            <pc:docMk/>
            <pc:sldMk cId="394788787" sldId="275"/>
            <ac:spMk id="3" creationId="{261155C2-5102-408E-9FAB-4DA632ED5CD3}"/>
          </ac:spMkLst>
        </pc:spChg>
        <pc:picChg chg="add mod">
          <ac:chgData name="SERGIO SPANO'" userId="3abdd0b9-513e-40ac-aad4-56920065037d" providerId="ADAL" clId="{B78B99D7-F70B-4A45-821A-0876B1104A6B}" dt="2022-04-01T11:05:54.610" v="568" actId="1076"/>
          <ac:picMkLst>
            <pc:docMk/>
            <pc:sldMk cId="394788787" sldId="275"/>
            <ac:picMk id="6" creationId="{AF587C4C-09F0-4256-A552-1EDDE84BB57C}"/>
          </ac:picMkLst>
        </pc:picChg>
      </pc:sldChg>
      <pc:sldChg chg="addSp delSp modSp new mod">
        <pc:chgData name="SERGIO SPANO'" userId="3abdd0b9-513e-40ac-aad4-56920065037d" providerId="ADAL" clId="{B78B99D7-F70B-4A45-821A-0876B1104A6B}" dt="2022-04-01T11:08:49.866" v="658" actId="478"/>
        <pc:sldMkLst>
          <pc:docMk/>
          <pc:sldMk cId="1250271747" sldId="276"/>
        </pc:sldMkLst>
        <pc:spChg chg="mod">
          <ac:chgData name="SERGIO SPANO'" userId="3abdd0b9-513e-40ac-aad4-56920065037d" providerId="ADAL" clId="{B78B99D7-F70B-4A45-821A-0876B1104A6B}" dt="2022-04-01T11:06:18.315" v="571" actId="27636"/>
          <ac:spMkLst>
            <pc:docMk/>
            <pc:sldMk cId="1250271747" sldId="276"/>
            <ac:spMk id="2" creationId="{320C5C1E-72D1-4E03-8027-538FE65AEA92}"/>
          </ac:spMkLst>
        </pc:spChg>
        <pc:spChg chg="del">
          <ac:chgData name="SERGIO SPANO'" userId="3abdd0b9-513e-40ac-aad4-56920065037d" providerId="ADAL" clId="{B78B99D7-F70B-4A45-821A-0876B1104A6B}" dt="2022-04-01T11:08:49.866" v="658" actId="478"/>
          <ac:spMkLst>
            <pc:docMk/>
            <pc:sldMk cId="1250271747" sldId="276"/>
            <ac:spMk id="3" creationId="{9FE4F4C1-7B09-4962-B2D4-C0435E005BA4}"/>
          </ac:spMkLst>
        </pc:spChg>
        <pc:spChg chg="add mod">
          <ac:chgData name="SERGIO SPANO'" userId="3abdd0b9-513e-40ac-aad4-56920065037d" providerId="ADAL" clId="{B78B99D7-F70B-4A45-821A-0876B1104A6B}" dt="2022-04-01T11:06:36.112" v="577" actId="1076"/>
          <ac:spMkLst>
            <pc:docMk/>
            <pc:sldMk cId="1250271747" sldId="276"/>
            <ac:spMk id="7" creationId="{0EE7EECD-CB49-4C70-9AE8-30FC86F6262A}"/>
          </ac:spMkLst>
        </pc:spChg>
        <pc:picChg chg="add mod">
          <ac:chgData name="SERGIO SPANO'" userId="3abdd0b9-513e-40ac-aad4-56920065037d" providerId="ADAL" clId="{B78B99D7-F70B-4A45-821A-0876B1104A6B}" dt="2022-04-01T11:06:30.026" v="575" actId="1076"/>
          <ac:picMkLst>
            <pc:docMk/>
            <pc:sldMk cId="1250271747" sldId="276"/>
            <ac:picMk id="6" creationId="{5286A11F-C5E6-4A78-AFC7-F8536C32BBA9}"/>
          </ac:picMkLst>
        </pc:picChg>
      </pc:sldChg>
      <pc:sldChg chg="addSp delSp modSp new mod">
        <pc:chgData name="SERGIO SPANO'" userId="3abdd0b9-513e-40ac-aad4-56920065037d" providerId="ADAL" clId="{B78B99D7-F70B-4A45-821A-0876B1104A6B}" dt="2022-04-01T11:09:45.456" v="721" actId="208"/>
        <pc:sldMkLst>
          <pc:docMk/>
          <pc:sldMk cId="1221387922" sldId="277"/>
        </pc:sldMkLst>
        <pc:spChg chg="mod">
          <ac:chgData name="SERGIO SPANO'" userId="3abdd0b9-513e-40ac-aad4-56920065037d" providerId="ADAL" clId="{B78B99D7-F70B-4A45-821A-0876B1104A6B}" dt="2022-04-01T11:09:29.389" v="715" actId="1076"/>
          <ac:spMkLst>
            <pc:docMk/>
            <pc:sldMk cId="1221387922" sldId="277"/>
            <ac:spMk id="2" creationId="{6C958D35-81A6-4EB5-BE5E-5A603A994DCE}"/>
          </ac:spMkLst>
        </pc:spChg>
        <pc:spChg chg="mod">
          <ac:chgData name="SERGIO SPANO'" userId="3abdd0b9-513e-40ac-aad4-56920065037d" providerId="ADAL" clId="{B78B99D7-F70B-4A45-821A-0876B1104A6B}" dt="2022-04-01T11:09:45.456" v="721" actId="208"/>
          <ac:spMkLst>
            <pc:docMk/>
            <pc:sldMk cId="1221387922" sldId="277"/>
            <ac:spMk id="3" creationId="{A75E1943-B590-4C65-81EE-698EDBDDADCD}"/>
          </ac:spMkLst>
        </pc:spChg>
        <pc:spChg chg="add mod">
          <ac:chgData name="SERGIO SPANO'" userId="3abdd0b9-513e-40ac-aad4-56920065037d" providerId="ADAL" clId="{B78B99D7-F70B-4A45-821A-0876B1104A6B}" dt="2022-04-01T11:07:37.247" v="582" actId="1076"/>
          <ac:spMkLst>
            <pc:docMk/>
            <pc:sldMk cId="1221387922" sldId="277"/>
            <ac:spMk id="6" creationId="{C115B692-32CB-447A-8D37-769439893B2D}"/>
          </ac:spMkLst>
        </pc:spChg>
        <pc:spChg chg="add del mod">
          <ac:chgData name="SERGIO SPANO'" userId="3abdd0b9-513e-40ac-aad4-56920065037d" providerId="ADAL" clId="{B78B99D7-F70B-4A45-821A-0876B1104A6B}" dt="2022-04-01T11:08:46.643" v="657" actId="478"/>
          <ac:spMkLst>
            <pc:docMk/>
            <pc:sldMk cId="1221387922" sldId="277"/>
            <ac:spMk id="8" creationId="{F5C4D91F-A0FD-4691-8C08-296C4E4FBB0B}"/>
          </ac:spMkLst>
        </pc:spChg>
        <pc:picChg chg="add mod">
          <ac:chgData name="SERGIO SPANO'" userId="3abdd0b9-513e-40ac-aad4-56920065037d" providerId="ADAL" clId="{B78B99D7-F70B-4A45-821A-0876B1104A6B}" dt="2022-04-01T11:09:34.397" v="716" actId="1076"/>
          <ac:picMkLst>
            <pc:docMk/>
            <pc:sldMk cId="1221387922" sldId="277"/>
            <ac:picMk id="7" creationId="{9D5B6AB0-9759-4539-BACC-AD8428901556}"/>
          </ac:picMkLst>
        </pc:picChg>
      </pc:sldChg>
    </pc:docChg>
  </pc:docChgLst>
  <pc:docChgLst>
    <pc:chgData name="SERGIO SPANO'" userId="3abdd0b9-513e-40ac-aad4-56920065037d" providerId="ADAL" clId="{EF38FB83-84DE-44DD-A1FE-F6045F02048F}"/>
    <pc:docChg chg="undo custSel addSld delSld modSld modMainMaster">
      <pc:chgData name="SERGIO SPANO'" userId="3abdd0b9-513e-40ac-aad4-56920065037d" providerId="ADAL" clId="{EF38FB83-84DE-44DD-A1FE-F6045F02048F}" dt="2022-03-31T12:21:36.799" v="2643" actId="20577"/>
      <pc:docMkLst>
        <pc:docMk/>
      </pc:docMkLst>
      <pc:sldChg chg="delSp modSp mod modTransition">
        <pc:chgData name="SERGIO SPANO'" userId="3abdd0b9-513e-40ac-aad4-56920065037d" providerId="ADAL" clId="{EF38FB83-84DE-44DD-A1FE-F6045F02048F}" dt="2022-03-31T09:39:04.490" v="195" actId="1036"/>
        <pc:sldMkLst>
          <pc:docMk/>
          <pc:sldMk cId="3676927149" sldId="256"/>
        </pc:sldMkLst>
        <pc:spChg chg="mod">
          <ac:chgData name="SERGIO SPANO'" userId="3abdd0b9-513e-40ac-aad4-56920065037d" providerId="ADAL" clId="{EF38FB83-84DE-44DD-A1FE-F6045F02048F}" dt="2022-03-31T09:37:08.109" v="100" actId="1037"/>
          <ac:spMkLst>
            <pc:docMk/>
            <pc:sldMk cId="3676927149" sldId="256"/>
            <ac:spMk id="2" creationId="{AE5A0156-FA44-4B5E-AA95-BA26FE319EEF}"/>
          </ac:spMkLst>
        </pc:spChg>
        <pc:spChg chg="mod">
          <ac:chgData name="SERGIO SPANO'" userId="3abdd0b9-513e-40ac-aad4-56920065037d" providerId="ADAL" clId="{EF38FB83-84DE-44DD-A1FE-F6045F02048F}" dt="2022-03-31T09:37:12.034" v="105" actId="1038"/>
          <ac:spMkLst>
            <pc:docMk/>
            <pc:sldMk cId="3676927149" sldId="256"/>
            <ac:spMk id="3" creationId="{9DAC625A-2F47-4E94-ABBC-7F67DDCC72AE}"/>
          </ac:spMkLst>
        </pc:spChg>
        <pc:spChg chg="mod">
          <ac:chgData name="SERGIO SPANO'" userId="3abdd0b9-513e-40ac-aad4-56920065037d" providerId="ADAL" clId="{EF38FB83-84DE-44DD-A1FE-F6045F02048F}" dt="2022-03-31T09:39:04.490" v="195" actId="1036"/>
          <ac:spMkLst>
            <pc:docMk/>
            <pc:sldMk cId="3676927149" sldId="256"/>
            <ac:spMk id="10" creationId="{1C28BD56-FEA0-4AD1-A103-B45E0AC86A2B}"/>
          </ac:spMkLst>
        </pc:spChg>
        <pc:spChg chg="del">
          <ac:chgData name="SERGIO SPANO'" userId="3abdd0b9-513e-40ac-aad4-56920065037d" providerId="ADAL" clId="{EF38FB83-84DE-44DD-A1FE-F6045F02048F}" dt="2022-03-31T09:36:46.227" v="89" actId="478"/>
          <ac:spMkLst>
            <pc:docMk/>
            <pc:sldMk cId="3676927149" sldId="256"/>
            <ac:spMk id="11" creationId="{123B7B49-C8BB-4009-A2E6-0B54CF1F761A}"/>
          </ac:spMkLst>
        </pc:spChg>
        <pc:spChg chg="del">
          <ac:chgData name="SERGIO SPANO'" userId="3abdd0b9-513e-40ac-aad4-56920065037d" providerId="ADAL" clId="{EF38FB83-84DE-44DD-A1FE-F6045F02048F}" dt="2022-03-31T09:36:05.339" v="34" actId="478"/>
          <ac:spMkLst>
            <pc:docMk/>
            <pc:sldMk cId="3676927149" sldId="256"/>
            <ac:spMk id="13" creationId="{0BF8EE60-99FF-4EAC-B7A2-D59C05E19A25}"/>
          </ac:spMkLst>
        </pc:spChg>
        <pc:spChg chg="del">
          <ac:chgData name="SERGIO SPANO'" userId="3abdd0b9-513e-40ac-aad4-56920065037d" providerId="ADAL" clId="{EF38FB83-84DE-44DD-A1FE-F6045F02048F}" dt="2022-03-31T09:36:10.206" v="35" actId="478"/>
          <ac:spMkLst>
            <pc:docMk/>
            <pc:sldMk cId="3676927149" sldId="256"/>
            <ac:spMk id="14" creationId="{39EEDCDD-D4EE-46B3-B11D-3DFC26DC2D7E}"/>
          </ac:spMkLst>
        </pc:spChg>
      </pc:sldChg>
      <pc:sldChg chg="del">
        <pc:chgData name="SERGIO SPANO'" userId="3abdd0b9-513e-40ac-aad4-56920065037d" providerId="ADAL" clId="{EF38FB83-84DE-44DD-A1FE-F6045F02048F}" dt="2022-03-31T09:35:24.433" v="2" actId="47"/>
        <pc:sldMkLst>
          <pc:docMk/>
          <pc:sldMk cId="1423266225" sldId="257"/>
        </pc:sldMkLst>
      </pc:sldChg>
      <pc:sldChg chg="modSp new mod">
        <pc:chgData name="SERGIO SPANO'" userId="3abdd0b9-513e-40ac-aad4-56920065037d" providerId="ADAL" clId="{EF38FB83-84DE-44DD-A1FE-F6045F02048F}" dt="2022-03-31T10:04:32.945" v="507" actId="20577"/>
        <pc:sldMkLst>
          <pc:docMk/>
          <pc:sldMk cId="2510750969" sldId="257"/>
        </pc:sldMkLst>
        <pc:spChg chg="mod">
          <ac:chgData name="SERGIO SPANO'" userId="3abdd0b9-513e-40ac-aad4-56920065037d" providerId="ADAL" clId="{EF38FB83-84DE-44DD-A1FE-F6045F02048F}" dt="2022-03-31T09:59:26.260" v="257" actId="20577"/>
          <ac:spMkLst>
            <pc:docMk/>
            <pc:sldMk cId="2510750969" sldId="257"/>
            <ac:spMk id="2" creationId="{16208875-2910-49FE-8E86-F66C395DA678}"/>
          </ac:spMkLst>
        </pc:spChg>
        <pc:spChg chg="mod">
          <ac:chgData name="SERGIO SPANO'" userId="3abdd0b9-513e-40ac-aad4-56920065037d" providerId="ADAL" clId="{EF38FB83-84DE-44DD-A1FE-F6045F02048F}" dt="2022-03-31T10:04:32.945" v="507" actId="20577"/>
          <ac:spMkLst>
            <pc:docMk/>
            <pc:sldMk cId="2510750969" sldId="257"/>
            <ac:spMk id="3" creationId="{B6E36503-57A5-4B86-B2BA-80F47320999B}"/>
          </ac:spMkLst>
        </pc:spChg>
      </pc:sldChg>
      <pc:sldChg chg="delSp modSp new del mod">
        <pc:chgData name="SERGIO SPANO'" userId="3abdd0b9-513e-40ac-aad4-56920065037d" providerId="ADAL" clId="{EF38FB83-84DE-44DD-A1FE-F6045F02048F}" dt="2022-03-31T09:45:51.276" v="242" actId="47"/>
        <pc:sldMkLst>
          <pc:docMk/>
          <pc:sldMk cId="4185721268" sldId="257"/>
        </pc:sldMkLst>
        <pc:spChg chg="mod">
          <ac:chgData name="SERGIO SPANO'" userId="3abdd0b9-513e-40ac-aad4-56920065037d" providerId="ADAL" clId="{EF38FB83-84DE-44DD-A1FE-F6045F02048F}" dt="2022-03-31T09:40:43.636" v="199" actId="27636"/>
          <ac:spMkLst>
            <pc:docMk/>
            <pc:sldMk cId="4185721268" sldId="257"/>
            <ac:spMk id="2" creationId="{0BC05654-F00E-4A0F-88F7-FC65F0B33135}"/>
          </ac:spMkLst>
        </pc:spChg>
        <pc:spChg chg="del">
          <ac:chgData name="SERGIO SPANO'" userId="3abdd0b9-513e-40ac-aad4-56920065037d" providerId="ADAL" clId="{EF38FB83-84DE-44DD-A1FE-F6045F02048F}" dt="2022-03-31T09:40:43.594" v="198"/>
          <ac:spMkLst>
            <pc:docMk/>
            <pc:sldMk cId="4185721268" sldId="257"/>
            <ac:spMk id="4" creationId="{7C72D349-3CC4-4754-948D-7117B5F68A96}"/>
          </ac:spMkLst>
        </pc:spChg>
      </pc:sldChg>
      <pc:sldChg chg="del">
        <pc:chgData name="SERGIO SPANO'" userId="3abdd0b9-513e-40ac-aad4-56920065037d" providerId="ADAL" clId="{EF38FB83-84DE-44DD-A1FE-F6045F02048F}" dt="2022-03-31T09:35:24.833" v="3" actId="47"/>
        <pc:sldMkLst>
          <pc:docMk/>
          <pc:sldMk cId="1175821773" sldId="258"/>
        </pc:sldMkLst>
      </pc:sldChg>
      <pc:sldChg chg="addSp delSp modSp new mod">
        <pc:chgData name="SERGIO SPANO'" userId="3abdd0b9-513e-40ac-aad4-56920065037d" providerId="ADAL" clId="{EF38FB83-84DE-44DD-A1FE-F6045F02048F}" dt="2022-03-31T10:21:44.685" v="1052" actId="1076"/>
        <pc:sldMkLst>
          <pc:docMk/>
          <pc:sldMk cId="4020902438" sldId="258"/>
        </pc:sldMkLst>
        <pc:spChg chg="mod">
          <ac:chgData name="SERGIO SPANO'" userId="3abdd0b9-513e-40ac-aad4-56920065037d" providerId="ADAL" clId="{EF38FB83-84DE-44DD-A1FE-F6045F02048F}" dt="2022-03-31T10:15:07.539" v="983" actId="20577"/>
          <ac:spMkLst>
            <pc:docMk/>
            <pc:sldMk cId="4020902438" sldId="258"/>
            <ac:spMk id="2" creationId="{9D227283-0859-4EF1-90BE-85A8641BA506}"/>
          </ac:spMkLst>
        </pc:spChg>
        <pc:spChg chg="mod">
          <ac:chgData name="SERGIO SPANO'" userId="3abdd0b9-513e-40ac-aad4-56920065037d" providerId="ADAL" clId="{EF38FB83-84DE-44DD-A1FE-F6045F02048F}" dt="2022-03-31T10:21:05.148" v="1045" actId="14100"/>
          <ac:spMkLst>
            <pc:docMk/>
            <pc:sldMk cId="4020902438" sldId="258"/>
            <ac:spMk id="3" creationId="{5A840D61-355E-4EA0-A8DC-CC59E442D64D}"/>
          </ac:spMkLst>
        </pc:spChg>
        <pc:spChg chg="add del">
          <ac:chgData name="SERGIO SPANO'" userId="3abdd0b9-513e-40ac-aad4-56920065037d" providerId="ADAL" clId="{EF38FB83-84DE-44DD-A1FE-F6045F02048F}" dt="2022-03-31T10:21:23.949" v="1048" actId="22"/>
          <ac:spMkLst>
            <pc:docMk/>
            <pc:sldMk cId="4020902438" sldId="258"/>
            <ac:spMk id="8" creationId="{3D0E90BC-65F2-47D2-8A41-C1BCB163B8EB}"/>
          </ac:spMkLst>
        </pc:spChg>
        <pc:picChg chg="add mod">
          <ac:chgData name="SERGIO SPANO'" userId="3abdd0b9-513e-40ac-aad4-56920065037d" providerId="ADAL" clId="{EF38FB83-84DE-44DD-A1FE-F6045F02048F}" dt="2022-03-31T10:21:06.880" v="1046" actId="1076"/>
          <ac:picMkLst>
            <pc:docMk/>
            <pc:sldMk cId="4020902438" sldId="258"/>
            <ac:picMk id="1026" creationId="{FB66E12D-E880-4AC0-AECA-30FD1071AE2D}"/>
          </ac:picMkLst>
        </pc:picChg>
        <pc:picChg chg="add mod">
          <ac:chgData name="SERGIO SPANO'" userId="3abdd0b9-513e-40ac-aad4-56920065037d" providerId="ADAL" clId="{EF38FB83-84DE-44DD-A1FE-F6045F02048F}" dt="2022-03-31T10:21:44.685" v="1052" actId="1076"/>
          <ac:picMkLst>
            <pc:docMk/>
            <pc:sldMk cId="4020902438" sldId="258"/>
            <ac:picMk id="1028" creationId="{448EB450-8473-4749-A8B9-C1F0F2D0BF23}"/>
          </ac:picMkLst>
        </pc:picChg>
      </pc:sldChg>
      <pc:sldChg chg="modSp new add del mod">
        <pc:chgData name="SERGIO SPANO'" userId="3abdd0b9-513e-40ac-aad4-56920065037d" providerId="ADAL" clId="{EF38FB83-84DE-44DD-A1FE-F6045F02048F}" dt="2022-03-31T10:30:37.021" v="1196" actId="20577"/>
        <pc:sldMkLst>
          <pc:docMk/>
          <pc:sldMk cId="3209245327" sldId="259"/>
        </pc:sldMkLst>
        <pc:spChg chg="mod">
          <ac:chgData name="SERGIO SPANO'" userId="3abdd0b9-513e-40ac-aad4-56920065037d" providerId="ADAL" clId="{EF38FB83-84DE-44DD-A1FE-F6045F02048F}" dt="2022-03-31T10:30:37.021" v="1196" actId="20577"/>
          <ac:spMkLst>
            <pc:docMk/>
            <pc:sldMk cId="3209245327" sldId="259"/>
            <ac:spMk id="2" creationId="{BD19C44F-DC38-4143-825E-F98622717941}"/>
          </ac:spMkLst>
        </pc:spChg>
      </pc:sldChg>
      <pc:sldChg chg="del">
        <pc:chgData name="SERGIO SPANO'" userId="3abdd0b9-513e-40ac-aad4-56920065037d" providerId="ADAL" clId="{EF38FB83-84DE-44DD-A1FE-F6045F02048F}" dt="2022-03-31T09:35:25.250" v="4" actId="47"/>
        <pc:sldMkLst>
          <pc:docMk/>
          <pc:sldMk cId="3996654517" sldId="259"/>
        </pc:sldMkLst>
      </pc:sldChg>
      <pc:sldChg chg="new del">
        <pc:chgData name="SERGIO SPANO'" userId="3abdd0b9-513e-40ac-aad4-56920065037d" providerId="ADAL" clId="{EF38FB83-84DE-44DD-A1FE-F6045F02048F}" dt="2022-03-31T10:17:05.672" v="987" actId="47"/>
        <pc:sldMkLst>
          <pc:docMk/>
          <pc:sldMk cId="4276107206" sldId="259"/>
        </pc:sldMkLst>
      </pc:sldChg>
      <pc:sldChg chg="addSp delSp modSp new mod modClrScheme chgLayout">
        <pc:chgData name="SERGIO SPANO'" userId="3abdd0b9-513e-40ac-aad4-56920065037d" providerId="ADAL" clId="{EF38FB83-84DE-44DD-A1FE-F6045F02048F}" dt="2022-03-31T10:25:54.609" v="1149" actId="20577"/>
        <pc:sldMkLst>
          <pc:docMk/>
          <pc:sldMk cId="2767171798" sldId="260"/>
        </pc:sldMkLst>
        <pc:spChg chg="del mod ord">
          <ac:chgData name="SERGIO SPANO'" userId="3abdd0b9-513e-40ac-aad4-56920065037d" providerId="ADAL" clId="{EF38FB83-84DE-44DD-A1FE-F6045F02048F}" dt="2022-03-31T10:23:50.887" v="1096" actId="700"/>
          <ac:spMkLst>
            <pc:docMk/>
            <pc:sldMk cId="2767171798" sldId="260"/>
            <ac:spMk id="2" creationId="{4C974C27-C262-44AF-B5AF-7A5EA9BB4CE1}"/>
          </ac:spMkLst>
        </pc:spChg>
        <pc:spChg chg="del mod ord">
          <ac:chgData name="SERGIO SPANO'" userId="3abdd0b9-513e-40ac-aad4-56920065037d" providerId="ADAL" clId="{EF38FB83-84DE-44DD-A1FE-F6045F02048F}" dt="2022-03-31T10:23:50.887" v="1096" actId="700"/>
          <ac:spMkLst>
            <pc:docMk/>
            <pc:sldMk cId="2767171798" sldId="260"/>
            <ac:spMk id="3" creationId="{2BBCF729-EA68-4FBC-BD9D-0957C772AE57}"/>
          </ac:spMkLst>
        </pc:spChg>
        <pc:spChg chg="mod ord">
          <ac:chgData name="SERGIO SPANO'" userId="3abdd0b9-513e-40ac-aad4-56920065037d" providerId="ADAL" clId="{EF38FB83-84DE-44DD-A1FE-F6045F02048F}" dt="2022-03-31T10:23:50.887" v="1096" actId="700"/>
          <ac:spMkLst>
            <pc:docMk/>
            <pc:sldMk cId="2767171798" sldId="260"/>
            <ac:spMk id="4" creationId="{78773885-6FCC-43BB-AA28-AF1333F6CBE0}"/>
          </ac:spMkLst>
        </pc:spChg>
        <pc:spChg chg="mod ord">
          <ac:chgData name="SERGIO SPANO'" userId="3abdd0b9-513e-40ac-aad4-56920065037d" providerId="ADAL" clId="{EF38FB83-84DE-44DD-A1FE-F6045F02048F}" dt="2022-03-31T10:23:50.887" v="1096" actId="700"/>
          <ac:spMkLst>
            <pc:docMk/>
            <pc:sldMk cId="2767171798" sldId="260"/>
            <ac:spMk id="5" creationId="{893D2CFF-5741-4F16-8EC2-2C1EBAB11AC6}"/>
          </ac:spMkLst>
        </pc:spChg>
        <pc:spChg chg="add mod ord">
          <ac:chgData name="SERGIO SPANO'" userId="3abdd0b9-513e-40ac-aad4-56920065037d" providerId="ADAL" clId="{EF38FB83-84DE-44DD-A1FE-F6045F02048F}" dt="2022-03-31T10:24:01.883" v="1101" actId="20577"/>
          <ac:spMkLst>
            <pc:docMk/>
            <pc:sldMk cId="2767171798" sldId="260"/>
            <ac:spMk id="6" creationId="{B223FCD0-0093-4969-839D-EFFF92642E2F}"/>
          </ac:spMkLst>
        </pc:spChg>
        <pc:spChg chg="add mod ord">
          <ac:chgData name="SERGIO SPANO'" userId="3abdd0b9-513e-40ac-aad4-56920065037d" providerId="ADAL" clId="{EF38FB83-84DE-44DD-A1FE-F6045F02048F}" dt="2022-03-31T10:25:54.609" v="1149" actId="20577"/>
          <ac:spMkLst>
            <pc:docMk/>
            <pc:sldMk cId="2767171798" sldId="260"/>
            <ac:spMk id="7" creationId="{D0D8ED3F-6F87-47CD-846A-492858074E26}"/>
          </ac:spMkLst>
        </pc:spChg>
      </pc:sldChg>
      <pc:sldChg chg="addSp modSp new mod">
        <pc:chgData name="SERGIO SPANO'" userId="3abdd0b9-513e-40ac-aad4-56920065037d" providerId="ADAL" clId="{EF38FB83-84DE-44DD-A1FE-F6045F02048F}" dt="2022-03-31T10:27:42.632" v="1168" actId="1076"/>
        <pc:sldMkLst>
          <pc:docMk/>
          <pc:sldMk cId="2813340949" sldId="261"/>
        </pc:sldMkLst>
        <pc:spChg chg="mod">
          <ac:chgData name="SERGIO SPANO'" userId="3abdd0b9-513e-40ac-aad4-56920065037d" providerId="ADAL" clId="{EF38FB83-84DE-44DD-A1FE-F6045F02048F}" dt="2022-03-31T10:26:29.524" v="1154" actId="20577"/>
          <ac:spMkLst>
            <pc:docMk/>
            <pc:sldMk cId="2813340949" sldId="261"/>
            <ac:spMk id="2" creationId="{EDA9C231-D5DA-465F-A0FE-7D2ADD2D8527}"/>
          </ac:spMkLst>
        </pc:spChg>
        <pc:spChg chg="mod">
          <ac:chgData name="SERGIO SPANO'" userId="3abdd0b9-513e-40ac-aad4-56920065037d" providerId="ADAL" clId="{EF38FB83-84DE-44DD-A1FE-F6045F02048F}" dt="2022-03-31T10:27:01.082" v="1161" actId="20577"/>
          <ac:spMkLst>
            <pc:docMk/>
            <pc:sldMk cId="2813340949" sldId="261"/>
            <ac:spMk id="3" creationId="{33EC4C5C-151B-40D5-9119-6BB4EBB2C632}"/>
          </ac:spMkLst>
        </pc:spChg>
        <pc:spChg chg="add mod">
          <ac:chgData name="SERGIO SPANO'" userId="3abdd0b9-513e-40ac-aad4-56920065037d" providerId="ADAL" clId="{EF38FB83-84DE-44DD-A1FE-F6045F02048F}" dt="2022-03-31T10:27:42.632" v="1168" actId="1076"/>
          <ac:spMkLst>
            <pc:docMk/>
            <pc:sldMk cId="2813340949" sldId="261"/>
            <ac:spMk id="7" creationId="{96828057-C231-4D04-9D4B-7639F125C842}"/>
          </ac:spMkLst>
        </pc:spChg>
        <pc:picChg chg="add mod">
          <ac:chgData name="SERGIO SPANO'" userId="3abdd0b9-513e-40ac-aad4-56920065037d" providerId="ADAL" clId="{EF38FB83-84DE-44DD-A1FE-F6045F02048F}" dt="2022-03-31T10:27:18.985" v="1165" actId="1076"/>
          <ac:picMkLst>
            <pc:docMk/>
            <pc:sldMk cId="2813340949" sldId="261"/>
            <ac:picMk id="6" creationId="{83DB7FB2-BD95-4D6F-A5A9-0FDCE89EFB8C}"/>
          </ac:picMkLst>
        </pc:picChg>
      </pc:sldChg>
      <pc:sldChg chg="del">
        <pc:chgData name="SERGIO SPANO'" userId="3abdd0b9-513e-40ac-aad4-56920065037d" providerId="ADAL" clId="{EF38FB83-84DE-44DD-A1FE-F6045F02048F}" dt="2022-03-31T09:35:25.599" v="5" actId="47"/>
        <pc:sldMkLst>
          <pc:docMk/>
          <pc:sldMk cId="3576546250" sldId="261"/>
        </pc:sldMkLst>
      </pc:sldChg>
      <pc:sldChg chg="addSp modSp new mod">
        <pc:chgData name="SERGIO SPANO'" userId="3abdd0b9-513e-40ac-aad4-56920065037d" providerId="ADAL" clId="{EF38FB83-84DE-44DD-A1FE-F6045F02048F}" dt="2022-03-31T10:39:11.177" v="1251" actId="20577"/>
        <pc:sldMkLst>
          <pc:docMk/>
          <pc:sldMk cId="2029537201" sldId="262"/>
        </pc:sldMkLst>
        <pc:spChg chg="mod">
          <ac:chgData name="SERGIO SPANO'" userId="3abdd0b9-513e-40ac-aad4-56920065037d" providerId="ADAL" clId="{EF38FB83-84DE-44DD-A1FE-F6045F02048F}" dt="2022-03-31T10:35:09.877" v="1200" actId="20577"/>
          <ac:spMkLst>
            <pc:docMk/>
            <pc:sldMk cId="2029537201" sldId="262"/>
            <ac:spMk id="2" creationId="{2E9EB870-3970-44D6-A31A-37B4BF6543E1}"/>
          </ac:spMkLst>
        </pc:spChg>
        <pc:spChg chg="mod">
          <ac:chgData name="SERGIO SPANO'" userId="3abdd0b9-513e-40ac-aad4-56920065037d" providerId="ADAL" clId="{EF38FB83-84DE-44DD-A1FE-F6045F02048F}" dt="2022-03-31T10:39:11.177" v="1251" actId="20577"/>
          <ac:spMkLst>
            <pc:docMk/>
            <pc:sldMk cId="2029537201" sldId="262"/>
            <ac:spMk id="3" creationId="{1E02DD1C-FB61-4F34-B04F-BE7BE7EEB7C1}"/>
          </ac:spMkLst>
        </pc:spChg>
        <pc:picChg chg="add mod">
          <ac:chgData name="SERGIO SPANO'" userId="3abdd0b9-513e-40ac-aad4-56920065037d" providerId="ADAL" clId="{EF38FB83-84DE-44DD-A1FE-F6045F02048F}" dt="2022-03-31T10:35:32.640" v="1205" actId="14100"/>
          <ac:picMkLst>
            <pc:docMk/>
            <pc:sldMk cId="2029537201" sldId="262"/>
            <ac:picMk id="6" creationId="{BE7C96E6-F003-4034-A57A-F530DAFD6EA0}"/>
          </ac:picMkLst>
        </pc:picChg>
      </pc:sldChg>
      <pc:sldChg chg="del">
        <pc:chgData name="SERGIO SPANO'" userId="3abdd0b9-513e-40ac-aad4-56920065037d" providerId="ADAL" clId="{EF38FB83-84DE-44DD-A1FE-F6045F02048F}" dt="2022-03-31T09:35:25.908" v="6" actId="47"/>
        <pc:sldMkLst>
          <pc:docMk/>
          <pc:sldMk cId="3844923861" sldId="262"/>
        </pc:sldMkLst>
      </pc:sldChg>
      <pc:sldChg chg="addSp modSp new mod">
        <pc:chgData name="SERGIO SPANO'" userId="3abdd0b9-513e-40ac-aad4-56920065037d" providerId="ADAL" clId="{EF38FB83-84DE-44DD-A1FE-F6045F02048F}" dt="2022-03-31T10:40:43.591" v="1281" actId="20577"/>
        <pc:sldMkLst>
          <pc:docMk/>
          <pc:sldMk cId="107627399" sldId="263"/>
        </pc:sldMkLst>
        <pc:spChg chg="mod">
          <ac:chgData name="SERGIO SPANO'" userId="3abdd0b9-513e-40ac-aad4-56920065037d" providerId="ADAL" clId="{EF38FB83-84DE-44DD-A1FE-F6045F02048F}" dt="2022-03-31T10:39:45.154" v="1256" actId="20577"/>
          <ac:spMkLst>
            <pc:docMk/>
            <pc:sldMk cId="107627399" sldId="263"/>
            <ac:spMk id="2" creationId="{B62E4978-493F-4A2E-93B7-32E776E3FD2F}"/>
          </ac:spMkLst>
        </pc:spChg>
        <pc:spChg chg="mod">
          <ac:chgData name="SERGIO SPANO'" userId="3abdd0b9-513e-40ac-aad4-56920065037d" providerId="ADAL" clId="{EF38FB83-84DE-44DD-A1FE-F6045F02048F}" dt="2022-03-31T10:40:43.591" v="1281" actId="20577"/>
          <ac:spMkLst>
            <pc:docMk/>
            <pc:sldMk cId="107627399" sldId="263"/>
            <ac:spMk id="3" creationId="{EE251109-20FA-41AC-B1AD-3840D720430E}"/>
          </ac:spMkLst>
        </pc:spChg>
        <pc:picChg chg="add mod">
          <ac:chgData name="SERGIO SPANO'" userId="3abdd0b9-513e-40ac-aad4-56920065037d" providerId="ADAL" clId="{EF38FB83-84DE-44DD-A1FE-F6045F02048F}" dt="2022-03-31T10:40:31.396" v="1270" actId="1076"/>
          <ac:picMkLst>
            <pc:docMk/>
            <pc:sldMk cId="107627399" sldId="263"/>
            <ac:picMk id="6" creationId="{776CC6A8-642E-4517-BF2A-8EC39CCD5C0C}"/>
          </ac:picMkLst>
        </pc:picChg>
      </pc:sldChg>
      <pc:sldChg chg="del">
        <pc:chgData name="SERGIO SPANO'" userId="3abdd0b9-513e-40ac-aad4-56920065037d" providerId="ADAL" clId="{EF38FB83-84DE-44DD-A1FE-F6045F02048F}" dt="2022-03-31T09:35:26.215" v="7" actId="47"/>
        <pc:sldMkLst>
          <pc:docMk/>
          <pc:sldMk cId="3302770588" sldId="263"/>
        </pc:sldMkLst>
      </pc:sldChg>
      <pc:sldChg chg="del">
        <pc:chgData name="SERGIO SPANO'" userId="3abdd0b9-513e-40ac-aad4-56920065037d" providerId="ADAL" clId="{EF38FB83-84DE-44DD-A1FE-F6045F02048F}" dt="2022-03-31T09:35:26.497" v="8" actId="47"/>
        <pc:sldMkLst>
          <pc:docMk/>
          <pc:sldMk cId="2266823141" sldId="264"/>
        </pc:sldMkLst>
      </pc:sldChg>
      <pc:sldChg chg="addSp modSp new mod">
        <pc:chgData name="SERGIO SPANO'" userId="3abdd0b9-513e-40ac-aad4-56920065037d" providerId="ADAL" clId="{EF38FB83-84DE-44DD-A1FE-F6045F02048F}" dt="2022-03-31T10:44:18.386" v="1379" actId="1076"/>
        <pc:sldMkLst>
          <pc:docMk/>
          <pc:sldMk cId="4139437653" sldId="264"/>
        </pc:sldMkLst>
        <pc:spChg chg="mod">
          <ac:chgData name="SERGIO SPANO'" userId="3abdd0b9-513e-40ac-aad4-56920065037d" providerId="ADAL" clId="{EF38FB83-84DE-44DD-A1FE-F6045F02048F}" dt="2022-03-31T10:42:33.105" v="1286" actId="20577"/>
          <ac:spMkLst>
            <pc:docMk/>
            <pc:sldMk cId="4139437653" sldId="264"/>
            <ac:spMk id="2" creationId="{E6CA47C5-1ABA-4B46-A56E-DD81B447401F}"/>
          </ac:spMkLst>
        </pc:spChg>
        <pc:spChg chg="mod">
          <ac:chgData name="SERGIO SPANO'" userId="3abdd0b9-513e-40ac-aad4-56920065037d" providerId="ADAL" clId="{EF38FB83-84DE-44DD-A1FE-F6045F02048F}" dt="2022-03-31T10:43:58.240" v="1374" actId="113"/>
          <ac:spMkLst>
            <pc:docMk/>
            <pc:sldMk cId="4139437653" sldId="264"/>
            <ac:spMk id="3" creationId="{D5C9DFBF-6798-4178-8ACC-E41CB33F1221}"/>
          </ac:spMkLst>
        </pc:spChg>
        <pc:picChg chg="add mod">
          <ac:chgData name="SERGIO SPANO'" userId="3abdd0b9-513e-40ac-aad4-56920065037d" providerId="ADAL" clId="{EF38FB83-84DE-44DD-A1FE-F6045F02048F}" dt="2022-03-31T10:44:18.386" v="1379" actId="1076"/>
          <ac:picMkLst>
            <pc:docMk/>
            <pc:sldMk cId="4139437653" sldId="264"/>
            <ac:picMk id="6" creationId="{D65A67E9-841B-4EF0-9432-252DC3B24CC8}"/>
          </ac:picMkLst>
        </pc:picChg>
      </pc:sldChg>
      <pc:sldChg chg="del">
        <pc:chgData name="SERGIO SPANO'" userId="3abdd0b9-513e-40ac-aad4-56920065037d" providerId="ADAL" clId="{EF38FB83-84DE-44DD-A1FE-F6045F02048F}" dt="2022-03-31T09:35:26.910" v="9" actId="47"/>
        <pc:sldMkLst>
          <pc:docMk/>
          <pc:sldMk cId="424410503" sldId="265"/>
        </pc:sldMkLst>
      </pc:sldChg>
      <pc:sldChg chg="addSp modSp new mod">
        <pc:chgData name="SERGIO SPANO'" userId="3abdd0b9-513e-40ac-aad4-56920065037d" providerId="ADAL" clId="{EF38FB83-84DE-44DD-A1FE-F6045F02048F}" dt="2022-03-31T10:58:48.569" v="2028" actId="114"/>
        <pc:sldMkLst>
          <pc:docMk/>
          <pc:sldMk cId="2875466469" sldId="265"/>
        </pc:sldMkLst>
        <pc:spChg chg="mod">
          <ac:chgData name="SERGIO SPANO'" userId="3abdd0b9-513e-40ac-aad4-56920065037d" providerId="ADAL" clId="{EF38FB83-84DE-44DD-A1FE-F6045F02048F}" dt="2022-03-31T10:44:35.402" v="1386" actId="20577"/>
          <ac:spMkLst>
            <pc:docMk/>
            <pc:sldMk cId="2875466469" sldId="265"/>
            <ac:spMk id="2" creationId="{CD94D38C-F682-4C1E-870F-60C8B98BD3A9}"/>
          </ac:spMkLst>
        </pc:spChg>
        <pc:spChg chg="mod">
          <ac:chgData name="SERGIO SPANO'" userId="3abdd0b9-513e-40ac-aad4-56920065037d" providerId="ADAL" clId="{EF38FB83-84DE-44DD-A1FE-F6045F02048F}" dt="2022-03-31T10:58:48.569" v="2028" actId="114"/>
          <ac:spMkLst>
            <pc:docMk/>
            <pc:sldMk cId="2875466469" sldId="265"/>
            <ac:spMk id="3" creationId="{AD26546F-010D-4A96-9A35-C7993813783C}"/>
          </ac:spMkLst>
        </pc:spChg>
        <pc:picChg chg="add mod">
          <ac:chgData name="SERGIO SPANO'" userId="3abdd0b9-513e-40ac-aad4-56920065037d" providerId="ADAL" clId="{EF38FB83-84DE-44DD-A1FE-F6045F02048F}" dt="2022-03-31T10:45:20.151" v="1413" actId="1076"/>
          <ac:picMkLst>
            <pc:docMk/>
            <pc:sldMk cId="2875466469" sldId="265"/>
            <ac:picMk id="6" creationId="{7B9E12B2-B9D2-4F3F-B497-B6D0C78E3737}"/>
          </ac:picMkLst>
        </pc:picChg>
        <pc:picChg chg="add mod">
          <ac:chgData name="SERGIO SPANO'" userId="3abdd0b9-513e-40ac-aad4-56920065037d" providerId="ADAL" clId="{EF38FB83-84DE-44DD-A1FE-F6045F02048F}" dt="2022-03-31T10:45:25.833" v="1415" actId="1076"/>
          <ac:picMkLst>
            <pc:docMk/>
            <pc:sldMk cId="2875466469" sldId="265"/>
            <ac:picMk id="7" creationId="{8A2521B7-20AF-416B-8211-9A2E15E6C537}"/>
          </ac:picMkLst>
        </pc:picChg>
      </pc:sldChg>
      <pc:sldChg chg="del">
        <pc:chgData name="SERGIO SPANO'" userId="3abdd0b9-513e-40ac-aad4-56920065037d" providerId="ADAL" clId="{EF38FB83-84DE-44DD-A1FE-F6045F02048F}" dt="2022-03-31T09:35:27.202" v="10" actId="47"/>
        <pc:sldMkLst>
          <pc:docMk/>
          <pc:sldMk cId="1798020056" sldId="266"/>
        </pc:sldMkLst>
      </pc:sldChg>
      <pc:sldChg chg="addSp modSp new mod">
        <pc:chgData name="SERGIO SPANO'" userId="3abdd0b9-513e-40ac-aad4-56920065037d" providerId="ADAL" clId="{EF38FB83-84DE-44DD-A1FE-F6045F02048F}" dt="2022-03-31T10:59:58.505" v="2052" actId="1076"/>
        <pc:sldMkLst>
          <pc:docMk/>
          <pc:sldMk cId="2456961451" sldId="266"/>
        </pc:sldMkLst>
        <pc:spChg chg="mod">
          <ac:chgData name="SERGIO SPANO'" userId="3abdd0b9-513e-40ac-aad4-56920065037d" providerId="ADAL" clId="{EF38FB83-84DE-44DD-A1FE-F6045F02048F}" dt="2022-03-31T10:59:25.842" v="2045"/>
          <ac:spMkLst>
            <pc:docMk/>
            <pc:sldMk cId="2456961451" sldId="266"/>
            <ac:spMk id="2" creationId="{F5EA5799-1371-4A89-834D-327F186763AA}"/>
          </ac:spMkLst>
        </pc:spChg>
        <pc:spChg chg="mod">
          <ac:chgData name="SERGIO SPANO'" userId="3abdd0b9-513e-40ac-aad4-56920065037d" providerId="ADAL" clId="{EF38FB83-84DE-44DD-A1FE-F6045F02048F}" dt="2022-03-31T10:59:42.241" v="2048" actId="12"/>
          <ac:spMkLst>
            <pc:docMk/>
            <pc:sldMk cId="2456961451" sldId="266"/>
            <ac:spMk id="3" creationId="{2A973F2D-FFE7-49AC-85FC-DC9191E427FF}"/>
          </ac:spMkLst>
        </pc:spChg>
        <pc:picChg chg="add mod">
          <ac:chgData name="SERGIO SPANO'" userId="3abdd0b9-513e-40ac-aad4-56920065037d" providerId="ADAL" clId="{EF38FB83-84DE-44DD-A1FE-F6045F02048F}" dt="2022-03-31T10:59:58.505" v="2052" actId="1076"/>
          <ac:picMkLst>
            <pc:docMk/>
            <pc:sldMk cId="2456961451" sldId="266"/>
            <ac:picMk id="6" creationId="{53AC18D7-2FD9-4CCF-A11F-5FF8E3F194E7}"/>
          </ac:picMkLst>
        </pc:picChg>
      </pc:sldChg>
      <pc:sldChg chg="modSp new mod">
        <pc:chgData name="SERGIO SPANO'" userId="3abdd0b9-513e-40ac-aad4-56920065037d" providerId="ADAL" clId="{EF38FB83-84DE-44DD-A1FE-F6045F02048F}" dt="2022-03-31T11:03:26.749" v="2222" actId="20577"/>
        <pc:sldMkLst>
          <pc:docMk/>
          <pc:sldMk cId="156885306" sldId="267"/>
        </pc:sldMkLst>
        <pc:spChg chg="mod">
          <ac:chgData name="SERGIO SPANO'" userId="3abdd0b9-513e-40ac-aad4-56920065037d" providerId="ADAL" clId="{EF38FB83-84DE-44DD-A1FE-F6045F02048F}" dt="2022-03-31T11:00:26.481" v="2068" actId="20577"/>
          <ac:spMkLst>
            <pc:docMk/>
            <pc:sldMk cId="156885306" sldId="267"/>
            <ac:spMk id="2" creationId="{779624DA-209E-4ECE-A2BB-23E273C28A0D}"/>
          </ac:spMkLst>
        </pc:spChg>
        <pc:spChg chg="mod">
          <ac:chgData name="SERGIO SPANO'" userId="3abdd0b9-513e-40ac-aad4-56920065037d" providerId="ADAL" clId="{EF38FB83-84DE-44DD-A1FE-F6045F02048F}" dt="2022-03-31T11:03:26.749" v="2222" actId="20577"/>
          <ac:spMkLst>
            <pc:docMk/>
            <pc:sldMk cId="156885306" sldId="267"/>
            <ac:spMk id="3" creationId="{C7D01ED0-DFB2-44FE-9E0F-0BC6632A8EBA}"/>
          </ac:spMkLst>
        </pc:spChg>
      </pc:sldChg>
      <pc:sldChg chg="del">
        <pc:chgData name="SERGIO SPANO'" userId="3abdd0b9-513e-40ac-aad4-56920065037d" providerId="ADAL" clId="{EF38FB83-84DE-44DD-A1FE-F6045F02048F}" dt="2022-03-31T09:35:27.335" v="11" actId="47"/>
        <pc:sldMkLst>
          <pc:docMk/>
          <pc:sldMk cId="3634457305" sldId="267"/>
        </pc:sldMkLst>
      </pc:sldChg>
      <pc:sldChg chg="addSp modSp new mod">
        <pc:chgData name="SERGIO SPANO'" userId="3abdd0b9-513e-40ac-aad4-56920065037d" providerId="ADAL" clId="{EF38FB83-84DE-44DD-A1FE-F6045F02048F}" dt="2022-03-31T11:15:25.794" v="2440" actId="20577"/>
        <pc:sldMkLst>
          <pc:docMk/>
          <pc:sldMk cId="1254998778" sldId="268"/>
        </pc:sldMkLst>
        <pc:spChg chg="mod">
          <ac:chgData name="SERGIO SPANO'" userId="3abdd0b9-513e-40ac-aad4-56920065037d" providerId="ADAL" clId="{EF38FB83-84DE-44DD-A1FE-F6045F02048F}" dt="2022-03-31T11:07:11.326" v="2227" actId="404"/>
          <ac:spMkLst>
            <pc:docMk/>
            <pc:sldMk cId="1254998778" sldId="268"/>
            <ac:spMk id="2" creationId="{BE78B258-502D-4645-AD84-266F7C0EC1E0}"/>
          </ac:spMkLst>
        </pc:spChg>
        <pc:spChg chg="mod">
          <ac:chgData name="SERGIO SPANO'" userId="3abdd0b9-513e-40ac-aad4-56920065037d" providerId="ADAL" clId="{EF38FB83-84DE-44DD-A1FE-F6045F02048F}" dt="2022-03-31T11:15:25.794" v="2440" actId="20577"/>
          <ac:spMkLst>
            <pc:docMk/>
            <pc:sldMk cId="1254998778" sldId="268"/>
            <ac:spMk id="3" creationId="{33781022-95CA-4871-9884-D1468154C3F8}"/>
          </ac:spMkLst>
        </pc:spChg>
        <pc:spChg chg="add mod">
          <ac:chgData name="SERGIO SPANO'" userId="3abdd0b9-513e-40ac-aad4-56920065037d" providerId="ADAL" clId="{EF38FB83-84DE-44DD-A1FE-F6045F02048F}" dt="2022-03-31T11:11:04.373" v="2420" actId="1076"/>
          <ac:spMkLst>
            <pc:docMk/>
            <pc:sldMk cId="1254998778" sldId="268"/>
            <ac:spMk id="7" creationId="{DC97674E-5BF6-4C03-AB3C-9EB0D1D3288D}"/>
          </ac:spMkLst>
        </pc:spChg>
        <pc:picChg chg="add mod">
          <ac:chgData name="SERGIO SPANO'" userId="3abdd0b9-513e-40ac-aad4-56920065037d" providerId="ADAL" clId="{EF38FB83-84DE-44DD-A1FE-F6045F02048F}" dt="2022-03-31T11:10:18.257" v="2349" actId="1076"/>
          <ac:picMkLst>
            <pc:docMk/>
            <pc:sldMk cId="1254998778" sldId="268"/>
            <ac:picMk id="6" creationId="{17118448-C66B-4E4B-A99F-3FFB327C6DE6}"/>
          </ac:picMkLst>
        </pc:picChg>
      </pc:sldChg>
      <pc:sldChg chg="del">
        <pc:chgData name="SERGIO SPANO'" userId="3abdd0b9-513e-40ac-aad4-56920065037d" providerId="ADAL" clId="{EF38FB83-84DE-44DD-A1FE-F6045F02048F}" dt="2022-03-31T09:35:27.801" v="12" actId="47"/>
        <pc:sldMkLst>
          <pc:docMk/>
          <pc:sldMk cId="3735658554" sldId="268"/>
        </pc:sldMkLst>
      </pc:sldChg>
      <pc:sldChg chg="del">
        <pc:chgData name="SERGIO SPANO'" userId="3abdd0b9-513e-40ac-aad4-56920065037d" providerId="ADAL" clId="{EF38FB83-84DE-44DD-A1FE-F6045F02048F}" dt="2022-03-31T09:35:28.056" v="13" actId="47"/>
        <pc:sldMkLst>
          <pc:docMk/>
          <pc:sldMk cId="3292532312" sldId="269"/>
        </pc:sldMkLst>
      </pc:sldChg>
      <pc:sldChg chg="modSp new mod">
        <pc:chgData name="SERGIO SPANO'" userId="3abdd0b9-513e-40ac-aad4-56920065037d" providerId="ADAL" clId="{EF38FB83-84DE-44DD-A1FE-F6045F02048F}" dt="2022-03-31T12:13:11.196" v="2601" actId="403"/>
        <pc:sldMkLst>
          <pc:docMk/>
          <pc:sldMk cId="4101812665" sldId="269"/>
        </pc:sldMkLst>
        <pc:spChg chg="mod">
          <ac:chgData name="SERGIO SPANO'" userId="3abdd0b9-513e-40ac-aad4-56920065037d" providerId="ADAL" clId="{EF38FB83-84DE-44DD-A1FE-F6045F02048F}" dt="2022-03-31T11:46:36.806" v="2443" actId="27636"/>
          <ac:spMkLst>
            <pc:docMk/>
            <pc:sldMk cId="4101812665" sldId="269"/>
            <ac:spMk id="2" creationId="{7F0CD9A1-922A-48C2-9725-EC895777DBCB}"/>
          </ac:spMkLst>
        </pc:spChg>
        <pc:spChg chg="mod">
          <ac:chgData name="SERGIO SPANO'" userId="3abdd0b9-513e-40ac-aad4-56920065037d" providerId="ADAL" clId="{EF38FB83-84DE-44DD-A1FE-F6045F02048F}" dt="2022-03-31T12:13:11.196" v="2601" actId="403"/>
          <ac:spMkLst>
            <pc:docMk/>
            <pc:sldMk cId="4101812665" sldId="269"/>
            <ac:spMk id="3" creationId="{9BC4714A-2EDF-40E7-8A0A-DB8DC74315B3}"/>
          </ac:spMkLst>
        </pc:spChg>
      </pc:sldChg>
      <pc:sldChg chg="addSp modSp new mod">
        <pc:chgData name="SERGIO SPANO'" userId="3abdd0b9-513e-40ac-aad4-56920065037d" providerId="ADAL" clId="{EF38FB83-84DE-44DD-A1FE-F6045F02048F}" dt="2022-03-31T11:49:07.605" v="2512" actId="1076"/>
        <pc:sldMkLst>
          <pc:docMk/>
          <pc:sldMk cId="1588936678" sldId="270"/>
        </pc:sldMkLst>
        <pc:spChg chg="mod">
          <ac:chgData name="SERGIO SPANO'" userId="3abdd0b9-513e-40ac-aad4-56920065037d" providerId="ADAL" clId="{EF38FB83-84DE-44DD-A1FE-F6045F02048F}" dt="2022-03-31T11:48:11.178" v="2472" actId="27636"/>
          <ac:spMkLst>
            <pc:docMk/>
            <pc:sldMk cId="1588936678" sldId="270"/>
            <ac:spMk id="2" creationId="{D72C6E11-8827-4DBD-9114-248703DF8A34}"/>
          </ac:spMkLst>
        </pc:spChg>
        <pc:spChg chg="mod">
          <ac:chgData name="SERGIO SPANO'" userId="3abdd0b9-513e-40ac-aad4-56920065037d" providerId="ADAL" clId="{EF38FB83-84DE-44DD-A1FE-F6045F02048F}" dt="2022-03-31T11:48:52.094" v="2502" actId="404"/>
          <ac:spMkLst>
            <pc:docMk/>
            <pc:sldMk cId="1588936678" sldId="270"/>
            <ac:spMk id="3" creationId="{A2A897D7-3843-4846-AE69-5490E7F8F14A}"/>
          </ac:spMkLst>
        </pc:spChg>
        <pc:picChg chg="add mod">
          <ac:chgData name="SERGIO SPANO'" userId="3abdd0b9-513e-40ac-aad4-56920065037d" providerId="ADAL" clId="{EF38FB83-84DE-44DD-A1FE-F6045F02048F}" dt="2022-03-31T11:49:07.605" v="2512" actId="1076"/>
          <ac:picMkLst>
            <pc:docMk/>
            <pc:sldMk cId="1588936678" sldId="270"/>
            <ac:picMk id="6" creationId="{0B9C45D8-E1F0-4712-AA5A-ABCC4F100041}"/>
          </ac:picMkLst>
        </pc:picChg>
        <pc:picChg chg="add mod">
          <ac:chgData name="SERGIO SPANO'" userId="3abdd0b9-513e-40ac-aad4-56920065037d" providerId="ADAL" clId="{EF38FB83-84DE-44DD-A1FE-F6045F02048F}" dt="2022-03-31T11:49:06.582" v="2511" actId="1076"/>
          <ac:picMkLst>
            <pc:docMk/>
            <pc:sldMk cId="1588936678" sldId="270"/>
            <ac:picMk id="7" creationId="{0131EBB9-44DB-455F-98C7-6073F209E7A9}"/>
          </ac:picMkLst>
        </pc:picChg>
      </pc:sldChg>
      <pc:sldChg chg="del">
        <pc:chgData name="SERGIO SPANO'" userId="3abdd0b9-513e-40ac-aad4-56920065037d" providerId="ADAL" clId="{EF38FB83-84DE-44DD-A1FE-F6045F02048F}" dt="2022-03-31T09:35:28.283" v="14" actId="47"/>
        <pc:sldMkLst>
          <pc:docMk/>
          <pc:sldMk cId="2345880812" sldId="270"/>
        </pc:sldMkLst>
      </pc:sldChg>
      <pc:sldChg chg="del">
        <pc:chgData name="SERGIO SPANO'" userId="3abdd0b9-513e-40ac-aad4-56920065037d" providerId="ADAL" clId="{EF38FB83-84DE-44DD-A1FE-F6045F02048F}" dt="2022-03-31T09:35:28.677" v="15" actId="47"/>
        <pc:sldMkLst>
          <pc:docMk/>
          <pc:sldMk cId="2932842921" sldId="271"/>
        </pc:sldMkLst>
      </pc:sldChg>
      <pc:sldChg chg="addSp modSp new mod">
        <pc:chgData name="SERGIO SPANO'" userId="3abdd0b9-513e-40ac-aad4-56920065037d" providerId="ADAL" clId="{EF38FB83-84DE-44DD-A1FE-F6045F02048F}" dt="2022-03-31T11:52:24.697" v="2523" actId="1076"/>
        <pc:sldMkLst>
          <pc:docMk/>
          <pc:sldMk cId="3003810364" sldId="271"/>
        </pc:sldMkLst>
        <pc:spChg chg="mod">
          <ac:chgData name="SERGIO SPANO'" userId="3abdd0b9-513e-40ac-aad4-56920065037d" providerId="ADAL" clId="{EF38FB83-84DE-44DD-A1FE-F6045F02048F}" dt="2022-03-31T11:52:01.672" v="2515" actId="27636"/>
          <ac:spMkLst>
            <pc:docMk/>
            <pc:sldMk cId="3003810364" sldId="271"/>
            <ac:spMk id="2" creationId="{BAA592A9-1042-4478-8815-547E04983083}"/>
          </ac:spMkLst>
        </pc:spChg>
        <pc:spChg chg="mod">
          <ac:chgData name="SERGIO SPANO'" userId="3abdd0b9-513e-40ac-aad4-56920065037d" providerId="ADAL" clId="{EF38FB83-84DE-44DD-A1FE-F6045F02048F}" dt="2022-03-31T11:52:10.334" v="2517" actId="5793"/>
          <ac:spMkLst>
            <pc:docMk/>
            <pc:sldMk cId="3003810364" sldId="271"/>
            <ac:spMk id="3" creationId="{0476B3F9-F2A8-43A6-8A77-303FCA696818}"/>
          </ac:spMkLst>
        </pc:spChg>
        <pc:picChg chg="add mod">
          <ac:chgData name="SERGIO SPANO'" userId="3abdd0b9-513e-40ac-aad4-56920065037d" providerId="ADAL" clId="{EF38FB83-84DE-44DD-A1FE-F6045F02048F}" dt="2022-03-31T11:52:24.697" v="2523" actId="1076"/>
          <ac:picMkLst>
            <pc:docMk/>
            <pc:sldMk cId="3003810364" sldId="271"/>
            <ac:picMk id="6" creationId="{7E5954B5-A16E-4C4B-91EA-4F9CB3723AE9}"/>
          </ac:picMkLst>
        </pc:picChg>
        <pc:picChg chg="add mod">
          <ac:chgData name="SERGIO SPANO'" userId="3abdd0b9-513e-40ac-aad4-56920065037d" providerId="ADAL" clId="{EF38FB83-84DE-44DD-A1FE-F6045F02048F}" dt="2022-03-31T11:52:21.963" v="2521" actId="1076"/>
          <ac:picMkLst>
            <pc:docMk/>
            <pc:sldMk cId="3003810364" sldId="271"/>
            <ac:picMk id="7" creationId="{6D70C5DF-8F3C-427D-AA63-74DFCA65A449}"/>
          </ac:picMkLst>
        </pc:picChg>
      </pc:sldChg>
      <pc:sldChg chg="addSp modSp new mod">
        <pc:chgData name="SERGIO SPANO'" userId="3abdd0b9-513e-40ac-aad4-56920065037d" providerId="ADAL" clId="{EF38FB83-84DE-44DD-A1FE-F6045F02048F}" dt="2022-03-31T11:53:12.983" v="2542" actId="113"/>
        <pc:sldMkLst>
          <pc:docMk/>
          <pc:sldMk cId="2331242970" sldId="272"/>
        </pc:sldMkLst>
        <pc:spChg chg="mod">
          <ac:chgData name="SERGIO SPANO'" userId="3abdd0b9-513e-40ac-aad4-56920065037d" providerId="ADAL" clId="{EF38FB83-84DE-44DD-A1FE-F6045F02048F}" dt="2022-03-31T11:52:32.363" v="2526" actId="27636"/>
          <ac:spMkLst>
            <pc:docMk/>
            <pc:sldMk cId="2331242970" sldId="272"/>
            <ac:spMk id="2" creationId="{F08C550F-6091-4D92-8C98-91DF3EB87300}"/>
          </ac:spMkLst>
        </pc:spChg>
        <pc:spChg chg="mod">
          <ac:chgData name="SERGIO SPANO'" userId="3abdd0b9-513e-40ac-aad4-56920065037d" providerId="ADAL" clId="{EF38FB83-84DE-44DD-A1FE-F6045F02048F}" dt="2022-03-31T11:52:53.803" v="2529" actId="15"/>
          <ac:spMkLst>
            <pc:docMk/>
            <pc:sldMk cId="2331242970" sldId="272"/>
            <ac:spMk id="3" creationId="{5CB4182A-EE8C-48FF-9F0F-94D2B2D84429}"/>
          </ac:spMkLst>
        </pc:spChg>
        <pc:spChg chg="add mod">
          <ac:chgData name="SERGIO SPANO'" userId="3abdd0b9-513e-40ac-aad4-56920065037d" providerId="ADAL" clId="{EF38FB83-84DE-44DD-A1FE-F6045F02048F}" dt="2022-03-31T11:53:12.983" v="2542" actId="113"/>
          <ac:spMkLst>
            <pc:docMk/>
            <pc:sldMk cId="2331242970" sldId="272"/>
            <ac:spMk id="7" creationId="{105A38B6-0F01-4253-9C72-D4188336DFEB}"/>
          </ac:spMkLst>
        </pc:spChg>
        <pc:picChg chg="add mod">
          <ac:chgData name="SERGIO SPANO'" userId="3abdd0b9-513e-40ac-aad4-56920065037d" providerId="ADAL" clId="{EF38FB83-84DE-44DD-A1FE-F6045F02048F}" dt="2022-03-31T11:53:00.742" v="2533" actId="1076"/>
          <ac:picMkLst>
            <pc:docMk/>
            <pc:sldMk cId="2331242970" sldId="272"/>
            <ac:picMk id="6" creationId="{9E671A3C-4317-4E17-A24C-9280E7F782DD}"/>
          </ac:picMkLst>
        </pc:picChg>
      </pc:sldChg>
      <pc:sldChg chg="del">
        <pc:chgData name="SERGIO SPANO'" userId="3abdd0b9-513e-40ac-aad4-56920065037d" providerId="ADAL" clId="{EF38FB83-84DE-44DD-A1FE-F6045F02048F}" dt="2022-03-31T09:35:29.076" v="17" actId="47"/>
        <pc:sldMkLst>
          <pc:docMk/>
          <pc:sldMk cId="2459133886" sldId="272"/>
        </pc:sldMkLst>
      </pc:sldChg>
      <pc:sldChg chg="del">
        <pc:chgData name="SERGIO SPANO'" userId="3abdd0b9-513e-40ac-aad4-56920065037d" providerId="ADAL" clId="{EF38FB83-84DE-44DD-A1FE-F6045F02048F}" dt="2022-03-31T09:35:29.053" v="16" actId="47"/>
        <pc:sldMkLst>
          <pc:docMk/>
          <pc:sldMk cId="1591051637" sldId="273"/>
        </pc:sldMkLst>
      </pc:sldChg>
      <pc:sldChg chg="addSp modSp new mod">
        <pc:chgData name="SERGIO SPANO'" userId="3abdd0b9-513e-40ac-aad4-56920065037d" providerId="ADAL" clId="{EF38FB83-84DE-44DD-A1FE-F6045F02048F}" dt="2022-03-31T12:10:46.396" v="2560" actId="20577"/>
        <pc:sldMkLst>
          <pc:docMk/>
          <pc:sldMk cId="3942099409" sldId="273"/>
        </pc:sldMkLst>
        <pc:spChg chg="mod">
          <ac:chgData name="SERGIO SPANO'" userId="3abdd0b9-513e-40ac-aad4-56920065037d" providerId="ADAL" clId="{EF38FB83-84DE-44DD-A1FE-F6045F02048F}" dt="2022-03-31T11:53:22.426" v="2545" actId="27636"/>
          <ac:spMkLst>
            <pc:docMk/>
            <pc:sldMk cId="3942099409" sldId="273"/>
            <ac:spMk id="2" creationId="{F724CFA9-5055-4073-BC8C-91403829AD3B}"/>
          </ac:spMkLst>
        </pc:spChg>
        <pc:spChg chg="mod">
          <ac:chgData name="SERGIO SPANO'" userId="3abdd0b9-513e-40ac-aad4-56920065037d" providerId="ADAL" clId="{EF38FB83-84DE-44DD-A1FE-F6045F02048F}" dt="2022-03-31T12:10:46.396" v="2560" actId="20577"/>
          <ac:spMkLst>
            <pc:docMk/>
            <pc:sldMk cId="3942099409" sldId="273"/>
            <ac:spMk id="3" creationId="{357F378C-ECE9-493F-80DB-E1983A3416A8}"/>
          </ac:spMkLst>
        </pc:spChg>
        <pc:picChg chg="add mod">
          <ac:chgData name="SERGIO SPANO'" userId="3abdd0b9-513e-40ac-aad4-56920065037d" providerId="ADAL" clId="{EF38FB83-84DE-44DD-A1FE-F6045F02048F}" dt="2022-03-31T11:53:51.333" v="2554" actId="1076"/>
          <ac:picMkLst>
            <pc:docMk/>
            <pc:sldMk cId="3942099409" sldId="273"/>
            <ac:picMk id="6" creationId="{FAB5456D-2455-433B-87E0-272977AA35CA}"/>
          </ac:picMkLst>
        </pc:picChg>
      </pc:sldChg>
      <pc:sldChg chg="del">
        <pc:chgData name="SERGIO SPANO'" userId="3abdd0b9-513e-40ac-aad4-56920065037d" providerId="ADAL" clId="{EF38FB83-84DE-44DD-A1FE-F6045F02048F}" dt="2022-03-31T09:35:29.317" v="18" actId="47"/>
        <pc:sldMkLst>
          <pc:docMk/>
          <pc:sldMk cId="305149232" sldId="274"/>
        </pc:sldMkLst>
      </pc:sldChg>
      <pc:sldChg chg="addSp modSp new mod">
        <pc:chgData name="SERGIO SPANO'" userId="3abdd0b9-513e-40ac-aad4-56920065037d" providerId="ADAL" clId="{EF38FB83-84DE-44DD-A1FE-F6045F02048F}" dt="2022-03-31T12:12:08.685" v="2577" actId="1076"/>
        <pc:sldMkLst>
          <pc:docMk/>
          <pc:sldMk cId="762601299" sldId="274"/>
        </pc:sldMkLst>
        <pc:spChg chg="mod">
          <ac:chgData name="SERGIO SPANO'" userId="3abdd0b9-513e-40ac-aad4-56920065037d" providerId="ADAL" clId="{EF38FB83-84DE-44DD-A1FE-F6045F02048F}" dt="2022-03-31T12:10:52.549" v="2562" actId="27636"/>
          <ac:spMkLst>
            <pc:docMk/>
            <pc:sldMk cId="762601299" sldId="274"/>
            <ac:spMk id="2" creationId="{51472CF7-2F78-4765-B27F-24D3695EC6DC}"/>
          </ac:spMkLst>
        </pc:spChg>
        <pc:spChg chg="mod">
          <ac:chgData name="SERGIO SPANO'" userId="3abdd0b9-513e-40ac-aad4-56920065037d" providerId="ADAL" clId="{EF38FB83-84DE-44DD-A1FE-F6045F02048F}" dt="2022-03-31T12:11:01.537" v="2564" actId="15"/>
          <ac:spMkLst>
            <pc:docMk/>
            <pc:sldMk cId="762601299" sldId="274"/>
            <ac:spMk id="3" creationId="{2BA72175-75FB-48AE-B00A-C6966DFA580C}"/>
          </ac:spMkLst>
        </pc:spChg>
        <pc:picChg chg="add mod">
          <ac:chgData name="SERGIO SPANO'" userId="3abdd0b9-513e-40ac-aad4-56920065037d" providerId="ADAL" clId="{EF38FB83-84DE-44DD-A1FE-F6045F02048F}" dt="2022-03-31T12:12:08.685" v="2577" actId="1076"/>
          <ac:picMkLst>
            <pc:docMk/>
            <pc:sldMk cId="762601299" sldId="274"/>
            <ac:picMk id="6" creationId="{14312837-7A43-441B-8FDB-172C737B7033}"/>
          </ac:picMkLst>
        </pc:picChg>
        <pc:picChg chg="add mod">
          <ac:chgData name="SERGIO SPANO'" userId="3abdd0b9-513e-40ac-aad4-56920065037d" providerId="ADAL" clId="{EF38FB83-84DE-44DD-A1FE-F6045F02048F}" dt="2022-03-31T12:12:06.188" v="2575" actId="1076"/>
          <ac:picMkLst>
            <pc:docMk/>
            <pc:sldMk cId="762601299" sldId="274"/>
            <ac:picMk id="1026" creationId="{CFB86743-C256-453F-B6CA-4D78AD4AA780}"/>
          </ac:picMkLst>
        </pc:picChg>
      </pc:sldChg>
      <pc:sldChg chg="addSp modSp new mod">
        <pc:chgData name="SERGIO SPANO'" userId="3abdd0b9-513e-40ac-aad4-56920065037d" providerId="ADAL" clId="{EF38FB83-84DE-44DD-A1FE-F6045F02048F}" dt="2022-03-31T12:13:42.750" v="2603" actId="20577"/>
        <pc:sldMkLst>
          <pc:docMk/>
          <pc:sldMk cId="174399053" sldId="275"/>
        </pc:sldMkLst>
        <pc:spChg chg="mod">
          <ac:chgData name="SERGIO SPANO'" userId="3abdd0b9-513e-40ac-aad4-56920065037d" providerId="ADAL" clId="{EF38FB83-84DE-44DD-A1FE-F6045F02048F}" dt="2022-03-31T12:12:23.080" v="2594" actId="20577"/>
          <ac:spMkLst>
            <pc:docMk/>
            <pc:sldMk cId="174399053" sldId="275"/>
            <ac:spMk id="2" creationId="{23B5562C-0DE2-4CB2-B497-BD2BECAE36BB}"/>
          </ac:spMkLst>
        </pc:spChg>
        <pc:spChg chg="mod">
          <ac:chgData name="SERGIO SPANO'" userId="3abdd0b9-513e-40ac-aad4-56920065037d" providerId="ADAL" clId="{EF38FB83-84DE-44DD-A1FE-F6045F02048F}" dt="2022-03-31T12:13:42.750" v="2603" actId="20577"/>
          <ac:spMkLst>
            <pc:docMk/>
            <pc:sldMk cId="174399053" sldId="275"/>
            <ac:spMk id="3" creationId="{10192159-DAF1-4718-8F47-68174F83E7D0}"/>
          </ac:spMkLst>
        </pc:spChg>
        <pc:picChg chg="add mod">
          <ac:chgData name="SERGIO SPANO'" userId="3abdd0b9-513e-40ac-aad4-56920065037d" providerId="ADAL" clId="{EF38FB83-84DE-44DD-A1FE-F6045F02048F}" dt="2022-03-31T12:12:43.662" v="2600" actId="1076"/>
          <ac:picMkLst>
            <pc:docMk/>
            <pc:sldMk cId="174399053" sldId="275"/>
            <ac:picMk id="6" creationId="{10FCDFC1-6FB0-4DCD-B2B0-A5598BFB4097}"/>
          </ac:picMkLst>
        </pc:picChg>
      </pc:sldChg>
      <pc:sldChg chg="del">
        <pc:chgData name="SERGIO SPANO'" userId="3abdd0b9-513e-40ac-aad4-56920065037d" providerId="ADAL" clId="{EF38FB83-84DE-44DD-A1FE-F6045F02048F}" dt="2022-03-31T09:35:29.597" v="19" actId="47"/>
        <pc:sldMkLst>
          <pc:docMk/>
          <pc:sldMk cId="3677888286" sldId="275"/>
        </pc:sldMkLst>
      </pc:sldChg>
      <pc:sldChg chg="addSp modSp new mod">
        <pc:chgData name="SERGIO SPANO'" userId="3abdd0b9-513e-40ac-aad4-56920065037d" providerId="ADAL" clId="{EF38FB83-84DE-44DD-A1FE-F6045F02048F}" dt="2022-03-31T12:21:04.235" v="2620" actId="1076"/>
        <pc:sldMkLst>
          <pc:docMk/>
          <pc:sldMk cId="901720352" sldId="276"/>
        </pc:sldMkLst>
        <pc:spChg chg="mod">
          <ac:chgData name="SERGIO SPANO'" userId="3abdd0b9-513e-40ac-aad4-56920065037d" providerId="ADAL" clId="{EF38FB83-84DE-44DD-A1FE-F6045F02048F}" dt="2022-03-31T12:20:41.314" v="2606" actId="27636"/>
          <ac:spMkLst>
            <pc:docMk/>
            <pc:sldMk cId="901720352" sldId="276"/>
            <ac:spMk id="2" creationId="{23AF8349-A31D-4DB5-BB42-43A461B9CA97}"/>
          </ac:spMkLst>
        </pc:spChg>
        <pc:spChg chg="mod">
          <ac:chgData name="SERGIO SPANO'" userId="3abdd0b9-513e-40ac-aad4-56920065037d" providerId="ADAL" clId="{EF38FB83-84DE-44DD-A1FE-F6045F02048F}" dt="2022-03-31T12:20:54.597" v="2616" actId="20577"/>
          <ac:spMkLst>
            <pc:docMk/>
            <pc:sldMk cId="901720352" sldId="276"/>
            <ac:spMk id="3" creationId="{35477BF6-AAC6-42D2-B0D8-40B34E818591}"/>
          </ac:spMkLst>
        </pc:spChg>
        <pc:picChg chg="add mod">
          <ac:chgData name="SERGIO SPANO'" userId="3abdd0b9-513e-40ac-aad4-56920065037d" providerId="ADAL" clId="{EF38FB83-84DE-44DD-A1FE-F6045F02048F}" dt="2022-03-31T12:21:04.235" v="2620" actId="1076"/>
          <ac:picMkLst>
            <pc:docMk/>
            <pc:sldMk cId="901720352" sldId="276"/>
            <ac:picMk id="6" creationId="{4CC98D56-479C-47C7-87C7-05E28E18C8D2}"/>
          </ac:picMkLst>
        </pc:picChg>
      </pc:sldChg>
      <pc:sldChg chg="del">
        <pc:chgData name="SERGIO SPANO'" userId="3abdd0b9-513e-40ac-aad4-56920065037d" providerId="ADAL" clId="{EF38FB83-84DE-44DD-A1FE-F6045F02048F}" dt="2022-03-31T09:35:29.932" v="20" actId="47"/>
        <pc:sldMkLst>
          <pc:docMk/>
          <pc:sldMk cId="4001204634" sldId="276"/>
        </pc:sldMkLst>
      </pc:sldChg>
      <pc:sldChg chg="del">
        <pc:chgData name="SERGIO SPANO'" userId="3abdd0b9-513e-40ac-aad4-56920065037d" providerId="ADAL" clId="{EF38FB83-84DE-44DD-A1FE-F6045F02048F}" dt="2022-03-31T09:35:30.106" v="21" actId="47"/>
        <pc:sldMkLst>
          <pc:docMk/>
          <pc:sldMk cId="3143984764" sldId="277"/>
        </pc:sldMkLst>
      </pc:sldChg>
      <pc:sldChg chg="modSp new mod">
        <pc:chgData name="SERGIO SPANO'" userId="3abdd0b9-513e-40ac-aad4-56920065037d" providerId="ADAL" clId="{EF38FB83-84DE-44DD-A1FE-F6045F02048F}" dt="2022-03-31T12:21:36.799" v="2643" actId="20577"/>
        <pc:sldMkLst>
          <pc:docMk/>
          <pc:sldMk cId="4029004925" sldId="277"/>
        </pc:sldMkLst>
        <pc:spChg chg="mod">
          <ac:chgData name="SERGIO SPANO'" userId="3abdd0b9-513e-40ac-aad4-56920065037d" providerId="ADAL" clId="{EF38FB83-84DE-44DD-A1FE-F6045F02048F}" dt="2022-03-31T12:21:10.548" v="2627" actId="20577"/>
          <ac:spMkLst>
            <pc:docMk/>
            <pc:sldMk cId="4029004925" sldId="277"/>
            <ac:spMk id="2" creationId="{B1B7F8BA-17A8-40F8-8DA5-1AA79A29290C}"/>
          </ac:spMkLst>
        </pc:spChg>
        <pc:spChg chg="mod">
          <ac:chgData name="SERGIO SPANO'" userId="3abdd0b9-513e-40ac-aad4-56920065037d" providerId="ADAL" clId="{EF38FB83-84DE-44DD-A1FE-F6045F02048F}" dt="2022-03-31T12:21:36.799" v="2643" actId="20577"/>
          <ac:spMkLst>
            <pc:docMk/>
            <pc:sldMk cId="4029004925" sldId="277"/>
            <ac:spMk id="3" creationId="{E4A1CED4-9BEE-4353-B220-63D94360B08C}"/>
          </ac:spMkLst>
        </pc:spChg>
      </pc:sldChg>
      <pc:sldChg chg="del">
        <pc:chgData name="SERGIO SPANO'" userId="3abdd0b9-513e-40ac-aad4-56920065037d" providerId="ADAL" clId="{EF38FB83-84DE-44DD-A1FE-F6045F02048F}" dt="2022-03-31T09:35:30.295" v="22" actId="47"/>
        <pc:sldMkLst>
          <pc:docMk/>
          <pc:sldMk cId="128687951" sldId="278"/>
        </pc:sldMkLst>
      </pc:sldChg>
      <pc:sldChg chg="del">
        <pc:chgData name="SERGIO SPANO'" userId="3abdd0b9-513e-40ac-aad4-56920065037d" providerId="ADAL" clId="{EF38FB83-84DE-44DD-A1FE-F6045F02048F}" dt="2022-03-31T09:35:30.502" v="23" actId="47"/>
        <pc:sldMkLst>
          <pc:docMk/>
          <pc:sldMk cId="3853571047" sldId="279"/>
        </pc:sldMkLst>
      </pc:sldChg>
      <pc:sldChg chg="del">
        <pc:chgData name="SERGIO SPANO'" userId="3abdd0b9-513e-40ac-aad4-56920065037d" providerId="ADAL" clId="{EF38FB83-84DE-44DD-A1FE-F6045F02048F}" dt="2022-03-31T09:35:30.736" v="24" actId="47"/>
        <pc:sldMkLst>
          <pc:docMk/>
          <pc:sldMk cId="2849533706" sldId="280"/>
        </pc:sldMkLst>
      </pc:sldChg>
      <pc:sldChg chg="del">
        <pc:chgData name="SERGIO SPANO'" userId="3abdd0b9-513e-40ac-aad4-56920065037d" providerId="ADAL" clId="{EF38FB83-84DE-44DD-A1FE-F6045F02048F}" dt="2022-03-31T09:35:30.979" v="25" actId="47"/>
        <pc:sldMkLst>
          <pc:docMk/>
          <pc:sldMk cId="1574026564" sldId="281"/>
        </pc:sldMkLst>
      </pc:sldChg>
      <pc:sldChg chg="del">
        <pc:chgData name="SERGIO SPANO'" userId="3abdd0b9-513e-40ac-aad4-56920065037d" providerId="ADAL" clId="{EF38FB83-84DE-44DD-A1FE-F6045F02048F}" dt="2022-03-31T09:35:31.241" v="26" actId="47"/>
        <pc:sldMkLst>
          <pc:docMk/>
          <pc:sldMk cId="3723104691" sldId="282"/>
        </pc:sldMkLst>
      </pc:sldChg>
      <pc:sldChg chg="del">
        <pc:chgData name="SERGIO SPANO'" userId="3abdd0b9-513e-40ac-aad4-56920065037d" providerId="ADAL" clId="{EF38FB83-84DE-44DD-A1FE-F6045F02048F}" dt="2022-03-31T09:35:31.455" v="27" actId="47"/>
        <pc:sldMkLst>
          <pc:docMk/>
          <pc:sldMk cId="3834009282" sldId="283"/>
        </pc:sldMkLst>
      </pc:sldChg>
      <pc:sldChg chg="del">
        <pc:chgData name="SERGIO SPANO'" userId="3abdd0b9-513e-40ac-aad4-56920065037d" providerId="ADAL" clId="{EF38FB83-84DE-44DD-A1FE-F6045F02048F}" dt="2022-03-31T09:35:31.654" v="28" actId="47"/>
        <pc:sldMkLst>
          <pc:docMk/>
          <pc:sldMk cId="3548083134" sldId="284"/>
        </pc:sldMkLst>
      </pc:sldChg>
      <pc:sldChg chg="del">
        <pc:chgData name="SERGIO SPANO'" userId="3abdd0b9-513e-40ac-aad4-56920065037d" providerId="ADAL" clId="{EF38FB83-84DE-44DD-A1FE-F6045F02048F}" dt="2022-03-31T09:35:31.854" v="29" actId="47"/>
        <pc:sldMkLst>
          <pc:docMk/>
          <pc:sldMk cId="2327913782" sldId="285"/>
        </pc:sldMkLst>
      </pc:sldChg>
      <pc:sldChg chg="del">
        <pc:chgData name="SERGIO SPANO'" userId="3abdd0b9-513e-40ac-aad4-56920065037d" providerId="ADAL" clId="{EF38FB83-84DE-44DD-A1FE-F6045F02048F}" dt="2022-03-31T09:35:32.061" v="30" actId="47"/>
        <pc:sldMkLst>
          <pc:docMk/>
          <pc:sldMk cId="921774571" sldId="286"/>
        </pc:sldMkLst>
      </pc:sldChg>
      <pc:sldChg chg="del">
        <pc:chgData name="SERGIO SPANO'" userId="3abdd0b9-513e-40ac-aad4-56920065037d" providerId="ADAL" clId="{EF38FB83-84DE-44DD-A1FE-F6045F02048F}" dt="2022-03-31T09:35:32.516" v="31" actId="47"/>
        <pc:sldMkLst>
          <pc:docMk/>
          <pc:sldMk cId="288709285" sldId="287"/>
        </pc:sldMkLst>
      </pc:sldChg>
      <pc:sldMasterChg chg="addSp delSp modSp mod modTransition modSldLayout">
        <pc:chgData name="SERGIO SPANO'" userId="3abdd0b9-513e-40ac-aad4-56920065037d" providerId="ADAL" clId="{EF38FB83-84DE-44DD-A1FE-F6045F02048F}" dt="2022-03-31T09:47:41.496" v="245" actId="113"/>
        <pc:sldMasterMkLst>
          <pc:docMk/>
          <pc:sldMasterMk cId="2117844949" sldId="2147483648"/>
        </pc:sldMasterMkLst>
        <pc:spChg chg="del">
          <ac:chgData name="SERGIO SPANO'" userId="3abdd0b9-513e-40ac-aad4-56920065037d" providerId="ADAL" clId="{EF38FB83-84DE-44DD-A1FE-F6045F02048F}" dt="2022-03-31T09:33:24.137" v="0" actId="478"/>
          <ac:spMkLst>
            <pc:docMk/>
            <pc:sldMasterMk cId="2117844949" sldId="2147483648"/>
            <ac:spMk id="4" creationId="{3CA61BD2-CA09-4BEB-B08B-4B0A8533DEC8}"/>
          </ac:spMkLst>
        </pc:spChg>
        <pc:spChg chg="del">
          <ac:chgData name="SERGIO SPANO'" userId="3abdd0b9-513e-40ac-aad4-56920065037d" providerId="ADAL" clId="{EF38FB83-84DE-44DD-A1FE-F6045F02048F}" dt="2022-03-31T09:34:53.227" v="1" actId="478"/>
          <ac:spMkLst>
            <pc:docMk/>
            <pc:sldMasterMk cId="2117844949" sldId="2147483648"/>
            <ac:spMk id="5" creationId="{26C1109A-83E1-4943-908E-29C1D523D264}"/>
          </ac:spMkLst>
        </pc:spChg>
        <pc:spChg chg="add mod">
          <ac:chgData name="SERGIO SPANO'" userId="3abdd0b9-513e-40ac-aad4-56920065037d" providerId="ADAL" clId="{EF38FB83-84DE-44DD-A1FE-F6045F02048F}" dt="2022-03-31T09:43:29.554" v="222" actId="20577"/>
          <ac:spMkLst>
            <pc:docMk/>
            <pc:sldMasterMk cId="2117844949" sldId="2147483648"/>
            <ac:spMk id="11" creationId="{103BC245-2134-4DA9-90F1-D1B50A8B16AA}"/>
          </ac:spMkLst>
        </pc:spChg>
        <pc:sldLayoutChg chg="modSp modTransition">
          <pc:chgData name="SERGIO SPANO'" userId="3abdd0b9-513e-40ac-aad4-56920065037d" providerId="ADAL" clId="{EF38FB83-84DE-44DD-A1FE-F6045F02048F}" dt="2022-03-31T09:47:41.496" v="245" actId="113"/>
          <pc:sldLayoutMkLst>
            <pc:docMk/>
            <pc:sldMasterMk cId="2117844949" sldId="2147483648"/>
            <pc:sldLayoutMk cId="638397118" sldId="2147483649"/>
          </pc:sldLayoutMkLst>
          <pc:spChg chg="mod">
            <ac:chgData name="SERGIO SPANO'" userId="3abdd0b9-513e-40ac-aad4-56920065037d" providerId="ADAL" clId="{EF38FB83-84DE-44DD-A1FE-F6045F02048F}" dt="2022-03-31T09:47:41.496" v="245" actId="113"/>
            <ac:spMkLst>
              <pc:docMk/>
              <pc:sldMasterMk cId="2117844949" sldId="2147483648"/>
              <pc:sldLayoutMk cId="638397118" sldId="2147483649"/>
              <ac:spMk id="2" creationId="{D9F94409-3F2E-4581-8C18-FB31D2AE060C}"/>
            </ac:spMkLst>
          </pc:spChg>
        </pc:sldLayoutChg>
        <pc:sldLayoutChg chg="addSp delSp modSp mod modTransition">
          <pc:chgData name="SERGIO SPANO'" userId="3abdd0b9-513e-40ac-aad4-56920065037d" providerId="ADAL" clId="{EF38FB83-84DE-44DD-A1FE-F6045F02048F}" dt="2022-03-31T09:45:11.294" v="224"/>
          <pc:sldLayoutMkLst>
            <pc:docMk/>
            <pc:sldMasterMk cId="2117844949" sldId="2147483648"/>
            <pc:sldLayoutMk cId="1468147844" sldId="2147483650"/>
          </pc:sldLayoutMkLst>
          <pc:spChg chg="del mod">
            <ac:chgData name="SERGIO SPANO'" userId="3abdd0b9-513e-40ac-aad4-56920065037d" providerId="ADAL" clId="{EF38FB83-84DE-44DD-A1FE-F6045F02048F}" dt="2022-03-31T09:43:12.252" v="218" actId="21"/>
            <ac:spMkLst>
              <pc:docMk/>
              <pc:sldMasterMk cId="2117844949" sldId="2147483648"/>
              <pc:sldLayoutMk cId="1468147844" sldId="2147483650"/>
              <ac:spMk id="5" creationId="{7C66973E-5BC7-4899-B35B-EEC192492182}"/>
            </ac:spMkLst>
          </pc:spChg>
          <pc:spChg chg="add mod">
            <ac:chgData name="SERGIO SPANO'" userId="3abdd0b9-513e-40ac-aad4-56920065037d" providerId="ADAL" clId="{EF38FB83-84DE-44DD-A1FE-F6045F02048F}" dt="2022-03-31T09:45:11.294" v="224"/>
            <ac:spMkLst>
              <pc:docMk/>
              <pc:sldMasterMk cId="2117844949" sldId="2147483648"/>
              <pc:sldLayoutMk cId="1468147844" sldId="2147483650"/>
              <ac:spMk id="7" creationId="{0DF4C78C-F4FD-4C3E-A779-2BA49F3A29B3}"/>
            </ac:spMkLst>
          </pc:spChg>
        </pc:sldLayoutChg>
        <pc:sldLayoutChg chg="addSp delSp modSp mod modTransition">
          <pc:chgData name="SERGIO SPANO'" userId="3abdd0b9-513e-40ac-aad4-56920065037d" providerId="ADAL" clId="{EF38FB83-84DE-44DD-A1FE-F6045F02048F}" dt="2022-03-31T09:45:18.831" v="227"/>
          <pc:sldLayoutMkLst>
            <pc:docMk/>
            <pc:sldMasterMk cId="2117844949" sldId="2147483648"/>
            <pc:sldLayoutMk cId="484314592" sldId="2147483651"/>
          </pc:sldLayoutMkLst>
          <pc:spChg chg="del mod">
            <ac:chgData name="SERGIO SPANO'" userId="3abdd0b9-513e-40ac-aad4-56920065037d" providerId="ADAL" clId="{EF38FB83-84DE-44DD-A1FE-F6045F02048F}" dt="2022-03-31T09:44:29.664" v="223" actId="478"/>
            <ac:spMkLst>
              <pc:docMk/>
              <pc:sldMasterMk cId="2117844949" sldId="2147483648"/>
              <pc:sldLayoutMk cId="484314592" sldId="2147483651"/>
              <ac:spMk id="5" creationId="{71BD61D5-4812-471C-A277-2CCBA17F1BDB}"/>
            </ac:spMkLst>
          </pc:spChg>
          <pc:spChg chg="add mod">
            <ac:chgData name="SERGIO SPANO'" userId="3abdd0b9-513e-40ac-aad4-56920065037d" providerId="ADAL" clId="{EF38FB83-84DE-44DD-A1FE-F6045F02048F}" dt="2022-03-31T09:45:18.831" v="227"/>
            <ac:spMkLst>
              <pc:docMk/>
              <pc:sldMasterMk cId="2117844949" sldId="2147483648"/>
              <pc:sldLayoutMk cId="484314592" sldId="2147483651"/>
              <ac:spMk id="8" creationId="{CDA45A44-5E78-4B1D-976A-BDE9808B10F6}"/>
            </ac:spMkLst>
          </pc:spChg>
        </pc:sldLayoutChg>
        <pc:sldLayoutChg chg="addSp delSp modSp mod modTransition">
          <pc:chgData name="SERGIO SPANO'" userId="3abdd0b9-513e-40ac-aad4-56920065037d" providerId="ADAL" clId="{EF38FB83-84DE-44DD-A1FE-F6045F02048F}" dt="2022-03-31T09:45:17.207" v="226"/>
          <pc:sldLayoutMkLst>
            <pc:docMk/>
            <pc:sldMasterMk cId="2117844949" sldId="2147483648"/>
            <pc:sldLayoutMk cId="1127178419" sldId="2147483652"/>
          </pc:sldLayoutMkLst>
          <pc:spChg chg="del">
            <ac:chgData name="SERGIO SPANO'" userId="3abdd0b9-513e-40ac-aad4-56920065037d" providerId="ADAL" clId="{EF38FB83-84DE-44DD-A1FE-F6045F02048F}" dt="2022-03-31T09:45:16.894" v="225" actId="478"/>
            <ac:spMkLst>
              <pc:docMk/>
              <pc:sldMasterMk cId="2117844949" sldId="2147483648"/>
              <pc:sldLayoutMk cId="1127178419" sldId="2147483652"/>
              <ac:spMk id="6" creationId="{1CDE3561-1D76-48B0-93A6-A298C9376744}"/>
            </ac:spMkLst>
          </pc:spChg>
          <pc:spChg chg="add mod">
            <ac:chgData name="SERGIO SPANO'" userId="3abdd0b9-513e-40ac-aad4-56920065037d" providerId="ADAL" clId="{EF38FB83-84DE-44DD-A1FE-F6045F02048F}" dt="2022-03-31T09:45:17.207" v="226"/>
            <ac:spMkLst>
              <pc:docMk/>
              <pc:sldMasterMk cId="2117844949" sldId="2147483648"/>
              <pc:sldLayoutMk cId="1127178419" sldId="2147483652"/>
              <ac:spMk id="9" creationId="{E6D1EDBF-DDAA-46E0-99D7-BB0378CA6CA0}"/>
            </ac:spMkLst>
          </pc:spChg>
        </pc:sldLayoutChg>
        <pc:sldLayoutChg chg="addSp delSp modSp mod modTransition">
          <pc:chgData name="SERGIO SPANO'" userId="3abdd0b9-513e-40ac-aad4-56920065037d" providerId="ADAL" clId="{EF38FB83-84DE-44DD-A1FE-F6045F02048F}" dt="2022-03-31T09:45:21.817" v="229"/>
          <pc:sldLayoutMkLst>
            <pc:docMk/>
            <pc:sldMasterMk cId="2117844949" sldId="2147483648"/>
            <pc:sldLayoutMk cId="3277322425" sldId="2147483653"/>
          </pc:sldLayoutMkLst>
          <pc:spChg chg="del">
            <ac:chgData name="SERGIO SPANO'" userId="3abdd0b9-513e-40ac-aad4-56920065037d" providerId="ADAL" clId="{EF38FB83-84DE-44DD-A1FE-F6045F02048F}" dt="2022-03-31T09:45:21.459" v="228" actId="478"/>
            <ac:spMkLst>
              <pc:docMk/>
              <pc:sldMasterMk cId="2117844949" sldId="2147483648"/>
              <pc:sldLayoutMk cId="3277322425" sldId="2147483653"/>
              <ac:spMk id="8" creationId="{42A007B5-EDB8-4389-A997-FEDD81643EE2}"/>
            </ac:spMkLst>
          </pc:spChg>
          <pc:spChg chg="add mod">
            <ac:chgData name="SERGIO SPANO'" userId="3abdd0b9-513e-40ac-aad4-56920065037d" providerId="ADAL" clId="{EF38FB83-84DE-44DD-A1FE-F6045F02048F}" dt="2022-03-31T09:45:21.817" v="229"/>
            <ac:spMkLst>
              <pc:docMk/>
              <pc:sldMasterMk cId="2117844949" sldId="2147483648"/>
              <pc:sldLayoutMk cId="3277322425" sldId="2147483653"/>
              <ac:spMk id="11" creationId="{8C43172B-58E9-455E-B45D-567A40732D27}"/>
            </ac:spMkLst>
          </pc:spChg>
        </pc:sldLayoutChg>
        <pc:sldLayoutChg chg="addSp delSp modSp mod modTransition">
          <pc:chgData name="SERGIO SPANO'" userId="3abdd0b9-513e-40ac-aad4-56920065037d" providerId="ADAL" clId="{EF38FB83-84DE-44DD-A1FE-F6045F02048F}" dt="2022-03-31T09:45:25.808" v="231"/>
          <pc:sldLayoutMkLst>
            <pc:docMk/>
            <pc:sldMasterMk cId="2117844949" sldId="2147483648"/>
            <pc:sldLayoutMk cId="2438592927" sldId="2147483654"/>
          </pc:sldLayoutMkLst>
          <pc:spChg chg="del">
            <ac:chgData name="SERGIO SPANO'" userId="3abdd0b9-513e-40ac-aad4-56920065037d" providerId="ADAL" clId="{EF38FB83-84DE-44DD-A1FE-F6045F02048F}" dt="2022-03-31T09:45:25.606" v="230" actId="478"/>
            <ac:spMkLst>
              <pc:docMk/>
              <pc:sldMasterMk cId="2117844949" sldId="2147483648"/>
              <pc:sldLayoutMk cId="2438592927" sldId="2147483654"/>
              <ac:spMk id="4" creationId="{16F7E903-B5B7-4607-A0B0-882F064E3E10}"/>
            </ac:spMkLst>
          </pc:spChg>
          <pc:spChg chg="add mod">
            <ac:chgData name="SERGIO SPANO'" userId="3abdd0b9-513e-40ac-aad4-56920065037d" providerId="ADAL" clId="{EF38FB83-84DE-44DD-A1FE-F6045F02048F}" dt="2022-03-31T09:45:25.808" v="231"/>
            <ac:spMkLst>
              <pc:docMk/>
              <pc:sldMasterMk cId="2117844949" sldId="2147483648"/>
              <pc:sldLayoutMk cId="2438592927" sldId="2147483654"/>
              <ac:spMk id="6" creationId="{42DAB686-302C-41D1-8181-1C8263797034}"/>
            </ac:spMkLst>
          </pc:spChg>
        </pc:sldLayoutChg>
        <pc:sldLayoutChg chg="addSp delSp modSp mod modTransition">
          <pc:chgData name="SERGIO SPANO'" userId="3abdd0b9-513e-40ac-aad4-56920065037d" providerId="ADAL" clId="{EF38FB83-84DE-44DD-A1FE-F6045F02048F}" dt="2022-03-31T09:45:29.050" v="233"/>
          <pc:sldLayoutMkLst>
            <pc:docMk/>
            <pc:sldMasterMk cId="2117844949" sldId="2147483648"/>
            <pc:sldLayoutMk cId="2338396061" sldId="2147483655"/>
          </pc:sldLayoutMkLst>
          <pc:spChg chg="del">
            <ac:chgData name="SERGIO SPANO'" userId="3abdd0b9-513e-40ac-aad4-56920065037d" providerId="ADAL" clId="{EF38FB83-84DE-44DD-A1FE-F6045F02048F}" dt="2022-03-31T09:45:28.820" v="232" actId="478"/>
            <ac:spMkLst>
              <pc:docMk/>
              <pc:sldMasterMk cId="2117844949" sldId="2147483648"/>
              <pc:sldLayoutMk cId="2338396061" sldId="2147483655"/>
              <ac:spMk id="3" creationId="{688FC84F-FF1D-4C1F-9ABA-CF5D864EEB71}"/>
            </ac:spMkLst>
          </pc:spChg>
          <pc:spChg chg="add mod">
            <ac:chgData name="SERGIO SPANO'" userId="3abdd0b9-513e-40ac-aad4-56920065037d" providerId="ADAL" clId="{EF38FB83-84DE-44DD-A1FE-F6045F02048F}" dt="2022-03-31T09:45:29.050" v="233"/>
            <ac:spMkLst>
              <pc:docMk/>
              <pc:sldMasterMk cId="2117844949" sldId="2147483648"/>
              <pc:sldLayoutMk cId="2338396061" sldId="2147483655"/>
              <ac:spMk id="5" creationId="{5568E39A-0457-4B64-9034-CD851FEBA4AC}"/>
            </ac:spMkLst>
          </pc:spChg>
        </pc:sldLayoutChg>
        <pc:sldLayoutChg chg="addSp delSp modSp mod modTransition">
          <pc:chgData name="SERGIO SPANO'" userId="3abdd0b9-513e-40ac-aad4-56920065037d" providerId="ADAL" clId="{EF38FB83-84DE-44DD-A1FE-F6045F02048F}" dt="2022-03-31T09:45:32.200" v="235"/>
          <pc:sldLayoutMkLst>
            <pc:docMk/>
            <pc:sldMasterMk cId="2117844949" sldId="2147483648"/>
            <pc:sldLayoutMk cId="286306287" sldId="2147483656"/>
          </pc:sldLayoutMkLst>
          <pc:spChg chg="del">
            <ac:chgData name="SERGIO SPANO'" userId="3abdd0b9-513e-40ac-aad4-56920065037d" providerId="ADAL" clId="{EF38FB83-84DE-44DD-A1FE-F6045F02048F}" dt="2022-03-31T09:45:31.946" v="234" actId="478"/>
            <ac:spMkLst>
              <pc:docMk/>
              <pc:sldMasterMk cId="2117844949" sldId="2147483648"/>
              <pc:sldLayoutMk cId="286306287" sldId="2147483656"/>
              <ac:spMk id="6" creationId="{66BB0950-5860-4161-8A3D-AE1982CA2112}"/>
            </ac:spMkLst>
          </pc:spChg>
          <pc:spChg chg="add mod">
            <ac:chgData name="SERGIO SPANO'" userId="3abdd0b9-513e-40ac-aad4-56920065037d" providerId="ADAL" clId="{EF38FB83-84DE-44DD-A1FE-F6045F02048F}" dt="2022-03-31T09:45:32.200" v="235"/>
            <ac:spMkLst>
              <pc:docMk/>
              <pc:sldMasterMk cId="2117844949" sldId="2147483648"/>
              <pc:sldLayoutMk cId="286306287" sldId="2147483656"/>
              <ac:spMk id="8" creationId="{60F94B02-EB89-4095-B72F-A6BA47EE4FB2}"/>
            </ac:spMkLst>
          </pc:spChg>
        </pc:sldLayoutChg>
        <pc:sldLayoutChg chg="addSp delSp modSp mod modTransition">
          <pc:chgData name="SERGIO SPANO'" userId="3abdd0b9-513e-40ac-aad4-56920065037d" providerId="ADAL" clId="{EF38FB83-84DE-44DD-A1FE-F6045F02048F}" dt="2022-03-31T09:45:35.061" v="237"/>
          <pc:sldLayoutMkLst>
            <pc:docMk/>
            <pc:sldMasterMk cId="2117844949" sldId="2147483648"/>
            <pc:sldLayoutMk cId="3515321370" sldId="2147483657"/>
          </pc:sldLayoutMkLst>
          <pc:spChg chg="del">
            <ac:chgData name="SERGIO SPANO'" userId="3abdd0b9-513e-40ac-aad4-56920065037d" providerId="ADAL" clId="{EF38FB83-84DE-44DD-A1FE-F6045F02048F}" dt="2022-03-31T09:45:34.850" v="236" actId="478"/>
            <ac:spMkLst>
              <pc:docMk/>
              <pc:sldMasterMk cId="2117844949" sldId="2147483648"/>
              <pc:sldLayoutMk cId="3515321370" sldId="2147483657"/>
              <ac:spMk id="6" creationId="{BC9E0D1C-67B8-4676-B21A-70272AFAD089}"/>
            </ac:spMkLst>
          </pc:spChg>
          <pc:spChg chg="add mod">
            <ac:chgData name="SERGIO SPANO'" userId="3abdd0b9-513e-40ac-aad4-56920065037d" providerId="ADAL" clId="{EF38FB83-84DE-44DD-A1FE-F6045F02048F}" dt="2022-03-31T09:45:35.061" v="237"/>
            <ac:spMkLst>
              <pc:docMk/>
              <pc:sldMasterMk cId="2117844949" sldId="2147483648"/>
              <pc:sldLayoutMk cId="3515321370" sldId="2147483657"/>
              <ac:spMk id="8" creationId="{B079BED6-C761-43C8-9B1C-71F4563384B0}"/>
            </ac:spMkLst>
          </pc:spChg>
        </pc:sldLayoutChg>
        <pc:sldLayoutChg chg="addSp delSp modSp mod modTransition">
          <pc:chgData name="SERGIO SPANO'" userId="3abdd0b9-513e-40ac-aad4-56920065037d" providerId="ADAL" clId="{EF38FB83-84DE-44DD-A1FE-F6045F02048F}" dt="2022-03-31T09:45:37.709" v="239"/>
          <pc:sldLayoutMkLst>
            <pc:docMk/>
            <pc:sldMasterMk cId="2117844949" sldId="2147483648"/>
            <pc:sldLayoutMk cId="1825112441" sldId="2147483658"/>
          </pc:sldLayoutMkLst>
          <pc:spChg chg="del">
            <ac:chgData name="SERGIO SPANO'" userId="3abdd0b9-513e-40ac-aad4-56920065037d" providerId="ADAL" clId="{EF38FB83-84DE-44DD-A1FE-F6045F02048F}" dt="2022-03-31T09:45:37.527" v="238" actId="478"/>
            <ac:spMkLst>
              <pc:docMk/>
              <pc:sldMasterMk cId="2117844949" sldId="2147483648"/>
              <pc:sldLayoutMk cId="1825112441" sldId="2147483658"/>
              <ac:spMk id="5" creationId="{3E7741BB-B2F7-445F-8AF3-C5CE49E22ADA}"/>
            </ac:spMkLst>
          </pc:spChg>
          <pc:spChg chg="add mod">
            <ac:chgData name="SERGIO SPANO'" userId="3abdd0b9-513e-40ac-aad4-56920065037d" providerId="ADAL" clId="{EF38FB83-84DE-44DD-A1FE-F6045F02048F}" dt="2022-03-31T09:45:37.709" v="239"/>
            <ac:spMkLst>
              <pc:docMk/>
              <pc:sldMasterMk cId="2117844949" sldId="2147483648"/>
              <pc:sldLayoutMk cId="1825112441" sldId="2147483658"/>
              <ac:spMk id="7" creationId="{8E52157C-35D4-4611-B922-3AB97B930300}"/>
            </ac:spMkLst>
          </pc:spChg>
        </pc:sldLayoutChg>
        <pc:sldLayoutChg chg="addSp delSp modSp mod modTransition">
          <pc:chgData name="SERGIO SPANO'" userId="3abdd0b9-513e-40ac-aad4-56920065037d" providerId="ADAL" clId="{EF38FB83-84DE-44DD-A1FE-F6045F02048F}" dt="2022-03-31T09:45:40.324" v="241"/>
          <pc:sldLayoutMkLst>
            <pc:docMk/>
            <pc:sldMasterMk cId="2117844949" sldId="2147483648"/>
            <pc:sldLayoutMk cId="2943013309" sldId="2147483659"/>
          </pc:sldLayoutMkLst>
          <pc:spChg chg="del">
            <ac:chgData name="SERGIO SPANO'" userId="3abdd0b9-513e-40ac-aad4-56920065037d" providerId="ADAL" clId="{EF38FB83-84DE-44DD-A1FE-F6045F02048F}" dt="2022-03-31T09:45:40.140" v="240" actId="478"/>
            <ac:spMkLst>
              <pc:docMk/>
              <pc:sldMasterMk cId="2117844949" sldId="2147483648"/>
              <pc:sldLayoutMk cId="2943013309" sldId="2147483659"/>
              <ac:spMk id="5" creationId="{2A6965CD-425D-448C-AD55-5FB468AE6AD3}"/>
            </ac:spMkLst>
          </pc:spChg>
          <pc:spChg chg="add mod">
            <ac:chgData name="SERGIO SPANO'" userId="3abdd0b9-513e-40ac-aad4-56920065037d" providerId="ADAL" clId="{EF38FB83-84DE-44DD-A1FE-F6045F02048F}" dt="2022-03-31T09:45:40.324" v="241"/>
            <ac:spMkLst>
              <pc:docMk/>
              <pc:sldMasterMk cId="2117844949" sldId="2147483648"/>
              <pc:sldLayoutMk cId="2943013309" sldId="2147483659"/>
              <ac:spMk id="7" creationId="{EF9504E7-327C-4B66-ABC2-B355BEC6C009}"/>
            </ac:spMkLst>
          </pc:spChg>
        </pc:sldLayoutChg>
      </pc:sldMasterChg>
    </pc:docChg>
  </pc:docChgLst>
  <pc:docChgLst>
    <pc:chgData name="SERGIO SPANO'" userId="3abdd0b9-513e-40ac-aad4-56920065037d" providerId="ADAL" clId="{19165FB4-5FE7-4510-B31F-37403DFE04FE}"/>
    <pc:docChg chg="undo custSel addSld delSld modSld">
      <pc:chgData name="SERGIO SPANO'" userId="3abdd0b9-513e-40ac-aad4-56920065037d" providerId="ADAL" clId="{19165FB4-5FE7-4510-B31F-37403DFE04FE}" dt="2022-04-04T09:56:36.982" v="173" actId="20577"/>
      <pc:docMkLst>
        <pc:docMk/>
      </pc:docMkLst>
      <pc:sldChg chg="modSp add del mod">
        <pc:chgData name="SERGIO SPANO'" userId="3abdd0b9-513e-40ac-aad4-56920065037d" providerId="ADAL" clId="{19165FB4-5FE7-4510-B31F-37403DFE04FE}" dt="2022-04-04T09:43:49.920" v="56" actId="47"/>
        <pc:sldMkLst>
          <pc:docMk/>
          <pc:sldMk cId="3676927149" sldId="256"/>
        </pc:sldMkLst>
        <pc:spChg chg="mod">
          <ac:chgData name="SERGIO SPANO'" userId="3abdd0b9-513e-40ac-aad4-56920065037d" providerId="ADAL" clId="{19165FB4-5FE7-4510-B31F-37403DFE04FE}" dt="2022-04-04T09:43:38.936" v="33" actId="20577"/>
          <ac:spMkLst>
            <pc:docMk/>
            <pc:sldMk cId="3676927149" sldId="256"/>
            <ac:spMk id="2" creationId="{AE5A0156-FA44-4B5E-AA95-BA26FE319EEF}"/>
          </ac:spMkLst>
        </pc:spChg>
      </pc:sldChg>
      <pc:sldChg chg="modSp new del mod">
        <pc:chgData name="SERGIO SPANO'" userId="3abdd0b9-513e-40ac-aad4-56920065037d" providerId="ADAL" clId="{19165FB4-5FE7-4510-B31F-37403DFE04FE}" dt="2022-04-04T09:44:19.473" v="60" actId="47"/>
        <pc:sldMkLst>
          <pc:docMk/>
          <pc:sldMk cId="1990415519" sldId="257"/>
        </pc:sldMkLst>
        <pc:spChg chg="mod">
          <ac:chgData name="SERGIO SPANO'" userId="3abdd0b9-513e-40ac-aad4-56920065037d" providerId="ADAL" clId="{19165FB4-5FE7-4510-B31F-37403DFE04FE}" dt="2022-04-04T09:44:09.407" v="58" actId="27636"/>
          <ac:spMkLst>
            <pc:docMk/>
            <pc:sldMk cId="1990415519" sldId="257"/>
            <ac:spMk id="2" creationId="{21B4B87D-3BAC-4829-BFA0-E4BE1B315B52}"/>
          </ac:spMkLst>
        </pc:spChg>
      </pc:sldChg>
      <pc:sldChg chg="del">
        <pc:chgData name="SERGIO SPANO'" userId="3abdd0b9-513e-40ac-aad4-56920065037d" providerId="ADAL" clId="{19165FB4-5FE7-4510-B31F-37403DFE04FE}" dt="2022-04-04T09:43:47.619" v="34" actId="47"/>
        <pc:sldMkLst>
          <pc:docMk/>
          <pc:sldMk cId="2797524747" sldId="257"/>
        </pc:sldMkLst>
      </pc:sldChg>
      <pc:sldChg chg="del">
        <pc:chgData name="SERGIO SPANO'" userId="3abdd0b9-513e-40ac-aad4-56920065037d" providerId="ADAL" clId="{19165FB4-5FE7-4510-B31F-37403DFE04FE}" dt="2022-04-04T09:43:48.135" v="35" actId="47"/>
        <pc:sldMkLst>
          <pc:docMk/>
          <pc:sldMk cId="2464260094" sldId="258"/>
        </pc:sldMkLst>
      </pc:sldChg>
      <pc:sldChg chg="del">
        <pc:chgData name="SERGIO SPANO'" userId="3abdd0b9-513e-40ac-aad4-56920065037d" providerId="ADAL" clId="{19165FB4-5FE7-4510-B31F-37403DFE04FE}" dt="2022-04-04T09:43:48.182" v="36" actId="47"/>
        <pc:sldMkLst>
          <pc:docMk/>
          <pc:sldMk cId="406494104" sldId="259"/>
        </pc:sldMkLst>
      </pc:sldChg>
      <pc:sldChg chg="del">
        <pc:chgData name="SERGIO SPANO'" userId="3abdd0b9-513e-40ac-aad4-56920065037d" providerId="ADAL" clId="{19165FB4-5FE7-4510-B31F-37403DFE04FE}" dt="2022-04-04T09:43:48.215" v="37" actId="47"/>
        <pc:sldMkLst>
          <pc:docMk/>
          <pc:sldMk cId="448377759" sldId="260"/>
        </pc:sldMkLst>
      </pc:sldChg>
      <pc:sldChg chg="del">
        <pc:chgData name="SERGIO SPANO'" userId="3abdd0b9-513e-40ac-aad4-56920065037d" providerId="ADAL" clId="{19165FB4-5FE7-4510-B31F-37403DFE04FE}" dt="2022-04-04T09:43:48.252" v="38" actId="47"/>
        <pc:sldMkLst>
          <pc:docMk/>
          <pc:sldMk cId="2480632410" sldId="261"/>
        </pc:sldMkLst>
      </pc:sldChg>
      <pc:sldChg chg="del">
        <pc:chgData name="SERGIO SPANO'" userId="3abdd0b9-513e-40ac-aad4-56920065037d" providerId="ADAL" clId="{19165FB4-5FE7-4510-B31F-37403DFE04FE}" dt="2022-04-04T09:43:48.285" v="39" actId="47"/>
        <pc:sldMkLst>
          <pc:docMk/>
          <pc:sldMk cId="55343777" sldId="262"/>
        </pc:sldMkLst>
      </pc:sldChg>
      <pc:sldChg chg="del">
        <pc:chgData name="SERGIO SPANO'" userId="3abdd0b9-513e-40ac-aad4-56920065037d" providerId="ADAL" clId="{19165FB4-5FE7-4510-B31F-37403DFE04FE}" dt="2022-04-04T09:43:48.319" v="40" actId="47"/>
        <pc:sldMkLst>
          <pc:docMk/>
          <pc:sldMk cId="2852183775" sldId="263"/>
        </pc:sldMkLst>
      </pc:sldChg>
      <pc:sldChg chg="del">
        <pc:chgData name="SERGIO SPANO'" userId="3abdd0b9-513e-40ac-aad4-56920065037d" providerId="ADAL" clId="{19165FB4-5FE7-4510-B31F-37403DFE04FE}" dt="2022-04-04T09:43:48.357" v="41" actId="47"/>
        <pc:sldMkLst>
          <pc:docMk/>
          <pc:sldMk cId="3104023291" sldId="264"/>
        </pc:sldMkLst>
      </pc:sldChg>
      <pc:sldChg chg="del">
        <pc:chgData name="SERGIO SPANO'" userId="3abdd0b9-513e-40ac-aad4-56920065037d" providerId="ADAL" clId="{19165FB4-5FE7-4510-B31F-37403DFE04FE}" dt="2022-04-04T09:43:48.403" v="42" actId="47"/>
        <pc:sldMkLst>
          <pc:docMk/>
          <pc:sldMk cId="1720710825" sldId="265"/>
        </pc:sldMkLst>
      </pc:sldChg>
      <pc:sldChg chg="del">
        <pc:chgData name="SERGIO SPANO'" userId="3abdd0b9-513e-40ac-aad4-56920065037d" providerId="ADAL" clId="{19165FB4-5FE7-4510-B31F-37403DFE04FE}" dt="2022-04-04T09:43:48.447" v="43" actId="47"/>
        <pc:sldMkLst>
          <pc:docMk/>
          <pc:sldMk cId="2727266827" sldId="266"/>
        </pc:sldMkLst>
      </pc:sldChg>
      <pc:sldChg chg="del">
        <pc:chgData name="SERGIO SPANO'" userId="3abdd0b9-513e-40ac-aad4-56920065037d" providerId="ADAL" clId="{19165FB4-5FE7-4510-B31F-37403DFE04FE}" dt="2022-04-04T09:43:48.477" v="44" actId="47"/>
        <pc:sldMkLst>
          <pc:docMk/>
          <pc:sldMk cId="3293944411" sldId="267"/>
        </pc:sldMkLst>
      </pc:sldChg>
      <pc:sldChg chg="del">
        <pc:chgData name="SERGIO SPANO'" userId="3abdd0b9-513e-40ac-aad4-56920065037d" providerId="ADAL" clId="{19165FB4-5FE7-4510-B31F-37403DFE04FE}" dt="2022-04-04T09:43:48.509" v="45" actId="47"/>
        <pc:sldMkLst>
          <pc:docMk/>
          <pc:sldMk cId="762804557" sldId="268"/>
        </pc:sldMkLst>
      </pc:sldChg>
      <pc:sldChg chg="del">
        <pc:chgData name="SERGIO SPANO'" userId="3abdd0b9-513e-40ac-aad4-56920065037d" providerId="ADAL" clId="{19165FB4-5FE7-4510-B31F-37403DFE04FE}" dt="2022-04-04T09:43:48.548" v="46" actId="47"/>
        <pc:sldMkLst>
          <pc:docMk/>
          <pc:sldMk cId="1755157505" sldId="269"/>
        </pc:sldMkLst>
      </pc:sldChg>
      <pc:sldChg chg="del">
        <pc:chgData name="SERGIO SPANO'" userId="3abdd0b9-513e-40ac-aad4-56920065037d" providerId="ADAL" clId="{19165FB4-5FE7-4510-B31F-37403DFE04FE}" dt="2022-04-04T09:43:48.585" v="47" actId="47"/>
        <pc:sldMkLst>
          <pc:docMk/>
          <pc:sldMk cId="2035416742" sldId="270"/>
        </pc:sldMkLst>
      </pc:sldChg>
      <pc:sldChg chg="del">
        <pc:chgData name="SERGIO SPANO'" userId="3abdd0b9-513e-40ac-aad4-56920065037d" providerId="ADAL" clId="{19165FB4-5FE7-4510-B31F-37403DFE04FE}" dt="2022-04-04T09:43:48.623" v="48" actId="47"/>
        <pc:sldMkLst>
          <pc:docMk/>
          <pc:sldMk cId="1379941506" sldId="271"/>
        </pc:sldMkLst>
      </pc:sldChg>
      <pc:sldChg chg="del">
        <pc:chgData name="SERGIO SPANO'" userId="3abdd0b9-513e-40ac-aad4-56920065037d" providerId="ADAL" clId="{19165FB4-5FE7-4510-B31F-37403DFE04FE}" dt="2022-04-04T09:43:48.655" v="49" actId="47"/>
        <pc:sldMkLst>
          <pc:docMk/>
          <pc:sldMk cId="923331695" sldId="272"/>
        </pc:sldMkLst>
      </pc:sldChg>
      <pc:sldChg chg="del">
        <pc:chgData name="SERGIO SPANO'" userId="3abdd0b9-513e-40ac-aad4-56920065037d" providerId="ADAL" clId="{19165FB4-5FE7-4510-B31F-37403DFE04FE}" dt="2022-04-04T09:43:48.698" v="50" actId="47"/>
        <pc:sldMkLst>
          <pc:docMk/>
          <pc:sldMk cId="1063853208" sldId="273"/>
        </pc:sldMkLst>
      </pc:sldChg>
      <pc:sldChg chg="del">
        <pc:chgData name="SERGIO SPANO'" userId="3abdd0b9-513e-40ac-aad4-56920065037d" providerId="ADAL" clId="{19165FB4-5FE7-4510-B31F-37403DFE04FE}" dt="2022-04-04T09:43:48.734" v="51" actId="47"/>
        <pc:sldMkLst>
          <pc:docMk/>
          <pc:sldMk cId="1566194581" sldId="274"/>
        </pc:sldMkLst>
      </pc:sldChg>
      <pc:sldChg chg="del">
        <pc:chgData name="SERGIO SPANO'" userId="3abdd0b9-513e-40ac-aad4-56920065037d" providerId="ADAL" clId="{19165FB4-5FE7-4510-B31F-37403DFE04FE}" dt="2022-04-04T09:43:48.806" v="53" actId="47"/>
        <pc:sldMkLst>
          <pc:docMk/>
          <pc:sldMk cId="3320012960" sldId="275"/>
        </pc:sldMkLst>
      </pc:sldChg>
      <pc:sldChg chg="del">
        <pc:chgData name="SERGIO SPANO'" userId="3abdd0b9-513e-40ac-aad4-56920065037d" providerId="ADAL" clId="{19165FB4-5FE7-4510-B31F-37403DFE04FE}" dt="2022-04-04T09:43:48.843" v="54" actId="47"/>
        <pc:sldMkLst>
          <pc:docMk/>
          <pc:sldMk cId="1094222998" sldId="276"/>
        </pc:sldMkLst>
      </pc:sldChg>
      <pc:sldChg chg="del">
        <pc:chgData name="SERGIO SPANO'" userId="3abdd0b9-513e-40ac-aad4-56920065037d" providerId="ADAL" clId="{19165FB4-5FE7-4510-B31F-37403DFE04FE}" dt="2022-04-04T09:43:48.770" v="52" actId="47"/>
        <pc:sldMkLst>
          <pc:docMk/>
          <pc:sldMk cId="3451030804" sldId="277"/>
        </pc:sldMkLst>
      </pc:sldChg>
      <pc:sldChg chg="add">
        <pc:chgData name="SERGIO SPANO'" userId="3abdd0b9-513e-40ac-aad4-56920065037d" providerId="ADAL" clId="{19165FB4-5FE7-4510-B31F-37403DFE04FE}" dt="2022-04-04T09:44:16.659" v="59"/>
        <pc:sldMkLst>
          <pc:docMk/>
          <pc:sldMk cId="2221289223" sldId="278"/>
        </pc:sldMkLst>
      </pc:sldChg>
      <pc:sldChg chg="addSp delSp modSp new mod">
        <pc:chgData name="SERGIO SPANO'" userId="3abdd0b9-513e-40ac-aad4-56920065037d" providerId="ADAL" clId="{19165FB4-5FE7-4510-B31F-37403DFE04FE}" dt="2022-04-04T09:53:57.284" v="95" actId="1076"/>
        <pc:sldMkLst>
          <pc:docMk/>
          <pc:sldMk cId="492866929" sldId="279"/>
        </pc:sldMkLst>
        <pc:spChg chg="mod">
          <ac:chgData name="SERGIO SPANO'" userId="3abdd0b9-513e-40ac-aad4-56920065037d" providerId="ADAL" clId="{19165FB4-5FE7-4510-B31F-37403DFE04FE}" dt="2022-04-04T09:53:07.808" v="74" actId="20577"/>
          <ac:spMkLst>
            <pc:docMk/>
            <pc:sldMk cId="492866929" sldId="279"/>
            <ac:spMk id="2" creationId="{E41ADC1A-510B-4B88-825D-E60676BF11E4}"/>
          </ac:spMkLst>
        </pc:spChg>
        <pc:spChg chg="mod">
          <ac:chgData name="SERGIO SPANO'" userId="3abdd0b9-513e-40ac-aad4-56920065037d" providerId="ADAL" clId="{19165FB4-5FE7-4510-B31F-37403DFE04FE}" dt="2022-04-04T09:53:40.375" v="89" actId="20577"/>
          <ac:spMkLst>
            <pc:docMk/>
            <pc:sldMk cId="492866929" sldId="279"/>
            <ac:spMk id="3" creationId="{85516D24-B07E-45F9-8D8F-FF8F7A6B6F3E}"/>
          </ac:spMkLst>
        </pc:spChg>
        <pc:spChg chg="mod">
          <ac:chgData name="SERGIO SPANO'" userId="3abdd0b9-513e-40ac-aad4-56920065037d" providerId="ADAL" clId="{19165FB4-5FE7-4510-B31F-37403DFE04FE}" dt="2022-04-04T09:53:50.347" v="90"/>
          <ac:spMkLst>
            <pc:docMk/>
            <pc:sldMk cId="492866929" sldId="279"/>
            <ac:spMk id="17" creationId="{5D12630F-0738-4695-B76D-D82294B34409}"/>
          </ac:spMkLst>
        </pc:spChg>
        <pc:spChg chg="mod">
          <ac:chgData name="SERGIO SPANO'" userId="3abdd0b9-513e-40ac-aad4-56920065037d" providerId="ADAL" clId="{19165FB4-5FE7-4510-B31F-37403DFE04FE}" dt="2022-04-04T09:53:50.347" v="90"/>
          <ac:spMkLst>
            <pc:docMk/>
            <pc:sldMk cId="492866929" sldId="279"/>
            <ac:spMk id="25" creationId="{6E46E4D7-B59B-419C-846A-5CA041D5F45D}"/>
          </ac:spMkLst>
        </pc:spChg>
        <pc:spChg chg="mod">
          <ac:chgData name="SERGIO SPANO'" userId="3abdd0b9-513e-40ac-aad4-56920065037d" providerId="ADAL" clId="{19165FB4-5FE7-4510-B31F-37403DFE04FE}" dt="2022-04-04T09:53:50.347" v="90"/>
          <ac:spMkLst>
            <pc:docMk/>
            <pc:sldMk cId="492866929" sldId="279"/>
            <ac:spMk id="27" creationId="{43791D11-A161-48FF-935E-C7472EA01828}"/>
          </ac:spMkLst>
        </pc:spChg>
        <pc:spChg chg="mod">
          <ac:chgData name="SERGIO SPANO'" userId="3abdd0b9-513e-40ac-aad4-56920065037d" providerId="ADAL" clId="{19165FB4-5FE7-4510-B31F-37403DFE04FE}" dt="2022-04-04T09:53:50.347" v="90"/>
          <ac:spMkLst>
            <pc:docMk/>
            <pc:sldMk cId="492866929" sldId="279"/>
            <ac:spMk id="28" creationId="{FE89C09F-C158-4294-A32B-CCD786350E49}"/>
          </ac:spMkLst>
        </pc:spChg>
        <pc:spChg chg="mod">
          <ac:chgData name="SERGIO SPANO'" userId="3abdd0b9-513e-40ac-aad4-56920065037d" providerId="ADAL" clId="{19165FB4-5FE7-4510-B31F-37403DFE04FE}" dt="2022-04-04T09:53:50.347" v="90"/>
          <ac:spMkLst>
            <pc:docMk/>
            <pc:sldMk cId="492866929" sldId="279"/>
            <ac:spMk id="31" creationId="{ED062AAB-57AB-4709-924E-527AA26094B8}"/>
          </ac:spMkLst>
        </pc:spChg>
        <pc:spChg chg="mod">
          <ac:chgData name="SERGIO SPANO'" userId="3abdd0b9-513e-40ac-aad4-56920065037d" providerId="ADAL" clId="{19165FB4-5FE7-4510-B31F-37403DFE04FE}" dt="2022-04-04T09:53:50.347" v="90"/>
          <ac:spMkLst>
            <pc:docMk/>
            <pc:sldMk cId="492866929" sldId="279"/>
            <ac:spMk id="32" creationId="{DB48165F-E92C-434B-A497-096A3BC3D072}"/>
          </ac:spMkLst>
        </pc:spChg>
        <pc:spChg chg="mod">
          <ac:chgData name="SERGIO SPANO'" userId="3abdd0b9-513e-40ac-aad4-56920065037d" providerId="ADAL" clId="{19165FB4-5FE7-4510-B31F-37403DFE04FE}" dt="2022-04-04T09:53:50.347" v="90"/>
          <ac:spMkLst>
            <pc:docMk/>
            <pc:sldMk cId="492866929" sldId="279"/>
            <ac:spMk id="33" creationId="{42623C88-E0F5-4587-9B36-D0110E1BEFC1}"/>
          </ac:spMkLst>
        </pc:spChg>
        <pc:spChg chg="mod">
          <ac:chgData name="SERGIO SPANO'" userId="3abdd0b9-513e-40ac-aad4-56920065037d" providerId="ADAL" clId="{19165FB4-5FE7-4510-B31F-37403DFE04FE}" dt="2022-04-04T09:53:50.347" v="90"/>
          <ac:spMkLst>
            <pc:docMk/>
            <pc:sldMk cId="492866929" sldId="279"/>
            <ac:spMk id="34" creationId="{66419B4D-7AC1-41F6-885B-B0E8460EE307}"/>
          </ac:spMkLst>
        </pc:spChg>
        <pc:spChg chg="mod">
          <ac:chgData name="SERGIO SPANO'" userId="3abdd0b9-513e-40ac-aad4-56920065037d" providerId="ADAL" clId="{19165FB4-5FE7-4510-B31F-37403DFE04FE}" dt="2022-04-04T09:53:50.347" v="90"/>
          <ac:spMkLst>
            <pc:docMk/>
            <pc:sldMk cId="492866929" sldId="279"/>
            <ac:spMk id="37" creationId="{5A565C88-5D3B-450E-8E9D-D32C8687D6DC}"/>
          </ac:spMkLst>
        </pc:spChg>
        <pc:spChg chg="add del mod">
          <ac:chgData name="SERGIO SPANO'" userId="3abdd0b9-513e-40ac-aad4-56920065037d" providerId="ADAL" clId="{19165FB4-5FE7-4510-B31F-37403DFE04FE}" dt="2022-04-04T09:53:51.738" v="91"/>
          <ac:spMkLst>
            <pc:docMk/>
            <pc:sldMk cId="492866929" sldId="279"/>
            <ac:spMk id="38" creationId="{28F37FCA-5D21-4D12-969F-9AB5B0FCBC47}"/>
          </ac:spMkLst>
        </pc:spChg>
        <pc:grpChg chg="add del mod">
          <ac:chgData name="SERGIO SPANO'" userId="3abdd0b9-513e-40ac-aad4-56920065037d" providerId="ADAL" clId="{19165FB4-5FE7-4510-B31F-37403DFE04FE}" dt="2022-04-04T09:53:51.738" v="91"/>
          <ac:grpSpMkLst>
            <pc:docMk/>
            <pc:sldMk cId="492866929" sldId="279"/>
            <ac:grpSpMk id="6" creationId="{A71B274C-26D8-4747-BCDD-F7FFF1DAF88C}"/>
          </ac:grpSpMkLst>
        </pc:grpChg>
        <pc:picChg chg="add mod">
          <ac:chgData name="SERGIO SPANO'" userId="3abdd0b9-513e-40ac-aad4-56920065037d" providerId="ADAL" clId="{19165FB4-5FE7-4510-B31F-37403DFE04FE}" dt="2022-04-04T09:53:57.284" v="95" actId="1076"/>
          <ac:picMkLst>
            <pc:docMk/>
            <pc:sldMk cId="492866929" sldId="279"/>
            <ac:picMk id="39" creationId="{D4391CB8-66C7-4D1E-91AA-2795814CEAD8}"/>
          </ac:picMkLst>
        </pc:picChg>
        <pc:cxnChg chg="mod">
          <ac:chgData name="SERGIO SPANO'" userId="3abdd0b9-513e-40ac-aad4-56920065037d" providerId="ADAL" clId="{19165FB4-5FE7-4510-B31F-37403DFE04FE}" dt="2022-04-04T09:53:50.347" v="90"/>
          <ac:cxnSpMkLst>
            <pc:docMk/>
            <pc:sldMk cId="492866929" sldId="279"/>
            <ac:cxnSpMk id="7" creationId="{0D820D66-B2B7-430A-A35E-FE112DC8F53F}"/>
          </ac:cxnSpMkLst>
        </pc:cxnChg>
        <pc:cxnChg chg="mod">
          <ac:chgData name="SERGIO SPANO'" userId="3abdd0b9-513e-40ac-aad4-56920065037d" providerId="ADAL" clId="{19165FB4-5FE7-4510-B31F-37403DFE04FE}" dt="2022-04-04T09:53:50.347" v="90"/>
          <ac:cxnSpMkLst>
            <pc:docMk/>
            <pc:sldMk cId="492866929" sldId="279"/>
            <ac:cxnSpMk id="8" creationId="{F6732FB0-2291-43FB-949B-E6DED1409C9C}"/>
          </ac:cxnSpMkLst>
        </pc:cxnChg>
        <pc:cxnChg chg="mod">
          <ac:chgData name="SERGIO SPANO'" userId="3abdd0b9-513e-40ac-aad4-56920065037d" providerId="ADAL" clId="{19165FB4-5FE7-4510-B31F-37403DFE04FE}" dt="2022-04-04T09:53:50.347" v="90"/>
          <ac:cxnSpMkLst>
            <pc:docMk/>
            <pc:sldMk cId="492866929" sldId="279"/>
            <ac:cxnSpMk id="9" creationId="{17AD1CBA-BE4B-4504-8D20-8D1E408C4D3B}"/>
          </ac:cxnSpMkLst>
        </pc:cxnChg>
        <pc:cxnChg chg="mod">
          <ac:chgData name="SERGIO SPANO'" userId="3abdd0b9-513e-40ac-aad4-56920065037d" providerId="ADAL" clId="{19165FB4-5FE7-4510-B31F-37403DFE04FE}" dt="2022-04-04T09:53:50.347" v="90"/>
          <ac:cxnSpMkLst>
            <pc:docMk/>
            <pc:sldMk cId="492866929" sldId="279"/>
            <ac:cxnSpMk id="10" creationId="{85E20A7E-F9EA-4C45-9C15-C6B7308C6165}"/>
          </ac:cxnSpMkLst>
        </pc:cxnChg>
        <pc:cxnChg chg="mod">
          <ac:chgData name="SERGIO SPANO'" userId="3abdd0b9-513e-40ac-aad4-56920065037d" providerId="ADAL" clId="{19165FB4-5FE7-4510-B31F-37403DFE04FE}" dt="2022-04-04T09:53:50.347" v="90"/>
          <ac:cxnSpMkLst>
            <pc:docMk/>
            <pc:sldMk cId="492866929" sldId="279"/>
            <ac:cxnSpMk id="11" creationId="{7CB0A672-CD62-482F-9006-323AE659FEE5}"/>
          </ac:cxnSpMkLst>
        </pc:cxnChg>
        <pc:cxnChg chg="mod">
          <ac:chgData name="SERGIO SPANO'" userId="3abdd0b9-513e-40ac-aad4-56920065037d" providerId="ADAL" clId="{19165FB4-5FE7-4510-B31F-37403DFE04FE}" dt="2022-04-04T09:53:50.347" v="90"/>
          <ac:cxnSpMkLst>
            <pc:docMk/>
            <pc:sldMk cId="492866929" sldId="279"/>
            <ac:cxnSpMk id="12" creationId="{2D3378EA-A1E3-41D1-9653-5C7D3DC83816}"/>
          </ac:cxnSpMkLst>
        </pc:cxnChg>
        <pc:cxnChg chg="mod">
          <ac:chgData name="SERGIO SPANO'" userId="3abdd0b9-513e-40ac-aad4-56920065037d" providerId="ADAL" clId="{19165FB4-5FE7-4510-B31F-37403DFE04FE}" dt="2022-04-04T09:53:50.347" v="90"/>
          <ac:cxnSpMkLst>
            <pc:docMk/>
            <pc:sldMk cId="492866929" sldId="279"/>
            <ac:cxnSpMk id="13" creationId="{5A98CFD1-556E-41E1-A179-1DD45CC9904C}"/>
          </ac:cxnSpMkLst>
        </pc:cxnChg>
        <pc:cxnChg chg="mod">
          <ac:chgData name="SERGIO SPANO'" userId="3abdd0b9-513e-40ac-aad4-56920065037d" providerId="ADAL" clId="{19165FB4-5FE7-4510-B31F-37403DFE04FE}" dt="2022-04-04T09:53:50.347" v="90"/>
          <ac:cxnSpMkLst>
            <pc:docMk/>
            <pc:sldMk cId="492866929" sldId="279"/>
            <ac:cxnSpMk id="14" creationId="{8A5ECB19-13A7-4547-83E1-F25658B440B6}"/>
          </ac:cxnSpMkLst>
        </pc:cxnChg>
        <pc:cxnChg chg="mod">
          <ac:chgData name="SERGIO SPANO'" userId="3abdd0b9-513e-40ac-aad4-56920065037d" providerId="ADAL" clId="{19165FB4-5FE7-4510-B31F-37403DFE04FE}" dt="2022-04-04T09:53:50.347" v="90"/>
          <ac:cxnSpMkLst>
            <pc:docMk/>
            <pc:sldMk cId="492866929" sldId="279"/>
            <ac:cxnSpMk id="15" creationId="{07FFA9FD-337D-4463-9AF9-EA008A3986B4}"/>
          </ac:cxnSpMkLst>
        </pc:cxnChg>
        <pc:cxnChg chg="mod">
          <ac:chgData name="SERGIO SPANO'" userId="3abdd0b9-513e-40ac-aad4-56920065037d" providerId="ADAL" clId="{19165FB4-5FE7-4510-B31F-37403DFE04FE}" dt="2022-04-04T09:53:50.347" v="90"/>
          <ac:cxnSpMkLst>
            <pc:docMk/>
            <pc:sldMk cId="492866929" sldId="279"/>
            <ac:cxnSpMk id="16" creationId="{4C7A8718-0577-4590-9609-5627AC1E482E}"/>
          </ac:cxnSpMkLst>
        </pc:cxnChg>
        <pc:cxnChg chg="mod">
          <ac:chgData name="SERGIO SPANO'" userId="3abdd0b9-513e-40ac-aad4-56920065037d" providerId="ADAL" clId="{19165FB4-5FE7-4510-B31F-37403DFE04FE}" dt="2022-04-04T09:53:50.347" v="90"/>
          <ac:cxnSpMkLst>
            <pc:docMk/>
            <pc:sldMk cId="492866929" sldId="279"/>
            <ac:cxnSpMk id="18" creationId="{EEE2F881-1D60-4F30-A8B7-A3A5D55DC840}"/>
          </ac:cxnSpMkLst>
        </pc:cxnChg>
        <pc:cxnChg chg="mod">
          <ac:chgData name="SERGIO SPANO'" userId="3abdd0b9-513e-40ac-aad4-56920065037d" providerId="ADAL" clId="{19165FB4-5FE7-4510-B31F-37403DFE04FE}" dt="2022-04-04T09:53:50.347" v="90"/>
          <ac:cxnSpMkLst>
            <pc:docMk/>
            <pc:sldMk cId="492866929" sldId="279"/>
            <ac:cxnSpMk id="19" creationId="{DB114413-FD32-4320-8622-3A161F39964B}"/>
          </ac:cxnSpMkLst>
        </pc:cxnChg>
        <pc:cxnChg chg="mod">
          <ac:chgData name="SERGIO SPANO'" userId="3abdd0b9-513e-40ac-aad4-56920065037d" providerId="ADAL" clId="{19165FB4-5FE7-4510-B31F-37403DFE04FE}" dt="2022-04-04T09:53:50.347" v="90"/>
          <ac:cxnSpMkLst>
            <pc:docMk/>
            <pc:sldMk cId="492866929" sldId="279"/>
            <ac:cxnSpMk id="20" creationId="{597BAAB7-ADDD-4FAC-993D-817CE5B40050}"/>
          </ac:cxnSpMkLst>
        </pc:cxnChg>
        <pc:cxnChg chg="mod">
          <ac:chgData name="SERGIO SPANO'" userId="3abdd0b9-513e-40ac-aad4-56920065037d" providerId="ADAL" clId="{19165FB4-5FE7-4510-B31F-37403DFE04FE}" dt="2022-04-04T09:53:50.347" v="90"/>
          <ac:cxnSpMkLst>
            <pc:docMk/>
            <pc:sldMk cId="492866929" sldId="279"/>
            <ac:cxnSpMk id="21" creationId="{610EDE4B-69C2-41B9-86AB-1C46604A555E}"/>
          </ac:cxnSpMkLst>
        </pc:cxnChg>
        <pc:cxnChg chg="mod">
          <ac:chgData name="SERGIO SPANO'" userId="3abdd0b9-513e-40ac-aad4-56920065037d" providerId="ADAL" clId="{19165FB4-5FE7-4510-B31F-37403DFE04FE}" dt="2022-04-04T09:53:50.347" v="90"/>
          <ac:cxnSpMkLst>
            <pc:docMk/>
            <pc:sldMk cId="492866929" sldId="279"/>
            <ac:cxnSpMk id="22" creationId="{B155BBF7-0812-42A0-ADB7-98C377F3B282}"/>
          </ac:cxnSpMkLst>
        </pc:cxnChg>
        <pc:cxnChg chg="mod">
          <ac:chgData name="SERGIO SPANO'" userId="3abdd0b9-513e-40ac-aad4-56920065037d" providerId="ADAL" clId="{19165FB4-5FE7-4510-B31F-37403DFE04FE}" dt="2022-04-04T09:53:50.347" v="90"/>
          <ac:cxnSpMkLst>
            <pc:docMk/>
            <pc:sldMk cId="492866929" sldId="279"/>
            <ac:cxnSpMk id="23" creationId="{FBD8410A-4769-46FC-8669-A13D43AE10A5}"/>
          </ac:cxnSpMkLst>
        </pc:cxnChg>
        <pc:cxnChg chg="mod">
          <ac:chgData name="SERGIO SPANO'" userId="3abdd0b9-513e-40ac-aad4-56920065037d" providerId="ADAL" clId="{19165FB4-5FE7-4510-B31F-37403DFE04FE}" dt="2022-04-04T09:53:50.347" v="90"/>
          <ac:cxnSpMkLst>
            <pc:docMk/>
            <pc:sldMk cId="492866929" sldId="279"/>
            <ac:cxnSpMk id="24" creationId="{13074D39-7D41-4275-A81C-673D84CBF7C1}"/>
          </ac:cxnSpMkLst>
        </pc:cxnChg>
        <pc:cxnChg chg="mod">
          <ac:chgData name="SERGIO SPANO'" userId="3abdd0b9-513e-40ac-aad4-56920065037d" providerId="ADAL" clId="{19165FB4-5FE7-4510-B31F-37403DFE04FE}" dt="2022-04-04T09:53:50.347" v="90"/>
          <ac:cxnSpMkLst>
            <pc:docMk/>
            <pc:sldMk cId="492866929" sldId="279"/>
            <ac:cxnSpMk id="26" creationId="{A249F034-D595-416C-BBF4-58E582757043}"/>
          </ac:cxnSpMkLst>
        </pc:cxnChg>
        <pc:cxnChg chg="mod">
          <ac:chgData name="SERGIO SPANO'" userId="3abdd0b9-513e-40ac-aad4-56920065037d" providerId="ADAL" clId="{19165FB4-5FE7-4510-B31F-37403DFE04FE}" dt="2022-04-04T09:53:50.347" v="90"/>
          <ac:cxnSpMkLst>
            <pc:docMk/>
            <pc:sldMk cId="492866929" sldId="279"/>
            <ac:cxnSpMk id="29" creationId="{677C0B5C-98E2-462D-A59A-D593540C2F4C}"/>
          </ac:cxnSpMkLst>
        </pc:cxnChg>
        <pc:cxnChg chg="mod">
          <ac:chgData name="SERGIO SPANO'" userId="3abdd0b9-513e-40ac-aad4-56920065037d" providerId="ADAL" clId="{19165FB4-5FE7-4510-B31F-37403DFE04FE}" dt="2022-04-04T09:53:50.347" v="90"/>
          <ac:cxnSpMkLst>
            <pc:docMk/>
            <pc:sldMk cId="492866929" sldId="279"/>
            <ac:cxnSpMk id="30" creationId="{7CFB4CE4-021E-444B-B159-ADF1695B01E8}"/>
          </ac:cxnSpMkLst>
        </pc:cxnChg>
        <pc:cxnChg chg="mod">
          <ac:chgData name="SERGIO SPANO'" userId="3abdd0b9-513e-40ac-aad4-56920065037d" providerId="ADAL" clId="{19165FB4-5FE7-4510-B31F-37403DFE04FE}" dt="2022-04-04T09:53:50.347" v="90"/>
          <ac:cxnSpMkLst>
            <pc:docMk/>
            <pc:sldMk cId="492866929" sldId="279"/>
            <ac:cxnSpMk id="35" creationId="{00FEC7A2-C0B5-4F42-82F1-360AD022B9D1}"/>
          </ac:cxnSpMkLst>
        </pc:cxnChg>
        <pc:cxnChg chg="mod">
          <ac:chgData name="SERGIO SPANO'" userId="3abdd0b9-513e-40ac-aad4-56920065037d" providerId="ADAL" clId="{19165FB4-5FE7-4510-B31F-37403DFE04FE}" dt="2022-04-04T09:53:50.347" v="90"/>
          <ac:cxnSpMkLst>
            <pc:docMk/>
            <pc:sldMk cId="492866929" sldId="279"/>
            <ac:cxnSpMk id="36" creationId="{3247EC8F-F896-4553-8EF4-4B49161876CC}"/>
          </ac:cxnSpMkLst>
        </pc:cxnChg>
      </pc:sldChg>
      <pc:sldChg chg="addSp modSp new mod">
        <pc:chgData name="SERGIO SPANO'" userId="3abdd0b9-513e-40ac-aad4-56920065037d" providerId="ADAL" clId="{19165FB4-5FE7-4510-B31F-37403DFE04FE}" dt="2022-04-04T09:56:29.519" v="155" actId="20577"/>
        <pc:sldMkLst>
          <pc:docMk/>
          <pc:sldMk cId="3726700529" sldId="280"/>
        </pc:sldMkLst>
        <pc:spChg chg="mod">
          <ac:chgData name="SERGIO SPANO'" userId="3abdd0b9-513e-40ac-aad4-56920065037d" providerId="ADAL" clId="{19165FB4-5FE7-4510-B31F-37403DFE04FE}" dt="2022-04-04T09:54:16.191" v="110" actId="20577"/>
          <ac:spMkLst>
            <pc:docMk/>
            <pc:sldMk cId="3726700529" sldId="280"/>
            <ac:spMk id="2" creationId="{CF0A6A9B-009B-49CD-88F5-7E9D89899CF5}"/>
          </ac:spMkLst>
        </pc:spChg>
        <pc:spChg chg="mod">
          <ac:chgData name="SERGIO SPANO'" userId="3abdd0b9-513e-40ac-aad4-56920065037d" providerId="ADAL" clId="{19165FB4-5FE7-4510-B31F-37403DFE04FE}" dt="2022-04-04T09:56:29.519" v="155" actId="20577"/>
          <ac:spMkLst>
            <pc:docMk/>
            <pc:sldMk cId="3726700529" sldId="280"/>
            <ac:spMk id="3" creationId="{53F3A75D-D896-4A95-AE88-5DACF28DACD7}"/>
          </ac:spMkLst>
        </pc:spChg>
        <pc:picChg chg="add mod">
          <ac:chgData name="SERGIO SPANO'" userId="3abdd0b9-513e-40ac-aad4-56920065037d" providerId="ADAL" clId="{19165FB4-5FE7-4510-B31F-37403DFE04FE}" dt="2022-04-04T09:54:58.787" v="126" actId="1076"/>
          <ac:picMkLst>
            <pc:docMk/>
            <pc:sldMk cId="3726700529" sldId="280"/>
            <ac:picMk id="6" creationId="{37F2096A-C44C-4917-A220-9C935866E3DF}"/>
          </ac:picMkLst>
        </pc:picChg>
        <pc:picChg chg="add mod">
          <ac:chgData name="SERGIO SPANO'" userId="3abdd0b9-513e-40ac-aad4-56920065037d" providerId="ADAL" clId="{19165FB4-5FE7-4510-B31F-37403DFE04FE}" dt="2022-04-04T09:55:02.703" v="129" actId="1076"/>
          <ac:picMkLst>
            <pc:docMk/>
            <pc:sldMk cId="3726700529" sldId="280"/>
            <ac:picMk id="7" creationId="{B62EF04C-1013-4D3C-898A-85860CDF7F07}"/>
          </ac:picMkLst>
        </pc:picChg>
      </pc:sldChg>
      <pc:sldChg chg="modSp new mod">
        <pc:chgData name="SERGIO SPANO'" userId="3abdd0b9-513e-40ac-aad4-56920065037d" providerId="ADAL" clId="{19165FB4-5FE7-4510-B31F-37403DFE04FE}" dt="2022-04-04T09:56:36.982" v="173" actId="20577"/>
        <pc:sldMkLst>
          <pc:docMk/>
          <pc:sldMk cId="3412644732" sldId="281"/>
        </pc:sldMkLst>
        <pc:spChg chg="mod">
          <ac:chgData name="SERGIO SPANO'" userId="3abdd0b9-513e-40ac-aad4-56920065037d" providerId="ADAL" clId="{19165FB4-5FE7-4510-B31F-37403DFE04FE}" dt="2022-04-04T09:56:36.982" v="173" actId="20577"/>
          <ac:spMkLst>
            <pc:docMk/>
            <pc:sldMk cId="3412644732" sldId="281"/>
            <ac:spMk id="2" creationId="{B7376F84-8FF3-46B0-8170-557B3F27B439}"/>
          </ac:spMkLst>
        </pc:spChg>
      </pc:sldChg>
    </pc:docChg>
  </pc:docChgLst>
  <pc:docChgLst>
    <pc:chgData name="SERGIO SPANO'" userId="3abdd0b9-513e-40ac-aad4-56920065037d" providerId="ADAL" clId="{7AD665AA-6393-48F5-92E8-5CA01B52F895}"/>
    <pc:docChg chg="undo custSel addSld delSld modSld">
      <pc:chgData name="SERGIO SPANO'" userId="3abdd0b9-513e-40ac-aad4-56920065037d" providerId="ADAL" clId="{7AD665AA-6393-48F5-92E8-5CA01B52F895}" dt="2022-04-06T14:31:10.256" v="1266" actId="1076"/>
      <pc:docMkLst>
        <pc:docMk/>
      </pc:docMkLst>
      <pc:sldChg chg="modSp add del mod">
        <pc:chgData name="SERGIO SPANO'" userId="3abdd0b9-513e-40ac-aad4-56920065037d" providerId="ADAL" clId="{7AD665AA-6393-48F5-92E8-5CA01B52F895}" dt="2022-04-06T13:10:59.724" v="52" actId="20577"/>
        <pc:sldMkLst>
          <pc:docMk/>
          <pc:sldMk cId="3676927149" sldId="256"/>
        </pc:sldMkLst>
        <pc:spChg chg="mod">
          <ac:chgData name="SERGIO SPANO'" userId="3abdd0b9-513e-40ac-aad4-56920065037d" providerId="ADAL" clId="{7AD665AA-6393-48F5-92E8-5CA01B52F895}" dt="2022-04-06T13:10:59.724" v="52" actId="20577"/>
          <ac:spMkLst>
            <pc:docMk/>
            <pc:sldMk cId="3676927149" sldId="256"/>
            <ac:spMk id="2" creationId="{AE5A0156-FA44-4B5E-AA95-BA26FE319EEF}"/>
          </ac:spMkLst>
        </pc:spChg>
      </pc:sldChg>
      <pc:sldChg chg="addSp delSp modSp new mod">
        <pc:chgData name="SERGIO SPANO'" userId="3abdd0b9-513e-40ac-aad4-56920065037d" providerId="ADAL" clId="{7AD665AA-6393-48F5-92E8-5CA01B52F895}" dt="2022-04-06T13:18:30.703" v="132" actId="20577"/>
        <pc:sldMkLst>
          <pc:docMk/>
          <pc:sldMk cId="3079279380" sldId="257"/>
        </pc:sldMkLst>
        <pc:spChg chg="mod">
          <ac:chgData name="SERGIO SPANO'" userId="3abdd0b9-513e-40ac-aad4-56920065037d" providerId="ADAL" clId="{7AD665AA-6393-48F5-92E8-5CA01B52F895}" dt="2022-04-06T13:15:50.810" v="66" actId="20577"/>
          <ac:spMkLst>
            <pc:docMk/>
            <pc:sldMk cId="3079279380" sldId="257"/>
            <ac:spMk id="2" creationId="{FC270D4F-EDF4-4644-A9D0-34A34C03C47B}"/>
          </ac:spMkLst>
        </pc:spChg>
        <pc:spChg chg="mod">
          <ac:chgData name="SERGIO SPANO'" userId="3abdd0b9-513e-40ac-aad4-56920065037d" providerId="ADAL" clId="{7AD665AA-6393-48F5-92E8-5CA01B52F895}" dt="2022-04-06T13:18:30.703" v="132" actId="20577"/>
          <ac:spMkLst>
            <pc:docMk/>
            <pc:sldMk cId="3079279380" sldId="257"/>
            <ac:spMk id="3" creationId="{F1457F22-6407-429F-B28E-317B24EBDFD7}"/>
          </ac:spMkLst>
        </pc:spChg>
        <pc:spChg chg="add mod">
          <ac:chgData name="SERGIO SPANO'" userId="3abdd0b9-513e-40ac-aad4-56920065037d" providerId="ADAL" clId="{7AD665AA-6393-48F5-92E8-5CA01B52F895}" dt="2022-04-06T13:18:02.151" v="111" actId="2085"/>
          <ac:spMkLst>
            <pc:docMk/>
            <pc:sldMk cId="3079279380" sldId="257"/>
            <ac:spMk id="8" creationId="{67419901-5EDE-4C4C-B365-A6B0978ED2FA}"/>
          </ac:spMkLst>
        </pc:spChg>
        <pc:spChg chg="add mod">
          <ac:chgData name="SERGIO SPANO'" userId="3abdd0b9-513e-40ac-aad4-56920065037d" providerId="ADAL" clId="{7AD665AA-6393-48F5-92E8-5CA01B52F895}" dt="2022-04-06T13:18:11.754" v="118" actId="1076"/>
          <ac:spMkLst>
            <pc:docMk/>
            <pc:sldMk cId="3079279380" sldId="257"/>
            <ac:spMk id="9" creationId="{18F6BBB7-6AFD-4F7A-B078-892C358BFB20}"/>
          </ac:spMkLst>
        </pc:spChg>
        <pc:spChg chg="add mod">
          <ac:chgData name="SERGIO SPANO'" userId="3abdd0b9-513e-40ac-aad4-56920065037d" providerId="ADAL" clId="{7AD665AA-6393-48F5-92E8-5CA01B52F895}" dt="2022-04-06T13:18:24.814" v="131" actId="1076"/>
          <ac:spMkLst>
            <pc:docMk/>
            <pc:sldMk cId="3079279380" sldId="257"/>
            <ac:spMk id="10" creationId="{6BC11C6A-23A4-443A-B607-EC7BD1662BA7}"/>
          </ac:spMkLst>
        </pc:spChg>
        <pc:picChg chg="add del mod">
          <ac:chgData name="SERGIO SPANO'" userId="3abdd0b9-513e-40ac-aad4-56920065037d" providerId="ADAL" clId="{7AD665AA-6393-48F5-92E8-5CA01B52F895}" dt="2022-04-06T13:17:42.951" v="104" actId="478"/>
          <ac:picMkLst>
            <pc:docMk/>
            <pc:sldMk cId="3079279380" sldId="257"/>
            <ac:picMk id="6" creationId="{E08A6E04-EAC9-4709-915F-6F5264546A17}"/>
          </ac:picMkLst>
        </pc:picChg>
        <pc:picChg chg="add mod">
          <ac:chgData name="SERGIO SPANO'" userId="3abdd0b9-513e-40ac-aad4-56920065037d" providerId="ADAL" clId="{7AD665AA-6393-48F5-92E8-5CA01B52F895}" dt="2022-04-06T13:17:50.244" v="108" actId="1076"/>
          <ac:picMkLst>
            <pc:docMk/>
            <pc:sldMk cId="3079279380" sldId="257"/>
            <ac:picMk id="7" creationId="{342D85A7-650E-4A93-B90C-75A7FF86C35F}"/>
          </ac:picMkLst>
        </pc:picChg>
      </pc:sldChg>
      <pc:sldChg chg="del">
        <pc:chgData name="SERGIO SPANO'" userId="3abdd0b9-513e-40ac-aad4-56920065037d" providerId="ADAL" clId="{7AD665AA-6393-48F5-92E8-5CA01B52F895}" dt="2022-04-06T13:10:15.488" v="23" actId="47"/>
        <pc:sldMkLst>
          <pc:docMk/>
          <pc:sldMk cId="3085469541" sldId="257"/>
        </pc:sldMkLst>
      </pc:sldChg>
      <pc:sldChg chg="addSp delSp modSp new mod">
        <pc:chgData name="SERGIO SPANO'" userId="3abdd0b9-513e-40ac-aad4-56920065037d" providerId="ADAL" clId="{7AD665AA-6393-48F5-92E8-5CA01B52F895}" dt="2022-04-06T13:17:25.546" v="103"/>
        <pc:sldMkLst>
          <pc:docMk/>
          <pc:sldMk cId="976686680" sldId="258"/>
        </pc:sldMkLst>
        <pc:spChg chg="mod">
          <ac:chgData name="SERGIO SPANO'" userId="3abdd0b9-513e-40ac-aad4-56920065037d" providerId="ADAL" clId="{7AD665AA-6393-48F5-92E8-5CA01B52F895}" dt="2022-04-06T13:17:11.136" v="99" actId="20577"/>
          <ac:spMkLst>
            <pc:docMk/>
            <pc:sldMk cId="976686680" sldId="258"/>
            <ac:spMk id="2" creationId="{9E8B995F-0F37-4BDB-B630-DF59A2EDDA4A}"/>
          </ac:spMkLst>
        </pc:spChg>
        <pc:spChg chg="del">
          <ac:chgData name="SERGIO SPANO'" userId="3abdd0b9-513e-40ac-aad4-56920065037d" providerId="ADAL" clId="{7AD665AA-6393-48F5-92E8-5CA01B52F895}" dt="2022-04-06T13:17:22.148" v="100" actId="478"/>
          <ac:spMkLst>
            <pc:docMk/>
            <pc:sldMk cId="976686680" sldId="258"/>
            <ac:spMk id="3" creationId="{9AE06F25-05EC-4BE1-97A0-766FA8288610}"/>
          </ac:spMkLst>
        </pc:spChg>
        <pc:spChg chg="add del mod">
          <ac:chgData name="SERGIO SPANO'" userId="3abdd0b9-513e-40ac-aad4-56920065037d" providerId="ADAL" clId="{7AD665AA-6393-48F5-92E8-5CA01B52F895}" dt="2022-04-06T13:17:24.438" v="102"/>
          <ac:spMkLst>
            <pc:docMk/>
            <pc:sldMk cId="976686680" sldId="258"/>
            <ac:spMk id="16" creationId="{EDECF909-3C89-4822-9E10-C815DF1CEB19}"/>
          </ac:spMkLst>
        </pc:spChg>
        <pc:spChg chg="add del mod">
          <ac:chgData name="SERGIO SPANO'" userId="3abdd0b9-513e-40ac-aad4-56920065037d" providerId="ADAL" clId="{7AD665AA-6393-48F5-92E8-5CA01B52F895}" dt="2022-04-06T13:17:24.438" v="102"/>
          <ac:spMkLst>
            <pc:docMk/>
            <pc:sldMk cId="976686680" sldId="258"/>
            <ac:spMk id="17" creationId="{2ABD5BFA-44FE-4582-AA02-931C3FC8925A}"/>
          </ac:spMkLst>
        </pc:spChg>
        <pc:spChg chg="add del mod">
          <ac:chgData name="SERGIO SPANO'" userId="3abdd0b9-513e-40ac-aad4-56920065037d" providerId="ADAL" clId="{7AD665AA-6393-48F5-92E8-5CA01B52F895}" dt="2022-04-06T13:17:24.438" v="102"/>
          <ac:spMkLst>
            <pc:docMk/>
            <pc:sldMk cId="976686680" sldId="258"/>
            <ac:spMk id="21" creationId="{E5FDEF0E-D484-49B1-A8B0-937F4C1B5A4D}"/>
          </ac:spMkLst>
        </pc:spChg>
        <pc:spChg chg="add del mod">
          <ac:chgData name="SERGIO SPANO'" userId="3abdd0b9-513e-40ac-aad4-56920065037d" providerId="ADAL" clId="{7AD665AA-6393-48F5-92E8-5CA01B52F895}" dt="2022-04-06T13:17:24.438" v="102"/>
          <ac:spMkLst>
            <pc:docMk/>
            <pc:sldMk cId="976686680" sldId="258"/>
            <ac:spMk id="22" creationId="{AABAD291-ED7F-431F-A80D-FE28F540BDF2}"/>
          </ac:spMkLst>
        </pc:spChg>
        <pc:spChg chg="add del mod">
          <ac:chgData name="SERGIO SPANO'" userId="3abdd0b9-513e-40ac-aad4-56920065037d" providerId="ADAL" clId="{7AD665AA-6393-48F5-92E8-5CA01B52F895}" dt="2022-04-06T13:17:24.438" v="102"/>
          <ac:spMkLst>
            <pc:docMk/>
            <pc:sldMk cId="976686680" sldId="258"/>
            <ac:spMk id="25" creationId="{34BCDC34-753B-4A18-BE93-2E829166F898}"/>
          </ac:spMkLst>
        </pc:spChg>
        <pc:spChg chg="add del mod">
          <ac:chgData name="SERGIO SPANO'" userId="3abdd0b9-513e-40ac-aad4-56920065037d" providerId="ADAL" clId="{7AD665AA-6393-48F5-92E8-5CA01B52F895}" dt="2022-04-06T13:17:24.438" v="102"/>
          <ac:spMkLst>
            <pc:docMk/>
            <pc:sldMk cId="976686680" sldId="258"/>
            <ac:spMk id="30" creationId="{7B858AA4-BC30-40FE-A60C-78A8D146372D}"/>
          </ac:spMkLst>
        </pc:spChg>
        <pc:grpChg chg="add del mod">
          <ac:chgData name="SERGIO SPANO'" userId="3abdd0b9-513e-40ac-aad4-56920065037d" providerId="ADAL" clId="{7AD665AA-6393-48F5-92E8-5CA01B52F895}" dt="2022-04-06T13:17:24.438" v="102"/>
          <ac:grpSpMkLst>
            <pc:docMk/>
            <pc:sldMk cId="976686680" sldId="258"/>
            <ac:grpSpMk id="6" creationId="{8DAFADB9-3D97-47AC-A2C1-FB4E2A676990}"/>
          </ac:grpSpMkLst>
        </pc:grpChg>
        <pc:grpChg chg="add del mod">
          <ac:chgData name="SERGIO SPANO'" userId="3abdd0b9-513e-40ac-aad4-56920065037d" providerId="ADAL" clId="{7AD665AA-6393-48F5-92E8-5CA01B52F895}" dt="2022-04-06T13:17:24.438" v="102"/>
          <ac:grpSpMkLst>
            <pc:docMk/>
            <pc:sldMk cId="976686680" sldId="258"/>
            <ac:grpSpMk id="26" creationId="{D4F8D59B-E38B-40FF-8424-4E56F6D29742}"/>
          </ac:grpSpMkLst>
        </pc:grpChg>
        <pc:picChg chg="add">
          <ac:chgData name="SERGIO SPANO'" userId="3abdd0b9-513e-40ac-aad4-56920065037d" providerId="ADAL" clId="{7AD665AA-6393-48F5-92E8-5CA01B52F895}" dt="2022-04-06T13:17:25.546" v="103"/>
          <ac:picMkLst>
            <pc:docMk/>
            <pc:sldMk cId="976686680" sldId="258"/>
            <ac:picMk id="31" creationId="{3250C80D-072E-459D-BA4C-B053219D4E4F}"/>
          </ac:picMkLst>
        </pc:picChg>
        <pc:cxnChg chg="mod">
          <ac:chgData name="SERGIO SPANO'" userId="3abdd0b9-513e-40ac-aad4-56920065037d" providerId="ADAL" clId="{7AD665AA-6393-48F5-92E8-5CA01B52F895}" dt="2022-04-06T13:17:22.503" v="101"/>
          <ac:cxnSpMkLst>
            <pc:docMk/>
            <pc:sldMk cId="976686680" sldId="258"/>
            <ac:cxnSpMk id="7" creationId="{0432E332-3FFE-4E62-9EDE-6474CA9F783C}"/>
          </ac:cxnSpMkLst>
        </pc:cxnChg>
        <pc:cxnChg chg="mod">
          <ac:chgData name="SERGIO SPANO'" userId="3abdd0b9-513e-40ac-aad4-56920065037d" providerId="ADAL" clId="{7AD665AA-6393-48F5-92E8-5CA01B52F895}" dt="2022-04-06T13:17:22.503" v="101"/>
          <ac:cxnSpMkLst>
            <pc:docMk/>
            <pc:sldMk cId="976686680" sldId="258"/>
            <ac:cxnSpMk id="8" creationId="{A8219EED-9A22-45E4-BF9F-46EC1E60773C}"/>
          </ac:cxnSpMkLst>
        </pc:cxnChg>
        <pc:cxnChg chg="mod">
          <ac:chgData name="SERGIO SPANO'" userId="3abdd0b9-513e-40ac-aad4-56920065037d" providerId="ADAL" clId="{7AD665AA-6393-48F5-92E8-5CA01B52F895}" dt="2022-04-06T13:17:22.503" v="101"/>
          <ac:cxnSpMkLst>
            <pc:docMk/>
            <pc:sldMk cId="976686680" sldId="258"/>
            <ac:cxnSpMk id="9" creationId="{3E1C6FB9-C5EE-47A7-B74D-7C4E43F2AA19}"/>
          </ac:cxnSpMkLst>
        </pc:cxnChg>
        <pc:cxnChg chg="mod">
          <ac:chgData name="SERGIO SPANO'" userId="3abdd0b9-513e-40ac-aad4-56920065037d" providerId="ADAL" clId="{7AD665AA-6393-48F5-92E8-5CA01B52F895}" dt="2022-04-06T13:17:22.503" v="101"/>
          <ac:cxnSpMkLst>
            <pc:docMk/>
            <pc:sldMk cId="976686680" sldId="258"/>
            <ac:cxnSpMk id="10" creationId="{F147F467-2AE5-48F3-9F9D-A9F638548B4A}"/>
          </ac:cxnSpMkLst>
        </pc:cxnChg>
        <pc:cxnChg chg="mod">
          <ac:chgData name="SERGIO SPANO'" userId="3abdd0b9-513e-40ac-aad4-56920065037d" providerId="ADAL" clId="{7AD665AA-6393-48F5-92E8-5CA01B52F895}" dt="2022-04-06T13:17:22.503" v="101"/>
          <ac:cxnSpMkLst>
            <pc:docMk/>
            <pc:sldMk cId="976686680" sldId="258"/>
            <ac:cxnSpMk id="11" creationId="{B834E6D4-4706-4DC8-82A7-B6A0BBBE6875}"/>
          </ac:cxnSpMkLst>
        </pc:cxnChg>
        <pc:cxnChg chg="mod">
          <ac:chgData name="SERGIO SPANO'" userId="3abdd0b9-513e-40ac-aad4-56920065037d" providerId="ADAL" clId="{7AD665AA-6393-48F5-92E8-5CA01B52F895}" dt="2022-04-06T13:17:22.503" v="101"/>
          <ac:cxnSpMkLst>
            <pc:docMk/>
            <pc:sldMk cId="976686680" sldId="258"/>
            <ac:cxnSpMk id="12" creationId="{9CB0553E-7CF9-4A5A-A8AC-FD5A5363AA0D}"/>
          </ac:cxnSpMkLst>
        </pc:cxnChg>
        <pc:cxnChg chg="add del mod">
          <ac:chgData name="SERGIO SPANO'" userId="3abdd0b9-513e-40ac-aad4-56920065037d" providerId="ADAL" clId="{7AD665AA-6393-48F5-92E8-5CA01B52F895}" dt="2022-04-06T13:17:24.438" v="102"/>
          <ac:cxnSpMkLst>
            <pc:docMk/>
            <pc:sldMk cId="976686680" sldId="258"/>
            <ac:cxnSpMk id="13" creationId="{EF386101-F4AA-4379-93EF-543ECC96866E}"/>
          </ac:cxnSpMkLst>
        </pc:cxnChg>
        <pc:cxnChg chg="add del mod">
          <ac:chgData name="SERGIO SPANO'" userId="3abdd0b9-513e-40ac-aad4-56920065037d" providerId="ADAL" clId="{7AD665AA-6393-48F5-92E8-5CA01B52F895}" dt="2022-04-06T13:17:24.438" v="102"/>
          <ac:cxnSpMkLst>
            <pc:docMk/>
            <pc:sldMk cId="976686680" sldId="258"/>
            <ac:cxnSpMk id="14" creationId="{072E1145-01D9-42DC-A39C-FE812C431B97}"/>
          </ac:cxnSpMkLst>
        </pc:cxnChg>
        <pc:cxnChg chg="add del mod">
          <ac:chgData name="SERGIO SPANO'" userId="3abdd0b9-513e-40ac-aad4-56920065037d" providerId="ADAL" clId="{7AD665AA-6393-48F5-92E8-5CA01B52F895}" dt="2022-04-06T13:17:24.438" v="102"/>
          <ac:cxnSpMkLst>
            <pc:docMk/>
            <pc:sldMk cId="976686680" sldId="258"/>
            <ac:cxnSpMk id="15" creationId="{CB89DCDD-268B-4939-A569-0EBB70DC1C4B}"/>
          </ac:cxnSpMkLst>
        </pc:cxnChg>
        <pc:cxnChg chg="add del mod">
          <ac:chgData name="SERGIO SPANO'" userId="3abdd0b9-513e-40ac-aad4-56920065037d" providerId="ADAL" clId="{7AD665AA-6393-48F5-92E8-5CA01B52F895}" dt="2022-04-06T13:17:24.438" v="102"/>
          <ac:cxnSpMkLst>
            <pc:docMk/>
            <pc:sldMk cId="976686680" sldId="258"/>
            <ac:cxnSpMk id="18" creationId="{7850CEB9-CBC3-4AC3-AD6F-BE443A3F3CE9}"/>
          </ac:cxnSpMkLst>
        </pc:cxnChg>
        <pc:cxnChg chg="add del mod">
          <ac:chgData name="SERGIO SPANO'" userId="3abdd0b9-513e-40ac-aad4-56920065037d" providerId="ADAL" clId="{7AD665AA-6393-48F5-92E8-5CA01B52F895}" dt="2022-04-06T13:17:24.438" v="102"/>
          <ac:cxnSpMkLst>
            <pc:docMk/>
            <pc:sldMk cId="976686680" sldId="258"/>
            <ac:cxnSpMk id="19" creationId="{D0517193-2DFB-408E-B262-C6E6BEB68A38}"/>
          </ac:cxnSpMkLst>
        </pc:cxnChg>
        <pc:cxnChg chg="add del mod">
          <ac:chgData name="SERGIO SPANO'" userId="3abdd0b9-513e-40ac-aad4-56920065037d" providerId="ADAL" clId="{7AD665AA-6393-48F5-92E8-5CA01B52F895}" dt="2022-04-06T13:17:24.438" v="102"/>
          <ac:cxnSpMkLst>
            <pc:docMk/>
            <pc:sldMk cId="976686680" sldId="258"/>
            <ac:cxnSpMk id="20" creationId="{0BC872D7-C4AC-49DD-80AE-BF19F02CD009}"/>
          </ac:cxnSpMkLst>
        </pc:cxnChg>
        <pc:cxnChg chg="add del mod">
          <ac:chgData name="SERGIO SPANO'" userId="3abdd0b9-513e-40ac-aad4-56920065037d" providerId="ADAL" clId="{7AD665AA-6393-48F5-92E8-5CA01B52F895}" dt="2022-04-06T13:17:24.438" v="102"/>
          <ac:cxnSpMkLst>
            <pc:docMk/>
            <pc:sldMk cId="976686680" sldId="258"/>
            <ac:cxnSpMk id="23" creationId="{9C7FC857-B280-4175-BB22-7715B95D7474}"/>
          </ac:cxnSpMkLst>
        </pc:cxnChg>
        <pc:cxnChg chg="add del mod">
          <ac:chgData name="SERGIO SPANO'" userId="3abdd0b9-513e-40ac-aad4-56920065037d" providerId="ADAL" clId="{7AD665AA-6393-48F5-92E8-5CA01B52F895}" dt="2022-04-06T13:17:24.438" v="102"/>
          <ac:cxnSpMkLst>
            <pc:docMk/>
            <pc:sldMk cId="976686680" sldId="258"/>
            <ac:cxnSpMk id="24" creationId="{90508C87-B803-44D7-8239-A04E57D18AC2}"/>
          </ac:cxnSpMkLst>
        </pc:cxnChg>
        <pc:cxnChg chg="mod">
          <ac:chgData name="SERGIO SPANO'" userId="3abdd0b9-513e-40ac-aad4-56920065037d" providerId="ADAL" clId="{7AD665AA-6393-48F5-92E8-5CA01B52F895}" dt="2022-04-06T13:17:22.503" v="101"/>
          <ac:cxnSpMkLst>
            <pc:docMk/>
            <pc:sldMk cId="976686680" sldId="258"/>
            <ac:cxnSpMk id="27" creationId="{2B0F054B-BFC0-4EB8-8087-AB2DDE3C04C2}"/>
          </ac:cxnSpMkLst>
        </pc:cxnChg>
        <pc:cxnChg chg="mod">
          <ac:chgData name="SERGIO SPANO'" userId="3abdd0b9-513e-40ac-aad4-56920065037d" providerId="ADAL" clId="{7AD665AA-6393-48F5-92E8-5CA01B52F895}" dt="2022-04-06T13:17:22.503" v="101"/>
          <ac:cxnSpMkLst>
            <pc:docMk/>
            <pc:sldMk cId="976686680" sldId="258"/>
            <ac:cxnSpMk id="28" creationId="{7586ED5E-349A-4934-97EB-316F0824CE02}"/>
          </ac:cxnSpMkLst>
        </pc:cxnChg>
        <pc:cxnChg chg="mod">
          <ac:chgData name="SERGIO SPANO'" userId="3abdd0b9-513e-40ac-aad4-56920065037d" providerId="ADAL" clId="{7AD665AA-6393-48F5-92E8-5CA01B52F895}" dt="2022-04-06T13:17:22.503" v="101"/>
          <ac:cxnSpMkLst>
            <pc:docMk/>
            <pc:sldMk cId="976686680" sldId="258"/>
            <ac:cxnSpMk id="29" creationId="{32B3D909-6E62-4266-8F5B-406DD757AF88}"/>
          </ac:cxnSpMkLst>
        </pc:cxnChg>
      </pc:sldChg>
      <pc:sldChg chg="del">
        <pc:chgData name="SERGIO SPANO'" userId="3abdd0b9-513e-40ac-aad4-56920065037d" providerId="ADAL" clId="{7AD665AA-6393-48F5-92E8-5CA01B52F895}" dt="2022-04-06T13:10:16.010" v="24" actId="47"/>
        <pc:sldMkLst>
          <pc:docMk/>
          <pc:sldMk cId="1234788682" sldId="258"/>
        </pc:sldMkLst>
      </pc:sldChg>
      <pc:sldChg chg="del">
        <pc:chgData name="SERGIO SPANO'" userId="3abdd0b9-513e-40ac-aad4-56920065037d" providerId="ADAL" clId="{7AD665AA-6393-48F5-92E8-5CA01B52F895}" dt="2022-04-06T13:10:16.053" v="25" actId="47"/>
        <pc:sldMkLst>
          <pc:docMk/>
          <pc:sldMk cId="213031517" sldId="259"/>
        </pc:sldMkLst>
      </pc:sldChg>
      <pc:sldChg chg="addSp delSp modSp new mod">
        <pc:chgData name="SERGIO SPANO'" userId="3abdd0b9-513e-40ac-aad4-56920065037d" providerId="ADAL" clId="{7AD665AA-6393-48F5-92E8-5CA01B52F895}" dt="2022-04-06T13:20:06.739" v="189" actId="20577"/>
        <pc:sldMkLst>
          <pc:docMk/>
          <pc:sldMk cId="540474430" sldId="259"/>
        </pc:sldMkLst>
        <pc:spChg chg="mod">
          <ac:chgData name="SERGIO SPANO'" userId="3abdd0b9-513e-40ac-aad4-56920065037d" providerId="ADAL" clId="{7AD665AA-6393-48F5-92E8-5CA01B52F895}" dt="2022-04-06T13:20:06.739" v="189" actId="20577"/>
          <ac:spMkLst>
            <pc:docMk/>
            <pc:sldMk cId="540474430" sldId="259"/>
            <ac:spMk id="2" creationId="{22758EE1-5FC3-46FB-9592-26598556C0FB}"/>
          </ac:spMkLst>
        </pc:spChg>
        <pc:spChg chg="del">
          <ac:chgData name="SERGIO SPANO'" userId="3abdd0b9-513e-40ac-aad4-56920065037d" providerId="ADAL" clId="{7AD665AA-6393-48F5-92E8-5CA01B52F895}" dt="2022-04-06T13:19:43.760" v="181" actId="478"/>
          <ac:spMkLst>
            <pc:docMk/>
            <pc:sldMk cId="540474430" sldId="259"/>
            <ac:spMk id="3" creationId="{253F7100-DEF3-449D-BAAC-F363CB0C5360}"/>
          </ac:spMkLst>
        </pc:spChg>
        <pc:picChg chg="add mod">
          <ac:chgData name="SERGIO SPANO'" userId="3abdd0b9-513e-40ac-aad4-56920065037d" providerId="ADAL" clId="{7AD665AA-6393-48F5-92E8-5CA01B52F895}" dt="2022-04-06T13:19:56.053" v="185" actId="1076"/>
          <ac:picMkLst>
            <pc:docMk/>
            <pc:sldMk cId="540474430" sldId="259"/>
            <ac:picMk id="6" creationId="{47D8CDE7-9A26-4C14-8043-1DDF12E00EC3}"/>
          </ac:picMkLst>
        </pc:picChg>
      </pc:sldChg>
      <pc:sldChg chg="addSp modSp new mod">
        <pc:chgData name="SERGIO SPANO'" userId="3abdd0b9-513e-40ac-aad4-56920065037d" providerId="ADAL" clId="{7AD665AA-6393-48F5-92E8-5CA01B52F895}" dt="2022-04-06T13:23:04.718" v="298" actId="1076"/>
        <pc:sldMkLst>
          <pc:docMk/>
          <pc:sldMk cId="860547783" sldId="260"/>
        </pc:sldMkLst>
        <pc:spChg chg="mod">
          <ac:chgData name="SERGIO SPANO'" userId="3abdd0b9-513e-40ac-aad4-56920065037d" providerId="ADAL" clId="{7AD665AA-6393-48F5-92E8-5CA01B52F895}" dt="2022-04-06T13:20:15.367" v="194" actId="20577"/>
          <ac:spMkLst>
            <pc:docMk/>
            <pc:sldMk cId="860547783" sldId="260"/>
            <ac:spMk id="2" creationId="{C0AF4DB8-CDDD-4164-B332-4AF9F66F4878}"/>
          </ac:spMkLst>
        </pc:spChg>
        <pc:spChg chg="mod">
          <ac:chgData name="SERGIO SPANO'" userId="3abdd0b9-513e-40ac-aad4-56920065037d" providerId="ADAL" clId="{7AD665AA-6393-48F5-92E8-5CA01B52F895}" dt="2022-04-06T13:22:58.905" v="297" actId="113"/>
          <ac:spMkLst>
            <pc:docMk/>
            <pc:sldMk cId="860547783" sldId="260"/>
            <ac:spMk id="3" creationId="{2AEC10D5-704E-43A7-8FD6-452295CD6D0E}"/>
          </ac:spMkLst>
        </pc:spChg>
        <pc:picChg chg="add mod">
          <ac:chgData name="SERGIO SPANO'" userId="3abdd0b9-513e-40ac-aad4-56920065037d" providerId="ADAL" clId="{7AD665AA-6393-48F5-92E8-5CA01B52F895}" dt="2022-04-06T13:23:04.718" v="298" actId="1076"/>
          <ac:picMkLst>
            <pc:docMk/>
            <pc:sldMk cId="860547783" sldId="260"/>
            <ac:picMk id="6" creationId="{B0C42F5C-FE41-4E36-8608-0E9AB72F4622}"/>
          </ac:picMkLst>
        </pc:picChg>
      </pc:sldChg>
      <pc:sldChg chg="del">
        <pc:chgData name="SERGIO SPANO'" userId="3abdd0b9-513e-40ac-aad4-56920065037d" providerId="ADAL" clId="{7AD665AA-6393-48F5-92E8-5CA01B52F895}" dt="2022-04-06T13:10:16.087" v="26" actId="47"/>
        <pc:sldMkLst>
          <pc:docMk/>
          <pc:sldMk cId="1843171920" sldId="260"/>
        </pc:sldMkLst>
      </pc:sldChg>
      <pc:sldChg chg="addSp delSp modSp new mod">
        <pc:chgData name="SERGIO SPANO'" userId="3abdd0b9-513e-40ac-aad4-56920065037d" providerId="ADAL" clId="{7AD665AA-6393-48F5-92E8-5CA01B52F895}" dt="2022-04-06T13:22:23.710" v="238" actId="1076"/>
        <pc:sldMkLst>
          <pc:docMk/>
          <pc:sldMk cId="787691870" sldId="261"/>
        </pc:sldMkLst>
        <pc:spChg chg="mod">
          <ac:chgData name="SERGIO SPANO'" userId="3abdd0b9-513e-40ac-aad4-56920065037d" providerId="ADAL" clId="{7AD665AA-6393-48F5-92E8-5CA01B52F895}" dt="2022-04-06T13:22:03.766" v="229" actId="20577"/>
          <ac:spMkLst>
            <pc:docMk/>
            <pc:sldMk cId="787691870" sldId="261"/>
            <ac:spMk id="2" creationId="{3771A526-7E36-41EA-AEFB-41A89B77E747}"/>
          </ac:spMkLst>
        </pc:spChg>
        <pc:spChg chg="del">
          <ac:chgData name="SERGIO SPANO'" userId="3abdd0b9-513e-40ac-aad4-56920065037d" providerId="ADAL" clId="{7AD665AA-6393-48F5-92E8-5CA01B52F895}" dt="2022-04-06T13:22:06.248" v="230" actId="478"/>
          <ac:spMkLst>
            <pc:docMk/>
            <pc:sldMk cId="787691870" sldId="261"/>
            <ac:spMk id="3" creationId="{4BE9F799-62BA-4A09-B906-ED7B9F88880F}"/>
          </ac:spMkLst>
        </pc:spChg>
        <pc:picChg chg="add mod">
          <ac:chgData name="SERGIO SPANO'" userId="3abdd0b9-513e-40ac-aad4-56920065037d" providerId="ADAL" clId="{7AD665AA-6393-48F5-92E8-5CA01B52F895}" dt="2022-04-06T13:22:23.710" v="238" actId="1076"/>
          <ac:picMkLst>
            <pc:docMk/>
            <pc:sldMk cId="787691870" sldId="261"/>
            <ac:picMk id="6" creationId="{EF02FF5C-2F87-48C4-B1F9-92EC1C94E790}"/>
          </ac:picMkLst>
        </pc:picChg>
        <pc:picChg chg="add mod">
          <ac:chgData name="SERGIO SPANO'" userId="3abdd0b9-513e-40ac-aad4-56920065037d" providerId="ADAL" clId="{7AD665AA-6393-48F5-92E8-5CA01B52F895}" dt="2022-04-06T13:22:22.586" v="237" actId="1076"/>
          <ac:picMkLst>
            <pc:docMk/>
            <pc:sldMk cId="787691870" sldId="261"/>
            <ac:picMk id="7" creationId="{7C512D89-C181-4CB5-A9BA-1B1353F95BDB}"/>
          </ac:picMkLst>
        </pc:picChg>
      </pc:sldChg>
      <pc:sldChg chg="del">
        <pc:chgData name="SERGIO SPANO'" userId="3abdd0b9-513e-40ac-aad4-56920065037d" providerId="ADAL" clId="{7AD665AA-6393-48F5-92E8-5CA01B52F895}" dt="2022-04-06T13:10:16.119" v="27" actId="47"/>
        <pc:sldMkLst>
          <pc:docMk/>
          <pc:sldMk cId="2853228998" sldId="261"/>
        </pc:sldMkLst>
      </pc:sldChg>
      <pc:sldChg chg="del">
        <pc:chgData name="SERGIO SPANO'" userId="3abdd0b9-513e-40ac-aad4-56920065037d" providerId="ADAL" clId="{7AD665AA-6393-48F5-92E8-5CA01B52F895}" dt="2022-04-06T13:10:16.158" v="28" actId="47"/>
        <pc:sldMkLst>
          <pc:docMk/>
          <pc:sldMk cId="3030670358" sldId="262"/>
        </pc:sldMkLst>
      </pc:sldChg>
      <pc:sldChg chg="addSp modSp new mod">
        <pc:chgData name="SERGIO SPANO'" userId="3abdd0b9-513e-40ac-aad4-56920065037d" providerId="ADAL" clId="{7AD665AA-6393-48F5-92E8-5CA01B52F895}" dt="2022-04-06T13:41:19.824" v="352" actId="20577"/>
        <pc:sldMkLst>
          <pc:docMk/>
          <pc:sldMk cId="3495427858" sldId="262"/>
        </pc:sldMkLst>
        <pc:spChg chg="mod">
          <ac:chgData name="SERGIO SPANO'" userId="3abdd0b9-513e-40ac-aad4-56920065037d" providerId="ADAL" clId="{7AD665AA-6393-48F5-92E8-5CA01B52F895}" dt="2022-04-06T13:41:19.824" v="352" actId="20577"/>
          <ac:spMkLst>
            <pc:docMk/>
            <pc:sldMk cId="3495427858" sldId="262"/>
            <ac:spMk id="2" creationId="{B0FBC7E3-6EB5-4A9D-BB5E-CB2E2DEF7000}"/>
          </ac:spMkLst>
        </pc:spChg>
        <pc:spChg chg="mod">
          <ac:chgData name="SERGIO SPANO'" userId="3abdd0b9-513e-40ac-aad4-56920065037d" providerId="ADAL" clId="{7AD665AA-6393-48F5-92E8-5CA01B52F895}" dt="2022-04-06T13:41:03.331" v="306" actId="14100"/>
          <ac:spMkLst>
            <pc:docMk/>
            <pc:sldMk cId="3495427858" sldId="262"/>
            <ac:spMk id="3" creationId="{9978F355-361F-4351-9C0C-9D38B5361D18}"/>
          </ac:spMkLst>
        </pc:spChg>
        <pc:picChg chg="add mod">
          <ac:chgData name="SERGIO SPANO'" userId="3abdd0b9-513e-40ac-aad4-56920065037d" providerId="ADAL" clId="{7AD665AA-6393-48F5-92E8-5CA01B52F895}" dt="2022-04-06T13:41:08.661" v="309" actId="1076"/>
          <ac:picMkLst>
            <pc:docMk/>
            <pc:sldMk cId="3495427858" sldId="262"/>
            <ac:picMk id="6" creationId="{F96594D2-53B1-44D2-BC1A-C3CCF6C0757A}"/>
          </ac:picMkLst>
        </pc:picChg>
      </pc:sldChg>
      <pc:sldChg chg="del">
        <pc:chgData name="SERGIO SPANO'" userId="3abdd0b9-513e-40ac-aad4-56920065037d" providerId="ADAL" clId="{7AD665AA-6393-48F5-92E8-5CA01B52F895}" dt="2022-04-06T13:10:16.190" v="29" actId="47"/>
        <pc:sldMkLst>
          <pc:docMk/>
          <pc:sldMk cId="823009787" sldId="263"/>
        </pc:sldMkLst>
      </pc:sldChg>
      <pc:sldChg chg="addSp delSp modSp new mod">
        <pc:chgData name="SERGIO SPANO'" userId="3abdd0b9-513e-40ac-aad4-56920065037d" providerId="ADAL" clId="{7AD665AA-6393-48F5-92E8-5CA01B52F895}" dt="2022-04-06T13:41:56.645" v="417" actId="1076"/>
        <pc:sldMkLst>
          <pc:docMk/>
          <pc:sldMk cId="2577865179" sldId="263"/>
        </pc:sldMkLst>
        <pc:spChg chg="mod">
          <ac:chgData name="SERGIO SPANO'" userId="3abdd0b9-513e-40ac-aad4-56920065037d" providerId="ADAL" clId="{7AD665AA-6393-48F5-92E8-5CA01B52F895}" dt="2022-04-06T13:41:45.444" v="413" actId="20577"/>
          <ac:spMkLst>
            <pc:docMk/>
            <pc:sldMk cId="2577865179" sldId="263"/>
            <ac:spMk id="2" creationId="{B0A0461A-D2E6-4D13-92F0-5614E9FBEAEA}"/>
          </ac:spMkLst>
        </pc:spChg>
        <pc:spChg chg="del">
          <ac:chgData name="SERGIO SPANO'" userId="3abdd0b9-513e-40ac-aad4-56920065037d" providerId="ADAL" clId="{7AD665AA-6393-48F5-92E8-5CA01B52F895}" dt="2022-04-06T13:41:49.239" v="414" actId="478"/>
          <ac:spMkLst>
            <pc:docMk/>
            <pc:sldMk cId="2577865179" sldId="263"/>
            <ac:spMk id="3" creationId="{F5D60FB6-1963-44D4-83E7-030DB93FC457}"/>
          </ac:spMkLst>
        </pc:spChg>
        <pc:picChg chg="add mod">
          <ac:chgData name="SERGIO SPANO'" userId="3abdd0b9-513e-40ac-aad4-56920065037d" providerId="ADAL" clId="{7AD665AA-6393-48F5-92E8-5CA01B52F895}" dt="2022-04-06T13:41:56.645" v="417" actId="1076"/>
          <ac:picMkLst>
            <pc:docMk/>
            <pc:sldMk cId="2577865179" sldId="263"/>
            <ac:picMk id="6" creationId="{727BF7DD-AF24-4640-9B4D-C296314F36B5}"/>
          </ac:picMkLst>
        </pc:picChg>
      </pc:sldChg>
      <pc:sldChg chg="del">
        <pc:chgData name="SERGIO SPANO'" userId="3abdd0b9-513e-40ac-aad4-56920065037d" providerId="ADAL" clId="{7AD665AA-6393-48F5-92E8-5CA01B52F895}" dt="2022-04-06T13:10:16.234" v="30" actId="47"/>
        <pc:sldMkLst>
          <pc:docMk/>
          <pc:sldMk cId="1740980508" sldId="264"/>
        </pc:sldMkLst>
      </pc:sldChg>
      <pc:sldChg chg="addSp modSp new mod">
        <pc:chgData name="SERGIO SPANO'" userId="3abdd0b9-513e-40ac-aad4-56920065037d" providerId="ADAL" clId="{7AD665AA-6393-48F5-92E8-5CA01B52F895}" dt="2022-04-06T13:42:53.832" v="537" actId="1076"/>
        <pc:sldMkLst>
          <pc:docMk/>
          <pc:sldMk cId="2146057155" sldId="264"/>
        </pc:sldMkLst>
        <pc:spChg chg="mod">
          <ac:chgData name="SERGIO SPANO'" userId="3abdd0b9-513e-40ac-aad4-56920065037d" providerId="ADAL" clId="{7AD665AA-6393-48F5-92E8-5CA01B52F895}" dt="2022-04-06T13:42:15.920" v="454" actId="20577"/>
          <ac:spMkLst>
            <pc:docMk/>
            <pc:sldMk cId="2146057155" sldId="264"/>
            <ac:spMk id="2" creationId="{CA42BF19-E758-411A-9859-27093C6E09D0}"/>
          </ac:spMkLst>
        </pc:spChg>
        <pc:spChg chg="mod">
          <ac:chgData name="SERGIO SPANO'" userId="3abdd0b9-513e-40ac-aad4-56920065037d" providerId="ADAL" clId="{7AD665AA-6393-48F5-92E8-5CA01B52F895}" dt="2022-04-06T13:42:37.958" v="533" actId="20577"/>
          <ac:spMkLst>
            <pc:docMk/>
            <pc:sldMk cId="2146057155" sldId="264"/>
            <ac:spMk id="3" creationId="{D0B2530C-A389-4677-91C2-7EB40C62DA77}"/>
          </ac:spMkLst>
        </pc:spChg>
        <pc:picChg chg="add mod">
          <ac:chgData name="SERGIO SPANO'" userId="3abdd0b9-513e-40ac-aad4-56920065037d" providerId="ADAL" clId="{7AD665AA-6393-48F5-92E8-5CA01B52F895}" dt="2022-04-06T13:42:53.832" v="537" actId="1076"/>
          <ac:picMkLst>
            <pc:docMk/>
            <pc:sldMk cId="2146057155" sldId="264"/>
            <ac:picMk id="6" creationId="{2A93038E-7CCE-4E39-B1C7-B56B41945221}"/>
          </ac:picMkLst>
        </pc:picChg>
      </pc:sldChg>
      <pc:sldChg chg="del">
        <pc:chgData name="SERGIO SPANO'" userId="3abdd0b9-513e-40ac-aad4-56920065037d" providerId="ADAL" clId="{7AD665AA-6393-48F5-92E8-5CA01B52F895}" dt="2022-04-06T13:10:16.268" v="31" actId="47"/>
        <pc:sldMkLst>
          <pc:docMk/>
          <pc:sldMk cId="1890930988" sldId="265"/>
        </pc:sldMkLst>
      </pc:sldChg>
      <pc:sldChg chg="addSp delSp modSp new mod">
        <pc:chgData name="SERGIO SPANO'" userId="3abdd0b9-513e-40ac-aad4-56920065037d" providerId="ADAL" clId="{7AD665AA-6393-48F5-92E8-5CA01B52F895}" dt="2022-04-06T13:43:55.436" v="554" actId="1076"/>
        <pc:sldMkLst>
          <pc:docMk/>
          <pc:sldMk cId="2713962453" sldId="265"/>
        </pc:sldMkLst>
        <pc:spChg chg="mod">
          <ac:chgData name="SERGIO SPANO'" userId="3abdd0b9-513e-40ac-aad4-56920065037d" providerId="ADAL" clId="{7AD665AA-6393-48F5-92E8-5CA01B52F895}" dt="2022-04-06T13:43:43.813" v="550" actId="20577"/>
          <ac:spMkLst>
            <pc:docMk/>
            <pc:sldMk cId="2713962453" sldId="265"/>
            <ac:spMk id="2" creationId="{1733D1E9-F3C6-44DB-892A-BB235F8C86C7}"/>
          </ac:spMkLst>
        </pc:spChg>
        <pc:spChg chg="del">
          <ac:chgData name="SERGIO SPANO'" userId="3abdd0b9-513e-40ac-aad4-56920065037d" providerId="ADAL" clId="{7AD665AA-6393-48F5-92E8-5CA01B52F895}" dt="2022-04-06T13:43:49.787" v="551" actId="478"/>
          <ac:spMkLst>
            <pc:docMk/>
            <pc:sldMk cId="2713962453" sldId="265"/>
            <ac:spMk id="3" creationId="{D1370811-B92B-40A2-8018-8EAB9E15870C}"/>
          </ac:spMkLst>
        </pc:spChg>
        <pc:picChg chg="add mod">
          <ac:chgData name="SERGIO SPANO'" userId="3abdd0b9-513e-40ac-aad4-56920065037d" providerId="ADAL" clId="{7AD665AA-6393-48F5-92E8-5CA01B52F895}" dt="2022-04-06T13:43:55.436" v="554" actId="1076"/>
          <ac:picMkLst>
            <pc:docMk/>
            <pc:sldMk cId="2713962453" sldId="265"/>
            <ac:picMk id="6" creationId="{104C76CB-CD38-4656-A55F-832617E2E540}"/>
          </ac:picMkLst>
        </pc:picChg>
      </pc:sldChg>
      <pc:sldChg chg="del">
        <pc:chgData name="SERGIO SPANO'" userId="3abdd0b9-513e-40ac-aad4-56920065037d" providerId="ADAL" clId="{7AD665AA-6393-48F5-92E8-5CA01B52F895}" dt="2022-04-06T13:10:16.323" v="32" actId="47"/>
        <pc:sldMkLst>
          <pc:docMk/>
          <pc:sldMk cId="471329938" sldId="266"/>
        </pc:sldMkLst>
      </pc:sldChg>
      <pc:sldChg chg="addSp modSp new mod">
        <pc:chgData name="SERGIO SPANO'" userId="3abdd0b9-513e-40ac-aad4-56920065037d" providerId="ADAL" clId="{7AD665AA-6393-48F5-92E8-5CA01B52F895}" dt="2022-04-06T13:44:31.470" v="587" actId="1076"/>
        <pc:sldMkLst>
          <pc:docMk/>
          <pc:sldMk cId="2575782065" sldId="266"/>
        </pc:sldMkLst>
        <pc:spChg chg="mod">
          <ac:chgData name="SERGIO SPANO'" userId="3abdd0b9-513e-40ac-aad4-56920065037d" providerId="ADAL" clId="{7AD665AA-6393-48F5-92E8-5CA01B52F895}" dt="2022-04-06T13:44:11.261" v="579" actId="20577"/>
          <ac:spMkLst>
            <pc:docMk/>
            <pc:sldMk cId="2575782065" sldId="266"/>
            <ac:spMk id="2" creationId="{E0FCB8EF-9058-40DD-9F3B-0CBA51DB05F5}"/>
          </ac:spMkLst>
        </pc:spChg>
        <pc:spChg chg="mod">
          <ac:chgData name="SERGIO SPANO'" userId="3abdd0b9-513e-40ac-aad4-56920065037d" providerId="ADAL" clId="{7AD665AA-6393-48F5-92E8-5CA01B52F895}" dt="2022-04-06T13:44:26.426" v="584" actId="404"/>
          <ac:spMkLst>
            <pc:docMk/>
            <pc:sldMk cId="2575782065" sldId="266"/>
            <ac:spMk id="3" creationId="{E40BA1C0-B51F-480A-B319-BA3707E943F6}"/>
          </ac:spMkLst>
        </pc:spChg>
        <pc:picChg chg="add mod">
          <ac:chgData name="SERGIO SPANO'" userId="3abdd0b9-513e-40ac-aad4-56920065037d" providerId="ADAL" clId="{7AD665AA-6393-48F5-92E8-5CA01B52F895}" dt="2022-04-06T13:44:31.470" v="587" actId="1076"/>
          <ac:picMkLst>
            <pc:docMk/>
            <pc:sldMk cId="2575782065" sldId="266"/>
            <ac:picMk id="6" creationId="{92D16D02-560F-4984-A852-C10B5DCA4A7F}"/>
          </ac:picMkLst>
        </pc:picChg>
      </pc:sldChg>
      <pc:sldChg chg="del">
        <pc:chgData name="SERGIO SPANO'" userId="3abdd0b9-513e-40ac-aad4-56920065037d" providerId="ADAL" clId="{7AD665AA-6393-48F5-92E8-5CA01B52F895}" dt="2022-04-06T13:10:16.352" v="33" actId="47"/>
        <pc:sldMkLst>
          <pc:docMk/>
          <pc:sldMk cId="2483044283" sldId="267"/>
        </pc:sldMkLst>
      </pc:sldChg>
      <pc:sldChg chg="addSp delSp modSp new mod">
        <pc:chgData name="SERGIO SPANO'" userId="3abdd0b9-513e-40ac-aad4-56920065037d" providerId="ADAL" clId="{7AD665AA-6393-48F5-92E8-5CA01B52F895}" dt="2022-04-06T13:45:47.793" v="629" actId="1076"/>
        <pc:sldMkLst>
          <pc:docMk/>
          <pc:sldMk cId="3910624316" sldId="267"/>
        </pc:sldMkLst>
        <pc:spChg chg="mod">
          <ac:chgData name="SERGIO SPANO'" userId="3abdd0b9-513e-40ac-aad4-56920065037d" providerId="ADAL" clId="{7AD665AA-6393-48F5-92E8-5CA01B52F895}" dt="2022-04-06T13:45:37.213" v="625" actId="20577"/>
          <ac:spMkLst>
            <pc:docMk/>
            <pc:sldMk cId="3910624316" sldId="267"/>
            <ac:spMk id="2" creationId="{E5AB83EB-AB0A-4FDE-8979-ACD36614FBAC}"/>
          </ac:spMkLst>
        </pc:spChg>
        <pc:spChg chg="del">
          <ac:chgData name="SERGIO SPANO'" userId="3abdd0b9-513e-40ac-aad4-56920065037d" providerId="ADAL" clId="{7AD665AA-6393-48F5-92E8-5CA01B52F895}" dt="2022-04-06T13:45:41.871" v="626" actId="478"/>
          <ac:spMkLst>
            <pc:docMk/>
            <pc:sldMk cId="3910624316" sldId="267"/>
            <ac:spMk id="3" creationId="{06BFB9B9-A648-4CCA-810D-08FF9A97EA0A}"/>
          </ac:spMkLst>
        </pc:spChg>
        <pc:picChg chg="add mod">
          <ac:chgData name="SERGIO SPANO'" userId="3abdd0b9-513e-40ac-aad4-56920065037d" providerId="ADAL" clId="{7AD665AA-6393-48F5-92E8-5CA01B52F895}" dt="2022-04-06T13:45:47.793" v="629" actId="1076"/>
          <ac:picMkLst>
            <pc:docMk/>
            <pc:sldMk cId="3910624316" sldId="267"/>
            <ac:picMk id="6" creationId="{9A29CA87-B616-43E6-8907-53EBB3F4141C}"/>
          </ac:picMkLst>
        </pc:picChg>
      </pc:sldChg>
      <pc:sldChg chg="del">
        <pc:chgData name="SERGIO SPANO'" userId="3abdd0b9-513e-40ac-aad4-56920065037d" providerId="ADAL" clId="{7AD665AA-6393-48F5-92E8-5CA01B52F895}" dt="2022-04-06T13:10:16.384" v="34" actId="47"/>
        <pc:sldMkLst>
          <pc:docMk/>
          <pc:sldMk cId="215904899" sldId="268"/>
        </pc:sldMkLst>
      </pc:sldChg>
      <pc:sldChg chg="addSp delSp modSp new mod">
        <pc:chgData name="SERGIO SPANO'" userId="3abdd0b9-513e-40ac-aad4-56920065037d" providerId="ADAL" clId="{7AD665AA-6393-48F5-92E8-5CA01B52F895}" dt="2022-04-06T13:47:14.545" v="735" actId="14100"/>
        <pc:sldMkLst>
          <pc:docMk/>
          <pc:sldMk cId="643271485" sldId="268"/>
        </pc:sldMkLst>
        <pc:spChg chg="mod">
          <ac:chgData name="SERGIO SPANO'" userId="3abdd0b9-513e-40ac-aad4-56920065037d" providerId="ADAL" clId="{7AD665AA-6393-48F5-92E8-5CA01B52F895}" dt="2022-04-06T13:46:11.304" v="681" actId="20577"/>
          <ac:spMkLst>
            <pc:docMk/>
            <pc:sldMk cId="643271485" sldId="268"/>
            <ac:spMk id="2" creationId="{18163EE0-94CE-4B58-900E-AF27B88DE0C3}"/>
          </ac:spMkLst>
        </pc:spChg>
        <pc:spChg chg="del">
          <ac:chgData name="SERGIO SPANO'" userId="3abdd0b9-513e-40ac-aad4-56920065037d" providerId="ADAL" clId="{7AD665AA-6393-48F5-92E8-5CA01B52F895}" dt="2022-04-06T13:46:14.360" v="682" actId="478"/>
          <ac:spMkLst>
            <pc:docMk/>
            <pc:sldMk cId="643271485" sldId="268"/>
            <ac:spMk id="3" creationId="{1A1CDDE2-C895-4AC9-84AC-73E617EED4A8}"/>
          </ac:spMkLst>
        </pc:spChg>
        <pc:spChg chg="add mod">
          <ac:chgData name="SERGIO SPANO'" userId="3abdd0b9-513e-40ac-aad4-56920065037d" providerId="ADAL" clId="{7AD665AA-6393-48F5-92E8-5CA01B52F895}" dt="2022-04-06T13:47:14.545" v="735" actId="14100"/>
          <ac:spMkLst>
            <pc:docMk/>
            <pc:sldMk cId="643271485" sldId="268"/>
            <ac:spMk id="7" creationId="{690F14D5-6078-46A8-B2F7-0442AB8F5695}"/>
          </ac:spMkLst>
        </pc:spChg>
        <pc:picChg chg="add mod">
          <ac:chgData name="SERGIO SPANO'" userId="3abdd0b9-513e-40ac-aad4-56920065037d" providerId="ADAL" clId="{7AD665AA-6393-48F5-92E8-5CA01B52F895}" dt="2022-04-06T13:46:21.860" v="686" actId="1076"/>
          <ac:picMkLst>
            <pc:docMk/>
            <pc:sldMk cId="643271485" sldId="268"/>
            <ac:picMk id="6" creationId="{6650C97D-AED1-48AF-AB5A-CED9230A499A}"/>
          </ac:picMkLst>
        </pc:picChg>
      </pc:sldChg>
      <pc:sldChg chg="addSp delSp modSp new mod">
        <pc:chgData name="SERGIO SPANO'" userId="3abdd0b9-513e-40ac-aad4-56920065037d" providerId="ADAL" clId="{7AD665AA-6393-48F5-92E8-5CA01B52F895}" dt="2022-04-06T13:48:17.737" v="762" actId="1076"/>
        <pc:sldMkLst>
          <pc:docMk/>
          <pc:sldMk cId="1882528860" sldId="269"/>
        </pc:sldMkLst>
        <pc:spChg chg="mod">
          <ac:chgData name="SERGIO SPANO'" userId="3abdd0b9-513e-40ac-aad4-56920065037d" providerId="ADAL" clId="{7AD665AA-6393-48F5-92E8-5CA01B52F895}" dt="2022-04-06T13:48:07.060" v="757" actId="20577"/>
          <ac:spMkLst>
            <pc:docMk/>
            <pc:sldMk cId="1882528860" sldId="269"/>
            <ac:spMk id="2" creationId="{51D3937B-602A-4FE1-99E7-CAF19EA4C2E5}"/>
          </ac:spMkLst>
        </pc:spChg>
        <pc:spChg chg="del">
          <ac:chgData name="SERGIO SPANO'" userId="3abdd0b9-513e-40ac-aad4-56920065037d" providerId="ADAL" clId="{7AD665AA-6393-48F5-92E8-5CA01B52F895}" dt="2022-04-06T13:48:12.092" v="758" actId="478"/>
          <ac:spMkLst>
            <pc:docMk/>
            <pc:sldMk cId="1882528860" sldId="269"/>
            <ac:spMk id="3" creationId="{68BB1C89-47E9-4849-A472-B450B7639572}"/>
          </ac:spMkLst>
        </pc:spChg>
        <pc:picChg chg="add mod">
          <ac:chgData name="SERGIO SPANO'" userId="3abdd0b9-513e-40ac-aad4-56920065037d" providerId="ADAL" clId="{7AD665AA-6393-48F5-92E8-5CA01B52F895}" dt="2022-04-06T13:48:17.737" v="762" actId="1076"/>
          <ac:picMkLst>
            <pc:docMk/>
            <pc:sldMk cId="1882528860" sldId="269"/>
            <ac:picMk id="6" creationId="{9730416E-9B9F-4770-83C5-4314D9A3EAFD}"/>
          </ac:picMkLst>
        </pc:picChg>
      </pc:sldChg>
      <pc:sldChg chg="addSp delSp modSp new mod">
        <pc:chgData name="SERGIO SPANO'" userId="3abdd0b9-513e-40ac-aad4-56920065037d" providerId="ADAL" clId="{7AD665AA-6393-48F5-92E8-5CA01B52F895}" dt="2022-04-06T13:50:50.073" v="847" actId="1076"/>
        <pc:sldMkLst>
          <pc:docMk/>
          <pc:sldMk cId="309781755" sldId="270"/>
        </pc:sldMkLst>
        <pc:spChg chg="mod">
          <ac:chgData name="SERGIO SPANO'" userId="3abdd0b9-513e-40ac-aad4-56920065037d" providerId="ADAL" clId="{7AD665AA-6393-48F5-92E8-5CA01B52F895}" dt="2022-04-06T13:49:10.854" v="780" actId="20577"/>
          <ac:spMkLst>
            <pc:docMk/>
            <pc:sldMk cId="309781755" sldId="270"/>
            <ac:spMk id="2" creationId="{B7B649C9-B352-465C-8B76-209E5A07B8F1}"/>
          </ac:spMkLst>
        </pc:spChg>
        <pc:spChg chg="del">
          <ac:chgData name="SERGIO SPANO'" userId="3abdd0b9-513e-40ac-aad4-56920065037d" providerId="ADAL" clId="{7AD665AA-6393-48F5-92E8-5CA01B52F895}" dt="2022-04-06T13:49:14.557" v="781" actId="478"/>
          <ac:spMkLst>
            <pc:docMk/>
            <pc:sldMk cId="309781755" sldId="270"/>
            <ac:spMk id="3" creationId="{9EA6D47C-813D-41A7-96CB-5BABA2C37D24}"/>
          </ac:spMkLst>
        </pc:spChg>
        <pc:spChg chg="add mod">
          <ac:chgData name="SERGIO SPANO'" userId="3abdd0b9-513e-40ac-aad4-56920065037d" providerId="ADAL" clId="{7AD665AA-6393-48F5-92E8-5CA01B52F895}" dt="2022-04-06T13:50:19.800" v="805" actId="1076"/>
          <ac:spMkLst>
            <pc:docMk/>
            <pc:sldMk cId="309781755" sldId="270"/>
            <ac:spMk id="12" creationId="{4FD49950-ACF8-4EDC-801E-5E6195AB148D}"/>
          </ac:spMkLst>
        </pc:spChg>
        <pc:spChg chg="add mod">
          <ac:chgData name="SERGIO SPANO'" userId="3abdd0b9-513e-40ac-aad4-56920065037d" providerId="ADAL" clId="{7AD665AA-6393-48F5-92E8-5CA01B52F895}" dt="2022-04-06T13:50:50.073" v="847" actId="1076"/>
          <ac:spMkLst>
            <pc:docMk/>
            <pc:sldMk cId="309781755" sldId="270"/>
            <ac:spMk id="13" creationId="{C9FD9CE9-4D88-4601-AB29-793A98F3D1CD}"/>
          </ac:spMkLst>
        </pc:spChg>
        <pc:picChg chg="add mod">
          <ac:chgData name="SERGIO SPANO'" userId="3abdd0b9-513e-40ac-aad4-56920065037d" providerId="ADAL" clId="{7AD665AA-6393-48F5-92E8-5CA01B52F895}" dt="2022-04-06T13:50:21.126" v="806" actId="1076"/>
          <ac:picMkLst>
            <pc:docMk/>
            <pc:sldMk cId="309781755" sldId="270"/>
            <ac:picMk id="6" creationId="{C42B0B16-DA83-418B-A379-9528107B74CC}"/>
          </ac:picMkLst>
        </pc:picChg>
        <pc:picChg chg="add mod modCrop">
          <ac:chgData name="SERGIO SPANO'" userId="3abdd0b9-513e-40ac-aad4-56920065037d" providerId="ADAL" clId="{7AD665AA-6393-48F5-92E8-5CA01B52F895}" dt="2022-04-06T13:49:38.568" v="792" actId="1076"/>
          <ac:picMkLst>
            <pc:docMk/>
            <pc:sldMk cId="309781755" sldId="270"/>
            <ac:picMk id="7" creationId="{D90D3B5C-FEF9-4BFD-9B8D-966CA2187B39}"/>
          </ac:picMkLst>
        </pc:picChg>
        <pc:cxnChg chg="add mod">
          <ac:chgData name="SERGIO SPANO'" userId="3abdd0b9-513e-40ac-aad4-56920065037d" providerId="ADAL" clId="{7AD665AA-6393-48F5-92E8-5CA01B52F895}" dt="2022-04-06T13:49:59.523" v="799" actId="1035"/>
          <ac:cxnSpMkLst>
            <pc:docMk/>
            <pc:sldMk cId="309781755" sldId="270"/>
            <ac:cxnSpMk id="9" creationId="{251A91C3-CF4A-4D75-8E7C-5839C303BA97}"/>
          </ac:cxnSpMkLst>
        </pc:cxnChg>
        <pc:cxnChg chg="add mod">
          <ac:chgData name="SERGIO SPANO'" userId="3abdd0b9-513e-40ac-aad4-56920065037d" providerId="ADAL" clId="{7AD665AA-6393-48F5-92E8-5CA01B52F895}" dt="2022-04-06T13:50:08.561" v="802" actId="1076"/>
          <ac:cxnSpMkLst>
            <pc:docMk/>
            <pc:sldMk cId="309781755" sldId="270"/>
            <ac:cxnSpMk id="10" creationId="{DB5969D2-8C4B-4766-BAC9-94B9D8F31052}"/>
          </ac:cxnSpMkLst>
        </pc:cxnChg>
      </pc:sldChg>
      <pc:sldChg chg="addSp modSp new mod">
        <pc:chgData name="SERGIO SPANO'" userId="3abdd0b9-513e-40ac-aad4-56920065037d" providerId="ADAL" clId="{7AD665AA-6393-48F5-92E8-5CA01B52F895}" dt="2022-04-06T14:18:02.598" v="883" actId="1076"/>
        <pc:sldMkLst>
          <pc:docMk/>
          <pc:sldMk cId="2305292719" sldId="271"/>
        </pc:sldMkLst>
        <pc:spChg chg="mod">
          <ac:chgData name="SERGIO SPANO'" userId="3abdd0b9-513e-40ac-aad4-56920065037d" providerId="ADAL" clId="{7AD665AA-6393-48F5-92E8-5CA01B52F895}" dt="2022-04-06T14:17:49.608" v="878" actId="20577"/>
          <ac:spMkLst>
            <pc:docMk/>
            <pc:sldMk cId="2305292719" sldId="271"/>
            <ac:spMk id="2" creationId="{ED85704D-2330-4FB9-9266-E6E87C9A60CA}"/>
          </ac:spMkLst>
        </pc:spChg>
        <pc:spChg chg="mod">
          <ac:chgData name="SERGIO SPANO'" userId="3abdd0b9-513e-40ac-aad4-56920065037d" providerId="ADAL" clId="{7AD665AA-6393-48F5-92E8-5CA01B52F895}" dt="2022-04-06T14:17:54.547" v="879"/>
          <ac:spMkLst>
            <pc:docMk/>
            <pc:sldMk cId="2305292719" sldId="271"/>
            <ac:spMk id="3" creationId="{F917B78E-A9E0-46F3-80E4-CA4205535361}"/>
          </ac:spMkLst>
        </pc:spChg>
        <pc:picChg chg="add mod">
          <ac:chgData name="SERGIO SPANO'" userId="3abdd0b9-513e-40ac-aad4-56920065037d" providerId="ADAL" clId="{7AD665AA-6393-48F5-92E8-5CA01B52F895}" dt="2022-04-06T14:18:02.598" v="883" actId="1076"/>
          <ac:picMkLst>
            <pc:docMk/>
            <pc:sldMk cId="2305292719" sldId="271"/>
            <ac:picMk id="6" creationId="{9AC1B214-5CAC-411B-8A2F-202923072EB0}"/>
          </ac:picMkLst>
        </pc:picChg>
      </pc:sldChg>
      <pc:sldChg chg="addSp modSp new mod">
        <pc:chgData name="SERGIO SPANO'" userId="3abdd0b9-513e-40ac-aad4-56920065037d" providerId="ADAL" clId="{7AD665AA-6393-48F5-92E8-5CA01B52F895}" dt="2022-04-06T14:18:36.068" v="950" actId="1076"/>
        <pc:sldMkLst>
          <pc:docMk/>
          <pc:sldMk cId="4235874755" sldId="272"/>
        </pc:sldMkLst>
        <pc:spChg chg="mod">
          <ac:chgData name="SERGIO SPANO'" userId="3abdd0b9-513e-40ac-aad4-56920065037d" providerId="ADAL" clId="{7AD665AA-6393-48F5-92E8-5CA01B52F895}" dt="2022-04-06T14:18:23.161" v="945" actId="20577"/>
          <ac:spMkLst>
            <pc:docMk/>
            <pc:sldMk cId="4235874755" sldId="272"/>
            <ac:spMk id="2" creationId="{C95E57D8-176D-49E9-B7DA-DFF0D205FBFC}"/>
          </ac:spMkLst>
        </pc:spChg>
        <pc:spChg chg="mod">
          <ac:chgData name="SERGIO SPANO'" userId="3abdd0b9-513e-40ac-aad4-56920065037d" providerId="ADAL" clId="{7AD665AA-6393-48F5-92E8-5CA01B52F895}" dt="2022-04-06T14:18:28.868" v="946"/>
          <ac:spMkLst>
            <pc:docMk/>
            <pc:sldMk cId="4235874755" sldId="272"/>
            <ac:spMk id="3" creationId="{89FA4472-ACAC-475A-9B2E-D432F3DDB6B6}"/>
          </ac:spMkLst>
        </pc:spChg>
        <pc:picChg chg="add mod">
          <ac:chgData name="SERGIO SPANO'" userId="3abdd0b9-513e-40ac-aad4-56920065037d" providerId="ADAL" clId="{7AD665AA-6393-48F5-92E8-5CA01B52F895}" dt="2022-04-06T14:18:36.068" v="950" actId="1076"/>
          <ac:picMkLst>
            <pc:docMk/>
            <pc:sldMk cId="4235874755" sldId="272"/>
            <ac:picMk id="6" creationId="{51A9F841-D9F2-47AC-948D-D7578A5A7A75}"/>
          </ac:picMkLst>
        </pc:picChg>
      </pc:sldChg>
      <pc:sldChg chg="addSp delSp modSp new mod">
        <pc:chgData name="SERGIO SPANO'" userId="3abdd0b9-513e-40ac-aad4-56920065037d" providerId="ADAL" clId="{7AD665AA-6393-48F5-92E8-5CA01B52F895}" dt="2022-04-06T14:19:28.978" v="995" actId="1076"/>
        <pc:sldMkLst>
          <pc:docMk/>
          <pc:sldMk cId="3415594892" sldId="273"/>
        </pc:sldMkLst>
        <pc:spChg chg="mod">
          <ac:chgData name="SERGIO SPANO'" userId="3abdd0b9-513e-40ac-aad4-56920065037d" providerId="ADAL" clId="{7AD665AA-6393-48F5-92E8-5CA01B52F895}" dt="2022-04-06T14:19:17.580" v="990" actId="20577"/>
          <ac:spMkLst>
            <pc:docMk/>
            <pc:sldMk cId="3415594892" sldId="273"/>
            <ac:spMk id="2" creationId="{B3203F2D-2053-4D7B-9EB7-D9F6EC59F0DE}"/>
          </ac:spMkLst>
        </pc:spChg>
        <pc:spChg chg="del">
          <ac:chgData name="SERGIO SPANO'" userId="3abdd0b9-513e-40ac-aad4-56920065037d" providerId="ADAL" clId="{7AD665AA-6393-48F5-92E8-5CA01B52F895}" dt="2022-04-06T14:19:22.375" v="991" actId="478"/>
          <ac:spMkLst>
            <pc:docMk/>
            <pc:sldMk cId="3415594892" sldId="273"/>
            <ac:spMk id="3" creationId="{E6AABCFF-A4B5-456E-B554-228C69005099}"/>
          </ac:spMkLst>
        </pc:spChg>
        <pc:picChg chg="add mod">
          <ac:chgData name="SERGIO SPANO'" userId="3abdd0b9-513e-40ac-aad4-56920065037d" providerId="ADAL" clId="{7AD665AA-6393-48F5-92E8-5CA01B52F895}" dt="2022-04-06T14:19:28.978" v="995" actId="1076"/>
          <ac:picMkLst>
            <pc:docMk/>
            <pc:sldMk cId="3415594892" sldId="273"/>
            <ac:picMk id="6" creationId="{C52E74F8-1115-4029-80B9-76FE0509838E}"/>
          </ac:picMkLst>
        </pc:picChg>
      </pc:sldChg>
      <pc:sldChg chg="addSp delSp modSp new mod">
        <pc:chgData name="SERGIO SPANO'" userId="3abdd0b9-513e-40ac-aad4-56920065037d" providerId="ADAL" clId="{7AD665AA-6393-48F5-92E8-5CA01B52F895}" dt="2022-04-06T14:28:18.232" v="1091" actId="20577"/>
        <pc:sldMkLst>
          <pc:docMk/>
          <pc:sldMk cId="359844362" sldId="274"/>
        </pc:sldMkLst>
        <pc:spChg chg="mod">
          <ac:chgData name="SERGIO SPANO'" userId="3abdd0b9-513e-40ac-aad4-56920065037d" providerId="ADAL" clId="{7AD665AA-6393-48F5-92E8-5CA01B52F895}" dt="2022-04-06T14:28:18.232" v="1091" actId="20577"/>
          <ac:spMkLst>
            <pc:docMk/>
            <pc:sldMk cId="359844362" sldId="274"/>
            <ac:spMk id="2" creationId="{F473A9B0-C73A-4996-9A94-EEBC07FEA550}"/>
          </ac:spMkLst>
        </pc:spChg>
        <pc:spChg chg="del">
          <ac:chgData name="SERGIO SPANO'" userId="3abdd0b9-513e-40ac-aad4-56920065037d" providerId="ADAL" clId="{7AD665AA-6393-48F5-92E8-5CA01B52F895}" dt="2022-04-06T14:27:09.863" v="1068" actId="478"/>
          <ac:spMkLst>
            <pc:docMk/>
            <pc:sldMk cId="359844362" sldId="274"/>
            <ac:spMk id="3" creationId="{7DA6474A-6B93-4445-A3A2-D86E282B12BE}"/>
          </ac:spMkLst>
        </pc:spChg>
        <pc:spChg chg="add del mod">
          <ac:chgData name="SERGIO SPANO'" userId="3abdd0b9-513e-40ac-aad4-56920065037d" providerId="ADAL" clId="{7AD665AA-6393-48F5-92E8-5CA01B52F895}" dt="2022-04-06T14:27:13.433" v="1070"/>
          <ac:spMkLst>
            <pc:docMk/>
            <pc:sldMk cId="359844362" sldId="274"/>
            <ac:spMk id="6" creationId="{D62BC4A2-DB82-4191-95D4-4B5EA64CE376}"/>
          </ac:spMkLst>
        </pc:spChg>
        <pc:picChg chg="add mod">
          <ac:chgData name="SERGIO SPANO'" userId="3abdd0b9-513e-40ac-aad4-56920065037d" providerId="ADAL" clId="{7AD665AA-6393-48F5-92E8-5CA01B52F895}" dt="2022-04-06T14:27:41.882" v="1079" actId="1076"/>
          <ac:picMkLst>
            <pc:docMk/>
            <pc:sldMk cId="359844362" sldId="274"/>
            <ac:picMk id="7" creationId="{CB26A057-93D6-4D58-907A-2A8A8F74EE48}"/>
          </ac:picMkLst>
        </pc:picChg>
        <pc:picChg chg="add mod">
          <ac:chgData name="SERGIO SPANO'" userId="3abdd0b9-513e-40ac-aad4-56920065037d" providerId="ADAL" clId="{7AD665AA-6393-48F5-92E8-5CA01B52F895}" dt="2022-04-06T14:27:44.110" v="1080" actId="1076"/>
          <ac:picMkLst>
            <pc:docMk/>
            <pc:sldMk cId="359844362" sldId="274"/>
            <ac:picMk id="8" creationId="{24AB7908-167A-41BD-A358-4CB473F29317}"/>
          </ac:picMkLst>
        </pc:picChg>
      </pc:sldChg>
      <pc:sldChg chg="addSp delSp modSp add mod">
        <pc:chgData name="SERGIO SPANO'" userId="3abdd0b9-513e-40ac-aad4-56920065037d" providerId="ADAL" clId="{7AD665AA-6393-48F5-92E8-5CA01B52F895}" dt="2022-04-06T14:28:30.888" v="1115" actId="20577"/>
        <pc:sldMkLst>
          <pc:docMk/>
          <pc:sldMk cId="327629406" sldId="275"/>
        </pc:sldMkLst>
        <pc:spChg chg="mod">
          <ac:chgData name="SERGIO SPANO'" userId="3abdd0b9-513e-40ac-aad4-56920065037d" providerId="ADAL" clId="{7AD665AA-6393-48F5-92E8-5CA01B52F895}" dt="2022-04-06T14:28:30.888" v="1115" actId="20577"/>
          <ac:spMkLst>
            <pc:docMk/>
            <pc:sldMk cId="327629406" sldId="275"/>
            <ac:spMk id="2" creationId="{F473A9B0-C73A-4996-9A94-EEBC07FEA550}"/>
          </ac:spMkLst>
        </pc:spChg>
        <pc:picChg chg="del">
          <ac:chgData name="SERGIO SPANO'" userId="3abdd0b9-513e-40ac-aad4-56920065037d" providerId="ADAL" clId="{7AD665AA-6393-48F5-92E8-5CA01B52F895}" dt="2022-04-06T14:27:58.870" v="1084" actId="478"/>
          <ac:picMkLst>
            <pc:docMk/>
            <pc:sldMk cId="327629406" sldId="275"/>
            <ac:picMk id="7" creationId="{CB26A057-93D6-4D58-907A-2A8A8F74EE48}"/>
          </ac:picMkLst>
        </pc:picChg>
        <pc:picChg chg="del">
          <ac:chgData name="SERGIO SPANO'" userId="3abdd0b9-513e-40ac-aad4-56920065037d" providerId="ADAL" clId="{7AD665AA-6393-48F5-92E8-5CA01B52F895}" dt="2022-04-06T14:27:59.450" v="1085" actId="478"/>
          <ac:picMkLst>
            <pc:docMk/>
            <pc:sldMk cId="327629406" sldId="275"/>
            <ac:picMk id="8" creationId="{24AB7908-167A-41BD-A358-4CB473F29317}"/>
          </ac:picMkLst>
        </pc:picChg>
        <pc:picChg chg="add mod">
          <ac:chgData name="SERGIO SPANO'" userId="3abdd0b9-513e-40ac-aad4-56920065037d" providerId="ADAL" clId="{7AD665AA-6393-48F5-92E8-5CA01B52F895}" dt="2022-04-06T14:28:09.569" v="1090" actId="14100"/>
          <ac:picMkLst>
            <pc:docMk/>
            <pc:sldMk cId="327629406" sldId="275"/>
            <ac:picMk id="9" creationId="{942080C2-A4CA-456A-9400-12FD7026E3F3}"/>
          </ac:picMkLst>
        </pc:picChg>
      </pc:sldChg>
      <pc:sldChg chg="addSp delSp modSp new mod">
        <pc:chgData name="SERGIO SPANO'" userId="3abdd0b9-513e-40ac-aad4-56920065037d" providerId="ADAL" clId="{7AD665AA-6393-48F5-92E8-5CA01B52F895}" dt="2022-04-06T14:29:11.423" v="1155" actId="1076"/>
        <pc:sldMkLst>
          <pc:docMk/>
          <pc:sldMk cId="3822050782" sldId="276"/>
        </pc:sldMkLst>
        <pc:spChg chg="mod">
          <ac:chgData name="SERGIO SPANO'" userId="3abdd0b9-513e-40ac-aad4-56920065037d" providerId="ADAL" clId="{7AD665AA-6393-48F5-92E8-5CA01B52F895}" dt="2022-04-06T14:28:40.161" v="1146" actId="20577"/>
          <ac:spMkLst>
            <pc:docMk/>
            <pc:sldMk cId="3822050782" sldId="276"/>
            <ac:spMk id="2" creationId="{540C77E9-06FE-4E41-80B3-C19D380630D3}"/>
          </ac:spMkLst>
        </pc:spChg>
        <pc:spChg chg="del">
          <ac:chgData name="SERGIO SPANO'" userId="3abdd0b9-513e-40ac-aad4-56920065037d" providerId="ADAL" clId="{7AD665AA-6393-48F5-92E8-5CA01B52F895}" dt="2022-04-06T14:28:47.012" v="1147" actId="478"/>
          <ac:spMkLst>
            <pc:docMk/>
            <pc:sldMk cId="3822050782" sldId="276"/>
            <ac:spMk id="3" creationId="{9C91B406-BAA1-4094-80DF-63F91916CD15}"/>
          </ac:spMkLst>
        </pc:spChg>
        <pc:picChg chg="add mod">
          <ac:chgData name="SERGIO SPANO'" userId="3abdd0b9-513e-40ac-aad4-56920065037d" providerId="ADAL" clId="{7AD665AA-6393-48F5-92E8-5CA01B52F895}" dt="2022-04-06T14:29:09.509" v="1154" actId="1076"/>
          <ac:picMkLst>
            <pc:docMk/>
            <pc:sldMk cId="3822050782" sldId="276"/>
            <ac:picMk id="6" creationId="{3880D176-A837-4E10-A1D8-F37577B9D26F}"/>
          </ac:picMkLst>
        </pc:picChg>
        <pc:picChg chg="add mod">
          <ac:chgData name="SERGIO SPANO'" userId="3abdd0b9-513e-40ac-aad4-56920065037d" providerId="ADAL" clId="{7AD665AA-6393-48F5-92E8-5CA01B52F895}" dt="2022-04-06T14:29:11.423" v="1155" actId="1076"/>
          <ac:picMkLst>
            <pc:docMk/>
            <pc:sldMk cId="3822050782" sldId="276"/>
            <ac:picMk id="7" creationId="{52D9B053-A649-498D-933C-06C78073783F}"/>
          </ac:picMkLst>
        </pc:picChg>
      </pc:sldChg>
      <pc:sldChg chg="addSp modSp new mod">
        <pc:chgData name="SERGIO SPANO'" userId="3abdd0b9-513e-40ac-aad4-56920065037d" providerId="ADAL" clId="{7AD665AA-6393-48F5-92E8-5CA01B52F895}" dt="2022-04-06T14:31:10.256" v="1266" actId="1076"/>
        <pc:sldMkLst>
          <pc:docMk/>
          <pc:sldMk cId="3953436106" sldId="277"/>
        </pc:sldMkLst>
        <pc:spChg chg="mod">
          <ac:chgData name="SERGIO SPANO'" userId="3abdd0b9-513e-40ac-aad4-56920065037d" providerId="ADAL" clId="{7AD665AA-6393-48F5-92E8-5CA01B52F895}" dt="2022-04-06T14:29:52.329" v="1167" actId="20577"/>
          <ac:spMkLst>
            <pc:docMk/>
            <pc:sldMk cId="3953436106" sldId="277"/>
            <ac:spMk id="2" creationId="{9700E2DB-ABDC-4538-8CEA-D7AB98F29B9E}"/>
          </ac:spMkLst>
        </pc:spChg>
        <pc:spChg chg="mod">
          <ac:chgData name="SERGIO SPANO'" userId="3abdd0b9-513e-40ac-aad4-56920065037d" providerId="ADAL" clId="{7AD665AA-6393-48F5-92E8-5CA01B52F895}" dt="2022-04-06T14:30:36.361" v="1251" actId="20577"/>
          <ac:spMkLst>
            <pc:docMk/>
            <pc:sldMk cId="3953436106" sldId="277"/>
            <ac:spMk id="3" creationId="{61F5910A-DF9E-4BF1-8BBC-8BBC0F2AFBD4}"/>
          </ac:spMkLst>
        </pc:spChg>
        <pc:spChg chg="add mod">
          <ac:chgData name="SERGIO SPANO'" userId="3abdd0b9-513e-40ac-aad4-56920065037d" providerId="ADAL" clId="{7AD665AA-6393-48F5-92E8-5CA01B52F895}" dt="2022-04-06T14:31:09.159" v="1265" actId="14100"/>
          <ac:spMkLst>
            <pc:docMk/>
            <pc:sldMk cId="3953436106" sldId="277"/>
            <ac:spMk id="7" creationId="{146F4546-4828-4B67-8DF7-8ADD7C242BF1}"/>
          </ac:spMkLst>
        </pc:spChg>
        <pc:picChg chg="add mod">
          <ac:chgData name="SERGIO SPANO'" userId="3abdd0b9-513e-40ac-aad4-56920065037d" providerId="ADAL" clId="{7AD665AA-6393-48F5-92E8-5CA01B52F895}" dt="2022-04-06T14:31:10.256" v="1266" actId="1076"/>
          <ac:picMkLst>
            <pc:docMk/>
            <pc:sldMk cId="3953436106" sldId="277"/>
            <ac:picMk id="6" creationId="{364BE497-D844-4B9B-95D6-B3B5940BF35E}"/>
          </ac:picMkLst>
        </pc:picChg>
      </pc:sldChg>
    </pc:docChg>
  </pc:docChgLst>
  <pc:docChgLst>
    <pc:chgData name="SERGIO SPANO'" userId="3abdd0b9-513e-40ac-aad4-56920065037d" providerId="ADAL" clId="{141950AE-6424-44F9-B8F8-3E30C7D8D697}"/>
    <pc:docChg chg="undo custSel addSld delSld modSld">
      <pc:chgData name="SERGIO SPANO'" userId="3abdd0b9-513e-40ac-aad4-56920065037d" providerId="ADAL" clId="{141950AE-6424-44F9-B8F8-3E30C7D8D697}" dt="2022-04-07T15:04:28.487" v="1237" actId="1076"/>
      <pc:docMkLst>
        <pc:docMk/>
      </pc:docMkLst>
      <pc:sldChg chg="modSp mod">
        <pc:chgData name="SERGIO SPANO'" userId="3abdd0b9-513e-40ac-aad4-56920065037d" providerId="ADAL" clId="{141950AE-6424-44F9-B8F8-3E30C7D8D697}" dt="2022-04-07T14:27:20.161" v="34" actId="20577"/>
        <pc:sldMkLst>
          <pc:docMk/>
          <pc:sldMk cId="3676927149" sldId="256"/>
        </pc:sldMkLst>
        <pc:spChg chg="mod">
          <ac:chgData name="SERGIO SPANO'" userId="3abdd0b9-513e-40ac-aad4-56920065037d" providerId="ADAL" clId="{141950AE-6424-44F9-B8F8-3E30C7D8D697}" dt="2022-04-07T14:27:20.161" v="34" actId="20577"/>
          <ac:spMkLst>
            <pc:docMk/>
            <pc:sldMk cId="3676927149" sldId="256"/>
            <ac:spMk id="2" creationId="{AE5A0156-FA44-4B5E-AA95-BA26FE319EEF}"/>
          </ac:spMkLst>
        </pc:spChg>
      </pc:sldChg>
      <pc:sldChg chg="addSp delSp modSp new mod">
        <pc:chgData name="SERGIO SPANO'" userId="3abdd0b9-513e-40ac-aad4-56920065037d" providerId="ADAL" clId="{141950AE-6424-44F9-B8F8-3E30C7D8D697}" dt="2022-04-07T14:34:52.263" v="83" actId="732"/>
        <pc:sldMkLst>
          <pc:docMk/>
          <pc:sldMk cId="2251886705" sldId="257"/>
        </pc:sldMkLst>
        <pc:spChg chg="mod">
          <ac:chgData name="SERGIO SPANO'" userId="3abdd0b9-513e-40ac-aad4-56920065037d" providerId="ADAL" clId="{141950AE-6424-44F9-B8F8-3E30C7D8D697}" dt="2022-04-07T14:27:53.103" v="66" actId="20577"/>
          <ac:spMkLst>
            <pc:docMk/>
            <pc:sldMk cId="2251886705" sldId="257"/>
            <ac:spMk id="2" creationId="{EFBC31E5-F171-489D-8B3E-B5029F7E47BE}"/>
          </ac:spMkLst>
        </pc:spChg>
        <pc:spChg chg="del">
          <ac:chgData name="SERGIO SPANO'" userId="3abdd0b9-513e-40ac-aad4-56920065037d" providerId="ADAL" clId="{141950AE-6424-44F9-B8F8-3E30C7D8D697}" dt="2022-04-07T14:31:57.932" v="67" actId="478"/>
          <ac:spMkLst>
            <pc:docMk/>
            <pc:sldMk cId="2251886705" sldId="257"/>
            <ac:spMk id="3" creationId="{817FB935-77A8-47B1-A188-EA15EA3592C9}"/>
          </ac:spMkLst>
        </pc:spChg>
        <pc:picChg chg="add mod">
          <ac:chgData name="SERGIO SPANO'" userId="3abdd0b9-513e-40ac-aad4-56920065037d" providerId="ADAL" clId="{141950AE-6424-44F9-B8F8-3E30C7D8D697}" dt="2022-04-07T14:34:52.263" v="83" actId="732"/>
          <ac:picMkLst>
            <pc:docMk/>
            <pc:sldMk cId="2251886705" sldId="257"/>
            <ac:picMk id="6" creationId="{887865D8-392E-4058-8983-9122D271390C}"/>
          </ac:picMkLst>
        </pc:picChg>
        <pc:picChg chg="add mod">
          <ac:chgData name="SERGIO SPANO'" userId="3abdd0b9-513e-40ac-aad4-56920065037d" providerId="ADAL" clId="{141950AE-6424-44F9-B8F8-3E30C7D8D697}" dt="2022-04-07T14:34:31.615" v="80" actId="1076"/>
          <ac:picMkLst>
            <pc:docMk/>
            <pc:sldMk cId="2251886705" sldId="257"/>
            <ac:picMk id="7" creationId="{7359230B-1799-4E47-8D06-3059EFFB52DF}"/>
          </ac:picMkLst>
        </pc:picChg>
      </pc:sldChg>
      <pc:sldChg chg="del">
        <pc:chgData name="SERGIO SPANO'" userId="3abdd0b9-513e-40ac-aad4-56920065037d" providerId="ADAL" clId="{141950AE-6424-44F9-B8F8-3E30C7D8D697}" dt="2022-04-07T14:27:21.968" v="35" actId="47"/>
        <pc:sldMkLst>
          <pc:docMk/>
          <pc:sldMk cId="3079279380" sldId="257"/>
        </pc:sldMkLst>
      </pc:sldChg>
      <pc:sldChg chg="addSp delSp modSp new mod">
        <pc:chgData name="SERGIO SPANO'" userId="3abdd0b9-513e-40ac-aad4-56920065037d" providerId="ADAL" clId="{141950AE-6424-44F9-B8F8-3E30C7D8D697}" dt="2022-04-07T14:37:16.783" v="99" actId="1076"/>
        <pc:sldMkLst>
          <pc:docMk/>
          <pc:sldMk cId="340297134" sldId="258"/>
        </pc:sldMkLst>
        <pc:spChg chg="mod">
          <ac:chgData name="SERGIO SPANO'" userId="3abdd0b9-513e-40ac-aad4-56920065037d" providerId="ADAL" clId="{141950AE-6424-44F9-B8F8-3E30C7D8D697}" dt="2022-04-07T14:36:59.302" v="94" actId="20577"/>
          <ac:spMkLst>
            <pc:docMk/>
            <pc:sldMk cId="340297134" sldId="258"/>
            <ac:spMk id="2" creationId="{B7F3F288-81B9-46C0-B1B5-8492E06FDDAB}"/>
          </ac:spMkLst>
        </pc:spChg>
        <pc:spChg chg="del">
          <ac:chgData name="SERGIO SPANO'" userId="3abdd0b9-513e-40ac-aad4-56920065037d" providerId="ADAL" clId="{141950AE-6424-44F9-B8F8-3E30C7D8D697}" dt="2022-04-07T14:37:03.207" v="95" actId="478"/>
          <ac:spMkLst>
            <pc:docMk/>
            <pc:sldMk cId="340297134" sldId="258"/>
            <ac:spMk id="3" creationId="{032F5337-EBAE-48FD-991E-863466947685}"/>
          </ac:spMkLst>
        </pc:spChg>
        <pc:picChg chg="add mod">
          <ac:chgData name="SERGIO SPANO'" userId="3abdd0b9-513e-40ac-aad4-56920065037d" providerId="ADAL" clId="{141950AE-6424-44F9-B8F8-3E30C7D8D697}" dt="2022-04-07T14:37:10.839" v="96"/>
          <ac:picMkLst>
            <pc:docMk/>
            <pc:sldMk cId="340297134" sldId="258"/>
            <ac:picMk id="6" creationId="{FA4901DE-B7F5-4D04-B3B8-08C115E4163A}"/>
          </ac:picMkLst>
        </pc:picChg>
        <pc:picChg chg="add mod">
          <ac:chgData name="SERGIO SPANO'" userId="3abdd0b9-513e-40ac-aad4-56920065037d" providerId="ADAL" clId="{141950AE-6424-44F9-B8F8-3E30C7D8D697}" dt="2022-04-07T14:37:16.783" v="99" actId="1076"/>
          <ac:picMkLst>
            <pc:docMk/>
            <pc:sldMk cId="340297134" sldId="258"/>
            <ac:picMk id="7" creationId="{74EACB99-6E25-4DCA-91C6-285FAAC98DAA}"/>
          </ac:picMkLst>
        </pc:picChg>
      </pc:sldChg>
      <pc:sldChg chg="del">
        <pc:chgData name="SERGIO SPANO'" userId="3abdd0b9-513e-40ac-aad4-56920065037d" providerId="ADAL" clId="{141950AE-6424-44F9-B8F8-3E30C7D8D697}" dt="2022-04-07T14:27:22.489" v="36" actId="47"/>
        <pc:sldMkLst>
          <pc:docMk/>
          <pc:sldMk cId="976686680" sldId="258"/>
        </pc:sldMkLst>
      </pc:sldChg>
      <pc:sldChg chg="del">
        <pc:chgData name="SERGIO SPANO'" userId="3abdd0b9-513e-40ac-aad4-56920065037d" providerId="ADAL" clId="{141950AE-6424-44F9-B8F8-3E30C7D8D697}" dt="2022-04-07T14:27:22.545" v="37" actId="47"/>
        <pc:sldMkLst>
          <pc:docMk/>
          <pc:sldMk cId="540474430" sldId="259"/>
        </pc:sldMkLst>
      </pc:sldChg>
      <pc:sldChg chg="addSp delSp modSp new mod">
        <pc:chgData name="SERGIO SPANO'" userId="3abdd0b9-513e-40ac-aad4-56920065037d" providerId="ADAL" clId="{141950AE-6424-44F9-B8F8-3E30C7D8D697}" dt="2022-04-07T14:37:59.512" v="114" actId="1076"/>
        <pc:sldMkLst>
          <pc:docMk/>
          <pc:sldMk cId="1067205247" sldId="259"/>
        </pc:sldMkLst>
        <pc:spChg chg="mod">
          <ac:chgData name="SERGIO SPANO'" userId="3abdd0b9-513e-40ac-aad4-56920065037d" providerId="ADAL" clId="{141950AE-6424-44F9-B8F8-3E30C7D8D697}" dt="2022-04-07T14:37:54.199" v="112" actId="20577"/>
          <ac:spMkLst>
            <pc:docMk/>
            <pc:sldMk cId="1067205247" sldId="259"/>
            <ac:spMk id="2" creationId="{E7E43AA6-D6AD-4A0A-B475-1AB4ACCBFFE2}"/>
          </ac:spMkLst>
        </pc:spChg>
        <pc:spChg chg="del">
          <ac:chgData name="SERGIO SPANO'" userId="3abdd0b9-513e-40ac-aad4-56920065037d" providerId="ADAL" clId="{141950AE-6424-44F9-B8F8-3E30C7D8D697}" dt="2022-04-07T14:37:50.772" v="101" actId="478"/>
          <ac:spMkLst>
            <pc:docMk/>
            <pc:sldMk cId="1067205247" sldId="259"/>
            <ac:spMk id="3" creationId="{A5A81BDC-278D-47BA-84A6-7517D2B679C7}"/>
          </ac:spMkLst>
        </pc:spChg>
        <pc:picChg chg="add mod">
          <ac:chgData name="SERGIO SPANO'" userId="3abdd0b9-513e-40ac-aad4-56920065037d" providerId="ADAL" clId="{141950AE-6424-44F9-B8F8-3E30C7D8D697}" dt="2022-04-07T14:37:51.101" v="103" actId="27636"/>
          <ac:picMkLst>
            <pc:docMk/>
            <pc:sldMk cId="1067205247" sldId="259"/>
            <ac:picMk id="6" creationId="{56273A45-827F-4B2F-9986-6EB1C2938DA7}"/>
          </ac:picMkLst>
        </pc:picChg>
        <pc:picChg chg="add mod">
          <ac:chgData name="SERGIO SPANO'" userId="3abdd0b9-513e-40ac-aad4-56920065037d" providerId="ADAL" clId="{141950AE-6424-44F9-B8F8-3E30C7D8D697}" dt="2022-04-07T14:37:59.512" v="114" actId="1076"/>
          <ac:picMkLst>
            <pc:docMk/>
            <pc:sldMk cId="1067205247" sldId="259"/>
            <ac:picMk id="7" creationId="{7A6A9133-1B10-4A04-9A22-C72745EFFEF5}"/>
          </ac:picMkLst>
        </pc:picChg>
      </pc:sldChg>
      <pc:sldChg chg="del">
        <pc:chgData name="SERGIO SPANO'" userId="3abdd0b9-513e-40ac-aad4-56920065037d" providerId="ADAL" clId="{141950AE-6424-44F9-B8F8-3E30C7D8D697}" dt="2022-04-07T14:27:22.566" v="38" actId="47"/>
        <pc:sldMkLst>
          <pc:docMk/>
          <pc:sldMk cId="860547783" sldId="260"/>
        </pc:sldMkLst>
      </pc:sldChg>
      <pc:sldChg chg="addSp delSp modSp new mod">
        <pc:chgData name="SERGIO SPANO'" userId="3abdd0b9-513e-40ac-aad4-56920065037d" providerId="ADAL" clId="{141950AE-6424-44F9-B8F8-3E30C7D8D697}" dt="2022-04-07T14:39:00.253" v="136" actId="1076"/>
        <pc:sldMkLst>
          <pc:docMk/>
          <pc:sldMk cId="2061653469" sldId="260"/>
        </pc:sldMkLst>
        <pc:spChg chg="mod">
          <ac:chgData name="SERGIO SPANO'" userId="3abdd0b9-513e-40ac-aad4-56920065037d" providerId="ADAL" clId="{141950AE-6424-44F9-B8F8-3E30C7D8D697}" dt="2022-04-07T14:38:37.419" v="131" actId="20577"/>
          <ac:spMkLst>
            <pc:docMk/>
            <pc:sldMk cId="2061653469" sldId="260"/>
            <ac:spMk id="2" creationId="{51F7F62A-D901-4D46-AC09-B60DCB3EE08A}"/>
          </ac:spMkLst>
        </pc:spChg>
        <pc:spChg chg="del">
          <ac:chgData name="SERGIO SPANO'" userId="3abdd0b9-513e-40ac-aad4-56920065037d" providerId="ADAL" clId="{141950AE-6424-44F9-B8F8-3E30C7D8D697}" dt="2022-04-07T14:38:40.555" v="132" actId="478"/>
          <ac:spMkLst>
            <pc:docMk/>
            <pc:sldMk cId="2061653469" sldId="260"/>
            <ac:spMk id="3" creationId="{AFC3ACD5-FDF7-4FDB-A7FB-6A1ED27E2790}"/>
          </ac:spMkLst>
        </pc:spChg>
        <pc:picChg chg="add mod">
          <ac:chgData name="SERGIO SPANO'" userId="3abdd0b9-513e-40ac-aad4-56920065037d" providerId="ADAL" clId="{141950AE-6424-44F9-B8F8-3E30C7D8D697}" dt="2022-04-07T14:38:53.750" v="134" actId="1076"/>
          <ac:picMkLst>
            <pc:docMk/>
            <pc:sldMk cId="2061653469" sldId="260"/>
            <ac:picMk id="6" creationId="{367D10B9-7426-4279-BD77-C91562C513F1}"/>
          </ac:picMkLst>
        </pc:picChg>
        <pc:picChg chg="add mod">
          <ac:chgData name="SERGIO SPANO'" userId="3abdd0b9-513e-40ac-aad4-56920065037d" providerId="ADAL" clId="{141950AE-6424-44F9-B8F8-3E30C7D8D697}" dt="2022-04-07T14:39:00.253" v="136" actId="1076"/>
          <ac:picMkLst>
            <pc:docMk/>
            <pc:sldMk cId="2061653469" sldId="260"/>
            <ac:picMk id="7" creationId="{978E95CD-8F6E-469C-B4DA-9F63D088D0EC}"/>
          </ac:picMkLst>
        </pc:picChg>
      </pc:sldChg>
      <pc:sldChg chg="del">
        <pc:chgData name="SERGIO SPANO'" userId="3abdd0b9-513e-40ac-aad4-56920065037d" providerId="ADAL" clId="{141950AE-6424-44F9-B8F8-3E30C7D8D697}" dt="2022-04-07T14:27:22.619" v="39" actId="47"/>
        <pc:sldMkLst>
          <pc:docMk/>
          <pc:sldMk cId="787691870" sldId="261"/>
        </pc:sldMkLst>
      </pc:sldChg>
      <pc:sldChg chg="addSp delSp modSp new mod">
        <pc:chgData name="SERGIO SPANO'" userId="3abdd0b9-513e-40ac-aad4-56920065037d" providerId="ADAL" clId="{141950AE-6424-44F9-B8F8-3E30C7D8D697}" dt="2022-04-07T14:41:28.603" v="167" actId="1076"/>
        <pc:sldMkLst>
          <pc:docMk/>
          <pc:sldMk cId="2556970871" sldId="261"/>
        </pc:sldMkLst>
        <pc:spChg chg="mod">
          <ac:chgData name="SERGIO SPANO'" userId="3abdd0b9-513e-40ac-aad4-56920065037d" providerId="ADAL" clId="{141950AE-6424-44F9-B8F8-3E30C7D8D697}" dt="2022-04-07T14:41:09.322" v="161" actId="20577"/>
          <ac:spMkLst>
            <pc:docMk/>
            <pc:sldMk cId="2556970871" sldId="261"/>
            <ac:spMk id="2" creationId="{17443682-C322-4217-B29F-A76EB6714569}"/>
          </ac:spMkLst>
        </pc:spChg>
        <pc:spChg chg="del">
          <ac:chgData name="SERGIO SPANO'" userId="3abdd0b9-513e-40ac-aad4-56920065037d" providerId="ADAL" clId="{141950AE-6424-44F9-B8F8-3E30C7D8D697}" dt="2022-04-07T14:41:15.398" v="162" actId="478"/>
          <ac:spMkLst>
            <pc:docMk/>
            <pc:sldMk cId="2556970871" sldId="261"/>
            <ac:spMk id="3" creationId="{57118680-0D91-4D93-9672-17DCC2827CFA}"/>
          </ac:spMkLst>
        </pc:spChg>
        <pc:picChg chg="add mod">
          <ac:chgData name="SERGIO SPANO'" userId="3abdd0b9-513e-40ac-aad4-56920065037d" providerId="ADAL" clId="{141950AE-6424-44F9-B8F8-3E30C7D8D697}" dt="2022-04-07T14:41:18.933" v="163"/>
          <ac:picMkLst>
            <pc:docMk/>
            <pc:sldMk cId="2556970871" sldId="261"/>
            <ac:picMk id="6" creationId="{72FE78CD-1987-495D-B5EC-90B1DC6DB96A}"/>
          </ac:picMkLst>
        </pc:picChg>
        <pc:picChg chg="add mod">
          <ac:chgData name="SERGIO SPANO'" userId="3abdd0b9-513e-40ac-aad4-56920065037d" providerId="ADAL" clId="{141950AE-6424-44F9-B8F8-3E30C7D8D697}" dt="2022-04-07T14:41:28.603" v="167" actId="1076"/>
          <ac:picMkLst>
            <pc:docMk/>
            <pc:sldMk cId="2556970871" sldId="261"/>
            <ac:picMk id="7" creationId="{F95E0066-6CA2-4C1F-B216-219E62E0FBA3}"/>
          </ac:picMkLst>
        </pc:picChg>
      </pc:sldChg>
      <pc:sldChg chg="addSp delSp modSp new mod">
        <pc:chgData name="SERGIO SPANO'" userId="3abdd0b9-513e-40ac-aad4-56920065037d" providerId="ADAL" clId="{141950AE-6424-44F9-B8F8-3E30C7D8D697}" dt="2022-04-07T14:42:43.821" v="193" actId="1076"/>
        <pc:sldMkLst>
          <pc:docMk/>
          <pc:sldMk cId="3431364087" sldId="262"/>
        </pc:sldMkLst>
        <pc:spChg chg="mod">
          <ac:chgData name="SERGIO SPANO'" userId="3abdd0b9-513e-40ac-aad4-56920065037d" providerId="ADAL" clId="{141950AE-6424-44F9-B8F8-3E30C7D8D697}" dt="2022-04-07T14:42:17.672" v="184" actId="20577"/>
          <ac:spMkLst>
            <pc:docMk/>
            <pc:sldMk cId="3431364087" sldId="262"/>
            <ac:spMk id="2" creationId="{183810DA-F3B2-4AE0-A30E-650047FBE408}"/>
          </ac:spMkLst>
        </pc:spChg>
        <pc:spChg chg="del">
          <ac:chgData name="SERGIO SPANO'" userId="3abdd0b9-513e-40ac-aad4-56920065037d" providerId="ADAL" clId="{141950AE-6424-44F9-B8F8-3E30C7D8D697}" dt="2022-04-07T14:42:24.683" v="185" actId="478"/>
          <ac:spMkLst>
            <pc:docMk/>
            <pc:sldMk cId="3431364087" sldId="262"/>
            <ac:spMk id="3" creationId="{673DDCF8-0A55-450C-90E5-2A8E79100811}"/>
          </ac:spMkLst>
        </pc:spChg>
        <pc:picChg chg="add mod">
          <ac:chgData name="SERGIO SPANO'" userId="3abdd0b9-513e-40ac-aad4-56920065037d" providerId="ADAL" clId="{141950AE-6424-44F9-B8F8-3E30C7D8D697}" dt="2022-04-07T14:42:42.944" v="192" actId="1076"/>
          <ac:picMkLst>
            <pc:docMk/>
            <pc:sldMk cId="3431364087" sldId="262"/>
            <ac:picMk id="6" creationId="{AA84D4D1-8A79-4ECE-8EF4-7BEC74572EA3}"/>
          </ac:picMkLst>
        </pc:picChg>
        <pc:picChg chg="add mod">
          <ac:chgData name="SERGIO SPANO'" userId="3abdd0b9-513e-40ac-aad4-56920065037d" providerId="ADAL" clId="{141950AE-6424-44F9-B8F8-3E30C7D8D697}" dt="2022-04-07T14:42:43.821" v="193" actId="1076"/>
          <ac:picMkLst>
            <pc:docMk/>
            <pc:sldMk cId="3431364087" sldId="262"/>
            <ac:picMk id="7" creationId="{3C1B6204-0BE0-4AB6-A0AC-CFDA0115BA79}"/>
          </ac:picMkLst>
        </pc:picChg>
      </pc:sldChg>
      <pc:sldChg chg="del">
        <pc:chgData name="SERGIO SPANO'" userId="3abdd0b9-513e-40ac-aad4-56920065037d" providerId="ADAL" clId="{141950AE-6424-44F9-B8F8-3E30C7D8D697}" dt="2022-04-07T14:27:22.694" v="40" actId="47"/>
        <pc:sldMkLst>
          <pc:docMk/>
          <pc:sldMk cId="3495427858" sldId="262"/>
        </pc:sldMkLst>
      </pc:sldChg>
      <pc:sldChg chg="addSp delSp modSp new mod">
        <pc:chgData name="SERGIO SPANO'" userId="3abdd0b9-513e-40ac-aad4-56920065037d" providerId="ADAL" clId="{141950AE-6424-44F9-B8F8-3E30C7D8D697}" dt="2022-04-07T14:44:33.959" v="239" actId="1076"/>
        <pc:sldMkLst>
          <pc:docMk/>
          <pc:sldMk cId="306208367" sldId="263"/>
        </pc:sldMkLst>
        <pc:spChg chg="mod">
          <ac:chgData name="SERGIO SPANO'" userId="3abdd0b9-513e-40ac-aad4-56920065037d" providerId="ADAL" clId="{141950AE-6424-44F9-B8F8-3E30C7D8D697}" dt="2022-04-07T14:43:45.696" v="234" actId="20577"/>
          <ac:spMkLst>
            <pc:docMk/>
            <pc:sldMk cId="306208367" sldId="263"/>
            <ac:spMk id="2" creationId="{D9BF3189-3931-4E0B-9D3B-5FE568C0AAD4}"/>
          </ac:spMkLst>
        </pc:spChg>
        <pc:spChg chg="del">
          <ac:chgData name="SERGIO SPANO'" userId="3abdd0b9-513e-40ac-aad4-56920065037d" providerId="ADAL" clId="{141950AE-6424-44F9-B8F8-3E30C7D8D697}" dt="2022-04-07T14:43:18.942" v="219" actId="478"/>
          <ac:spMkLst>
            <pc:docMk/>
            <pc:sldMk cId="306208367" sldId="263"/>
            <ac:spMk id="3" creationId="{2017AF5F-2744-4100-9D70-56C9A251B7B3}"/>
          </ac:spMkLst>
        </pc:spChg>
        <pc:picChg chg="add del mod">
          <ac:chgData name="SERGIO SPANO'" userId="3abdd0b9-513e-40ac-aad4-56920065037d" providerId="ADAL" clId="{141950AE-6424-44F9-B8F8-3E30C7D8D697}" dt="2022-04-07T14:44:23.865" v="235" actId="478"/>
          <ac:picMkLst>
            <pc:docMk/>
            <pc:sldMk cId="306208367" sldId="263"/>
            <ac:picMk id="6" creationId="{D1780F3E-32E2-4BED-90C5-6E6483DBAA04}"/>
          </ac:picMkLst>
        </pc:picChg>
        <pc:picChg chg="add mod">
          <ac:chgData name="SERGIO SPANO'" userId="3abdd0b9-513e-40ac-aad4-56920065037d" providerId="ADAL" clId="{141950AE-6424-44F9-B8F8-3E30C7D8D697}" dt="2022-04-07T14:44:33.959" v="239" actId="1076"/>
          <ac:picMkLst>
            <pc:docMk/>
            <pc:sldMk cId="306208367" sldId="263"/>
            <ac:picMk id="7" creationId="{8A4BB36F-355B-4E94-B9FE-B31EC84084A4}"/>
          </ac:picMkLst>
        </pc:picChg>
      </pc:sldChg>
      <pc:sldChg chg="del">
        <pc:chgData name="SERGIO SPANO'" userId="3abdd0b9-513e-40ac-aad4-56920065037d" providerId="ADAL" clId="{141950AE-6424-44F9-B8F8-3E30C7D8D697}" dt="2022-04-07T14:27:22.706" v="41" actId="47"/>
        <pc:sldMkLst>
          <pc:docMk/>
          <pc:sldMk cId="2577865179" sldId="263"/>
        </pc:sldMkLst>
      </pc:sldChg>
      <pc:sldChg chg="del">
        <pc:chgData name="SERGIO SPANO'" userId="3abdd0b9-513e-40ac-aad4-56920065037d" providerId="ADAL" clId="{141950AE-6424-44F9-B8F8-3E30C7D8D697}" dt="2022-04-07T14:27:22.718" v="42" actId="47"/>
        <pc:sldMkLst>
          <pc:docMk/>
          <pc:sldMk cId="2146057155" sldId="264"/>
        </pc:sldMkLst>
      </pc:sldChg>
      <pc:sldChg chg="addSp delSp modSp new mod">
        <pc:chgData name="SERGIO SPANO'" userId="3abdd0b9-513e-40ac-aad4-56920065037d" providerId="ADAL" clId="{141950AE-6424-44F9-B8F8-3E30C7D8D697}" dt="2022-04-07T14:45:08.690" v="254" actId="1076"/>
        <pc:sldMkLst>
          <pc:docMk/>
          <pc:sldMk cId="2406218256" sldId="264"/>
        </pc:sldMkLst>
        <pc:spChg chg="mod">
          <ac:chgData name="SERGIO SPANO'" userId="3abdd0b9-513e-40ac-aad4-56920065037d" providerId="ADAL" clId="{141950AE-6424-44F9-B8F8-3E30C7D8D697}" dt="2022-04-07T14:44:52.235" v="249" actId="20577"/>
          <ac:spMkLst>
            <pc:docMk/>
            <pc:sldMk cId="2406218256" sldId="264"/>
            <ac:spMk id="2" creationId="{457CC194-F142-4AA5-A220-ECE466DD76C6}"/>
          </ac:spMkLst>
        </pc:spChg>
        <pc:spChg chg="del">
          <ac:chgData name="SERGIO SPANO'" userId="3abdd0b9-513e-40ac-aad4-56920065037d" providerId="ADAL" clId="{141950AE-6424-44F9-B8F8-3E30C7D8D697}" dt="2022-04-07T14:44:59.133" v="250" actId="478"/>
          <ac:spMkLst>
            <pc:docMk/>
            <pc:sldMk cId="2406218256" sldId="264"/>
            <ac:spMk id="3" creationId="{665D8DF8-C5C3-44C2-8D2B-48C882047D74}"/>
          </ac:spMkLst>
        </pc:spChg>
        <pc:picChg chg="add mod">
          <ac:chgData name="SERGIO SPANO'" userId="3abdd0b9-513e-40ac-aad4-56920065037d" providerId="ADAL" clId="{141950AE-6424-44F9-B8F8-3E30C7D8D697}" dt="2022-04-07T14:45:03.807" v="252" actId="1076"/>
          <ac:picMkLst>
            <pc:docMk/>
            <pc:sldMk cId="2406218256" sldId="264"/>
            <ac:picMk id="6" creationId="{6A0464C3-4C35-406F-968A-0A53E70EBBD9}"/>
          </ac:picMkLst>
        </pc:picChg>
        <pc:picChg chg="add mod">
          <ac:chgData name="SERGIO SPANO'" userId="3abdd0b9-513e-40ac-aad4-56920065037d" providerId="ADAL" clId="{141950AE-6424-44F9-B8F8-3E30C7D8D697}" dt="2022-04-07T14:45:08.690" v="254" actId="1076"/>
          <ac:picMkLst>
            <pc:docMk/>
            <pc:sldMk cId="2406218256" sldId="264"/>
            <ac:picMk id="7" creationId="{F76D0157-4ED3-445B-A75D-D0597609B084}"/>
          </ac:picMkLst>
        </pc:picChg>
      </pc:sldChg>
      <pc:sldChg chg="addSp delSp modSp add mod">
        <pc:chgData name="SERGIO SPANO'" userId="3abdd0b9-513e-40ac-aad4-56920065037d" providerId="ADAL" clId="{141950AE-6424-44F9-B8F8-3E30C7D8D697}" dt="2022-04-07T14:45:35.049" v="258" actId="1076"/>
        <pc:sldMkLst>
          <pc:docMk/>
          <pc:sldMk cId="2489361959" sldId="265"/>
        </pc:sldMkLst>
        <pc:picChg chg="del">
          <ac:chgData name="SERGIO SPANO'" userId="3abdd0b9-513e-40ac-aad4-56920065037d" providerId="ADAL" clId="{141950AE-6424-44F9-B8F8-3E30C7D8D697}" dt="2022-04-07T14:45:31.101" v="256" actId="478"/>
          <ac:picMkLst>
            <pc:docMk/>
            <pc:sldMk cId="2489361959" sldId="265"/>
            <ac:picMk id="6" creationId="{6A0464C3-4C35-406F-968A-0A53E70EBBD9}"/>
          </ac:picMkLst>
        </pc:picChg>
        <pc:picChg chg="add mod">
          <ac:chgData name="SERGIO SPANO'" userId="3abdd0b9-513e-40ac-aad4-56920065037d" providerId="ADAL" clId="{141950AE-6424-44F9-B8F8-3E30C7D8D697}" dt="2022-04-07T14:45:35.049" v="258" actId="1076"/>
          <ac:picMkLst>
            <pc:docMk/>
            <pc:sldMk cId="2489361959" sldId="265"/>
            <ac:picMk id="8" creationId="{495A2FF3-7983-4320-ACCF-40F5303870DA}"/>
          </ac:picMkLst>
        </pc:picChg>
      </pc:sldChg>
      <pc:sldChg chg="del">
        <pc:chgData name="SERGIO SPANO'" userId="3abdd0b9-513e-40ac-aad4-56920065037d" providerId="ADAL" clId="{141950AE-6424-44F9-B8F8-3E30C7D8D697}" dt="2022-04-07T14:27:22.754" v="43" actId="47"/>
        <pc:sldMkLst>
          <pc:docMk/>
          <pc:sldMk cId="2713962453" sldId="265"/>
        </pc:sldMkLst>
      </pc:sldChg>
      <pc:sldChg chg="modSp new mod">
        <pc:chgData name="SERGIO SPANO'" userId="3abdd0b9-513e-40ac-aad4-56920065037d" providerId="ADAL" clId="{141950AE-6424-44F9-B8F8-3E30C7D8D697}" dt="2022-04-07T14:48:44.408" v="383" actId="20577"/>
        <pc:sldMkLst>
          <pc:docMk/>
          <pc:sldMk cId="208749251" sldId="266"/>
        </pc:sldMkLst>
        <pc:spChg chg="mod">
          <ac:chgData name="SERGIO SPANO'" userId="3abdd0b9-513e-40ac-aad4-56920065037d" providerId="ADAL" clId="{141950AE-6424-44F9-B8F8-3E30C7D8D697}" dt="2022-04-07T14:46:57.209" v="283" actId="20577"/>
          <ac:spMkLst>
            <pc:docMk/>
            <pc:sldMk cId="208749251" sldId="266"/>
            <ac:spMk id="2" creationId="{7D67574A-6406-4C65-8B5C-B6256D2548A1}"/>
          </ac:spMkLst>
        </pc:spChg>
        <pc:spChg chg="mod">
          <ac:chgData name="SERGIO SPANO'" userId="3abdd0b9-513e-40ac-aad4-56920065037d" providerId="ADAL" clId="{141950AE-6424-44F9-B8F8-3E30C7D8D697}" dt="2022-04-07T14:48:44.408" v="383" actId="20577"/>
          <ac:spMkLst>
            <pc:docMk/>
            <pc:sldMk cId="208749251" sldId="266"/>
            <ac:spMk id="3" creationId="{30FC1F5C-7A54-4325-87D3-EEA2BA4C8F9B}"/>
          </ac:spMkLst>
        </pc:spChg>
      </pc:sldChg>
      <pc:sldChg chg="del">
        <pc:chgData name="SERGIO SPANO'" userId="3abdd0b9-513e-40ac-aad4-56920065037d" providerId="ADAL" clId="{141950AE-6424-44F9-B8F8-3E30C7D8D697}" dt="2022-04-07T14:27:22.785" v="44" actId="47"/>
        <pc:sldMkLst>
          <pc:docMk/>
          <pc:sldMk cId="2575782065" sldId="266"/>
        </pc:sldMkLst>
      </pc:sldChg>
      <pc:sldChg chg="addSp delSp modSp new mod">
        <pc:chgData name="SERGIO SPANO'" userId="3abdd0b9-513e-40ac-aad4-56920065037d" providerId="ADAL" clId="{141950AE-6424-44F9-B8F8-3E30C7D8D697}" dt="2022-04-07T14:51:57.461" v="498" actId="1076"/>
        <pc:sldMkLst>
          <pc:docMk/>
          <pc:sldMk cId="2277460798" sldId="267"/>
        </pc:sldMkLst>
        <pc:spChg chg="mod">
          <ac:chgData name="SERGIO SPANO'" userId="3abdd0b9-513e-40ac-aad4-56920065037d" providerId="ADAL" clId="{141950AE-6424-44F9-B8F8-3E30C7D8D697}" dt="2022-04-07T14:49:02.435" v="404" actId="20577"/>
          <ac:spMkLst>
            <pc:docMk/>
            <pc:sldMk cId="2277460798" sldId="267"/>
            <ac:spMk id="2" creationId="{577F896B-1C47-43F4-A486-8365DA1D228F}"/>
          </ac:spMkLst>
        </pc:spChg>
        <pc:spChg chg="del">
          <ac:chgData name="SERGIO SPANO'" userId="3abdd0b9-513e-40ac-aad4-56920065037d" providerId="ADAL" clId="{141950AE-6424-44F9-B8F8-3E30C7D8D697}" dt="2022-04-07T14:49:04.933" v="405" actId="478"/>
          <ac:spMkLst>
            <pc:docMk/>
            <pc:sldMk cId="2277460798" sldId="267"/>
            <ac:spMk id="3" creationId="{54AEE50D-0DCF-40FE-ABFE-69BA12F1E1DD}"/>
          </ac:spMkLst>
        </pc:spChg>
        <pc:spChg chg="add mod">
          <ac:chgData name="SERGIO SPANO'" userId="3abdd0b9-513e-40ac-aad4-56920065037d" providerId="ADAL" clId="{141950AE-6424-44F9-B8F8-3E30C7D8D697}" dt="2022-04-07T14:51:46.094" v="495" actId="1038"/>
          <ac:spMkLst>
            <pc:docMk/>
            <pc:sldMk cId="2277460798" sldId="267"/>
            <ac:spMk id="8" creationId="{A5751897-7600-4402-9869-494824F9B444}"/>
          </ac:spMkLst>
        </pc:spChg>
        <pc:spChg chg="add mod">
          <ac:chgData name="SERGIO SPANO'" userId="3abdd0b9-513e-40ac-aad4-56920065037d" providerId="ADAL" clId="{141950AE-6424-44F9-B8F8-3E30C7D8D697}" dt="2022-04-07T14:51:57.461" v="498" actId="1076"/>
          <ac:spMkLst>
            <pc:docMk/>
            <pc:sldMk cId="2277460798" sldId="267"/>
            <ac:spMk id="9" creationId="{245DC1F9-1E38-4528-A3DC-CDD53E3A70EC}"/>
          </ac:spMkLst>
        </pc:spChg>
        <pc:picChg chg="add del mod">
          <ac:chgData name="SERGIO SPANO'" userId="3abdd0b9-513e-40ac-aad4-56920065037d" providerId="ADAL" clId="{141950AE-6424-44F9-B8F8-3E30C7D8D697}" dt="2022-04-07T14:49:32.703" v="411" actId="478"/>
          <ac:picMkLst>
            <pc:docMk/>
            <pc:sldMk cId="2277460798" sldId="267"/>
            <ac:picMk id="6" creationId="{89F3D995-D1A0-44CA-8E5E-F9F723A64FB6}"/>
          </ac:picMkLst>
        </pc:picChg>
        <pc:picChg chg="add mod">
          <ac:chgData name="SERGIO SPANO'" userId="3abdd0b9-513e-40ac-aad4-56920065037d" providerId="ADAL" clId="{141950AE-6424-44F9-B8F8-3E30C7D8D697}" dt="2022-04-07T14:51:54.025" v="497" actId="1076"/>
          <ac:picMkLst>
            <pc:docMk/>
            <pc:sldMk cId="2277460798" sldId="267"/>
            <ac:picMk id="7" creationId="{F9BEC23B-FF54-4F88-BEB7-89F6AD5A8E7B}"/>
          </ac:picMkLst>
        </pc:picChg>
      </pc:sldChg>
      <pc:sldChg chg="del">
        <pc:chgData name="SERGIO SPANO'" userId="3abdd0b9-513e-40ac-aad4-56920065037d" providerId="ADAL" clId="{141950AE-6424-44F9-B8F8-3E30C7D8D697}" dt="2022-04-07T14:27:22.820" v="45" actId="47"/>
        <pc:sldMkLst>
          <pc:docMk/>
          <pc:sldMk cId="3910624316" sldId="267"/>
        </pc:sldMkLst>
      </pc:sldChg>
      <pc:sldChg chg="del">
        <pc:chgData name="SERGIO SPANO'" userId="3abdd0b9-513e-40ac-aad4-56920065037d" providerId="ADAL" clId="{141950AE-6424-44F9-B8F8-3E30C7D8D697}" dt="2022-04-07T14:27:23.923" v="46" actId="47"/>
        <pc:sldMkLst>
          <pc:docMk/>
          <pc:sldMk cId="643271485" sldId="268"/>
        </pc:sldMkLst>
      </pc:sldChg>
      <pc:sldChg chg="addSp modSp new mod">
        <pc:chgData name="SERGIO SPANO'" userId="3abdd0b9-513e-40ac-aad4-56920065037d" providerId="ADAL" clId="{141950AE-6424-44F9-B8F8-3E30C7D8D697}" dt="2022-04-07T14:52:13.465" v="506" actId="20577"/>
        <pc:sldMkLst>
          <pc:docMk/>
          <pc:sldMk cId="2945420473" sldId="268"/>
        </pc:sldMkLst>
        <pc:spChg chg="mod">
          <ac:chgData name="SERGIO SPANO'" userId="3abdd0b9-513e-40ac-aad4-56920065037d" providerId="ADAL" clId="{141950AE-6424-44F9-B8F8-3E30C7D8D697}" dt="2022-04-07T14:49:54.211" v="438" actId="20577"/>
          <ac:spMkLst>
            <pc:docMk/>
            <pc:sldMk cId="2945420473" sldId="268"/>
            <ac:spMk id="2" creationId="{77448E7C-4C50-4CDE-A50B-18DCBB14DA82}"/>
          </ac:spMkLst>
        </pc:spChg>
        <pc:spChg chg="mod">
          <ac:chgData name="SERGIO SPANO'" userId="3abdd0b9-513e-40ac-aad4-56920065037d" providerId="ADAL" clId="{141950AE-6424-44F9-B8F8-3E30C7D8D697}" dt="2022-04-07T14:52:13.465" v="506" actId="20577"/>
          <ac:spMkLst>
            <pc:docMk/>
            <pc:sldMk cId="2945420473" sldId="268"/>
            <ac:spMk id="3" creationId="{77F5F648-E0F1-4F00-9D7D-776BFE773B1B}"/>
          </ac:spMkLst>
        </pc:spChg>
        <pc:picChg chg="add mod">
          <ac:chgData name="SERGIO SPANO'" userId="3abdd0b9-513e-40ac-aad4-56920065037d" providerId="ADAL" clId="{141950AE-6424-44F9-B8F8-3E30C7D8D697}" dt="2022-04-07T14:50:58.061" v="443" actId="1076"/>
          <ac:picMkLst>
            <pc:docMk/>
            <pc:sldMk cId="2945420473" sldId="268"/>
            <ac:picMk id="1026" creationId="{A95C66A9-04AA-43E1-AE38-114C2CDEA843}"/>
          </ac:picMkLst>
        </pc:picChg>
      </pc:sldChg>
      <pc:sldChg chg="addSp modSp new mod">
        <pc:chgData name="SERGIO SPANO'" userId="3abdd0b9-513e-40ac-aad4-56920065037d" providerId="ADAL" clId="{141950AE-6424-44F9-B8F8-3E30C7D8D697}" dt="2022-04-07T14:57:11.616" v="853" actId="20577"/>
        <pc:sldMkLst>
          <pc:docMk/>
          <pc:sldMk cId="477011363" sldId="269"/>
        </pc:sldMkLst>
        <pc:spChg chg="mod">
          <ac:chgData name="SERGIO SPANO'" userId="3abdd0b9-513e-40ac-aad4-56920065037d" providerId="ADAL" clId="{141950AE-6424-44F9-B8F8-3E30C7D8D697}" dt="2022-04-07T14:53:52.350" v="541" actId="20577"/>
          <ac:spMkLst>
            <pc:docMk/>
            <pc:sldMk cId="477011363" sldId="269"/>
            <ac:spMk id="2" creationId="{33C225EF-63EF-43B8-934F-529950B89191}"/>
          </ac:spMkLst>
        </pc:spChg>
        <pc:spChg chg="mod">
          <ac:chgData name="SERGIO SPANO'" userId="3abdd0b9-513e-40ac-aad4-56920065037d" providerId="ADAL" clId="{141950AE-6424-44F9-B8F8-3E30C7D8D697}" dt="2022-04-07T14:57:11.616" v="853" actId="20577"/>
          <ac:spMkLst>
            <pc:docMk/>
            <pc:sldMk cId="477011363" sldId="269"/>
            <ac:spMk id="3" creationId="{84120F72-98A0-4972-8EB9-4D517A891D65}"/>
          </ac:spMkLst>
        </pc:spChg>
        <pc:picChg chg="add mod">
          <ac:chgData name="SERGIO SPANO'" userId="3abdd0b9-513e-40ac-aad4-56920065037d" providerId="ADAL" clId="{141950AE-6424-44F9-B8F8-3E30C7D8D697}" dt="2022-04-07T14:56:58.075" v="813" actId="14100"/>
          <ac:picMkLst>
            <pc:docMk/>
            <pc:sldMk cId="477011363" sldId="269"/>
            <ac:picMk id="6" creationId="{2F892F3F-2DA2-4D0D-AF8D-9D26A5B9DA2E}"/>
          </ac:picMkLst>
        </pc:picChg>
      </pc:sldChg>
      <pc:sldChg chg="del">
        <pc:chgData name="SERGIO SPANO'" userId="3abdd0b9-513e-40ac-aad4-56920065037d" providerId="ADAL" clId="{141950AE-6424-44F9-B8F8-3E30C7D8D697}" dt="2022-04-07T14:27:24.446" v="47" actId="47"/>
        <pc:sldMkLst>
          <pc:docMk/>
          <pc:sldMk cId="1882528860" sldId="269"/>
        </pc:sldMkLst>
      </pc:sldChg>
      <pc:sldChg chg="del">
        <pc:chgData name="SERGIO SPANO'" userId="3abdd0b9-513e-40ac-aad4-56920065037d" providerId="ADAL" clId="{141950AE-6424-44F9-B8F8-3E30C7D8D697}" dt="2022-04-07T14:27:24.485" v="48" actId="47"/>
        <pc:sldMkLst>
          <pc:docMk/>
          <pc:sldMk cId="309781755" sldId="270"/>
        </pc:sldMkLst>
      </pc:sldChg>
      <pc:sldChg chg="addSp delSp modSp new mod">
        <pc:chgData name="SERGIO SPANO'" userId="3abdd0b9-513e-40ac-aad4-56920065037d" providerId="ADAL" clId="{141950AE-6424-44F9-B8F8-3E30C7D8D697}" dt="2022-04-07T15:01:22.350" v="978" actId="20577"/>
        <pc:sldMkLst>
          <pc:docMk/>
          <pc:sldMk cId="3826015998" sldId="270"/>
        </pc:sldMkLst>
        <pc:spChg chg="mod">
          <ac:chgData name="SERGIO SPANO'" userId="3abdd0b9-513e-40ac-aad4-56920065037d" providerId="ADAL" clId="{141950AE-6424-44F9-B8F8-3E30C7D8D697}" dt="2022-04-07T15:01:22.350" v="978" actId="20577"/>
          <ac:spMkLst>
            <pc:docMk/>
            <pc:sldMk cId="3826015998" sldId="270"/>
            <ac:spMk id="2" creationId="{B986C64C-4B64-4204-8A43-B4E88DEA6AE4}"/>
          </ac:spMkLst>
        </pc:spChg>
        <pc:spChg chg="mod">
          <ac:chgData name="SERGIO SPANO'" userId="3abdd0b9-513e-40ac-aad4-56920065037d" providerId="ADAL" clId="{141950AE-6424-44F9-B8F8-3E30C7D8D697}" dt="2022-04-07T14:59:36.197" v="904" actId="20577"/>
          <ac:spMkLst>
            <pc:docMk/>
            <pc:sldMk cId="3826015998" sldId="270"/>
            <ac:spMk id="3" creationId="{16A5E38E-8DD7-457E-99E8-A134AB6079FC}"/>
          </ac:spMkLst>
        </pc:spChg>
        <pc:spChg chg="mod">
          <ac:chgData name="SERGIO SPANO'" userId="3abdd0b9-513e-40ac-aad4-56920065037d" providerId="ADAL" clId="{141950AE-6424-44F9-B8F8-3E30C7D8D697}" dt="2022-04-07T14:58:20.507" v="888"/>
          <ac:spMkLst>
            <pc:docMk/>
            <pc:sldMk cId="3826015998" sldId="270"/>
            <ac:spMk id="11" creationId="{648DAADE-7131-4FF5-AA9A-F07582BCF853}"/>
          </ac:spMkLst>
        </pc:spChg>
        <pc:spChg chg="mod">
          <ac:chgData name="SERGIO SPANO'" userId="3abdd0b9-513e-40ac-aad4-56920065037d" providerId="ADAL" clId="{141950AE-6424-44F9-B8F8-3E30C7D8D697}" dt="2022-04-07T14:58:20.507" v="888"/>
          <ac:spMkLst>
            <pc:docMk/>
            <pc:sldMk cId="3826015998" sldId="270"/>
            <ac:spMk id="12" creationId="{A47435FD-67C5-401A-A172-E50CDD578637}"/>
          </ac:spMkLst>
        </pc:spChg>
        <pc:spChg chg="mod">
          <ac:chgData name="SERGIO SPANO'" userId="3abdd0b9-513e-40ac-aad4-56920065037d" providerId="ADAL" clId="{141950AE-6424-44F9-B8F8-3E30C7D8D697}" dt="2022-04-07T14:58:20.507" v="888"/>
          <ac:spMkLst>
            <pc:docMk/>
            <pc:sldMk cId="3826015998" sldId="270"/>
            <ac:spMk id="13" creationId="{ECB32375-8900-4074-BDC9-96E84326BA31}"/>
          </ac:spMkLst>
        </pc:spChg>
        <pc:spChg chg="mod">
          <ac:chgData name="SERGIO SPANO'" userId="3abdd0b9-513e-40ac-aad4-56920065037d" providerId="ADAL" clId="{141950AE-6424-44F9-B8F8-3E30C7D8D697}" dt="2022-04-07T14:58:20.507" v="888"/>
          <ac:spMkLst>
            <pc:docMk/>
            <pc:sldMk cId="3826015998" sldId="270"/>
            <ac:spMk id="26" creationId="{D5941356-DC26-4905-ACDF-84EBC6CBE47C}"/>
          </ac:spMkLst>
        </pc:spChg>
        <pc:spChg chg="mod">
          <ac:chgData name="SERGIO SPANO'" userId="3abdd0b9-513e-40ac-aad4-56920065037d" providerId="ADAL" clId="{141950AE-6424-44F9-B8F8-3E30C7D8D697}" dt="2022-04-07T14:58:20.507" v="888"/>
          <ac:spMkLst>
            <pc:docMk/>
            <pc:sldMk cId="3826015998" sldId="270"/>
            <ac:spMk id="27" creationId="{EE54AF4E-5129-409A-A937-3987FB14EDCE}"/>
          </ac:spMkLst>
        </pc:spChg>
        <pc:spChg chg="mod">
          <ac:chgData name="SERGIO SPANO'" userId="3abdd0b9-513e-40ac-aad4-56920065037d" providerId="ADAL" clId="{141950AE-6424-44F9-B8F8-3E30C7D8D697}" dt="2022-04-07T14:58:20.507" v="888"/>
          <ac:spMkLst>
            <pc:docMk/>
            <pc:sldMk cId="3826015998" sldId="270"/>
            <ac:spMk id="29" creationId="{65452DDC-83DA-4535-BA37-78BABE94A1F4}"/>
          </ac:spMkLst>
        </pc:spChg>
        <pc:spChg chg="mod">
          <ac:chgData name="SERGIO SPANO'" userId="3abdd0b9-513e-40ac-aad4-56920065037d" providerId="ADAL" clId="{141950AE-6424-44F9-B8F8-3E30C7D8D697}" dt="2022-04-07T14:58:20.507" v="888"/>
          <ac:spMkLst>
            <pc:docMk/>
            <pc:sldMk cId="3826015998" sldId="270"/>
            <ac:spMk id="32" creationId="{38527559-6B1E-4A21-9FA6-9490D666BBCD}"/>
          </ac:spMkLst>
        </pc:spChg>
        <pc:spChg chg="mod">
          <ac:chgData name="SERGIO SPANO'" userId="3abdd0b9-513e-40ac-aad4-56920065037d" providerId="ADAL" clId="{141950AE-6424-44F9-B8F8-3E30C7D8D697}" dt="2022-04-07T14:58:20.507" v="888"/>
          <ac:spMkLst>
            <pc:docMk/>
            <pc:sldMk cId="3826015998" sldId="270"/>
            <ac:spMk id="33" creationId="{640A1047-C8BA-4854-845C-A77D0DA4E250}"/>
          </ac:spMkLst>
        </pc:spChg>
        <pc:spChg chg="mod">
          <ac:chgData name="SERGIO SPANO'" userId="3abdd0b9-513e-40ac-aad4-56920065037d" providerId="ADAL" clId="{141950AE-6424-44F9-B8F8-3E30C7D8D697}" dt="2022-04-07T14:58:20.507" v="888"/>
          <ac:spMkLst>
            <pc:docMk/>
            <pc:sldMk cId="3826015998" sldId="270"/>
            <ac:spMk id="34" creationId="{D6BC1BD4-8FC0-4634-A196-2118AC333BC7}"/>
          </ac:spMkLst>
        </pc:spChg>
        <pc:spChg chg="mod">
          <ac:chgData name="SERGIO SPANO'" userId="3abdd0b9-513e-40ac-aad4-56920065037d" providerId="ADAL" clId="{141950AE-6424-44F9-B8F8-3E30C7D8D697}" dt="2022-04-07T14:58:20.507" v="888"/>
          <ac:spMkLst>
            <pc:docMk/>
            <pc:sldMk cId="3826015998" sldId="270"/>
            <ac:spMk id="35" creationId="{F9E145D4-BAC9-4FEF-BFEB-BF5C42BBF635}"/>
          </ac:spMkLst>
        </pc:spChg>
        <pc:spChg chg="mod">
          <ac:chgData name="SERGIO SPANO'" userId="3abdd0b9-513e-40ac-aad4-56920065037d" providerId="ADAL" clId="{141950AE-6424-44F9-B8F8-3E30C7D8D697}" dt="2022-04-07T14:58:20.507" v="888"/>
          <ac:spMkLst>
            <pc:docMk/>
            <pc:sldMk cId="3826015998" sldId="270"/>
            <ac:spMk id="36" creationId="{64BE9D25-11F3-461F-B992-CA26CD0649BC}"/>
          </ac:spMkLst>
        </pc:spChg>
        <pc:spChg chg="mod">
          <ac:chgData name="SERGIO SPANO'" userId="3abdd0b9-513e-40ac-aad4-56920065037d" providerId="ADAL" clId="{141950AE-6424-44F9-B8F8-3E30C7D8D697}" dt="2022-04-07T14:58:20.507" v="888"/>
          <ac:spMkLst>
            <pc:docMk/>
            <pc:sldMk cId="3826015998" sldId="270"/>
            <ac:spMk id="54" creationId="{3C507175-3AFF-4C7B-8E33-80C1754E7793}"/>
          </ac:spMkLst>
        </pc:spChg>
        <pc:spChg chg="mod">
          <ac:chgData name="SERGIO SPANO'" userId="3abdd0b9-513e-40ac-aad4-56920065037d" providerId="ADAL" clId="{141950AE-6424-44F9-B8F8-3E30C7D8D697}" dt="2022-04-07T14:58:20.507" v="888"/>
          <ac:spMkLst>
            <pc:docMk/>
            <pc:sldMk cId="3826015998" sldId="270"/>
            <ac:spMk id="84" creationId="{2B98B721-B3DE-4D10-8940-B3DEE1843FE5}"/>
          </ac:spMkLst>
        </pc:spChg>
        <pc:spChg chg="mod">
          <ac:chgData name="SERGIO SPANO'" userId="3abdd0b9-513e-40ac-aad4-56920065037d" providerId="ADAL" clId="{141950AE-6424-44F9-B8F8-3E30C7D8D697}" dt="2022-04-07T14:58:20.507" v="888"/>
          <ac:spMkLst>
            <pc:docMk/>
            <pc:sldMk cId="3826015998" sldId="270"/>
            <ac:spMk id="91" creationId="{93677FA0-9FE9-4AFB-969A-BD3360DEC8BC}"/>
          </ac:spMkLst>
        </pc:spChg>
        <pc:grpChg chg="add del mod">
          <ac:chgData name="SERGIO SPANO'" userId="3abdd0b9-513e-40ac-aad4-56920065037d" providerId="ADAL" clId="{141950AE-6424-44F9-B8F8-3E30C7D8D697}" dt="2022-04-07T14:59:14.532" v="897" actId="478"/>
          <ac:grpSpMkLst>
            <pc:docMk/>
            <pc:sldMk cId="3826015998" sldId="270"/>
            <ac:grpSpMk id="7" creationId="{4039CD8E-146D-49AF-A456-1DD8DF1088FB}"/>
          </ac:grpSpMkLst>
        </pc:grpChg>
        <pc:grpChg chg="mod">
          <ac:chgData name="SERGIO SPANO'" userId="3abdd0b9-513e-40ac-aad4-56920065037d" providerId="ADAL" clId="{141950AE-6424-44F9-B8F8-3E30C7D8D697}" dt="2022-04-07T14:58:20.507" v="888"/>
          <ac:grpSpMkLst>
            <pc:docMk/>
            <pc:sldMk cId="3826015998" sldId="270"/>
            <ac:grpSpMk id="18" creationId="{33A14AAC-395E-4C8C-A2E4-C54B378995C1}"/>
          </ac:grpSpMkLst>
        </pc:grpChg>
        <pc:grpChg chg="mod">
          <ac:chgData name="SERGIO SPANO'" userId="3abdd0b9-513e-40ac-aad4-56920065037d" providerId="ADAL" clId="{141950AE-6424-44F9-B8F8-3E30C7D8D697}" dt="2022-04-07T14:58:20.507" v="888"/>
          <ac:grpSpMkLst>
            <pc:docMk/>
            <pc:sldMk cId="3826015998" sldId="270"/>
            <ac:grpSpMk id="30" creationId="{200CD99F-12AE-4732-A446-C0D6A2CD56BF}"/>
          </ac:grpSpMkLst>
        </pc:grpChg>
        <pc:grpChg chg="mod">
          <ac:chgData name="SERGIO SPANO'" userId="3abdd0b9-513e-40ac-aad4-56920065037d" providerId="ADAL" clId="{141950AE-6424-44F9-B8F8-3E30C7D8D697}" dt="2022-04-07T14:58:20.507" v="888"/>
          <ac:grpSpMkLst>
            <pc:docMk/>
            <pc:sldMk cId="3826015998" sldId="270"/>
            <ac:grpSpMk id="37" creationId="{FABE27C4-B414-40B6-8203-CCBD8A8CE5A9}"/>
          </ac:grpSpMkLst>
        </pc:grpChg>
        <pc:grpChg chg="mod">
          <ac:chgData name="SERGIO SPANO'" userId="3abdd0b9-513e-40ac-aad4-56920065037d" providerId="ADAL" clId="{141950AE-6424-44F9-B8F8-3E30C7D8D697}" dt="2022-04-07T14:58:20.507" v="888"/>
          <ac:grpSpMkLst>
            <pc:docMk/>
            <pc:sldMk cId="3826015998" sldId="270"/>
            <ac:grpSpMk id="38" creationId="{6CCCCA98-BCD9-43D8-801F-D028C790D175}"/>
          </ac:grpSpMkLst>
        </pc:grpChg>
        <pc:grpChg chg="mod">
          <ac:chgData name="SERGIO SPANO'" userId="3abdd0b9-513e-40ac-aad4-56920065037d" providerId="ADAL" clId="{141950AE-6424-44F9-B8F8-3E30C7D8D697}" dt="2022-04-07T14:58:20.507" v="888"/>
          <ac:grpSpMkLst>
            <pc:docMk/>
            <pc:sldMk cId="3826015998" sldId="270"/>
            <ac:grpSpMk id="39" creationId="{B3E5F4CF-BD8A-4F36-B01B-E571FDCE6102}"/>
          </ac:grpSpMkLst>
        </pc:grpChg>
        <pc:grpChg chg="mod">
          <ac:chgData name="SERGIO SPANO'" userId="3abdd0b9-513e-40ac-aad4-56920065037d" providerId="ADAL" clId="{141950AE-6424-44F9-B8F8-3E30C7D8D697}" dt="2022-04-07T14:58:20.507" v="888"/>
          <ac:grpSpMkLst>
            <pc:docMk/>
            <pc:sldMk cId="3826015998" sldId="270"/>
            <ac:grpSpMk id="40" creationId="{976E7D1D-5FC1-4C94-8401-5082F49D12D8}"/>
          </ac:grpSpMkLst>
        </pc:grpChg>
        <pc:picChg chg="add del mod">
          <ac:chgData name="SERGIO SPANO'" userId="3abdd0b9-513e-40ac-aad4-56920065037d" providerId="ADAL" clId="{141950AE-6424-44F9-B8F8-3E30C7D8D697}" dt="2022-04-07T14:58:50.990" v="892" actId="478"/>
          <ac:picMkLst>
            <pc:docMk/>
            <pc:sldMk cId="3826015998" sldId="270"/>
            <ac:picMk id="6" creationId="{434D9F63-8A1C-4DED-9DE2-2E4E950FE8BA}"/>
          </ac:picMkLst>
        </pc:picChg>
        <pc:picChg chg="add mod">
          <ac:chgData name="SERGIO SPANO'" userId="3abdd0b9-513e-40ac-aad4-56920065037d" providerId="ADAL" clId="{141950AE-6424-44F9-B8F8-3E30C7D8D697}" dt="2022-04-07T14:59:40.152" v="905" actId="1076"/>
          <ac:picMkLst>
            <pc:docMk/>
            <pc:sldMk cId="3826015998" sldId="270"/>
            <ac:picMk id="2050" creationId="{2FA00B2F-0783-49C3-9933-CD77375A4562}"/>
          </ac:picMkLst>
        </pc:picChg>
        <pc:cxnChg chg="mod">
          <ac:chgData name="SERGIO SPANO'" userId="3abdd0b9-513e-40ac-aad4-56920065037d" providerId="ADAL" clId="{141950AE-6424-44F9-B8F8-3E30C7D8D697}" dt="2022-04-07T14:58:20.507" v="888"/>
          <ac:cxnSpMkLst>
            <pc:docMk/>
            <pc:sldMk cId="3826015998" sldId="270"/>
            <ac:cxnSpMk id="8" creationId="{505ED537-F24A-49EF-9A07-E872F4F9F96F}"/>
          </ac:cxnSpMkLst>
        </pc:cxnChg>
        <pc:cxnChg chg="mod">
          <ac:chgData name="SERGIO SPANO'" userId="3abdd0b9-513e-40ac-aad4-56920065037d" providerId="ADAL" clId="{141950AE-6424-44F9-B8F8-3E30C7D8D697}" dt="2022-04-07T14:58:20.507" v="888"/>
          <ac:cxnSpMkLst>
            <pc:docMk/>
            <pc:sldMk cId="3826015998" sldId="270"/>
            <ac:cxnSpMk id="9" creationId="{79C5F1B2-AEA5-4581-90FE-B6A7C4D3E382}"/>
          </ac:cxnSpMkLst>
        </pc:cxnChg>
        <pc:cxnChg chg="mod">
          <ac:chgData name="SERGIO SPANO'" userId="3abdd0b9-513e-40ac-aad4-56920065037d" providerId="ADAL" clId="{141950AE-6424-44F9-B8F8-3E30C7D8D697}" dt="2022-04-07T14:58:20.507" v="888"/>
          <ac:cxnSpMkLst>
            <pc:docMk/>
            <pc:sldMk cId="3826015998" sldId="270"/>
            <ac:cxnSpMk id="10" creationId="{B5AE4916-DC79-4EF6-A810-408784E111D8}"/>
          </ac:cxnSpMkLst>
        </pc:cxnChg>
        <pc:cxnChg chg="mod">
          <ac:chgData name="SERGIO SPANO'" userId="3abdd0b9-513e-40ac-aad4-56920065037d" providerId="ADAL" clId="{141950AE-6424-44F9-B8F8-3E30C7D8D697}" dt="2022-04-07T14:58:20.507" v="888"/>
          <ac:cxnSpMkLst>
            <pc:docMk/>
            <pc:sldMk cId="3826015998" sldId="270"/>
            <ac:cxnSpMk id="14" creationId="{106D201D-D322-4063-9003-54362DFE341D}"/>
          </ac:cxnSpMkLst>
        </pc:cxnChg>
        <pc:cxnChg chg="mod">
          <ac:chgData name="SERGIO SPANO'" userId="3abdd0b9-513e-40ac-aad4-56920065037d" providerId="ADAL" clId="{141950AE-6424-44F9-B8F8-3E30C7D8D697}" dt="2022-04-07T14:58:20.507" v="888"/>
          <ac:cxnSpMkLst>
            <pc:docMk/>
            <pc:sldMk cId="3826015998" sldId="270"/>
            <ac:cxnSpMk id="15" creationId="{FB6F5DE6-8210-4D7B-8838-CD475561B99E}"/>
          </ac:cxnSpMkLst>
        </pc:cxnChg>
        <pc:cxnChg chg="mod">
          <ac:chgData name="SERGIO SPANO'" userId="3abdd0b9-513e-40ac-aad4-56920065037d" providerId="ADAL" clId="{141950AE-6424-44F9-B8F8-3E30C7D8D697}" dt="2022-04-07T14:58:20.507" v="888"/>
          <ac:cxnSpMkLst>
            <pc:docMk/>
            <pc:sldMk cId="3826015998" sldId="270"/>
            <ac:cxnSpMk id="16" creationId="{ABEBDF88-8615-4106-979A-D7E689822EF0}"/>
          </ac:cxnSpMkLst>
        </pc:cxnChg>
        <pc:cxnChg chg="mod">
          <ac:chgData name="SERGIO SPANO'" userId="3abdd0b9-513e-40ac-aad4-56920065037d" providerId="ADAL" clId="{141950AE-6424-44F9-B8F8-3E30C7D8D697}" dt="2022-04-07T14:58:20.507" v="888"/>
          <ac:cxnSpMkLst>
            <pc:docMk/>
            <pc:sldMk cId="3826015998" sldId="270"/>
            <ac:cxnSpMk id="17" creationId="{A553750A-1FA6-424E-B9AC-115392A6EF84}"/>
          </ac:cxnSpMkLst>
        </pc:cxnChg>
        <pc:cxnChg chg="mod">
          <ac:chgData name="SERGIO SPANO'" userId="3abdd0b9-513e-40ac-aad4-56920065037d" providerId="ADAL" clId="{141950AE-6424-44F9-B8F8-3E30C7D8D697}" dt="2022-04-07T14:58:20.507" v="888"/>
          <ac:cxnSpMkLst>
            <pc:docMk/>
            <pc:sldMk cId="3826015998" sldId="270"/>
            <ac:cxnSpMk id="19" creationId="{5F4B65F0-7E95-4438-8CE1-52A130AD3C79}"/>
          </ac:cxnSpMkLst>
        </pc:cxnChg>
        <pc:cxnChg chg="mod">
          <ac:chgData name="SERGIO SPANO'" userId="3abdd0b9-513e-40ac-aad4-56920065037d" providerId="ADAL" clId="{141950AE-6424-44F9-B8F8-3E30C7D8D697}" dt="2022-04-07T14:58:20.507" v="888"/>
          <ac:cxnSpMkLst>
            <pc:docMk/>
            <pc:sldMk cId="3826015998" sldId="270"/>
            <ac:cxnSpMk id="20" creationId="{8EA7162E-0771-4009-9D7C-07AD0F4D3D47}"/>
          </ac:cxnSpMkLst>
        </pc:cxnChg>
        <pc:cxnChg chg="mod">
          <ac:chgData name="SERGIO SPANO'" userId="3abdd0b9-513e-40ac-aad4-56920065037d" providerId="ADAL" clId="{141950AE-6424-44F9-B8F8-3E30C7D8D697}" dt="2022-04-07T14:58:20.507" v="888"/>
          <ac:cxnSpMkLst>
            <pc:docMk/>
            <pc:sldMk cId="3826015998" sldId="270"/>
            <ac:cxnSpMk id="21" creationId="{BFF2B683-7E7D-4CEC-AEB0-1E675693D692}"/>
          </ac:cxnSpMkLst>
        </pc:cxnChg>
        <pc:cxnChg chg="mod">
          <ac:chgData name="SERGIO SPANO'" userId="3abdd0b9-513e-40ac-aad4-56920065037d" providerId="ADAL" clId="{141950AE-6424-44F9-B8F8-3E30C7D8D697}" dt="2022-04-07T14:58:20.507" v="888"/>
          <ac:cxnSpMkLst>
            <pc:docMk/>
            <pc:sldMk cId="3826015998" sldId="270"/>
            <ac:cxnSpMk id="22" creationId="{225F6FE9-B3E6-479A-B3E3-CBDD2C811F2D}"/>
          </ac:cxnSpMkLst>
        </pc:cxnChg>
        <pc:cxnChg chg="mod">
          <ac:chgData name="SERGIO SPANO'" userId="3abdd0b9-513e-40ac-aad4-56920065037d" providerId="ADAL" clId="{141950AE-6424-44F9-B8F8-3E30C7D8D697}" dt="2022-04-07T14:58:20.507" v="888"/>
          <ac:cxnSpMkLst>
            <pc:docMk/>
            <pc:sldMk cId="3826015998" sldId="270"/>
            <ac:cxnSpMk id="23" creationId="{C20750A7-D4AD-4C46-A838-1AE182B4263E}"/>
          </ac:cxnSpMkLst>
        </pc:cxnChg>
        <pc:cxnChg chg="mod">
          <ac:chgData name="SERGIO SPANO'" userId="3abdd0b9-513e-40ac-aad4-56920065037d" providerId="ADAL" clId="{141950AE-6424-44F9-B8F8-3E30C7D8D697}" dt="2022-04-07T14:58:20.507" v="888"/>
          <ac:cxnSpMkLst>
            <pc:docMk/>
            <pc:sldMk cId="3826015998" sldId="270"/>
            <ac:cxnSpMk id="24" creationId="{F4F93DFD-C8FF-4564-833C-039276416072}"/>
          </ac:cxnSpMkLst>
        </pc:cxnChg>
        <pc:cxnChg chg="mod">
          <ac:chgData name="SERGIO SPANO'" userId="3abdd0b9-513e-40ac-aad4-56920065037d" providerId="ADAL" clId="{141950AE-6424-44F9-B8F8-3E30C7D8D697}" dt="2022-04-07T14:58:20.507" v="888"/>
          <ac:cxnSpMkLst>
            <pc:docMk/>
            <pc:sldMk cId="3826015998" sldId="270"/>
            <ac:cxnSpMk id="25" creationId="{816330D2-398D-4010-BE49-4DDE645583E8}"/>
          </ac:cxnSpMkLst>
        </pc:cxnChg>
        <pc:cxnChg chg="mod">
          <ac:chgData name="SERGIO SPANO'" userId="3abdd0b9-513e-40ac-aad4-56920065037d" providerId="ADAL" clId="{141950AE-6424-44F9-B8F8-3E30C7D8D697}" dt="2022-04-07T14:58:20.507" v="888"/>
          <ac:cxnSpMkLst>
            <pc:docMk/>
            <pc:sldMk cId="3826015998" sldId="270"/>
            <ac:cxnSpMk id="28" creationId="{C906C824-6112-49BB-99F5-1F2BF4D71A6B}"/>
          </ac:cxnSpMkLst>
        </pc:cxnChg>
        <pc:cxnChg chg="mod">
          <ac:chgData name="SERGIO SPANO'" userId="3abdd0b9-513e-40ac-aad4-56920065037d" providerId="ADAL" clId="{141950AE-6424-44F9-B8F8-3E30C7D8D697}" dt="2022-04-07T14:58:20.507" v="888"/>
          <ac:cxnSpMkLst>
            <pc:docMk/>
            <pc:sldMk cId="3826015998" sldId="270"/>
            <ac:cxnSpMk id="31" creationId="{42542B57-E369-4288-9A65-90202C81B4E4}"/>
          </ac:cxnSpMkLst>
        </pc:cxnChg>
        <pc:cxnChg chg="mod">
          <ac:chgData name="SERGIO SPANO'" userId="3abdd0b9-513e-40ac-aad4-56920065037d" providerId="ADAL" clId="{141950AE-6424-44F9-B8F8-3E30C7D8D697}" dt="2022-04-07T14:58:20.507" v="888"/>
          <ac:cxnSpMkLst>
            <pc:docMk/>
            <pc:sldMk cId="3826015998" sldId="270"/>
            <ac:cxnSpMk id="41" creationId="{A57E342F-4DB5-419A-BC77-479708F64B71}"/>
          </ac:cxnSpMkLst>
        </pc:cxnChg>
        <pc:cxnChg chg="mod">
          <ac:chgData name="SERGIO SPANO'" userId="3abdd0b9-513e-40ac-aad4-56920065037d" providerId="ADAL" clId="{141950AE-6424-44F9-B8F8-3E30C7D8D697}" dt="2022-04-07T14:58:20.507" v="888"/>
          <ac:cxnSpMkLst>
            <pc:docMk/>
            <pc:sldMk cId="3826015998" sldId="270"/>
            <ac:cxnSpMk id="42" creationId="{8E76F28D-222F-4C46-B426-51C195480184}"/>
          </ac:cxnSpMkLst>
        </pc:cxnChg>
        <pc:cxnChg chg="mod">
          <ac:chgData name="SERGIO SPANO'" userId="3abdd0b9-513e-40ac-aad4-56920065037d" providerId="ADAL" clId="{141950AE-6424-44F9-B8F8-3E30C7D8D697}" dt="2022-04-07T14:58:20.507" v="888"/>
          <ac:cxnSpMkLst>
            <pc:docMk/>
            <pc:sldMk cId="3826015998" sldId="270"/>
            <ac:cxnSpMk id="43" creationId="{A4899EB0-95CA-4FFD-ADA4-A4D19BD5059B}"/>
          </ac:cxnSpMkLst>
        </pc:cxnChg>
        <pc:cxnChg chg="mod">
          <ac:chgData name="SERGIO SPANO'" userId="3abdd0b9-513e-40ac-aad4-56920065037d" providerId="ADAL" clId="{141950AE-6424-44F9-B8F8-3E30C7D8D697}" dt="2022-04-07T14:58:20.507" v="888"/>
          <ac:cxnSpMkLst>
            <pc:docMk/>
            <pc:sldMk cId="3826015998" sldId="270"/>
            <ac:cxnSpMk id="44" creationId="{036F7001-44B0-4D81-8EE0-46212D132C43}"/>
          </ac:cxnSpMkLst>
        </pc:cxnChg>
        <pc:cxnChg chg="mod">
          <ac:chgData name="SERGIO SPANO'" userId="3abdd0b9-513e-40ac-aad4-56920065037d" providerId="ADAL" clId="{141950AE-6424-44F9-B8F8-3E30C7D8D697}" dt="2022-04-07T14:58:20.507" v="888"/>
          <ac:cxnSpMkLst>
            <pc:docMk/>
            <pc:sldMk cId="3826015998" sldId="270"/>
            <ac:cxnSpMk id="45" creationId="{427CBF13-B8F5-44B3-AF83-4E4BF3B59B0C}"/>
          </ac:cxnSpMkLst>
        </pc:cxnChg>
        <pc:cxnChg chg="mod">
          <ac:chgData name="SERGIO SPANO'" userId="3abdd0b9-513e-40ac-aad4-56920065037d" providerId="ADAL" clId="{141950AE-6424-44F9-B8F8-3E30C7D8D697}" dt="2022-04-07T14:58:20.507" v="888"/>
          <ac:cxnSpMkLst>
            <pc:docMk/>
            <pc:sldMk cId="3826015998" sldId="270"/>
            <ac:cxnSpMk id="46" creationId="{E57DA127-6A45-46EF-A810-CFAC7B30D5C9}"/>
          </ac:cxnSpMkLst>
        </pc:cxnChg>
        <pc:cxnChg chg="mod">
          <ac:chgData name="SERGIO SPANO'" userId="3abdd0b9-513e-40ac-aad4-56920065037d" providerId="ADAL" clId="{141950AE-6424-44F9-B8F8-3E30C7D8D697}" dt="2022-04-07T14:58:20.507" v="888"/>
          <ac:cxnSpMkLst>
            <pc:docMk/>
            <pc:sldMk cId="3826015998" sldId="270"/>
            <ac:cxnSpMk id="47" creationId="{DE0EC494-1853-4239-AFC5-989B8D70FBEE}"/>
          </ac:cxnSpMkLst>
        </pc:cxnChg>
        <pc:cxnChg chg="mod">
          <ac:chgData name="SERGIO SPANO'" userId="3abdd0b9-513e-40ac-aad4-56920065037d" providerId="ADAL" clId="{141950AE-6424-44F9-B8F8-3E30C7D8D697}" dt="2022-04-07T14:58:20.507" v="888"/>
          <ac:cxnSpMkLst>
            <pc:docMk/>
            <pc:sldMk cId="3826015998" sldId="270"/>
            <ac:cxnSpMk id="48" creationId="{1DE750EE-FC71-44CB-80EA-ADDDD631AFA4}"/>
          </ac:cxnSpMkLst>
        </pc:cxnChg>
        <pc:cxnChg chg="mod">
          <ac:chgData name="SERGIO SPANO'" userId="3abdd0b9-513e-40ac-aad4-56920065037d" providerId="ADAL" clId="{141950AE-6424-44F9-B8F8-3E30C7D8D697}" dt="2022-04-07T14:58:20.507" v="888"/>
          <ac:cxnSpMkLst>
            <pc:docMk/>
            <pc:sldMk cId="3826015998" sldId="270"/>
            <ac:cxnSpMk id="49" creationId="{56F46EBC-0A72-4FBF-A9A8-8B20B662D986}"/>
          </ac:cxnSpMkLst>
        </pc:cxnChg>
        <pc:cxnChg chg="mod">
          <ac:chgData name="SERGIO SPANO'" userId="3abdd0b9-513e-40ac-aad4-56920065037d" providerId="ADAL" clId="{141950AE-6424-44F9-B8F8-3E30C7D8D697}" dt="2022-04-07T14:58:20.507" v="888"/>
          <ac:cxnSpMkLst>
            <pc:docMk/>
            <pc:sldMk cId="3826015998" sldId="270"/>
            <ac:cxnSpMk id="50" creationId="{F50D579E-A53B-4816-9679-12C4DB1463DE}"/>
          </ac:cxnSpMkLst>
        </pc:cxnChg>
        <pc:cxnChg chg="mod">
          <ac:chgData name="SERGIO SPANO'" userId="3abdd0b9-513e-40ac-aad4-56920065037d" providerId="ADAL" clId="{141950AE-6424-44F9-B8F8-3E30C7D8D697}" dt="2022-04-07T14:58:20.507" v="888"/>
          <ac:cxnSpMkLst>
            <pc:docMk/>
            <pc:sldMk cId="3826015998" sldId="270"/>
            <ac:cxnSpMk id="51" creationId="{FF4ED8B1-536C-49DD-B1F7-D31C826325D2}"/>
          </ac:cxnSpMkLst>
        </pc:cxnChg>
        <pc:cxnChg chg="mod">
          <ac:chgData name="SERGIO SPANO'" userId="3abdd0b9-513e-40ac-aad4-56920065037d" providerId="ADAL" clId="{141950AE-6424-44F9-B8F8-3E30C7D8D697}" dt="2022-04-07T14:58:20.507" v="888"/>
          <ac:cxnSpMkLst>
            <pc:docMk/>
            <pc:sldMk cId="3826015998" sldId="270"/>
            <ac:cxnSpMk id="52" creationId="{E3DB8619-B608-4087-8F08-20AFAD718E56}"/>
          </ac:cxnSpMkLst>
        </pc:cxnChg>
        <pc:cxnChg chg="mod">
          <ac:chgData name="SERGIO SPANO'" userId="3abdd0b9-513e-40ac-aad4-56920065037d" providerId="ADAL" clId="{141950AE-6424-44F9-B8F8-3E30C7D8D697}" dt="2022-04-07T14:58:20.507" v="888"/>
          <ac:cxnSpMkLst>
            <pc:docMk/>
            <pc:sldMk cId="3826015998" sldId="270"/>
            <ac:cxnSpMk id="53" creationId="{2C6F0C2D-68DA-4892-862C-93F81CC94472}"/>
          </ac:cxnSpMkLst>
        </pc:cxnChg>
        <pc:cxnChg chg="mod">
          <ac:chgData name="SERGIO SPANO'" userId="3abdd0b9-513e-40ac-aad4-56920065037d" providerId="ADAL" clId="{141950AE-6424-44F9-B8F8-3E30C7D8D697}" dt="2022-04-07T14:58:20.507" v="888"/>
          <ac:cxnSpMkLst>
            <pc:docMk/>
            <pc:sldMk cId="3826015998" sldId="270"/>
            <ac:cxnSpMk id="55" creationId="{85ECCDC9-E786-4589-AFDB-6BA2CB4FB0A6}"/>
          </ac:cxnSpMkLst>
        </pc:cxnChg>
        <pc:cxnChg chg="mod">
          <ac:chgData name="SERGIO SPANO'" userId="3abdd0b9-513e-40ac-aad4-56920065037d" providerId="ADAL" clId="{141950AE-6424-44F9-B8F8-3E30C7D8D697}" dt="2022-04-07T14:58:20.507" v="888"/>
          <ac:cxnSpMkLst>
            <pc:docMk/>
            <pc:sldMk cId="3826015998" sldId="270"/>
            <ac:cxnSpMk id="56" creationId="{94DBF261-8AE6-42B2-AB4F-848F72391791}"/>
          </ac:cxnSpMkLst>
        </pc:cxnChg>
        <pc:cxnChg chg="mod">
          <ac:chgData name="SERGIO SPANO'" userId="3abdd0b9-513e-40ac-aad4-56920065037d" providerId="ADAL" clId="{141950AE-6424-44F9-B8F8-3E30C7D8D697}" dt="2022-04-07T14:58:20.507" v="888"/>
          <ac:cxnSpMkLst>
            <pc:docMk/>
            <pc:sldMk cId="3826015998" sldId="270"/>
            <ac:cxnSpMk id="57" creationId="{93CCF5E4-642C-4F68-9947-C21116D2895D}"/>
          </ac:cxnSpMkLst>
        </pc:cxnChg>
        <pc:cxnChg chg="mod">
          <ac:chgData name="SERGIO SPANO'" userId="3abdd0b9-513e-40ac-aad4-56920065037d" providerId="ADAL" clId="{141950AE-6424-44F9-B8F8-3E30C7D8D697}" dt="2022-04-07T14:58:20.507" v="888"/>
          <ac:cxnSpMkLst>
            <pc:docMk/>
            <pc:sldMk cId="3826015998" sldId="270"/>
            <ac:cxnSpMk id="58" creationId="{03544264-B3D8-4237-AF8B-76E7F527A029}"/>
          </ac:cxnSpMkLst>
        </pc:cxnChg>
        <pc:cxnChg chg="mod">
          <ac:chgData name="SERGIO SPANO'" userId="3abdd0b9-513e-40ac-aad4-56920065037d" providerId="ADAL" clId="{141950AE-6424-44F9-B8F8-3E30C7D8D697}" dt="2022-04-07T14:58:20.507" v="888"/>
          <ac:cxnSpMkLst>
            <pc:docMk/>
            <pc:sldMk cId="3826015998" sldId="270"/>
            <ac:cxnSpMk id="59" creationId="{1ACE4F85-2797-46BF-851B-87FEB7B83703}"/>
          </ac:cxnSpMkLst>
        </pc:cxnChg>
        <pc:cxnChg chg="mod">
          <ac:chgData name="SERGIO SPANO'" userId="3abdd0b9-513e-40ac-aad4-56920065037d" providerId="ADAL" clId="{141950AE-6424-44F9-B8F8-3E30C7D8D697}" dt="2022-04-07T14:58:20.507" v="888"/>
          <ac:cxnSpMkLst>
            <pc:docMk/>
            <pc:sldMk cId="3826015998" sldId="270"/>
            <ac:cxnSpMk id="60" creationId="{39B96863-38B3-4DC2-8A24-8DEE3EFF5944}"/>
          </ac:cxnSpMkLst>
        </pc:cxnChg>
        <pc:cxnChg chg="mod">
          <ac:chgData name="SERGIO SPANO'" userId="3abdd0b9-513e-40ac-aad4-56920065037d" providerId="ADAL" clId="{141950AE-6424-44F9-B8F8-3E30C7D8D697}" dt="2022-04-07T14:58:20.507" v="888"/>
          <ac:cxnSpMkLst>
            <pc:docMk/>
            <pc:sldMk cId="3826015998" sldId="270"/>
            <ac:cxnSpMk id="61" creationId="{39B9CEA5-F4F8-4D89-A508-161298C30B9A}"/>
          </ac:cxnSpMkLst>
        </pc:cxnChg>
        <pc:cxnChg chg="mod">
          <ac:chgData name="SERGIO SPANO'" userId="3abdd0b9-513e-40ac-aad4-56920065037d" providerId="ADAL" clId="{141950AE-6424-44F9-B8F8-3E30C7D8D697}" dt="2022-04-07T14:58:20.507" v="888"/>
          <ac:cxnSpMkLst>
            <pc:docMk/>
            <pc:sldMk cId="3826015998" sldId="270"/>
            <ac:cxnSpMk id="62" creationId="{9D99F3C8-6E7F-46E1-8618-DDCD0B032135}"/>
          </ac:cxnSpMkLst>
        </pc:cxnChg>
        <pc:cxnChg chg="mod">
          <ac:chgData name="SERGIO SPANO'" userId="3abdd0b9-513e-40ac-aad4-56920065037d" providerId="ADAL" clId="{141950AE-6424-44F9-B8F8-3E30C7D8D697}" dt="2022-04-07T14:58:20.507" v="888"/>
          <ac:cxnSpMkLst>
            <pc:docMk/>
            <pc:sldMk cId="3826015998" sldId="270"/>
            <ac:cxnSpMk id="63" creationId="{230BA4D9-B88F-4591-9457-7B4B59D11784}"/>
          </ac:cxnSpMkLst>
        </pc:cxnChg>
        <pc:cxnChg chg="mod">
          <ac:chgData name="SERGIO SPANO'" userId="3abdd0b9-513e-40ac-aad4-56920065037d" providerId="ADAL" clId="{141950AE-6424-44F9-B8F8-3E30C7D8D697}" dt="2022-04-07T14:58:20.507" v="888"/>
          <ac:cxnSpMkLst>
            <pc:docMk/>
            <pc:sldMk cId="3826015998" sldId="270"/>
            <ac:cxnSpMk id="64" creationId="{A47ABEF4-D88F-46AD-912B-636287386618}"/>
          </ac:cxnSpMkLst>
        </pc:cxnChg>
        <pc:cxnChg chg="mod">
          <ac:chgData name="SERGIO SPANO'" userId="3abdd0b9-513e-40ac-aad4-56920065037d" providerId="ADAL" clId="{141950AE-6424-44F9-B8F8-3E30C7D8D697}" dt="2022-04-07T14:58:20.507" v="888"/>
          <ac:cxnSpMkLst>
            <pc:docMk/>
            <pc:sldMk cId="3826015998" sldId="270"/>
            <ac:cxnSpMk id="65" creationId="{B3A73B81-AB2F-4EBB-BDFE-648F08ABA93E}"/>
          </ac:cxnSpMkLst>
        </pc:cxnChg>
        <pc:cxnChg chg="mod">
          <ac:chgData name="SERGIO SPANO'" userId="3abdd0b9-513e-40ac-aad4-56920065037d" providerId="ADAL" clId="{141950AE-6424-44F9-B8F8-3E30C7D8D697}" dt="2022-04-07T14:58:20.507" v="888"/>
          <ac:cxnSpMkLst>
            <pc:docMk/>
            <pc:sldMk cId="3826015998" sldId="270"/>
            <ac:cxnSpMk id="66" creationId="{0849FA00-2521-42DA-8925-B7456C885B94}"/>
          </ac:cxnSpMkLst>
        </pc:cxnChg>
        <pc:cxnChg chg="mod">
          <ac:chgData name="SERGIO SPANO'" userId="3abdd0b9-513e-40ac-aad4-56920065037d" providerId="ADAL" clId="{141950AE-6424-44F9-B8F8-3E30C7D8D697}" dt="2022-04-07T14:58:20.507" v="888"/>
          <ac:cxnSpMkLst>
            <pc:docMk/>
            <pc:sldMk cId="3826015998" sldId="270"/>
            <ac:cxnSpMk id="67" creationId="{6EEB12A8-817A-41C0-B364-685CC753B987}"/>
          </ac:cxnSpMkLst>
        </pc:cxnChg>
        <pc:cxnChg chg="mod">
          <ac:chgData name="SERGIO SPANO'" userId="3abdd0b9-513e-40ac-aad4-56920065037d" providerId="ADAL" clId="{141950AE-6424-44F9-B8F8-3E30C7D8D697}" dt="2022-04-07T14:58:20.507" v="888"/>
          <ac:cxnSpMkLst>
            <pc:docMk/>
            <pc:sldMk cId="3826015998" sldId="270"/>
            <ac:cxnSpMk id="68" creationId="{58E1D75F-0867-4F32-940D-BD71A28A47B0}"/>
          </ac:cxnSpMkLst>
        </pc:cxnChg>
        <pc:cxnChg chg="mod">
          <ac:chgData name="SERGIO SPANO'" userId="3abdd0b9-513e-40ac-aad4-56920065037d" providerId="ADAL" clId="{141950AE-6424-44F9-B8F8-3E30C7D8D697}" dt="2022-04-07T14:58:20.507" v="888"/>
          <ac:cxnSpMkLst>
            <pc:docMk/>
            <pc:sldMk cId="3826015998" sldId="270"/>
            <ac:cxnSpMk id="69" creationId="{A3C3D6EC-CA80-4430-B072-9AFD10BEC1EA}"/>
          </ac:cxnSpMkLst>
        </pc:cxnChg>
        <pc:cxnChg chg="mod">
          <ac:chgData name="SERGIO SPANO'" userId="3abdd0b9-513e-40ac-aad4-56920065037d" providerId="ADAL" clId="{141950AE-6424-44F9-B8F8-3E30C7D8D697}" dt="2022-04-07T14:58:20.507" v="888"/>
          <ac:cxnSpMkLst>
            <pc:docMk/>
            <pc:sldMk cId="3826015998" sldId="270"/>
            <ac:cxnSpMk id="70" creationId="{0BF628C5-0C90-49DB-A3C4-D35054DB5CE4}"/>
          </ac:cxnSpMkLst>
        </pc:cxnChg>
        <pc:cxnChg chg="mod">
          <ac:chgData name="SERGIO SPANO'" userId="3abdd0b9-513e-40ac-aad4-56920065037d" providerId="ADAL" clId="{141950AE-6424-44F9-B8F8-3E30C7D8D697}" dt="2022-04-07T14:58:20.507" v="888"/>
          <ac:cxnSpMkLst>
            <pc:docMk/>
            <pc:sldMk cId="3826015998" sldId="270"/>
            <ac:cxnSpMk id="71" creationId="{CAF823FA-984D-424D-8ABE-E410085A0554}"/>
          </ac:cxnSpMkLst>
        </pc:cxnChg>
        <pc:cxnChg chg="mod">
          <ac:chgData name="SERGIO SPANO'" userId="3abdd0b9-513e-40ac-aad4-56920065037d" providerId="ADAL" clId="{141950AE-6424-44F9-B8F8-3E30C7D8D697}" dt="2022-04-07T14:58:20.507" v="888"/>
          <ac:cxnSpMkLst>
            <pc:docMk/>
            <pc:sldMk cId="3826015998" sldId="270"/>
            <ac:cxnSpMk id="72" creationId="{F3A93A47-640B-4E09-9415-8C3F1789CA16}"/>
          </ac:cxnSpMkLst>
        </pc:cxnChg>
        <pc:cxnChg chg="mod">
          <ac:chgData name="SERGIO SPANO'" userId="3abdd0b9-513e-40ac-aad4-56920065037d" providerId="ADAL" clId="{141950AE-6424-44F9-B8F8-3E30C7D8D697}" dt="2022-04-07T14:58:20.507" v="888"/>
          <ac:cxnSpMkLst>
            <pc:docMk/>
            <pc:sldMk cId="3826015998" sldId="270"/>
            <ac:cxnSpMk id="73" creationId="{9BD8D973-53F1-441D-98E4-1ECDA146B9A4}"/>
          </ac:cxnSpMkLst>
        </pc:cxnChg>
        <pc:cxnChg chg="mod">
          <ac:chgData name="SERGIO SPANO'" userId="3abdd0b9-513e-40ac-aad4-56920065037d" providerId="ADAL" clId="{141950AE-6424-44F9-B8F8-3E30C7D8D697}" dt="2022-04-07T14:58:20.507" v="888"/>
          <ac:cxnSpMkLst>
            <pc:docMk/>
            <pc:sldMk cId="3826015998" sldId="270"/>
            <ac:cxnSpMk id="74" creationId="{1D260AF6-B6F0-460D-B16F-700B554211DC}"/>
          </ac:cxnSpMkLst>
        </pc:cxnChg>
        <pc:cxnChg chg="mod">
          <ac:chgData name="SERGIO SPANO'" userId="3abdd0b9-513e-40ac-aad4-56920065037d" providerId="ADAL" clId="{141950AE-6424-44F9-B8F8-3E30C7D8D697}" dt="2022-04-07T14:58:20.507" v="888"/>
          <ac:cxnSpMkLst>
            <pc:docMk/>
            <pc:sldMk cId="3826015998" sldId="270"/>
            <ac:cxnSpMk id="75" creationId="{E27C0D0A-68A3-44F8-823A-B4713BB59DC3}"/>
          </ac:cxnSpMkLst>
        </pc:cxnChg>
        <pc:cxnChg chg="mod">
          <ac:chgData name="SERGIO SPANO'" userId="3abdd0b9-513e-40ac-aad4-56920065037d" providerId="ADAL" clId="{141950AE-6424-44F9-B8F8-3E30C7D8D697}" dt="2022-04-07T14:58:20.507" v="888"/>
          <ac:cxnSpMkLst>
            <pc:docMk/>
            <pc:sldMk cId="3826015998" sldId="270"/>
            <ac:cxnSpMk id="76" creationId="{EFDA6981-9669-43BA-A31D-4B7C1BCA532F}"/>
          </ac:cxnSpMkLst>
        </pc:cxnChg>
        <pc:cxnChg chg="mod">
          <ac:chgData name="SERGIO SPANO'" userId="3abdd0b9-513e-40ac-aad4-56920065037d" providerId="ADAL" clId="{141950AE-6424-44F9-B8F8-3E30C7D8D697}" dt="2022-04-07T14:58:20.507" v="888"/>
          <ac:cxnSpMkLst>
            <pc:docMk/>
            <pc:sldMk cId="3826015998" sldId="270"/>
            <ac:cxnSpMk id="77" creationId="{830EF0B7-8870-4FB4-A0BC-E67B6BA94C54}"/>
          </ac:cxnSpMkLst>
        </pc:cxnChg>
        <pc:cxnChg chg="mod">
          <ac:chgData name="SERGIO SPANO'" userId="3abdd0b9-513e-40ac-aad4-56920065037d" providerId="ADAL" clId="{141950AE-6424-44F9-B8F8-3E30C7D8D697}" dt="2022-04-07T14:58:20.507" v="888"/>
          <ac:cxnSpMkLst>
            <pc:docMk/>
            <pc:sldMk cId="3826015998" sldId="270"/>
            <ac:cxnSpMk id="78" creationId="{C09C8CED-5357-4389-86CA-764C353559D5}"/>
          </ac:cxnSpMkLst>
        </pc:cxnChg>
        <pc:cxnChg chg="mod">
          <ac:chgData name="SERGIO SPANO'" userId="3abdd0b9-513e-40ac-aad4-56920065037d" providerId="ADAL" clId="{141950AE-6424-44F9-B8F8-3E30C7D8D697}" dt="2022-04-07T14:58:20.507" v="888"/>
          <ac:cxnSpMkLst>
            <pc:docMk/>
            <pc:sldMk cId="3826015998" sldId="270"/>
            <ac:cxnSpMk id="79" creationId="{2223B04A-7312-4A2D-AEC4-750FA6D14FC6}"/>
          </ac:cxnSpMkLst>
        </pc:cxnChg>
        <pc:cxnChg chg="mod">
          <ac:chgData name="SERGIO SPANO'" userId="3abdd0b9-513e-40ac-aad4-56920065037d" providerId="ADAL" clId="{141950AE-6424-44F9-B8F8-3E30C7D8D697}" dt="2022-04-07T14:58:20.507" v="888"/>
          <ac:cxnSpMkLst>
            <pc:docMk/>
            <pc:sldMk cId="3826015998" sldId="270"/>
            <ac:cxnSpMk id="80" creationId="{7F6F74B5-9CE0-42BE-8409-64E45838B06C}"/>
          </ac:cxnSpMkLst>
        </pc:cxnChg>
        <pc:cxnChg chg="mod">
          <ac:chgData name="SERGIO SPANO'" userId="3abdd0b9-513e-40ac-aad4-56920065037d" providerId="ADAL" clId="{141950AE-6424-44F9-B8F8-3E30C7D8D697}" dt="2022-04-07T14:58:20.507" v="888"/>
          <ac:cxnSpMkLst>
            <pc:docMk/>
            <pc:sldMk cId="3826015998" sldId="270"/>
            <ac:cxnSpMk id="81" creationId="{0C037D48-A497-4418-AF4E-BE7BD2B6DDFE}"/>
          </ac:cxnSpMkLst>
        </pc:cxnChg>
        <pc:cxnChg chg="mod">
          <ac:chgData name="SERGIO SPANO'" userId="3abdd0b9-513e-40ac-aad4-56920065037d" providerId="ADAL" clId="{141950AE-6424-44F9-B8F8-3E30C7D8D697}" dt="2022-04-07T14:58:20.507" v="888"/>
          <ac:cxnSpMkLst>
            <pc:docMk/>
            <pc:sldMk cId="3826015998" sldId="270"/>
            <ac:cxnSpMk id="82" creationId="{1B634133-35FE-4D71-B792-37355D18ECD8}"/>
          </ac:cxnSpMkLst>
        </pc:cxnChg>
        <pc:cxnChg chg="mod">
          <ac:chgData name="SERGIO SPANO'" userId="3abdd0b9-513e-40ac-aad4-56920065037d" providerId="ADAL" clId="{141950AE-6424-44F9-B8F8-3E30C7D8D697}" dt="2022-04-07T14:58:20.507" v="888"/>
          <ac:cxnSpMkLst>
            <pc:docMk/>
            <pc:sldMk cId="3826015998" sldId="270"/>
            <ac:cxnSpMk id="83" creationId="{100FFEFB-0E26-4AD9-9449-FEF37A93C3FB}"/>
          </ac:cxnSpMkLst>
        </pc:cxnChg>
        <pc:cxnChg chg="mod">
          <ac:chgData name="SERGIO SPANO'" userId="3abdd0b9-513e-40ac-aad4-56920065037d" providerId="ADAL" clId="{141950AE-6424-44F9-B8F8-3E30C7D8D697}" dt="2022-04-07T14:59:14.532" v="897" actId="478"/>
          <ac:cxnSpMkLst>
            <pc:docMk/>
            <pc:sldMk cId="3826015998" sldId="270"/>
            <ac:cxnSpMk id="85" creationId="{DDEB5F28-049F-4056-B17E-D35A2D473E3A}"/>
          </ac:cxnSpMkLst>
        </pc:cxnChg>
        <pc:cxnChg chg="mod">
          <ac:chgData name="SERGIO SPANO'" userId="3abdd0b9-513e-40ac-aad4-56920065037d" providerId="ADAL" clId="{141950AE-6424-44F9-B8F8-3E30C7D8D697}" dt="2022-04-07T14:58:20.507" v="888"/>
          <ac:cxnSpMkLst>
            <pc:docMk/>
            <pc:sldMk cId="3826015998" sldId="270"/>
            <ac:cxnSpMk id="86" creationId="{670B50D4-4D21-47E5-AAD2-B711160A6249}"/>
          </ac:cxnSpMkLst>
        </pc:cxnChg>
        <pc:cxnChg chg="mod">
          <ac:chgData name="SERGIO SPANO'" userId="3abdd0b9-513e-40ac-aad4-56920065037d" providerId="ADAL" clId="{141950AE-6424-44F9-B8F8-3E30C7D8D697}" dt="2022-04-07T14:58:20.507" v="888"/>
          <ac:cxnSpMkLst>
            <pc:docMk/>
            <pc:sldMk cId="3826015998" sldId="270"/>
            <ac:cxnSpMk id="87" creationId="{9E86B4E3-B91A-4AD0-A1B8-D4E3BF42B0F0}"/>
          </ac:cxnSpMkLst>
        </pc:cxnChg>
        <pc:cxnChg chg="mod">
          <ac:chgData name="SERGIO SPANO'" userId="3abdd0b9-513e-40ac-aad4-56920065037d" providerId="ADAL" clId="{141950AE-6424-44F9-B8F8-3E30C7D8D697}" dt="2022-04-07T14:58:20.507" v="888"/>
          <ac:cxnSpMkLst>
            <pc:docMk/>
            <pc:sldMk cId="3826015998" sldId="270"/>
            <ac:cxnSpMk id="88" creationId="{AF2B4E00-904F-48CF-A227-3D7545BBB7FE}"/>
          </ac:cxnSpMkLst>
        </pc:cxnChg>
        <pc:cxnChg chg="mod">
          <ac:chgData name="SERGIO SPANO'" userId="3abdd0b9-513e-40ac-aad4-56920065037d" providerId="ADAL" clId="{141950AE-6424-44F9-B8F8-3E30C7D8D697}" dt="2022-04-07T14:58:20.507" v="888"/>
          <ac:cxnSpMkLst>
            <pc:docMk/>
            <pc:sldMk cId="3826015998" sldId="270"/>
            <ac:cxnSpMk id="89" creationId="{4B6214ED-9511-4EDA-A7D6-30B50C366D79}"/>
          </ac:cxnSpMkLst>
        </pc:cxnChg>
        <pc:cxnChg chg="mod">
          <ac:chgData name="SERGIO SPANO'" userId="3abdd0b9-513e-40ac-aad4-56920065037d" providerId="ADAL" clId="{141950AE-6424-44F9-B8F8-3E30C7D8D697}" dt="2022-04-07T14:58:20.507" v="888"/>
          <ac:cxnSpMkLst>
            <pc:docMk/>
            <pc:sldMk cId="3826015998" sldId="270"/>
            <ac:cxnSpMk id="90" creationId="{8F623821-6849-4629-97AB-BD896F67815B}"/>
          </ac:cxnSpMkLst>
        </pc:cxnChg>
        <pc:cxnChg chg="mod">
          <ac:chgData name="SERGIO SPANO'" userId="3abdd0b9-513e-40ac-aad4-56920065037d" providerId="ADAL" clId="{141950AE-6424-44F9-B8F8-3E30C7D8D697}" dt="2022-04-07T14:59:14.532" v="897" actId="478"/>
          <ac:cxnSpMkLst>
            <pc:docMk/>
            <pc:sldMk cId="3826015998" sldId="270"/>
            <ac:cxnSpMk id="92" creationId="{A6143248-1790-4415-91AE-ABDEBCA70D75}"/>
          </ac:cxnSpMkLst>
        </pc:cxnChg>
      </pc:sldChg>
      <pc:sldChg chg="addSp modSp new mod">
        <pc:chgData name="SERGIO SPANO'" userId="3abdd0b9-513e-40ac-aad4-56920065037d" providerId="ADAL" clId="{141950AE-6424-44F9-B8F8-3E30C7D8D697}" dt="2022-04-07T15:04:28.487" v="1237" actId="1076"/>
        <pc:sldMkLst>
          <pc:docMk/>
          <pc:sldMk cId="20643975" sldId="271"/>
        </pc:sldMkLst>
        <pc:spChg chg="mod">
          <ac:chgData name="SERGIO SPANO'" userId="3abdd0b9-513e-40ac-aad4-56920065037d" providerId="ADAL" clId="{141950AE-6424-44F9-B8F8-3E30C7D8D697}" dt="2022-04-07T15:01:26.294" v="983" actId="20577"/>
          <ac:spMkLst>
            <pc:docMk/>
            <pc:sldMk cId="20643975" sldId="271"/>
            <ac:spMk id="2" creationId="{0C4B0A6D-96CF-48DC-B934-7E80F8C5EE58}"/>
          </ac:spMkLst>
        </pc:spChg>
        <pc:spChg chg="mod">
          <ac:chgData name="SERGIO SPANO'" userId="3abdd0b9-513e-40ac-aad4-56920065037d" providerId="ADAL" clId="{141950AE-6424-44F9-B8F8-3E30C7D8D697}" dt="2022-04-07T15:04:25.099" v="1236" actId="404"/>
          <ac:spMkLst>
            <pc:docMk/>
            <pc:sldMk cId="20643975" sldId="271"/>
            <ac:spMk id="3" creationId="{A3FC5F4E-5128-4B4F-9B96-C640C2B60529}"/>
          </ac:spMkLst>
        </pc:spChg>
        <pc:picChg chg="add mod">
          <ac:chgData name="SERGIO SPANO'" userId="3abdd0b9-513e-40ac-aad4-56920065037d" providerId="ADAL" clId="{141950AE-6424-44F9-B8F8-3E30C7D8D697}" dt="2022-04-07T15:04:28.487" v="1237" actId="1076"/>
          <ac:picMkLst>
            <pc:docMk/>
            <pc:sldMk cId="20643975" sldId="271"/>
            <ac:picMk id="3074" creationId="{F2902BB6-6D25-4144-9224-79BFAB842B96}"/>
          </ac:picMkLst>
        </pc:picChg>
      </pc:sldChg>
      <pc:sldChg chg="del">
        <pc:chgData name="SERGIO SPANO'" userId="3abdd0b9-513e-40ac-aad4-56920065037d" providerId="ADAL" clId="{141950AE-6424-44F9-B8F8-3E30C7D8D697}" dt="2022-04-07T14:27:24.526" v="49" actId="47"/>
        <pc:sldMkLst>
          <pc:docMk/>
          <pc:sldMk cId="2305292719" sldId="271"/>
        </pc:sldMkLst>
      </pc:sldChg>
      <pc:sldChg chg="del">
        <pc:chgData name="SERGIO SPANO'" userId="3abdd0b9-513e-40ac-aad4-56920065037d" providerId="ADAL" clId="{141950AE-6424-44F9-B8F8-3E30C7D8D697}" dt="2022-04-07T14:27:24.557" v="50" actId="47"/>
        <pc:sldMkLst>
          <pc:docMk/>
          <pc:sldMk cId="4235874755" sldId="272"/>
        </pc:sldMkLst>
      </pc:sldChg>
      <pc:sldChg chg="del">
        <pc:chgData name="SERGIO SPANO'" userId="3abdd0b9-513e-40ac-aad4-56920065037d" providerId="ADAL" clId="{141950AE-6424-44F9-B8F8-3E30C7D8D697}" dt="2022-04-07T14:27:24.594" v="51" actId="47"/>
        <pc:sldMkLst>
          <pc:docMk/>
          <pc:sldMk cId="3415594892" sldId="273"/>
        </pc:sldMkLst>
      </pc:sldChg>
      <pc:sldChg chg="del">
        <pc:chgData name="SERGIO SPANO'" userId="3abdd0b9-513e-40ac-aad4-56920065037d" providerId="ADAL" clId="{141950AE-6424-44F9-B8F8-3E30C7D8D697}" dt="2022-04-07T14:27:24.633" v="52" actId="47"/>
        <pc:sldMkLst>
          <pc:docMk/>
          <pc:sldMk cId="359844362" sldId="274"/>
        </pc:sldMkLst>
      </pc:sldChg>
      <pc:sldChg chg="del">
        <pc:chgData name="SERGIO SPANO'" userId="3abdd0b9-513e-40ac-aad4-56920065037d" providerId="ADAL" clId="{141950AE-6424-44F9-B8F8-3E30C7D8D697}" dt="2022-04-07T14:27:24.668" v="53" actId="47"/>
        <pc:sldMkLst>
          <pc:docMk/>
          <pc:sldMk cId="327629406" sldId="275"/>
        </pc:sldMkLst>
      </pc:sldChg>
      <pc:sldChg chg="del">
        <pc:chgData name="SERGIO SPANO'" userId="3abdd0b9-513e-40ac-aad4-56920065037d" providerId="ADAL" clId="{141950AE-6424-44F9-B8F8-3E30C7D8D697}" dt="2022-04-07T14:27:25.681" v="54" actId="47"/>
        <pc:sldMkLst>
          <pc:docMk/>
          <pc:sldMk cId="3822050782" sldId="276"/>
        </pc:sldMkLst>
      </pc:sldChg>
      <pc:sldChg chg="del">
        <pc:chgData name="SERGIO SPANO'" userId="3abdd0b9-513e-40ac-aad4-56920065037d" providerId="ADAL" clId="{141950AE-6424-44F9-B8F8-3E30C7D8D697}" dt="2022-04-07T14:27:25.828" v="55" actId="47"/>
        <pc:sldMkLst>
          <pc:docMk/>
          <pc:sldMk cId="3953436106" sldId="277"/>
        </pc:sldMkLst>
      </pc:sldChg>
    </pc:docChg>
  </pc:docChgLst>
  <pc:docChgLst>
    <pc:chgData name="SERGIO SPANO'" userId="3abdd0b9-513e-40ac-aad4-56920065037d" providerId="ADAL" clId="{A04F6209-C852-4D0D-AABD-D7CE25CBB79B}"/>
    <pc:docChg chg="undo redo custSel addSld delSld modSld addMainMaster delMainMaster modMainMaster">
      <pc:chgData name="SERGIO SPANO'" userId="3abdd0b9-513e-40ac-aad4-56920065037d" providerId="ADAL" clId="{A04F6209-C852-4D0D-AABD-D7CE25CBB79B}" dt="2022-02-09T15:29:52.140" v="1701" actId="2696"/>
      <pc:docMkLst>
        <pc:docMk/>
      </pc:docMkLst>
      <pc:sldChg chg="addSp delSp modSp mod">
        <pc:chgData name="SERGIO SPANO'" userId="3abdd0b9-513e-40ac-aad4-56920065037d" providerId="ADAL" clId="{A04F6209-C852-4D0D-AABD-D7CE25CBB79B}" dt="2022-02-08T11:18:09.999" v="528" actId="1036"/>
        <pc:sldMkLst>
          <pc:docMk/>
          <pc:sldMk cId="3676927149" sldId="256"/>
        </pc:sldMkLst>
        <pc:spChg chg="mod">
          <ac:chgData name="SERGIO SPANO'" userId="3abdd0b9-513e-40ac-aad4-56920065037d" providerId="ADAL" clId="{A04F6209-C852-4D0D-AABD-D7CE25CBB79B}" dt="2022-02-08T10:54:51.611" v="117" actId="20577"/>
          <ac:spMkLst>
            <pc:docMk/>
            <pc:sldMk cId="3676927149" sldId="256"/>
            <ac:spMk id="2" creationId="{AE5A0156-FA44-4B5E-AA95-BA26FE319EEF}"/>
          </ac:spMkLst>
        </pc:spChg>
        <pc:spChg chg="mod">
          <ac:chgData name="SERGIO SPANO'" userId="3abdd0b9-513e-40ac-aad4-56920065037d" providerId="ADAL" clId="{A04F6209-C852-4D0D-AABD-D7CE25CBB79B}" dt="2022-02-08T10:55:57.298" v="151" actId="14100"/>
          <ac:spMkLst>
            <pc:docMk/>
            <pc:sldMk cId="3676927149" sldId="256"/>
            <ac:spMk id="3" creationId="{9DAC625A-2F47-4E94-ABBC-7F67DDCC72AE}"/>
          </ac:spMkLst>
        </pc:spChg>
        <pc:spChg chg="del">
          <ac:chgData name="SERGIO SPANO'" userId="3abdd0b9-513e-40ac-aad4-56920065037d" providerId="ADAL" clId="{A04F6209-C852-4D0D-AABD-D7CE25CBB79B}" dt="2022-02-08T11:05:02.573" v="422" actId="478"/>
          <ac:spMkLst>
            <pc:docMk/>
            <pc:sldMk cId="3676927149" sldId="256"/>
            <ac:spMk id="4" creationId="{F1E012E0-B33A-4608-8A34-844CBC93A0C6}"/>
          </ac:spMkLst>
        </pc:spChg>
        <pc:spChg chg="add del">
          <ac:chgData name="SERGIO SPANO'" userId="3abdd0b9-513e-40ac-aad4-56920065037d" providerId="ADAL" clId="{A04F6209-C852-4D0D-AABD-D7CE25CBB79B}" dt="2022-02-08T10:55:32.218" v="144" actId="478"/>
          <ac:spMkLst>
            <pc:docMk/>
            <pc:sldMk cId="3676927149" sldId="256"/>
            <ac:spMk id="8" creationId="{8E3CABD1-75E7-4CC5-9091-543C1C7C47A8}"/>
          </ac:spMkLst>
        </pc:spChg>
        <pc:spChg chg="add mod">
          <ac:chgData name="SERGIO SPANO'" userId="3abdd0b9-513e-40ac-aad4-56920065037d" providerId="ADAL" clId="{A04F6209-C852-4D0D-AABD-D7CE25CBB79B}" dt="2022-02-08T11:01:19.250" v="372" actId="20577"/>
          <ac:spMkLst>
            <pc:docMk/>
            <pc:sldMk cId="3676927149" sldId="256"/>
            <ac:spMk id="9" creationId="{318439EC-548D-4D8A-A188-8D14B752B73D}"/>
          </ac:spMkLst>
        </pc:spChg>
        <pc:spChg chg="add mod">
          <ac:chgData name="SERGIO SPANO'" userId="3abdd0b9-513e-40ac-aad4-56920065037d" providerId="ADAL" clId="{A04F6209-C852-4D0D-AABD-D7CE25CBB79B}" dt="2022-02-08T11:01:31.741" v="374" actId="113"/>
          <ac:spMkLst>
            <pc:docMk/>
            <pc:sldMk cId="3676927149" sldId="256"/>
            <ac:spMk id="10" creationId="{1C28BD56-FEA0-4AD1-A103-B45E0AC86A2B}"/>
          </ac:spMkLst>
        </pc:spChg>
        <pc:spChg chg="del">
          <ac:chgData name="SERGIO SPANO'" userId="3abdd0b9-513e-40ac-aad4-56920065037d" providerId="ADAL" clId="{A04F6209-C852-4D0D-AABD-D7CE25CBB79B}" dt="2022-02-08T11:05:01.200" v="421" actId="478"/>
          <ac:spMkLst>
            <pc:docMk/>
            <pc:sldMk cId="3676927149" sldId="256"/>
            <ac:spMk id="11" creationId="{E8EACAF0-786F-466C-B23D-7B23D144F75A}"/>
          </ac:spMkLst>
        </pc:spChg>
        <pc:spChg chg="add mod">
          <ac:chgData name="SERGIO SPANO'" userId="3abdd0b9-513e-40ac-aad4-56920065037d" providerId="ADAL" clId="{A04F6209-C852-4D0D-AABD-D7CE25CBB79B}" dt="2022-02-08T11:18:09.999" v="528" actId="1036"/>
          <ac:spMkLst>
            <pc:docMk/>
            <pc:sldMk cId="3676927149" sldId="256"/>
            <ac:spMk id="12" creationId="{8040EDA3-6872-4ECF-8CB6-CC5146A39550}"/>
          </ac:spMkLst>
        </pc:spChg>
        <pc:picChg chg="add mod modCrop">
          <ac:chgData name="SERGIO SPANO'" userId="3abdd0b9-513e-40ac-aad4-56920065037d" providerId="ADAL" clId="{A04F6209-C852-4D0D-AABD-D7CE25CBB79B}" dt="2022-02-08T11:05:50.153" v="426" actId="14100"/>
          <ac:picMkLst>
            <pc:docMk/>
            <pc:sldMk cId="3676927149" sldId="256"/>
            <ac:picMk id="6" creationId="{126A9E0D-5C69-4CAA-AA33-76FF1ABC5F6F}"/>
          </ac:picMkLst>
        </pc:picChg>
      </pc:sldChg>
      <pc:sldChg chg="addSp delSp modSp new mod modClrScheme chgLayout">
        <pc:chgData name="SERGIO SPANO'" userId="3abdd0b9-513e-40ac-aad4-56920065037d" providerId="ADAL" clId="{A04F6209-C852-4D0D-AABD-D7CE25CBB79B}" dt="2022-02-08T11:30:13.904" v="914" actId="27636"/>
        <pc:sldMkLst>
          <pc:docMk/>
          <pc:sldMk cId="1057790455" sldId="257"/>
        </pc:sldMkLst>
        <pc:spChg chg="mod ord">
          <ac:chgData name="SERGIO SPANO'" userId="3abdd0b9-513e-40ac-aad4-56920065037d" providerId="ADAL" clId="{A04F6209-C852-4D0D-AABD-D7CE25CBB79B}" dt="2022-02-08T11:27:27.286" v="748" actId="27636"/>
          <ac:spMkLst>
            <pc:docMk/>
            <pc:sldMk cId="1057790455" sldId="257"/>
            <ac:spMk id="2" creationId="{6827C538-B230-4D60-BE01-2CE5117965C8}"/>
          </ac:spMkLst>
        </pc:spChg>
        <pc:spChg chg="del">
          <ac:chgData name="SERGIO SPANO'" userId="3abdd0b9-513e-40ac-aad4-56920065037d" providerId="ADAL" clId="{A04F6209-C852-4D0D-AABD-D7CE25CBB79B}" dt="2022-02-08T11:06:32.167" v="427" actId="700"/>
          <ac:spMkLst>
            <pc:docMk/>
            <pc:sldMk cId="1057790455" sldId="257"/>
            <ac:spMk id="3" creationId="{D515C019-CE26-4C31-9386-5F85B758CCE9}"/>
          </ac:spMkLst>
        </pc:spChg>
        <pc:spChg chg="mod ord">
          <ac:chgData name="SERGIO SPANO'" userId="3abdd0b9-513e-40ac-aad4-56920065037d" providerId="ADAL" clId="{A04F6209-C852-4D0D-AABD-D7CE25CBB79B}" dt="2022-02-08T11:18:13.106" v="529" actId="700"/>
          <ac:spMkLst>
            <pc:docMk/>
            <pc:sldMk cId="1057790455" sldId="257"/>
            <ac:spMk id="4" creationId="{B7A21A2F-3234-4E9A-A450-CCDD10A6F17B}"/>
          </ac:spMkLst>
        </pc:spChg>
        <pc:spChg chg="mod ord">
          <ac:chgData name="SERGIO SPANO'" userId="3abdd0b9-513e-40ac-aad4-56920065037d" providerId="ADAL" clId="{A04F6209-C852-4D0D-AABD-D7CE25CBB79B}" dt="2022-02-08T11:18:13.106" v="529" actId="700"/>
          <ac:spMkLst>
            <pc:docMk/>
            <pc:sldMk cId="1057790455" sldId="257"/>
            <ac:spMk id="5" creationId="{F6A65043-8FDC-418D-9410-81C8C9BB8EB4}"/>
          </ac:spMkLst>
        </pc:spChg>
        <pc:spChg chg="add del mod">
          <ac:chgData name="SERGIO SPANO'" userId="3abdd0b9-513e-40ac-aad4-56920065037d" providerId="ADAL" clId="{A04F6209-C852-4D0D-AABD-D7CE25CBB79B}" dt="2022-02-08T11:06:45.127" v="429" actId="478"/>
          <ac:spMkLst>
            <pc:docMk/>
            <pc:sldMk cId="1057790455" sldId="257"/>
            <ac:spMk id="6" creationId="{5B612A94-D894-4C5C-8C71-A83974BF68F3}"/>
          </ac:spMkLst>
        </pc:spChg>
        <pc:spChg chg="add del mod">
          <ac:chgData name="SERGIO SPANO'" userId="3abdd0b9-513e-40ac-aad4-56920065037d" providerId="ADAL" clId="{A04F6209-C852-4D0D-AABD-D7CE25CBB79B}" dt="2022-02-08T11:18:02.938" v="526"/>
          <ac:spMkLst>
            <pc:docMk/>
            <pc:sldMk cId="1057790455" sldId="257"/>
            <ac:spMk id="7" creationId="{C335B4E5-0FDB-4B9C-8A8E-A059D55E9CBB}"/>
          </ac:spMkLst>
        </pc:spChg>
        <pc:spChg chg="add del mod">
          <ac:chgData name="SERGIO SPANO'" userId="3abdd0b9-513e-40ac-aad4-56920065037d" providerId="ADAL" clId="{A04F6209-C852-4D0D-AABD-D7CE25CBB79B}" dt="2022-02-08T11:18:02.938" v="526"/>
          <ac:spMkLst>
            <pc:docMk/>
            <pc:sldMk cId="1057790455" sldId="257"/>
            <ac:spMk id="8" creationId="{0280CC2E-658D-4852-90EC-9B4C815A5714}"/>
          </ac:spMkLst>
        </pc:spChg>
        <pc:spChg chg="add del mod">
          <ac:chgData name="SERGIO SPANO'" userId="3abdd0b9-513e-40ac-aad4-56920065037d" providerId="ADAL" clId="{A04F6209-C852-4D0D-AABD-D7CE25CBB79B}" dt="2022-02-08T11:18:02.938" v="526"/>
          <ac:spMkLst>
            <pc:docMk/>
            <pc:sldMk cId="1057790455" sldId="257"/>
            <ac:spMk id="9" creationId="{D5AA91AF-6A70-4742-98B8-77F8C706DBA6}"/>
          </ac:spMkLst>
        </pc:spChg>
        <pc:spChg chg="add del mod">
          <ac:chgData name="SERGIO SPANO'" userId="3abdd0b9-513e-40ac-aad4-56920065037d" providerId="ADAL" clId="{A04F6209-C852-4D0D-AABD-D7CE25CBB79B}" dt="2022-02-08T11:18:02.938" v="526"/>
          <ac:spMkLst>
            <pc:docMk/>
            <pc:sldMk cId="1057790455" sldId="257"/>
            <ac:spMk id="10" creationId="{7801837F-96A6-4004-ADE6-63E80EDF1A11}"/>
          </ac:spMkLst>
        </pc:spChg>
        <pc:spChg chg="add del mod">
          <ac:chgData name="SERGIO SPANO'" userId="3abdd0b9-513e-40ac-aad4-56920065037d" providerId="ADAL" clId="{A04F6209-C852-4D0D-AABD-D7CE25CBB79B}" dt="2022-02-08T11:18:02.938" v="526"/>
          <ac:spMkLst>
            <pc:docMk/>
            <pc:sldMk cId="1057790455" sldId="257"/>
            <ac:spMk id="11" creationId="{C76270BD-C670-470A-AADE-AA528FD39654}"/>
          </ac:spMkLst>
        </pc:spChg>
        <pc:spChg chg="add mod ord">
          <ac:chgData name="SERGIO SPANO'" userId="3abdd0b9-513e-40ac-aad4-56920065037d" providerId="ADAL" clId="{A04F6209-C852-4D0D-AABD-D7CE25CBB79B}" dt="2022-02-08T11:22:52.219" v="714" actId="313"/>
          <ac:spMkLst>
            <pc:docMk/>
            <pc:sldMk cId="1057790455" sldId="257"/>
            <ac:spMk id="12" creationId="{A6BCF31B-D9A1-4A52-AF84-AAAFF37C2EC6}"/>
          </ac:spMkLst>
        </pc:spChg>
        <pc:spChg chg="add del mod">
          <ac:chgData name="SERGIO SPANO'" userId="3abdd0b9-513e-40ac-aad4-56920065037d" providerId="ADAL" clId="{A04F6209-C852-4D0D-AABD-D7CE25CBB79B}" dt="2022-02-08T11:18:43.622" v="565"/>
          <ac:spMkLst>
            <pc:docMk/>
            <pc:sldMk cId="1057790455" sldId="257"/>
            <ac:spMk id="13" creationId="{3A342365-8D27-4114-82EA-E2876C1FCDB0}"/>
          </ac:spMkLst>
        </pc:spChg>
        <pc:spChg chg="add del mod">
          <ac:chgData name="SERGIO SPANO'" userId="3abdd0b9-513e-40ac-aad4-56920065037d" providerId="ADAL" clId="{A04F6209-C852-4D0D-AABD-D7CE25CBB79B}" dt="2022-02-08T11:18:43.622" v="565"/>
          <ac:spMkLst>
            <pc:docMk/>
            <pc:sldMk cId="1057790455" sldId="257"/>
            <ac:spMk id="14" creationId="{4ED03273-2CF5-4B3A-A6FF-8AB6BEE0BDEE}"/>
          </ac:spMkLst>
        </pc:spChg>
        <pc:spChg chg="add del mod">
          <ac:chgData name="SERGIO SPANO'" userId="3abdd0b9-513e-40ac-aad4-56920065037d" providerId="ADAL" clId="{A04F6209-C852-4D0D-AABD-D7CE25CBB79B}" dt="2022-02-08T11:18:43.622" v="565"/>
          <ac:spMkLst>
            <pc:docMk/>
            <pc:sldMk cId="1057790455" sldId="257"/>
            <ac:spMk id="15" creationId="{F99021AB-BCAB-439A-A101-5CD1361FEDC4}"/>
          </ac:spMkLst>
        </pc:spChg>
        <pc:spChg chg="add del mod">
          <ac:chgData name="SERGIO SPANO'" userId="3abdd0b9-513e-40ac-aad4-56920065037d" providerId="ADAL" clId="{A04F6209-C852-4D0D-AABD-D7CE25CBB79B}" dt="2022-02-08T11:18:43.622" v="565"/>
          <ac:spMkLst>
            <pc:docMk/>
            <pc:sldMk cId="1057790455" sldId="257"/>
            <ac:spMk id="16" creationId="{80E36E5B-BADE-404A-A3B4-F6A8B585D0CF}"/>
          </ac:spMkLst>
        </pc:spChg>
        <pc:spChg chg="add del mod">
          <ac:chgData name="SERGIO SPANO'" userId="3abdd0b9-513e-40ac-aad4-56920065037d" providerId="ADAL" clId="{A04F6209-C852-4D0D-AABD-D7CE25CBB79B}" dt="2022-02-08T11:18:43.622" v="565"/>
          <ac:spMkLst>
            <pc:docMk/>
            <pc:sldMk cId="1057790455" sldId="257"/>
            <ac:spMk id="17" creationId="{7FB1A49B-9E31-42D8-9EB8-3F3F53099CFC}"/>
          </ac:spMkLst>
        </pc:spChg>
        <pc:spChg chg="add mod">
          <ac:chgData name="SERGIO SPANO'" userId="3abdd0b9-513e-40ac-aad4-56920065037d" providerId="ADAL" clId="{A04F6209-C852-4D0D-AABD-D7CE25CBB79B}" dt="2022-02-08T11:29:43.298" v="887" actId="14100"/>
          <ac:spMkLst>
            <pc:docMk/>
            <pc:sldMk cId="1057790455" sldId="257"/>
            <ac:spMk id="18" creationId="{820264D0-3374-4D82-94DC-2903A858A186}"/>
          </ac:spMkLst>
        </pc:spChg>
        <pc:spChg chg="add mod">
          <ac:chgData name="SERGIO SPANO'" userId="3abdd0b9-513e-40ac-aad4-56920065037d" providerId="ADAL" clId="{A04F6209-C852-4D0D-AABD-D7CE25CBB79B}" dt="2022-02-08T11:30:13.904" v="914" actId="27636"/>
          <ac:spMkLst>
            <pc:docMk/>
            <pc:sldMk cId="1057790455" sldId="257"/>
            <ac:spMk id="19" creationId="{4F1E078B-295C-4CDA-8F27-68251FE9E3A7}"/>
          </ac:spMkLst>
        </pc:spChg>
      </pc:sldChg>
      <pc:sldChg chg="new del">
        <pc:chgData name="SERGIO SPANO'" userId="3abdd0b9-513e-40ac-aad4-56920065037d" providerId="ADAL" clId="{A04F6209-C852-4D0D-AABD-D7CE25CBB79B}" dt="2022-02-08T10:53:48.076" v="59" actId="47"/>
        <pc:sldMkLst>
          <pc:docMk/>
          <pc:sldMk cId="2680682753" sldId="257"/>
        </pc:sldMkLst>
      </pc:sldChg>
      <pc:sldChg chg="addSp delSp modSp add mod">
        <pc:chgData name="SERGIO SPANO'" userId="3abdd0b9-513e-40ac-aad4-56920065037d" providerId="ADAL" clId="{A04F6209-C852-4D0D-AABD-D7CE25CBB79B}" dt="2022-02-08T11:50:47.746" v="956" actId="207"/>
        <pc:sldMkLst>
          <pc:docMk/>
          <pc:sldMk cId="1990872283" sldId="258"/>
        </pc:sldMkLst>
        <pc:spChg chg="add mod">
          <ac:chgData name="SERGIO SPANO'" userId="3abdd0b9-513e-40ac-aad4-56920065037d" providerId="ADAL" clId="{A04F6209-C852-4D0D-AABD-D7CE25CBB79B}" dt="2022-02-08T11:50:45.710" v="955" actId="207"/>
          <ac:spMkLst>
            <pc:docMk/>
            <pc:sldMk cId="1990872283" sldId="258"/>
            <ac:spMk id="6" creationId="{980FE79C-9B06-4339-9ECB-6DF75A435249}"/>
          </ac:spMkLst>
        </pc:spChg>
        <pc:spChg chg="add mod">
          <ac:chgData name="SERGIO SPANO'" userId="3abdd0b9-513e-40ac-aad4-56920065037d" providerId="ADAL" clId="{A04F6209-C852-4D0D-AABD-D7CE25CBB79B}" dt="2022-02-08T11:50:38.610" v="954" actId="1036"/>
          <ac:spMkLst>
            <pc:docMk/>
            <pc:sldMk cId="1990872283" sldId="258"/>
            <ac:spMk id="7" creationId="{36C05B16-DE17-4520-BD01-390EFE774350}"/>
          </ac:spMkLst>
        </pc:spChg>
        <pc:spChg chg="add mod">
          <ac:chgData name="SERGIO SPANO'" userId="3abdd0b9-513e-40ac-aad4-56920065037d" providerId="ADAL" clId="{A04F6209-C852-4D0D-AABD-D7CE25CBB79B}" dt="2022-02-08T11:50:45.710" v="955" actId="207"/>
          <ac:spMkLst>
            <pc:docMk/>
            <pc:sldMk cId="1990872283" sldId="258"/>
            <ac:spMk id="8" creationId="{53430D70-C800-473D-AE38-933781675EFE}"/>
          </ac:spMkLst>
        </pc:spChg>
        <pc:spChg chg="add mod">
          <ac:chgData name="SERGIO SPANO'" userId="3abdd0b9-513e-40ac-aad4-56920065037d" providerId="ADAL" clId="{A04F6209-C852-4D0D-AABD-D7CE25CBB79B}" dt="2022-02-08T11:50:29.084" v="932" actId="1076"/>
          <ac:spMkLst>
            <pc:docMk/>
            <pc:sldMk cId="1990872283" sldId="258"/>
            <ac:spMk id="9" creationId="{7D955C67-C6A3-49B8-BB42-171F4072CF1A}"/>
          </ac:spMkLst>
        </pc:spChg>
        <pc:spChg chg="add mod">
          <ac:chgData name="SERGIO SPANO'" userId="3abdd0b9-513e-40ac-aad4-56920065037d" providerId="ADAL" clId="{A04F6209-C852-4D0D-AABD-D7CE25CBB79B}" dt="2022-02-08T11:50:29.084" v="932" actId="1076"/>
          <ac:spMkLst>
            <pc:docMk/>
            <pc:sldMk cId="1990872283" sldId="258"/>
            <ac:spMk id="10" creationId="{7F71B4A0-0BD8-4C84-9AD8-BDC839DAF1CB}"/>
          </ac:spMkLst>
        </pc:spChg>
        <pc:spChg chg="add mod">
          <ac:chgData name="SERGIO SPANO'" userId="3abdd0b9-513e-40ac-aad4-56920065037d" providerId="ADAL" clId="{A04F6209-C852-4D0D-AABD-D7CE25CBB79B}" dt="2022-02-08T11:50:47.746" v="956" actId="207"/>
          <ac:spMkLst>
            <pc:docMk/>
            <pc:sldMk cId="1990872283" sldId="258"/>
            <ac:spMk id="11" creationId="{C847B313-8C34-46AC-84B6-4963257AD1BA}"/>
          </ac:spMkLst>
        </pc:spChg>
        <pc:spChg chg="mod">
          <ac:chgData name="SERGIO SPANO'" userId="3abdd0b9-513e-40ac-aad4-56920065037d" providerId="ADAL" clId="{A04F6209-C852-4D0D-AABD-D7CE25CBB79B}" dt="2022-02-08T11:31:23.151" v="930" actId="20577"/>
          <ac:spMkLst>
            <pc:docMk/>
            <pc:sldMk cId="1990872283" sldId="258"/>
            <ac:spMk id="12" creationId="{A6BCF31B-D9A1-4A52-AF84-AAAFF37C2EC6}"/>
          </ac:spMkLst>
        </pc:spChg>
        <pc:spChg chg="del">
          <ac:chgData name="SERGIO SPANO'" userId="3abdd0b9-513e-40ac-aad4-56920065037d" providerId="ADAL" clId="{A04F6209-C852-4D0D-AABD-D7CE25CBB79B}" dt="2022-02-08T11:30:52.552" v="918" actId="478"/>
          <ac:spMkLst>
            <pc:docMk/>
            <pc:sldMk cId="1990872283" sldId="258"/>
            <ac:spMk id="18" creationId="{820264D0-3374-4D82-94DC-2903A858A186}"/>
          </ac:spMkLst>
        </pc:spChg>
        <pc:spChg chg="del">
          <ac:chgData name="SERGIO SPANO'" userId="3abdd0b9-513e-40ac-aad4-56920065037d" providerId="ADAL" clId="{A04F6209-C852-4D0D-AABD-D7CE25CBB79B}" dt="2022-02-08T11:30:53.941" v="919" actId="478"/>
          <ac:spMkLst>
            <pc:docMk/>
            <pc:sldMk cId="1990872283" sldId="258"/>
            <ac:spMk id="19" creationId="{4F1E078B-295C-4CDA-8F27-68251FE9E3A7}"/>
          </ac:spMkLst>
        </pc:spChg>
      </pc:sldChg>
      <pc:sldChg chg="new del">
        <pc:chgData name="SERGIO SPANO'" userId="3abdd0b9-513e-40ac-aad4-56920065037d" providerId="ADAL" clId="{A04F6209-C852-4D0D-AABD-D7CE25CBB79B}" dt="2022-02-08T11:25:45.590" v="737" actId="680"/>
        <pc:sldMkLst>
          <pc:docMk/>
          <pc:sldMk cId="3120832413" sldId="258"/>
        </pc:sldMkLst>
      </pc:sldChg>
      <pc:sldChg chg="new del">
        <pc:chgData name="SERGIO SPANO'" userId="3abdd0b9-513e-40ac-aad4-56920065037d" providerId="ADAL" clId="{A04F6209-C852-4D0D-AABD-D7CE25CBB79B}" dt="2022-02-08T11:27:12.062" v="746" actId="680"/>
        <pc:sldMkLst>
          <pc:docMk/>
          <pc:sldMk cId="3274510398" sldId="258"/>
        </pc:sldMkLst>
      </pc:sldChg>
      <pc:sldChg chg="addSp delSp modSp new mod">
        <pc:chgData name="SERGIO SPANO'" userId="3abdd0b9-513e-40ac-aad4-56920065037d" providerId="ADAL" clId="{A04F6209-C852-4D0D-AABD-D7CE25CBB79B}" dt="2022-02-08T11:57:25.415" v="1111" actId="1035"/>
        <pc:sldMkLst>
          <pc:docMk/>
          <pc:sldMk cId="2819488547" sldId="259"/>
        </pc:sldMkLst>
        <pc:spChg chg="mod">
          <ac:chgData name="SERGIO SPANO'" userId="3abdd0b9-513e-40ac-aad4-56920065037d" providerId="ADAL" clId="{A04F6209-C852-4D0D-AABD-D7CE25CBB79B}" dt="2022-02-08T11:51:40.572" v="989" actId="20577"/>
          <ac:spMkLst>
            <pc:docMk/>
            <pc:sldMk cId="2819488547" sldId="259"/>
            <ac:spMk id="2" creationId="{19B253CA-D372-4143-A86C-3F42E8AB218F}"/>
          </ac:spMkLst>
        </pc:spChg>
        <pc:spChg chg="mod">
          <ac:chgData name="SERGIO SPANO'" userId="3abdd0b9-513e-40ac-aad4-56920065037d" providerId="ADAL" clId="{A04F6209-C852-4D0D-AABD-D7CE25CBB79B}" dt="2022-02-08T11:55:19.840" v="1024" actId="14100"/>
          <ac:spMkLst>
            <pc:docMk/>
            <pc:sldMk cId="2819488547" sldId="259"/>
            <ac:spMk id="3" creationId="{ED07BFD6-689E-4A64-8830-80A9EA8FBF0A}"/>
          </ac:spMkLst>
        </pc:spChg>
        <pc:spChg chg="add mod">
          <ac:chgData name="SERGIO SPANO'" userId="3abdd0b9-513e-40ac-aad4-56920065037d" providerId="ADAL" clId="{A04F6209-C852-4D0D-AABD-D7CE25CBB79B}" dt="2022-02-08T11:57:25.415" v="1111" actId="1035"/>
          <ac:spMkLst>
            <pc:docMk/>
            <pc:sldMk cId="2819488547" sldId="259"/>
            <ac:spMk id="6" creationId="{694D52C7-AEFE-4E0E-A048-9C5D398A0790}"/>
          </ac:spMkLst>
        </pc:spChg>
        <pc:spChg chg="add del mod">
          <ac:chgData name="SERGIO SPANO'" userId="3abdd0b9-513e-40ac-aad4-56920065037d" providerId="ADAL" clId="{A04F6209-C852-4D0D-AABD-D7CE25CBB79B}" dt="2022-02-08T11:52:59.003" v="1005" actId="478"/>
          <ac:spMkLst>
            <pc:docMk/>
            <pc:sldMk cId="2819488547" sldId="259"/>
            <ac:spMk id="8" creationId="{5875E264-39A4-45A4-9F71-8ABA8A5C8A2B}"/>
          </ac:spMkLst>
        </pc:spChg>
        <pc:spChg chg="add mod">
          <ac:chgData name="SERGIO SPANO'" userId="3abdd0b9-513e-40ac-aad4-56920065037d" providerId="ADAL" clId="{A04F6209-C852-4D0D-AABD-D7CE25CBB79B}" dt="2022-02-08T11:57:13.364" v="1085" actId="1076"/>
          <ac:spMkLst>
            <pc:docMk/>
            <pc:sldMk cId="2819488547" sldId="259"/>
            <ac:spMk id="9" creationId="{2DB301DE-7052-4DE4-B441-DEEA9E7BED9A}"/>
          </ac:spMkLst>
        </pc:spChg>
        <pc:picChg chg="add mod modCrop">
          <ac:chgData name="SERGIO SPANO'" userId="3abdd0b9-513e-40ac-aad4-56920065037d" providerId="ADAL" clId="{A04F6209-C852-4D0D-AABD-D7CE25CBB79B}" dt="2022-02-08T11:57:25.415" v="1111" actId="1035"/>
          <ac:picMkLst>
            <pc:docMk/>
            <pc:sldMk cId="2819488547" sldId="259"/>
            <ac:picMk id="7" creationId="{FA5D388C-6AF7-4198-8ED3-F294F2EFC1AB}"/>
          </ac:picMkLst>
        </pc:picChg>
      </pc:sldChg>
      <pc:sldChg chg="delSp modSp add mod">
        <pc:chgData name="SERGIO SPANO'" userId="3abdd0b9-513e-40ac-aad4-56920065037d" providerId="ADAL" clId="{A04F6209-C852-4D0D-AABD-D7CE25CBB79B}" dt="2022-02-08T14:13:47.019" v="1216" actId="20577"/>
        <pc:sldMkLst>
          <pc:docMk/>
          <pc:sldMk cId="3685782682" sldId="260"/>
        </pc:sldMkLst>
        <pc:spChg chg="mod">
          <ac:chgData name="SERGIO SPANO'" userId="3abdd0b9-513e-40ac-aad4-56920065037d" providerId="ADAL" clId="{A04F6209-C852-4D0D-AABD-D7CE25CBB79B}" dt="2022-02-08T14:13:47.019" v="1216" actId="20577"/>
          <ac:spMkLst>
            <pc:docMk/>
            <pc:sldMk cId="3685782682" sldId="260"/>
            <ac:spMk id="3" creationId="{ED07BFD6-689E-4A64-8830-80A9EA8FBF0A}"/>
          </ac:spMkLst>
        </pc:spChg>
        <pc:spChg chg="del">
          <ac:chgData name="SERGIO SPANO'" userId="3abdd0b9-513e-40ac-aad4-56920065037d" providerId="ADAL" clId="{A04F6209-C852-4D0D-AABD-D7CE25CBB79B}" dt="2022-02-08T14:10:11.323" v="1138" actId="478"/>
          <ac:spMkLst>
            <pc:docMk/>
            <pc:sldMk cId="3685782682" sldId="260"/>
            <ac:spMk id="6" creationId="{694D52C7-AEFE-4E0E-A048-9C5D398A0790}"/>
          </ac:spMkLst>
        </pc:spChg>
        <pc:spChg chg="del">
          <ac:chgData name="SERGIO SPANO'" userId="3abdd0b9-513e-40ac-aad4-56920065037d" providerId="ADAL" clId="{A04F6209-C852-4D0D-AABD-D7CE25CBB79B}" dt="2022-02-08T14:10:14.046" v="1140" actId="478"/>
          <ac:spMkLst>
            <pc:docMk/>
            <pc:sldMk cId="3685782682" sldId="260"/>
            <ac:spMk id="9" creationId="{2DB301DE-7052-4DE4-B441-DEEA9E7BED9A}"/>
          </ac:spMkLst>
        </pc:spChg>
        <pc:picChg chg="del">
          <ac:chgData name="SERGIO SPANO'" userId="3abdd0b9-513e-40ac-aad4-56920065037d" providerId="ADAL" clId="{A04F6209-C852-4D0D-AABD-D7CE25CBB79B}" dt="2022-02-08T14:10:12.041" v="1139" actId="478"/>
          <ac:picMkLst>
            <pc:docMk/>
            <pc:sldMk cId="3685782682" sldId="260"/>
            <ac:picMk id="7" creationId="{FA5D388C-6AF7-4198-8ED3-F294F2EFC1AB}"/>
          </ac:picMkLst>
        </pc:picChg>
      </pc:sldChg>
      <pc:sldChg chg="addSp modSp add mod">
        <pc:chgData name="SERGIO SPANO'" userId="3abdd0b9-513e-40ac-aad4-56920065037d" providerId="ADAL" clId="{A04F6209-C852-4D0D-AABD-D7CE25CBB79B}" dt="2022-02-08T14:18:00.713" v="1296" actId="1076"/>
        <pc:sldMkLst>
          <pc:docMk/>
          <pc:sldMk cId="1863524637" sldId="261"/>
        </pc:sldMkLst>
        <pc:spChg chg="mod">
          <ac:chgData name="SERGIO SPANO'" userId="3abdd0b9-513e-40ac-aad4-56920065037d" providerId="ADAL" clId="{A04F6209-C852-4D0D-AABD-D7CE25CBB79B}" dt="2022-02-08T14:17:56.127" v="1295" actId="1076"/>
          <ac:spMkLst>
            <pc:docMk/>
            <pc:sldMk cId="1863524637" sldId="261"/>
            <ac:spMk id="3" creationId="{ED07BFD6-689E-4A64-8830-80A9EA8FBF0A}"/>
          </ac:spMkLst>
        </pc:spChg>
        <pc:spChg chg="mod">
          <ac:chgData name="SERGIO SPANO'" userId="3abdd0b9-513e-40ac-aad4-56920065037d" providerId="ADAL" clId="{A04F6209-C852-4D0D-AABD-D7CE25CBB79B}" dt="2022-02-08T14:15:15.532" v="1233" actId="207"/>
          <ac:spMkLst>
            <pc:docMk/>
            <pc:sldMk cId="1863524637" sldId="261"/>
            <ac:spMk id="8" creationId="{BBBC6467-97CC-4777-B3D8-7ACF3AD35BF8}"/>
          </ac:spMkLst>
        </pc:spChg>
        <pc:spChg chg="mod">
          <ac:chgData name="SERGIO SPANO'" userId="3abdd0b9-513e-40ac-aad4-56920065037d" providerId="ADAL" clId="{A04F6209-C852-4D0D-AABD-D7CE25CBB79B}" dt="2022-02-08T14:15:51.710" v="1260" actId="1076"/>
          <ac:spMkLst>
            <pc:docMk/>
            <pc:sldMk cId="1863524637" sldId="261"/>
            <ac:spMk id="10" creationId="{14D906FF-46E0-4DA5-808F-2E4DD800F8C1}"/>
          </ac:spMkLst>
        </pc:spChg>
        <pc:spChg chg="mod">
          <ac:chgData name="SERGIO SPANO'" userId="3abdd0b9-513e-40ac-aad4-56920065037d" providerId="ADAL" clId="{A04F6209-C852-4D0D-AABD-D7CE25CBB79B}" dt="2022-02-08T14:15:26.771" v="1251" actId="20577"/>
          <ac:spMkLst>
            <pc:docMk/>
            <pc:sldMk cId="1863524637" sldId="261"/>
            <ac:spMk id="11" creationId="{228C5950-9E0A-4815-83A9-96712BF3781E}"/>
          </ac:spMkLst>
        </pc:spChg>
        <pc:spChg chg="mod">
          <ac:chgData name="SERGIO SPANO'" userId="3abdd0b9-513e-40ac-aad4-56920065037d" providerId="ADAL" clId="{A04F6209-C852-4D0D-AABD-D7CE25CBB79B}" dt="2022-02-08T14:17:19.935" v="1291" actId="6549"/>
          <ac:spMkLst>
            <pc:docMk/>
            <pc:sldMk cId="1863524637" sldId="261"/>
            <ac:spMk id="14" creationId="{5B3B4D00-7145-4DAF-98FB-E24866A51D9A}"/>
          </ac:spMkLst>
        </pc:spChg>
        <pc:spChg chg="mod">
          <ac:chgData name="SERGIO SPANO'" userId="3abdd0b9-513e-40ac-aad4-56920065037d" providerId="ADAL" clId="{A04F6209-C852-4D0D-AABD-D7CE25CBB79B}" dt="2022-02-08T14:16:52.518" v="1280" actId="208"/>
          <ac:spMkLst>
            <pc:docMk/>
            <pc:sldMk cId="1863524637" sldId="261"/>
            <ac:spMk id="15" creationId="{F72AE901-D624-45AD-B2D9-C110964351F8}"/>
          </ac:spMkLst>
        </pc:spChg>
        <pc:grpChg chg="add mod">
          <ac:chgData name="SERGIO SPANO'" userId="3abdd0b9-513e-40ac-aad4-56920065037d" providerId="ADAL" clId="{A04F6209-C852-4D0D-AABD-D7CE25CBB79B}" dt="2022-02-08T14:18:00.713" v="1296" actId="1076"/>
          <ac:grpSpMkLst>
            <pc:docMk/>
            <pc:sldMk cId="1863524637" sldId="261"/>
            <ac:grpSpMk id="6" creationId="{780D1274-D9C1-41B5-88F5-67D497BCB354}"/>
          </ac:grpSpMkLst>
        </pc:grpChg>
        <pc:grpChg chg="add mod">
          <ac:chgData name="SERGIO SPANO'" userId="3abdd0b9-513e-40ac-aad4-56920065037d" providerId="ADAL" clId="{A04F6209-C852-4D0D-AABD-D7CE25CBB79B}" dt="2022-02-08T14:18:00.713" v="1296" actId="1076"/>
          <ac:grpSpMkLst>
            <pc:docMk/>
            <pc:sldMk cId="1863524637" sldId="261"/>
            <ac:grpSpMk id="9" creationId="{99DD414F-599D-4969-8D98-DFE6063CB41B}"/>
          </ac:grpSpMkLst>
        </pc:grpChg>
        <pc:grpChg chg="add mod">
          <ac:chgData name="SERGIO SPANO'" userId="3abdd0b9-513e-40ac-aad4-56920065037d" providerId="ADAL" clId="{A04F6209-C852-4D0D-AABD-D7CE25CBB79B}" dt="2022-02-08T14:17:53.614" v="1293" actId="1076"/>
          <ac:grpSpMkLst>
            <pc:docMk/>
            <pc:sldMk cId="1863524637" sldId="261"/>
            <ac:grpSpMk id="12" creationId="{DC686362-BE4C-4E1A-9850-539BB537BB20}"/>
          </ac:grpSpMkLst>
        </pc:grpChg>
        <pc:picChg chg="mod">
          <ac:chgData name="SERGIO SPANO'" userId="3abdd0b9-513e-40ac-aad4-56920065037d" providerId="ADAL" clId="{A04F6209-C852-4D0D-AABD-D7CE25CBB79B}" dt="2022-02-08T14:15:08.515" v="1231"/>
          <ac:picMkLst>
            <pc:docMk/>
            <pc:sldMk cId="1863524637" sldId="261"/>
            <ac:picMk id="7" creationId="{2B0A9813-07E3-442C-B15D-9859A08A7295}"/>
          </ac:picMkLst>
        </pc:picChg>
        <pc:picChg chg="mod">
          <ac:chgData name="SERGIO SPANO'" userId="3abdd0b9-513e-40ac-aad4-56920065037d" providerId="ADAL" clId="{A04F6209-C852-4D0D-AABD-D7CE25CBB79B}" dt="2022-02-08T14:16:49.695" v="1279" actId="208"/>
          <ac:picMkLst>
            <pc:docMk/>
            <pc:sldMk cId="1863524637" sldId="261"/>
            <ac:picMk id="13" creationId="{98939417-3B57-4EAF-84B0-244CC3A026DB}"/>
          </ac:picMkLst>
        </pc:picChg>
      </pc:sldChg>
      <pc:sldChg chg="addSp delSp modSp add mod">
        <pc:chgData name="SERGIO SPANO'" userId="3abdd0b9-513e-40ac-aad4-56920065037d" providerId="ADAL" clId="{A04F6209-C852-4D0D-AABD-D7CE25CBB79B}" dt="2022-02-08T14:20:10.548" v="1327" actId="1076"/>
        <pc:sldMkLst>
          <pc:docMk/>
          <pc:sldMk cId="1970257463" sldId="262"/>
        </pc:sldMkLst>
        <pc:spChg chg="mod">
          <ac:chgData name="SERGIO SPANO'" userId="3abdd0b9-513e-40ac-aad4-56920065037d" providerId="ADAL" clId="{A04F6209-C852-4D0D-AABD-D7CE25CBB79B}" dt="2022-02-08T14:19:11.223" v="1310"/>
          <ac:spMkLst>
            <pc:docMk/>
            <pc:sldMk cId="1970257463" sldId="262"/>
            <ac:spMk id="3" creationId="{ED07BFD6-689E-4A64-8830-80A9EA8FBF0A}"/>
          </ac:spMkLst>
        </pc:spChg>
        <pc:spChg chg="add mod">
          <ac:chgData name="SERGIO SPANO'" userId="3abdd0b9-513e-40ac-aad4-56920065037d" providerId="ADAL" clId="{A04F6209-C852-4D0D-AABD-D7CE25CBB79B}" dt="2022-02-08T14:19:52.886" v="1322" actId="1076"/>
          <ac:spMkLst>
            <pc:docMk/>
            <pc:sldMk cId="1970257463" sldId="262"/>
            <ac:spMk id="18" creationId="{2309C5A0-D65A-498E-8B7B-EA272D2CE2F5}"/>
          </ac:spMkLst>
        </pc:spChg>
        <pc:grpChg chg="del">
          <ac:chgData name="SERGIO SPANO'" userId="3abdd0b9-513e-40ac-aad4-56920065037d" providerId="ADAL" clId="{A04F6209-C852-4D0D-AABD-D7CE25CBB79B}" dt="2022-02-08T14:19:13.590" v="1312" actId="478"/>
          <ac:grpSpMkLst>
            <pc:docMk/>
            <pc:sldMk cId="1970257463" sldId="262"/>
            <ac:grpSpMk id="6" creationId="{780D1274-D9C1-41B5-88F5-67D497BCB354}"/>
          </ac:grpSpMkLst>
        </pc:grpChg>
        <pc:grpChg chg="del">
          <ac:chgData name="SERGIO SPANO'" userId="3abdd0b9-513e-40ac-aad4-56920065037d" providerId="ADAL" clId="{A04F6209-C852-4D0D-AABD-D7CE25CBB79B}" dt="2022-02-08T14:19:14.348" v="1313" actId="478"/>
          <ac:grpSpMkLst>
            <pc:docMk/>
            <pc:sldMk cId="1970257463" sldId="262"/>
            <ac:grpSpMk id="9" creationId="{99DD414F-599D-4969-8D98-DFE6063CB41B}"/>
          </ac:grpSpMkLst>
        </pc:grpChg>
        <pc:grpChg chg="del">
          <ac:chgData name="SERGIO SPANO'" userId="3abdd0b9-513e-40ac-aad4-56920065037d" providerId="ADAL" clId="{A04F6209-C852-4D0D-AABD-D7CE25CBB79B}" dt="2022-02-08T14:19:12.936" v="1311" actId="478"/>
          <ac:grpSpMkLst>
            <pc:docMk/>
            <pc:sldMk cId="1970257463" sldId="262"/>
            <ac:grpSpMk id="12" creationId="{DC686362-BE4C-4E1A-9850-539BB537BB20}"/>
          </ac:grpSpMkLst>
        </pc:grpChg>
        <pc:picChg chg="add mod">
          <ac:chgData name="SERGIO SPANO'" userId="3abdd0b9-513e-40ac-aad4-56920065037d" providerId="ADAL" clId="{A04F6209-C852-4D0D-AABD-D7CE25CBB79B}" dt="2022-02-08T14:20:10.548" v="1327" actId="1076"/>
          <ac:picMkLst>
            <pc:docMk/>
            <pc:sldMk cId="1970257463" sldId="262"/>
            <ac:picMk id="16" creationId="{05AFB90C-9A87-4E2D-B5EE-B36C62AF40BA}"/>
          </ac:picMkLst>
        </pc:picChg>
        <pc:picChg chg="add mod">
          <ac:chgData name="SERGIO SPANO'" userId="3abdd0b9-513e-40ac-aad4-56920065037d" providerId="ADAL" clId="{A04F6209-C852-4D0D-AABD-D7CE25CBB79B}" dt="2022-02-08T14:20:05.768" v="1325" actId="1076"/>
          <ac:picMkLst>
            <pc:docMk/>
            <pc:sldMk cId="1970257463" sldId="262"/>
            <ac:picMk id="17" creationId="{79F8A5BC-59C8-4546-B88C-8EB700759950}"/>
          </ac:picMkLst>
        </pc:picChg>
      </pc:sldChg>
      <pc:sldChg chg="delSp modSp add mod">
        <pc:chgData name="SERGIO SPANO'" userId="3abdd0b9-513e-40ac-aad4-56920065037d" providerId="ADAL" clId="{A04F6209-C852-4D0D-AABD-D7CE25CBB79B}" dt="2022-02-08T14:36:32.548" v="1700" actId="20577"/>
        <pc:sldMkLst>
          <pc:docMk/>
          <pc:sldMk cId="3652673721" sldId="263"/>
        </pc:sldMkLst>
        <pc:spChg chg="mod">
          <ac:chgData name="SERGIO SPANO'" userId="3abdd0b9-513e-40ac-aad4-56920065037d" providerId="ADAL" clId="{A04F6209-C852-4D0D-AABD-D7CE25CBB79B}" dt="2022-02-08T14:36:32.548" v="1700" actId="20577"/>
          <ac:spMkLst>
            <pc:docMk/>
            <pc:sldMk cId="3652673721" sldId="263"/>
            <ac:spMk id="3" creationId="{ED07BFD6-689E-4A64-8830-80A9EA8FBF0A}"/>
          </ac:spMkLst>
        </pc:spChg>
        <pc:spChg chg="del">
          <ac:chgData name="SERGIO SPANO'" userId="3abdd0b9-513e-40ac-aad4-56920065037d" providerId="ADAL" clId="{A04F6209-C852-4D0D-AABD-D7CE25CBB79B}" dt="2022-02-08T14:21:02.865" v="1332" actId="478"/>
          <ac:spMkLst>
            <pc:docMk/>
            <pc:sldMk cId="3652673721" sldId="263"/>
            <ac:spMk id="18" creationId="{2309C5A0-D65A-498E-8B7B-EA272D2CE2F5}"/>
          </ac:spMkLst>
        </pc:spChg>
        <pc:picChg chg="del">
          <ac:chgData name="SERGIO SPANO'" userId="3abdd0b9-513e-40ac-aad4-56920065037d" providerId="ADAL" clId="{A04F6209-C852-4D0D-AABD-D7CE25CBB79B}" dt="2022-02-08T14:20:58.700" v="1331" actId="478"/>
          <ac:picMkLst>
            <pc:docMk/>
            <pc:sldMk cId="3652673721" sldId="263"/>
            <ac:picMk id="16" creationId="{05AFB90C-9A87-4E2D-B5EE-B36C62AF40BA}"/>
          </ac:picMkLst>
        </pc:picChg>
        <pc:picChg chg="del">
          <ac:chgData name="SERGIO SPANO'" userId="3abdd0b9-513e-40ac-aad4-56920065037d" providerId="ADAL" clId="{A04F6209-C852-4D0D-AABD-D7CE25CBB79B}" dt="2022-02-08T14:21:03.365" v="1333" actId="478"/>
          <ac:picMkLst>
            <pc:docMk/>
            <pc:sldMk cId="3652673721" sldId="263"/>
            <ac:picMk id="17" creationId="{79F8A5BC-59C8-4546-B88C-8EB700759950}"/>
          </ac:picMkLst>
        </pc:picChg>
      </pc:sldChg>
      <pc:sldChg chg="addSp delSp modSp add del mod">
        <pc:chgData name="SERGIO SPANO'" userId="3abdd0b9-513e-40ac-aad4-56920065037d" providerId="ADAL" clId="{A04F6209-C852-4D0D-AABD-D7CE25CBB79B}" dt="2022-02-09T15:29:52.140" v="1701" actId="2696"/>
        <pc:sldMkLst>
          <pc:docMk/>
          <pc:sldMk cId="3125779800" sldId="264"/>
        </pc:sldMkLst>
        <pc:spChg chg="mod">
          <ac:chgData name="SERGIO SPANO'" userId="3abdd0b9-513e-40ac-aad4-56920065037d" providerId="ADAL" clId="{A04F6209-C852-4D0D-AABD-D7CE25CBB79B}" dt="2022-02-08T14:22:49.369" v="1392"/>
          <ac:spMkLst>
            <pc:docMk/>
            <pc:sldMk cId="3125779800" sldId="264"/>
            <ac:spMk id="3" creationId="{ED07BFD6-689E-4A64-8830-80A9EA8FBF0A}"/>
          </ac:spMkLst>
        </pc:spChg>
        <pc:spChg chg="add mod">
          <ac:chgData name="SERGIO SPANO'" userId="3abdd0b9-513e-40ac-aad4-56920065037d" providerId="ADAL" clId="{A04F6209-C852-4D0D-AABD-D7CE25CBB79B}" dt="2022-02-08T14:23:49.059" v="1413" actId="1076"/>
          <ac:spMkLst>
            <pc:docMk/>
            <pc:sldMk cId="3125779800" sldId="264"/>
            <ac:spMk id="18" creationId="{4EDC715D-A19D-48C1-A645-47D6FAF7FF82}"/>
          </ac:spMkLst>
        </pc:spChg>
        <pc:grpChg chg="del">
          <ac:chgData name="SERGIO SPANO'" userId="3abdd0b9-513e-40ac-aad4-56920065037d" providerId="ADAL" clId="{A04F6209-C852-4D0D-AABD-D7CE25CBB79B}" dt="2022-02-08T14:22:04.230" v="1353" actId="478"/>
          <ac:grpSpMkLst>
            <pc:docMk/>
            <pc:sldMk cId="3125779800" sldId="264"/>
            <ac:grpSpMk id="6" creationId="{780D1274-D9C1-41B5-88F5-67D497BCB354}"/>
          </ac:grpSpMkLst>
        </pc:grpChg>
        <pc:grpChg chg="del">
          <ac:chgData name="SERGIO SPANO'" userId="3abdd0b9-513e-40ac-aad4-56920065037d" providerId="ADAL" clId="{A04F6209-C852-4D0D-AABD-D7CE25CBB79B}" dt="2022-02-08T14:22:05.426" v="1354" actId="478"/>
          <ac:grpSpMkLst>
            <pc:docMk/>
            <pc:sldMk cId="3125779800" sldId="264"/>
            <ac:grpSpMk id="9" creationId="{99DD414F-599D-4969-8D98-DFE6063CB41B}"/>
          </ac:grpSpMkLst>
        </pc:grpChg>
        <pc:grpChg chg="del">
          <ac:chgData name="SERGIO SPANO'" userId="3abdd0b9-513e-40ac-aad4-56920065037d" providerId="ADAL" clId="{A04F6209-C852-4D0D-AABD-D7CE25CBB79B}" dt="2022-02-08T14:22:03.784" v="1352" actId="478"/>
          <ac:grpSpMkLst>
            <pc:docMk/>
            <pc:sldMk cId="3125779800" sldId="264"/>
            <ac:grpSpMk id="12" creationId="{DC686362-BE4C-4E1A-9850-539BB537BB20}"/>
          </ac:grpSpMkLst>
        </pc:grpChg>
        <pc:picChg chg="add mod">
          <ac:chgData name="SERGIO SPANO'" userId="3abdd0b9-513e-40ac-aad4-56920065037d" providerId="ADAL" clId="{A04F6209-C852-4D0D-AABD-D7CE25CBB79B}" dt="2022-02-08T14:22:37.958" v="1372" actId="1076"/>
          <ac:picMkLst>
            <pc:docMk/>
            <pc:sldMk cId="3125779800" sldId="264"/>
            <ac:picMk id="16" creationId="{F815A66F-D6B2-48C4-A2BD-5EFAF889C734}"/>
          </ac:picMkLst>
        </pc:picChg>
        <pc:picChg chg="add mod">
          <ac:chgData name="SERGIO SPANO'" userId="3abdd0b9-513e-40ac-aad4-56920065037d" providerId="ADAL" clId="{A04F6209-C852-4D0D-AABD-D7CE25CBB79B}" dt="2022-02-08T14:23:04.396" v="1398" actId="1076"/>
          <ac:picMkLst>
            <pc:docMk/>
            <pc:sldMk cId="3125779800" sldId="264"/>
            <ac:picMk id="17" creationId="{19F81637-5254-4FBB-B8CC-394957E2416E}"/>
          </ac:picMkLst>
        </pc:picChg>
      </pc:sldChg>
      <pc:sldChg chg="addSp delSp modSp add del mod">
        <pc:chgData name="SERGIO SPANO'" userId="3abdd0b9-513e-40ac-aad4-56920065037d" providerId="ADAL" clId="{A04F6209-C852-4D0D-AABD-D7CE25CBB79B}" dt="2022-02-09T15:29:52.140" v="1701" actId="2696"/>
        <pc:sldMkLst>
          <pc:docMk/>
          <pc:sldMk cId="2488555029" sldId="265"/>
        </pc:sldMkLst>
        <pc:spChg chg="mod">
          <ac:chgData name="SERGIO SPANO'" userId="3abdd0b9-513e-40ac-aad4-56920065037d" providerId="ADAL" clId="{A04F6209-C852-4D0D-AABD-D7CE25CBB79B}" dt="2022-02-08T14:24:24.440" v="1418" actId="20577"/>
          <ac:spMkLst>
            <pc:docMk/>
            <pc:sldMk cId="2488555029" sldId="265"/>
            <ac:spMk id="3" creationId="{ED07BFD6-689E-4A64-8830-80A9EA8FBF0A}"/>
          </ac:spMkLst>
        </pc:spChg>
        <pc:spChg chg="mod">
          <ac:chgData name="SERGIO SPANO'" userId="3abdd0b9-513e-40ac-aad4-56920065037d" providerId="ADAL" clId="{A04F6209-C852-4D0D-AABD-D7CE25CBB79B}" dt="2022-02-08T14:24:56.933" v="1426" actId="1076"/>
          <ac:spMkLst>
            <pc:docMk/>
            <pc:sldMk cId="2488555029" sldId="265"/>
            <ac:spMk id="18" creationId="{4EDC715D-A19D-48C1-A645-47D6FAF7FF82}"/>
          </ac:spMkLst>
        </pc:spChg>
        <pc:picChg chg="add mod">
          <ac:chgData name="SERGIO SPANO'" userId="3abdd0b9-513e-40ac-aad4-56920065037d" providerId="ADAL" clId="{A04F6209-C852-4D0D-AABD-D7CE25CBB79B}" dt="2022-02-08T14:24:45.166" v="1422" actId="1076"/>
          <ac:picMkLst>
            <pc:docMk/>
            <pc:sldMk cId="2488555029" sldId="265"/>
            <ac:picMk id="9" creationId="{91976E8D-1897-486B-9582-A7BBAE4130CC}"/>
          </ac:picMkLst>
        </pc:picChg>
        <pc:picChg chg="add mod">
          <ac:chgData name="SERGIO SPANO'" userId="3abdd0b9-513e-40ac-aad4-56920065037d" providerId="ADAL" clId="{A04F6209-C852-4D0D-AABD-D7CE25CBB79B}" dt="2022-02-08T14:24:59.069" v="1427" actId="1076"/>
          <ac:picMkLst>
            <pc:docMk/>
            <pc:sldMk cId="2488555029" sldId="265"/>
            <ac:picMk id="10" creationId="{B61405DE-D87B-4EDE-87B7-AD8351C2B1A0}"/>
          </ac:picMkLst>
        </pc:picChg>
        <pc:picChg chg="del">
          <ac:chgData name="SERGIO SPANO'" userId="3abdd0b9-513e-40ac-aad4-56920065037d" providerId="ADAL" clId="{A04F6209-C852-4D0D-AABD-D7CE25CBB79B}" dt="2022-02-08T14:24:41.950" v="1420" actId="478"/>
          <ac:picMkLst>
            <pc:docMk/>
            <pc:sldMk cId="2488555029" sldId="265"/>
            <ac:picMk id="16" creationId="{F815A66F-D6B2-48C4-A2BD-5EFAF889C734}"/>
          </ac:picMkLst>
        </pc:picChg>
        <pc:picChg chg="del">
          <ac:chgData name="SERGIO SPANO'" userId="3abdd0b9-513e-40ac-aad4-56920065037d" providerId="ADAL" clId="{A04F6209-C852-4D0D-AABD-D7CE25CBB79B}" dt="2022-02-08T14:24:46.929" v="1423" actId="478"/>
          <ac:picMkLst>
            <pc:docMk/>
            <pc:sldMk cId="2488555029" sldId="265"/>
            <ac:picMk id="17" creationId="{19F81637-5254-4FBB-B8CC-394957E2416E}"/>
          </ac:picMkLst>
        </pc:picChg>
      </pc:sldChg>
      <pc:sldMasterChg chg="addSp delSp modSp mod modSldLayout">
        <pc:chgData name="SERGIO SPANO'" userId="3abdd0b9-513e-40ac-aad4-56920065037d" providerId="ADAL" clId="{A04F6209-C852-4D0D-AABD-D7CE25CBB79B}" dt="2022-02-08T11:28:28.236" v="785" actId="14100"/>
        <pc:sldMasterMkLst>
          <pc:docMk/>
          <pc:sldMasterMk cId="2117844949" sldId="2147483648"/>
        </pc:sldMasterMkLst>
        <pc:spChg chg="mod">
          <ac:chgData name="SERGIO SPANO'" userId="3abdd0b9-513e-40ac-aad4-56920065037d" providerId="ADAL" clId="{A04F6209-C852-4D0D-AABD-D7CE25CBB79B}" dt="2022-02-08T11:26:54.759" v="743" actId="14100"/>
          <ac:spMkLst>
            <pc:docMk/>
            <pc:sldMasterMk cId="2117844949" sldId="2147483648"/>
            <ac:spMk id="2" creationId="{F6A7BD6A-2E1D-4EE9-9550-3278CC20D11B}"/>
          </ac:spMkLst>
        </pc:spChg>
        <pc:spChg chg="mod">
          <ac:chgData name="SERGIO SPANO'" userId="3abdd0b9-513e-40ac-aad4-56920065037d" providerId="ADAL" clId="{A04F6209-C852-4D0D-AABD-D7CE25CBB79B}" dt="2022-02-08T11:26:57.797" v="744" actId="14100"/>
          <ac:spMkLst>
            <pc:docMk/>
            <pc:sldMasterMk cId="2117844949" sldId="2147483648"/>
            <ac:spMk id="3" creationId="{4A5DA657-DDD8-4A05-9088-B977D6547C9B}"/>
          </ac:spMkLst>
        </pc:spChg>
        <pc:spChg chg="mod">
          <ac:chgData name="SERGIO SPANO'" userId="3abdd0b9-513e-40ac-aad4-56920065037d" providerId="ADAL" clId="{A04F6209-C852-4D0D-AABD-D7CE25CBB79B}" dt="2022-02-08T11:04:16.570" v="418" actId="1036"/>
          <ac:spMkLst>
            <pc:docMk/>
            <pc:sldMasterMk cId="2117844949" sldId="2147483648"/>
            <ac:spMk id="4" creationId="{3CA61BD2-CA09-4BEB-B08B-4B0A8533DEC8}"/>
          </ac:spMkLst>
        </pc:spChg>
        <pc:spChg chg="mod">
          <ac:chgData name="SERGIO SPANO'" userId="3abdd0b9-513e-40ac-aad4-56920065037d" providerId="ADAL" clId="{A04F6209-C852-4D0D-AABD-D7CE25CBB79B}" dt="2022-02-08T11:04:22.077" v="419" actId="14100"/>
          <ac:spMkLst>
            <pc:docMk/>
            <pc:sldMasterMk cId="2117844949" sldId="2147483648"/>
            <ac:spMk id="5" creationId="{26C1109A-83E1-4943-908E-29C1D523D264}"/>
          </ac:spMkLst>
        </pc:spChg>
        <pc:spChg chg="mod">
          <ac:chgData name="SERGIO SPANO'" userId="3abdd0b9-513e-40ac-aad4-56920065037d" providerId="ADAL" clId="{A04F6209-C852-4D0D-AABD-D7CE25CBB79B}" dt="2022-02-08T11:04:06.714" v="414" actId="1035"/>
          <ac:spMkLst>
            <pc:docMk/>
            <pc:sldMasterMk cId="2117844949" sldId="2147483648"/>
            <ac:spMk id="6" creationId="{3A1501F7-399C-4A0A-8183-EF9F4C72DD54}"/>
          </ac:spMkLst>
        </pc:spChg>
        <pc:spChg chg="mod">
          <ac:chgData name="SERGIO SPANO'" userId="3abdd0b9-513e-40ac-aad4-56920065037d" providerId="ADAL" clId="{A04F6209-C852-4D0D-AABD-D7CE25CBB79B}" dt="2022-02-08T11:04:48.898" v="420" actId="1076"/>
          <ac:spMkLst>
            <pc:docMk/>
            <pc:sldMasterMk cId="2117844949" sldId="2147483648"/>
            <ac:spMk id="8" creationId="{A3AC1E41-574B-4706-A1F7-FE8C4D963D8A}"/>
          </ac:spMkLst>
        </pc:spChg>
        <pc:picChg chg="add mod modCrop">
          <ac:chgData name="SERGIO SPANO'" userId="3abdd0b9-513e-40ac-aad4-56920065037d" providerId="ADAL" clId="{A04F6209-C852-4D0D-AABD-D7CE25CBB79B}" dt="2022-02-08T10:52:11.443" v="36" actId="1076"/>
          <ac:picMkLst>
            <pc:docMk/>
            <pc:sldMasterMk cId="2117844949" sldId="2147483648"/>
            <ac:picMk id="11" creationId="{691F592A-D320-4879-B8DA-C414E6D36C34}"/>
          </ac:picMkLst>
        </pc:picChg>
        <pc:picChg chg="add del mod">
          <ac:chgData name="SERGIO SPANO'" userId="3abdd0b9-513e-40ac-aad4-56920065037d" providerId="ADAL" clId="{A04F6209-C852-4D0D-AABD-D7CE25CBB79B}" dt="2022-02-08T10:51:50.980" v="28" actId="478"/>
          <ac:picMkLst>
            <pc:docMk/>
            <pc:sldMasterMk cId="2117844949" sldId="2147483648"/>
            <ac:picMk id="1026" creationId="{72DA61AA-B479-4F8C-9657-B87AC8A26E66}"/>
          </ac:picMkLst>
        </pc:picChg>
        <pc:sldLayoutChg chg="modSp mod">
          <pc:chgData name="SERGIO SPANO'" userId="3abdd0b9-513e-40ac-aad4-56920065037d" providerId="ADAL" clId="{A04F6209-C852-4D0D-AABD-D7CE25CBB79B}" dt="2022-02-08T11:05:32.232" v="424" actId="14100"/>
          <pc:sldLayoutMkLst>
            <pc:docMk/>
            <pc:sldMasterMk cId="2117844949" sldId="2147483648"/>
            <pc:sldLayoutMk cId="638397118" sldId="2147483649"/>
          </pc:sldLayoutMkLst>
          <pc:spChg chg="mod">
            <ac:chgData name="SERGIO SPANO'" userId="3abdd0b9-513e-40ac-aad4-56920065037d" providerId="ADAL" clId="{A04F6209-C852-4D0D-AABD-D7CE25CBB79B}" dt="2022-02-08T11:05:32.232" v="424" actId="14100"/>
            <ac:spMkLst>
              <pc:docMk/>
              <pc:sldMasterMk cId="2117844949" sldId="2147483648"/>
              <pc:sldLayoutMk cId="638397118" sldId="2147483649"/>
              <ac:spMk id="11" creationId="{25F9DEEE-4CB7-4A0F-950C-148A6085C071}"/>
            </ac:spMkLst>
          </pc:spChg>
          <pc:spChg chg="mod">
            <ac:chgData name="SERGIO SPANO'" userId="3abdd0b9-513e-40ac-aad4-56920065037d" providerId="ADAL" clId="{A04F6209-C852-4D0D-AABD-D7CE25CBB79B}" dt="2022-02-08T10:56:48.489" v="156" actId="1036"/>
            <ac:spMkLst>
              <pc:docMk/>
              <pc:sldMasterMk cId="2117844949" sldId="2147483648"/>
              <pc:sldLayoutMk cId="638397118" sldId="2147483649"/>
              <ac:spMk id="12" creationId="{97D68861-15CF-45CE-801C-70DD06C46F7E}"/>
            </ac:spMkLst>
          </pc:spChg>
        </pc:sldLayoutChg>
        <pc:sldLayoutChg chg="modSp mod">
          <pc:chgData name="SERGIO SPANO'" userId="3abdd0b9-513e-40ac-aad4-56920065037d" providerId="ADAL" clId="{A04F6209-C852-4D0D-AABD-D7CE25CBB79B}" dt="2022-02-08T11:27:29.330" v="749" actId="14100"/>
          <pc:sldLayoutMkLst>
            <pc:docMk/>
            <pc:sldMasterMk cId="2117844949" sldId="2147483648"/>
            <pc:sldLayoutMk cId="1468147844" sldId="2147483650"/>
          </pc:sldLayoutMkLst>
          <pc:spChg chg="mod">
            <ac:chgData name="SERGIO SPANO'" userId="3abdd0b9-513e-40ac-aad4-56920065037d" providerId="ADAL" clId="{A04F6209-C852-4D0D-AABD-D7CE25CBB79B}" dt="2022-02-08T11:27:27.114" v="747" actId="14100"/>
            <ac:spMkLst>
              <pc:docMk/>
              <pc:sldMasterMk cId="2117844949" sldId="2147483648"/>
              <pc:sldLayoutMk cId="1468147844" sldId="2147483650"/>
              <ac:spMk id="2" creationId="{2BE5BC59-9EE5-454B-8731-458C5A4ADF9E}"/>
            </ac:spMkLst>
          </pc:spChg>
          <pc:spChg chg="mod">
            <ac:chgData name="SERGIO SPANO'" userId="3abdd0b9-513e-40ac-aad4-56920065037d" providerId="ADAL" clId="{A04F6209-C852-4D0D-AABD-D7CE25CBB79B}" dt="2022-02-08T11:27:29.330" v="749" actId="14100"/>
            <ac:spMkLst>
              <pc:docMk/>
              <pc:sldMasterMk cId="2117844949" sldId="2147483648"/>
              <pc:sldLayoutMk cId="1468147844" sldId="2147483650"/>
              <ac:spMk id="3" creationId="{C8D96458-0AB6-462F-A722-F5069EFC3FCA}"/>
            </ac:spMkLst>
          </pc:spChg>
        </pc:sldLayoutChg>
        <pc:sldLayoutChg chg="addSp delSp modSp mod">
          <pc:chgData name="SERGIO SPANO'" userId="3abdd0b9-513e-40ac-aad4-56920065037d" providerId="ADAL" clId="{A04F6209-C852-4D0D-AABD-D7CE25CBB79B}" dt="2022-02-08T11:28:28.236" v="785" actId="14100"/>
          <pc:sldLayoutMkLst>
            <pc:docMk/>
            <pc:sldMasterMk cId="2117844949" sldId="2147483648"/>
            <pc:sldLayoutMk cId="1127178419" sldId="2147483652"/>
          </pc:sldLayoutMkLst>
          <pc:spChg chg="del">
            <ac:chgData name="SERGIO SPANO'" userId="3abdd0b9-513e-40ac-aad4-56920065037d" providerId="ADAL" clId="{A04F6209-C852-4D0D-AABD-D7CE25CBB79B}" dt="2022-02-08T11:27:44.873" v="750" actId="478"/>
            <ac:spMkLst>
              <pc:docMk/>
              <pc:sldMasterMk cId="2117844949" sldId="2147483648"/>
              <pc:sldLayoutMk cId="1127178419" sldId="2147483652"/>
              <ac:spMk id="2" creationId="{5F6997AA-10C8-478B-A0F8-97F1FB861335}"/>
            </ac:spMkLst>
          </pc:spChg>
          <pc:spChg chg="mod">
            <ac:chgData name="SERGIO SPANO'" userId="3abdd0b9-513e-40ac-aad4-56920065037d" providerId="ADAL" clId="{A04F6209-C852-4D0D-AABD-D7CE25CBB79B}" dt="2022-02-08T11:28:28.236" v="785" actId="14100"/>
            <ac:spMkLst>
              <pc:docMk/>
              <pc:sldMasterMk cId="2117844949" sldId="2147483648"/>
              <pc:sldLayoutMk cId="1127178419" sldId="2147483652"/>
              <ac:spMk id="3" creationId="{489F5267-AD86-4D32-944C-03F3ED38DE9D}"/>
            </ac:spMkLst>
          </pc:spChg>
          <pc:spChg chg="mod">
            <ac:chgData name="SERGIO SPANO'" userId="3abdd0b9-513e-40ac-aad4-56920065037d" providerId="ADAL" clId="{A04F6209-C852-4D0D-AABD-D7CE25CBB79B}" dt="2022-02-08T11:28:28.236" v="785" actId="14100"/>
            <ac:spMkLst>
              <pc:docMk/>
              <pc:sldMasterMk cId="2117844949" sldId="2147483648"/>
              <pc:sldLayoutMk cId="1127178419" sldId="2147483652"/>
              <ac:spMk id="4" creationId="{2288A62B-98DA-4E63-A89D-B7A2FD1344C6}"/>
            </ac:spMkLst>
          </pc:spChg>
          <pc:spChg chg="add mod">
            <ac:chgData name="SERGIO SPANO'" userId="3abdd0b9-513e-40ac-aad4-56920065037d" providerId="ADAL" clId="{A04F6209-C852-4D0D-AABD-D7CE25CBB79B}" dt="2022-02-08T11:27:45.215" v="751"/>
            <ac:spMkLst>
              <pc:docMk/>
              <pc:sldMasterMk cId="2117844949" sldId="2147483648"/>
              <pc:sldLayoutMk cId="1127178419" sldId="2147483652"/>
              <ac:spMk id="8" creationId="{67776211-7E7A-4D51-BC4B-F861FB8091AB}"/>
            </ac:spMkLst>
          </pc:spChg>
        </pc:sldLayoutChg>
        <pc:sldLayoutChg chg="addSp delSp modSp mod">
          <pc:chgData name="SERGIO SPANO'" userId="3abdd0b9-513e-40ac-aad4-56920065037d" providerId="ADAL" clId="{A04F6209-C852-4D0D-AABD-D7CE25CBB79B}" dt="2022-02-08T11:28:23.532" v="784" actId="14100"/>
          <pc:sldLayoutMkLst>
            <pc:docMk/>
            <pc:sldMasterMk cId="2117844949" sldId="2147483648"/>
            <pc:sldLayoutMk cId="3277322425" sldId="2147483653"/>
          </pc:sldLayoutMkLst>
          <pc:spChg chg="del">
            <ac:chgData name="SERGIO SPANO'" userId="3abdd0b9-513e-40ac-aad4-56920065037d" providerId="ADAL" clId="{A04F6209-C852-4D0D-AABD-D7CE25CBB79B}" dt="2022-02-08T11:27:48.706" v="752" actId="478"/>
            <ac:spMkLst>
              <pc:docMk/>
              <pc:sldMasterMk cId="2117844949" sldId="2147483648"/>
              <pc:sldLayoutMk cId="3277322425" sldId="2147483653"/>
              <ac:spMk id="2" creationId="{5E1D8EA1-9C49-465B-BADE-8BD2C192ADCE}"/>
            </ac:spMkLst>
          </pc:spChg>
          <pc:spChg chg="mod">
            <ac:chgData name="SERGIO SPANO'" userId="3abdd0b9-513e-40ac-aad4-56920065037d" providerId="ADAL" clId="{A04F6209-C852-4D0D-AABD-D7CE25CBB79B}" dt="2022-02-08T11:28:20.151" v="783" actId="1036"/>
            <ac:spMkLst>
              <pc:docMk/>
              <pc:sldMasterMk cId="2117844949" sldId="2147483648"/>
              <pc:sldLayoutMk cId="3277322425" sldId="2147483653"/>
              <ac:spMk id="3" creationId="{303B0D27-A200-4420-A47D-C5E6827F90FB}"/>
            </ac:spMkLst>
          </pc:spChg>
          <pc:spChg chg="mod">
            <ac:chgData name="SERGIO SPANO'" userId="3abdd0b9-513e-40ac-aad4-56920065037d" providerId="ADAL" clId="{A04F6209-C852-4D0D-AABD-D7CE25CBB79B}" dt="2022-02-08T11:28:23.532" v="784" actId="14100"/>
            <ac:spMkLst>
              <pc:docMk/>
              <pc:sldMasterMk cId="2117844949" sldId="2147483648"/>
              <pc:sldLayoutMk cId="3277322425" sldId="2147483653"/>
              <ac:spMk id="4" creationId="{76D52593-7A57-42B3-A2DE-96B6662C08B5}"/>
            </ac:spMkLst>
          </pc:spChg>
          <pc:spChg chg="mod">
            <ac:chgData name="SERGIO SPANO'" userId="3abdd0b9-513e-40ac-aad4-56920065037d" providerId="ADAL" clId="{A04F6209-C852-4D0D-AABD-D7CE25CBB79B}" dt="2022-02-08T11:28:20.151" v="783" actId="1036"/>
            <ac:spMkLst>
              <pc:docMk/>
              <pc:sldMasterMk cId="2117844949" sldId="2147483648"/>
              <pc:sldLayoutMk cId="3277322425" sldId="2147483653"/>
              <ac:spMk id="5" creationId="{0D1156F2-1FD9-4D4B-8C64-92B0A8DD40B8}"/>
            </ac:spMkLst>
          </pc:spChg>
          <pc:spChg chg="mod">
            <ac:chgData name="SERGIO SPANO'" userId="3abdd0b9-513e-40ac-aad4-56920065037d" providerId="ADAL" clId="{A04F6209-C852-4D0D-AABD-D7CE25CBB79B}" dt="2022-02-08T11:28:23.532" v="784" actId="14100"/>
            <ac:spMkLst>
              <pc:docMk/>
              <pc:sldMasterMk cId="2117844949" sldId="2147483648"/>
              <pc:sldLayoutMk cId="3277322425" sldId="2147483653"/>
              <ac:spMk id="6" creationId="{8190BA44-D273-408B-922F-FD483788162C}"/>
            </ac:spMkLst>
          </pc:spChg>
          <pc:spChg chg="add mod">
            <ac:chgData name="SERGIO SPANO'" userId="3abdd0b9-513e-40ac-aad4-56920065037d" providerId="ADAL" clId="{A04F6209-C852-4D0D-AABD-D7CE25CBB79B}" dt="2022-02-08T11:27:49.043" v="753"/>
            <ac:spMkLst>
              <pc:docMk/>
              <pc:sldMasterMk cId="2117844949" sldId="2147483648"/>
              <pc:sldLayoutMk cId="3277322425" sldId="2147483653"/>
              <ac:spMk id="10" creationId="{A8F6C17E-282B-471C-8A6A-1732C05C21B7}"/>
            </ac:spMkLst>
          </pc:spChg>
        </pc:sldLayoutChg>
      </pc:sldMasterChg>
      <pc:sldMasterChg chg="new del mod addSldLayout delSldLayout">
        <pc:chgData name="SERGIO SPANO'" userId="3abdd0b9-513e-40ac-aad4-56920065037d" providerId="ADAL" clId="{A04F6209-C852-4D0D-AABD-D7CE25CBB79B}" dt="2022-02-08T11:26:29.517" v="741" actId="6938"/>
        <pc:sldMasterMkLst>
          <pc:docMk/>
          <pc:sldMasterMk cId="2177974319" sldId="2147483660"/>
        </pc:sldMasterMkLst>
        <pc:sldLayoutChg chg="new del replId">
          <pc:chgData name="SERGIO SPANO'" userId="3abdd0b9-513e-40ac-aad4-56920065037d" providerId="ADAL" clId="{A04F6209-C852-4D0D-AABD-D7CE25CBB79B}" dt="2022-02-08T11:26:29.517" v="741" actId="6938"/>
          <pc:sldLayoutMkLst>
            <pc:docMk/>
            <pc:sldMasterMk cId="2177974319" sldId="2147483660"/>
            <pc:sldLayoutMk cId="667871096" sldId="2147483661"/>
          </pc:sldLayoutMkLst>
        </pc:sldLayoutChg>
        <pc:sldLayoutChg chg="new del replId">
          <pc:chgData name="SERGIO SPANO'" userId="3abdd0b9-513e-40ac-aad4-56920065037d" providerId="ADAL" clId="{A04F6209-C852-4D0D-AABD-D7CE25CBB79B}" dt="2022-02-08T11:26:29.517" v="741" actId="6938"/>
          <pc:sldLayoutMkLst>
            <pc:docMk/>
            <pc:sldMasterMk cId="2177974319" sldId="2147483660"/>
            <pc:sldLayoutMk cId="840901277" sldId="2147483662"/>
          </pc:sldLayoutMkLst>
        </pc:sldLayoutChg>
        <pc:sldLayoutChg chg="new del replId">
          <pc:chgData name="SERGIO SPANO'" userId="3abdd0b9-513e-40ac-aad4-56920065037d" providerId="ADAL" clId="{A04F6209-C852-4D0D-AABD-D7CE25CBB79B}" dt="2022-02-08T11:26:29.517" v="741" actId="6938"/>
          <pc:sldLayoutMkLst>
            <pc:docMk/>
            <pc:sldMasterMk cId="2177974319" sldId="2147483660"/>
            <pc:sldLayoutMk cId="2172030084" sldId="2147483663"/>
          </pc:sldLayoutMkLst>
        </pc:sldLayoutChg>
        <pc:sldLayoutChg chg="new del replId">
          <pc:chgData name="SERGIO SPANO'" userId="3abdd0b9-513e-40ac-aad4-56920065037d" providerId="ADAL" clId="{A04F6209-C852-4D0D-AABD-D7CE25CBB79B}" dt="2022-02-08T11:26:29.517" v="741" actId="6938"/>
          <pc:sldLayoutMkLst>
            <pc:docMk/>
            <pc:sldMasterMk cId="2177974319" sldId="2147483660"/>
            <pc:sldLayoutMk cId="4032976318" sldId="2147483664"/>
          </pc:sldLayoutMkLst>
        </pc:sldLayoutChg>
        <pc:sldLayoutChg chg="new del replId">
          <pc:chgData name="SERGIO SPANO'" userId="3abdd0b9-513e-40ac-aad4-56920065037d" providerId="ADAL" clId="{A04F6209-C852-4D0D-AABD-D7CE25CBB79B}" dt="2022-02-08T11:26:29.517" v="741" actId="6938"/>
          <pc:sldLayoutMkLst>
            <pc:docMk/>
            <pc:sldMasterMk cId="2177974319" sldId="2147483660"/>
            <pc:sldLayoutMk cId="3407117195" sldId="2147483665"/>
          </pc:sldLayoutMkLst>
        </pc:sldLayoutChg>
        <pc:sldLayoutChg chg="new del replId">
          <pc:chgData name="SERGIO SPANO'" userId="3abdd0b9-513e-40ac-aad4-56920065037d" providerId="ADAL" clId="{A04F6209-C852-4D0D-AABD-D7CE25CBB79B}" dt="2022-02-08T11:26:29.517" v="741" actId="6938"/>
          <pc:sldLayoutMkLst>
            <pc:docMk/>
            <pc:sldMasterMk cId="2177974319" sldId="2147483660"/>
            <pc:sldLayoutMk cId="2104806343" sldId="2147483666"/>
          </pc:sldLayoutMkLst>
        </pc:sldLayoutChg>
        <pc:sldLayoutChg chg="new del replId">
          <pc:chgData name="SERGIO SPANO'" userId="3abdd0b9-513e-40ac-aad4-56920065037d" providerId="ADAL" clId="{A04F6209-C852-4D0D-AABD-D7CE25CBB79B}" dt="2022-02-08T11:26:29.517" v="741" actId="6938"/>
          <pc:sldLayoutMkLst>
            <pc:docMk/>
            <pc:sldMasterMk cId="2177974319" sldId="2147483660"/>
            <pc:sldLayoutMk cId="3710623891" sldId="2147483667"/>
          </pc:sldLayoutMkLst>
        </pc:sldLayoutChg>
        <pc:sldLayoutChg chg="new del replId">
          <pc:chgData name="SERGIO SPANO'" userId="3abdd0b9-513e-40ac-aad4-56920065037d" providerId="ADAL" clId="{A04F6209-C852-4D0D-AABD-D7CE25CBB79B}" dt="2022-02-08T11:26:29.517" v="741" actId="6938"/>
          <pc:sldLayoutMkLst>
            <pc:docMk/>
            <pc:sldMasterMk cId="2177974319" sldId="2147483660"/>
            <pc:sldLayoutMk cId="1076801329" sldId="2147483668"/>
          </pc:sldLayoutMkLst>
        </pc:sldLayoutChg>
        <pc:sldLayoutChg chg="new del replId">
          <pc:chgData name="SERGIO SPANO'" userId="3abdd0b9-513e-40ac-aad4-56920065037d" providerId="ADAL" clId="{A04F6209-C852-4D0D-AABD-D7CE25CBB79B}" dt="2022-02-08T11:26:29.517" v="741" actId="6938"/>
          <pc:sldLayoutMkLst>
            <pc:docMk/>
            <pc:sldMasterMk cId="2177974319" sldId="2147483660"/>
            <pc:sldLayoutMk cId="423349767" sldId="2147483669"/>
          </pc:sldLayoutMkLst>
        </pc:sldLayoutChg>
        <pc:sldLayoutChg chg="new del replId">
          <pc:chgData name="SERGIO SPANO'" userId="3abdd0b9-513e-40ac-aad4-56920065037d" providerId="ADAL" clId="{A04F6209-C852-4D0D-AABD-D7CE25CBB79B}" dt="2022-02-08T11:26:29.517" v="741" actId="6938"/>
          <pc:sldLayoutMkLst>
            <pc:docMk/>
            <pc:sldMasterMk cId="2177974319" sldId="2147483660"/>
            <pc:sldLayoutMk cId="2852625107" sldId="2147483670"/>
          </pc:sldLayoutMkLst>
        </pc:sldLayoutChg>
        <pc:sldLayoutChg chg="new del replId">
          <pc:chgData name="SERGIO SPANO'" userId="3abdd0b9-513e-40ac-aad4-56920065037d" providerId="ADAL" clId="{A04F6209-C852-4D0D-AABD-D7CE25CBB79B}" dt="2022-02-08T11:26:29.517" v="741" actId="6938"/>
          <pc:sldLayoutMkLst>
            <pc:docMk/>
            <pc:sldMasterMk cId="2177974319" sldId="2147483660"/>
            <pc:sldLayoutMk cId="1771743731" sldId="2147483671"/>
          </pc:sldLayoutMkLst>
        </pc:sldLayoutChg>
      </pc:sldMasterChg>
    </pc:docChg>
  </pc:docChgLst>
  <pc:docChgLst>
    <pc:chgData name="SERGIO SPANO'" userId="3abdd0b9-513e-40ac-aad4-56920065037d" providerId="ADAL" clId="{EB531F0E-993B-405D-8267-FD103D4CA550}"/>
    <pc:docChg chg="undo custSel addSld delSld modSld sldOrd">
      <pc:chgData name="SERGIO SPANO'" userId="3abdd0b9-513e-40ac-aad4-56920065037d" providerId="ADAL" clId="{EB531F0E-993B-405D-8267-FD103D4CA550}" dt="2022-04-11T10:18:35.964" v="1482" actId="20577"/>
      <pc:docMkLst>
        <pc:docMk/>
      </pc:docMkLst>
      <pc:sldChg chg="modSp mod">
        <pc:chgData name="SERGIO SPANO'" userId="3abdd0b9-513e-40ac-aad4-56920065037d" providerId="ADAL" clId="{EB531F0E-993B-405D-8267-FD103D4CA550}" dt="2022-04-11T09:16:54.029" v="18" actId="20577"/>
        <pc:sldMkLst>
          <pc:docMk/>
          <pc:sldMk cId="3676927149" sldId="256"/>
        </pc:sldMkLst>
        <pc:spChg chg="mod">
          <ac:chgData name="SERGIO SPANO'" userId="3abdd0b9-513e-40ac-aad4-56920065037d" providerId="ADAL" clId="{EB531F0E-993B-405D-8267-FD103D4CA550}" dt="2022-04-11T09:16:54.029" v="18" actId="20577"/>
          <ac:spMkLst>
            <pc:docMk/>
            <pc:sldMk cId="3676927149" sldId="256"/>
            <ac:spMk id="2" creationId="{AE5A0156-FA44-4B5E-AA95-BA26FE319EEF}"/>
          </ac:spMkLst>
        </pc:spChg>
      </pc:sldChg>
      <pc:sldChg chg="modSp new mod">
        <pc:chgData name="SERGIO SPANO'" userId="3abdd0b9-513e-40ac-aad4-56920065037d" providerId="ADAL" clId="{EB531F0E-993B-405D-8267-FD103D4CA550}" dt="2022-04-11T09:20:59.173" v="118" actId="20577"/>
        <pc:sldMkLst>
          <pc:docMk/>
          <pc:sldMk cId="1525464714" sldId="257"/>
        </pc:sldMkLst>
        <pc:spChg chg="mod">
          <ac:chgData name="SERGIO SPANO'" userId="3abdd0b9-513e-40ac-aad4-56920065037d" providerId="ADAL" clId="{EB531F0E-993B-405D-8267-FD103D4CA550}" dt="2022-04-11T09:18:36.303" v="54" actId="20577"/>
          <ac:spMkLst>
            <pc:docMk/>
            <pc:sldMk cId="1525464714" sldId="257"/>
            <ac:spMk id="2" creationId="{7DFCF836-7918-458E-97DF-46340F63A440}"/>
          </ac:spMkLst>
        </pc:spChg>
        <pc:spChg chg="mod">
          <ac:chgData name="SERGIO SPANO'" userId="3abdd0b9-513e-40ac-aad4-56920065037d" providerId="ADAL" clId="{EB531F0E-993B-405D-8267-FD103D4CA550}" dt="2022-04-11T09:20:59.173" v="118" actId="20577"/>
          <ac:spMkLst>
            <pc:docMk/>
            <pc:sldMk cId="1525464714" sldId="257"/>
            <ac:spMk id="3" creationId="{0921BDCB-DA24-48BA-B171-5F7008A7BE29}"/>
          </ac:spMkLst>
        </pc:spChg>
      </pc:sldChg>
      <pc:sldChg chg="del">
        <pc:chgData name="SERGIO SPANO'" userId="3abdd0b9-513e-40ac-aad4-56920065037d" providerId="ADAL" clId="{EB531F0E-993B-405D-8267-FD103D4CA550}" dt="2022-04-11T09:17:04.002" v="19" actId="47"/>
        <pc:sldMkLst>
          <pc:docMk/>
          <pc:sldMk cId="2251886705" sldId="257"/>
        </pc:sldMkLst>
      </pc:sldChg>
      <pc:sldChg chg="del">
        <pc:chgData name="SERGIO SPANO'" userId="3abdd0b9-513e-40ac-aad4-56920065037d" providerId="ADAL" clId="{EB531F0E-993B-405D-8267-FD103D4CA550}" dt="2022-04-11T09:17:04.523" v="20" actId="47"/>
        <pc:sldMkLst>
          <pc:docMk/>
          <pc:sldMk cId="340297134" sldId="258"/>
        </pc:sldMkLst>
      </pc:sldChg>
      <pc:sldChg chg="addSp modSp new mod">
        <pc:chgData name="SERGIO SPANO'" userId="3abdd0b9-513e-40ac-aad4-56920065037d" providerId="ADAL" clId="{EB531F0E-993B-405D-8267-FD103D4CA550}" dt="2022-04-11T09:23:43.456" v="136" actId="1076"/>
        <pc:sldMkLst>
          <pc:docMk/>
          <pc:sldMk cId="3506276720" sldId="258"/>
        </pc:sldMkLst>
        <pc:spChg chg="mod">
          <ac:chgData name="SERGIO SPANO'" userId="3abdd0b9-513e-40ac-aad4-56920065037d" providerId="ADAL" clId="{EB531F0E-993B-405D-8267-FD103D4CA550}" dt="2022-04-11T09:23:03.811" v="121" actId="27636"/>
          <ac:spMkLst>
            <pc:docMk/>
            <pc:sldMk cId="3506276720" sldId="258"/>
            <ac:spMk id="2" creationId="{7DA8D786-517F-454F-833A-D76A47191762}"/>
          </ac:spMkLst>
        </pc:spChg>
        <pc:spChg chg="mod">
          <ac:chgData name="SERGIO SPANO'" userId="3abdd0b9-513e-40ac-aad4-56920065037d" providerId="ADAL" clId="{EB531F0E-993B-405D-8267-FD103D4CA550}" dt="2022-04-11T09:23:27.869" v="130" actId="20577"/>
          <ac:spMkLst>
            <pc:docMk/>
            <pc:sldMk cId="3506276720" sldId="258"/>
            <ac:spMk id="3" creationId="{F1B57712-30F2-455E-BC77-CD89F3841E64}"/>
          </ac:spMkLst>
        </pc:spChg>
        <pc:picChg chg="add mod">
          <ac:chgData name="SERGIO SPANO'" userId="3abdd0b9-513e-40ac-aad4-56920065037d" providerId="ADAL" clId="{EB531F0E-993B-405D-8267-FD103D4CA550}" dt="2022-04-11T09:23:43.456" v="136" actId="1076"/>
          <ac:picMkLst>
            <pc:docMk/>
            <pc:sldMk cId="3506276720" sldId="258"/>
            <ac:picMk id="6" creationId="{24B56216-1E0D-4C11-A217-B834FF9E405E}"/>
          </ac:picMkLst>
        </pc:picChg>
      </pc:sldChg>
      <pc:sldChg chg="del">
        <pc:chgData name="SERGIO SPANO'" userId="3abdd0b9-513e-40ac-aad4-56920065037d" providerId="ADAL" clId="{EB531F0E-993B-405D-8267-FD103D4CA550}" dt="2022-04-11T09:17:04.558" v="21" actId="47"/>
        <pc:sldMkLst>
          <pc:docMk/>
          <pc:sldMk cId="1067205247" sldId="259"/>
        </pc:sldMkLst>
      </pc:sldChg>
      <pc:sldChg chg="addSp modSp new mod">
        <pc:chgData name="SERGIO SPANO'" userId="3abdd0b9-513e-40ac-aad4-56920065037d" providerId="ADAL" clId="{EB531F0E-993B-405D-8267-FD103D4CA550}" dt="2022-04-11T09:34:24.416" v="190" actId="1076"/>
        <pc:sldMkLst>
          <pc:docMk/>
          <pc:sldMk cId="3578117372" sldId="259"/>
        </pc:sldMkLst>
        <pc:spChg chg="mod">
          <ac:chgData name="SERGIO SPANO'" userId="3abdd0b9-513e-40ac-aad4-56920065037d" providerId="ADAL" clId="{EB531F0E-993B-405D-8267-FD103D4CA550}" dt="2022-04-11T09:33:19.500" v="154" actId="20577"/>
          <ac:spMkLst>
            <pc:docMk/>
            <pc:sldMk cId="3578117372" sldId="259"/>
            <ac:spMk id="2" creationId="{FC01630E-DB59-40DC-A530-354B4E569A71}"/>
          </ac:spMkLst>
        </pc:spChg>
        <pc:spChg chg="mod">
          <ac:chgData name="SERGIO SPANO'" userId="3abdd0b9-513e-40ac-aad4-56920065037d" providerId="ADAL" clId="{EB531F0E-993B-405D-8267-FD103D4CA550}" dt="2022-04-11T09:34:16.887" v="186" actId="20577"/>
          <ac:spMkLst>
            <pc:docMk/>
            <pc:sldMk cId="3578117372" sldId="259"/>
            <ac:spMk id="3" creationId="{9091BCAC-6DA0-4364-A1DE-EBA61ADCDC49}"/>
          </ac:spMkLst>
        </pc:spChg>
        <pc:picChg chg="add mod">
          <ac:chgData name="SERGIO SPANO'" userId="3abdd0b9-513e-40ac-aad4-56920065037d" providerId="ADAL" clId="{EB531F0E-993B-405D-8267-FD103D4CA550}" dt="2022-04-11T09:34:24.416" v="190" actId="1076"/>
          <ac:picMkLst>
            <pc:docMk/>
            <pc:sldMk cId="3578117372" sldId="259"/>
            <ac:picMk id="6" creationId="{BA3F650F-9907-4FC4-BB94-969B9C8FCAA8}"/>
          </ac:picMkLst>
        </pc:picChg>
      </pc:sldChg>
      <pc:sldChg chg="addSp modSp new mod">
        <pc:chgData name="SERGIO SPANO'" userId="3abdd0b9-513e-40ac-aad4-56920065037d" providerId="ADAL" clId="{EB531F0E-993B-405D-8267-FD103D4CA550}" dt="2022-04-11T09:36:46.159" v="259" actId="1076"/>
        <pc:sldMkLst>
          <pc:docMk/>
          <pc:sldMk cId="1662387367" sldId="260"/>
        </pc:sldMkLst>
        <pc:spChg chg="mod">
          <ac:chgData name="SERGIO SPANO'" userId="3abdd0b9-513e-40ac-aad4-56920065037d" providerId="ADAL" clId="{EB531F0E-993B-405D-8267-FD103D4CA550}" dt="2022-04-11T09:35:24.175" v="220" actId="20577"/>
          <ac:spMkLst>
            <pc:docMk/>
            <pc:sldMk cId="1662387367" sldId="260"/>
            <ac:spMk id="2" creationId="{2C5457F6-8C77-43CF-B020-177CA97F28AD}"/>
          </ac:spMkLst>
        </pc:spChg>
        <pc:spChg chg="mod">
          <ac:chgData name="SERGIO SPANO'" userId="3abdd0b9-513e-40ac-aad4-56920065037d" providerId="ADAL" clId="{EB531F0E-993B-405D-8267-FD103D4CA550}" dt="2022-04-11T09:36:32.368" v="255" actId="12"/>
          <ac:spMkLst>
            <pc:docMk/>
            <pc:sldMk cId="1662387367" sldId="260"/>
            <ac:spMk id="3" creationId="{0C7A00F7-B95E-49E9-B3C4-F5DCB5863C39}"/>
          </ac:spMkLst>
        </pc:spChg>
        <pc:picChg chg="add mod">
          <ac:chgData name="SERGIO SPANO'" userId="3abdd0b9-513e-40ac-aad4-56920065037d" providerId="ADAL" clId="{EB531F0E-993B-405D-8267-FD103D4CA550}" dt="2022-04-11T09:36:46.159" v="259" actId="1076"/>
          <ac:picMkLst>
            <pc:docMk/>
            <pc:sldMk cId="1662387367" sldId="260"/>
            <ac:picMk id="6" creationId="{7DB31FC6-DD4A-4D8F-8757-5AB3BA58293B}"/>
          </ac:picMkLst>
        </pc:picChg>
      </pc:sldChg>
      <pc:sldChg chg="del">
        <pc:chgData name="SERGIO SPANO'" userId="3abdd0b9-513e-40ac-aad4-56920065037d" providerId="ADAL" clId="{EB531F0E-993B-405D-8267-FD103D4CA550}" dt="2022-04-11T09:17:04.603" v="22" actId="47"/>
        <pc:sldMkLst>
          <pc:docMk/>
          <pc:sldMk cId="2061653469" sldId="260"/>
        </pc:sldMkLst>
      </pc:sldChg>
      <pc:sldChg chg="del">
        <pc:chgData name="SERGIO SPANO'" userId="3abdd0b9-513e-40ac-aad4-56920065037d" providerId="ADAL" clId="{EB531F0E-993B-405D-8267-FD103D4CA550}" dt="2022-04-11T09:17:04.631" v="23" actId="47"/>
        <pc:sldMkLst>
          <pc:docMk/>
          <pc:sldMk cId="2556970871" sldId="261"/>
        </pc:sldMkLst>
      </pc:sldChg>
      <pc:sldChg chg="addSp modSp new mod">
        <pc:chgData name="SERGIO SPANO'" userId="3abdd0b9-513e-40ac-aad4-56920065037d" providerId="ADAL" clId="{EB531F0E-993B-405D-8267-FD103D4CA550}" dt="2022-04-11T09:38:20.067" v="294" actId="1076"/>
        <pc:sldMkLst>
          <pc:docMk/>
          <pc:sldMk cId="4067024195" sldId="261"/>
        </pc:sldMkLst>
        <pc:spChg chg="mod">
          <ac:chgData name="SERGIO SPANO'" userId="3abdd0b9-513e-40ac-aad4-56920065037d" providerId="ADAL" clId="{EB531F0E-993B-405D-8267-FD103D4CA550}" dt="2022-04-11T09:37:51.183" v="281" actId="20577"/>
          <ac:spMkLst>
            <pc:docMk/>
            <pc:sldMk cId="4067024195" sldId="261"/>
            <ac:spMk id="2" creationId="{EC89B410-1277-411E-AF0D-A6631301484B}"/>
          </ac:spMkLst>
        </pc:spChg>
        <pc:spChg chg="mod">
          <ac:chgData name="SERGIO SPANO'" userId="3abdd0b9-513e-40ac-aad4-56920065037d" providerId="ADAL" clId="{EB531F0E-993B-405D-8267-FD103D4CA550}" dt="2022-04-11T09:38:02.656" v="285" actId="15"/>
          <ac:spMkLst>
            <pc:docMk/>
            <pc:sldMk cId="4067024195" sldId="261"/>
            <ac:spMk id="3" creationId="{9DCF35CB-CF9D-46AA-90C0-EFA3A2CAA295}"/>
          </ac:spMkLst>
        </pc:spChg>
        <pc:picChg chg="add mod">
          <ac:chgData name="SERGIO SPANO'" userId="3abdd0b9-513e-40ac-aad4-56920065037d" providerId="ADAL" clId="{EB531F0E-993B-405D-8267-FD103D4CA550}" dt="2022-04-11T09:38:20.067" v="294" actId="1076"/>
          <ac:picMkLst>
            <pc:docMk/>
            <pc:sldMk cId="4067024195" sldId="261"/>
            <ac:picMk id="6" creationId="{50F4B7F1-138B-4F93-8F4F-D17ADDB51972}"/>
          </ac:picMkLst>
        </pc:picChg>
        <pc:picChg chg="add mod">
          <ac:chgData name="SERGIO SPANO'" userId="3abdd0b9-513e-40ac-aad4-56920065037d" providerId="ADAL" clId="{EB531F0E-993B-405D-8267-FD103D4CA550}" dt="2022-04-11T09:38:15.815" v="291" actId="1076"/>
          <ac:picMkLst>
            <pc:docMk/>
            <pc:sldMk cId="4067024195" sldId="261"/>
            <ac:picMk id="7" creationId="{46A9A670-85C8-41DB-8743-4E1C4F90A575}"/>
          </ac:picMkLst>
        </pc:picChg>
      </pc:sldChg>
      <pc:sldChg chg="del">
        <pc:chgData name="SERGIO SPANO'" userId="3abdd0b9-513e-40ac-aad4-56920065037d" providerId="ADAL" clId="{EB531F0E-993B-405D-8267-FD103D4CA550}" dt="2022-04-11T09:17:04.666" v="24" actId="47"/>
        <pc:sldMkLst>
          <pc:docMk/>
          <pc:sldMk cId="3431364087" sldId="262"/>
        </pc:sldMkLst>
      </pc:sldChg>
      <pc:sldChg chg="addSp modSp new mod">
        <pc:chgData name="SERGIO SPANO'" userId="3abdd0b9-513e-40ac-aad4-56920065037d" providerId="ADAL" clId="{EB531F0E-993B-405D-8267-FD103D4CA550}" dt="2022-04-11T09:39:53.354" v="358" actId="1076"/>
        <pc:sldMkLst>
          <pc:docMk/>
          <pc:sldMk cId="3765646427" sldId="262"/>
        </pc:sldMkLst>
        <pc:spChg chg="mod">
          <ac:chgData name="SERGIO SPANO'" userId="3abdd0b9-513e-40ac-aad4-56920065037d" providerId="ADAL" clId="{EB531F0E-993B-405D-8267-FD103D4CA550}" dt="2022-04-11T09:38:46.757" v="320" actId="20577"/>
          <ac:spMkLst>
            <pc:docMk/>
            <pc:sldMk cId="3765646427" sldId="262"/>
            <ac:spMk id="2" creationId="{AD823B40-E004-4D26-92F3-24831EFC8DD4}"/>
          </ac:spMkLst>
        </pc:spChg>
        <pc:spChg chg="mod">
          <ac:chgData name="SERGIO SPANO'" userId="3abdd0b9-513e-40ac-aad4-56920065037d" providerId="ADAL" clId="{EB531F0E-993B-405D-8267-FD103D4CA550}" dt="2022-04-11T09:39:44.471" v="354" actId="5793"/>
          <ac:spMkLst>
            <pc:docMk/>
            <pc:sldMk cId="3765646427" sldId="262"/>
            <ac:spMk id="3" creationId="{2EF40A2F-1468-4CEF-B390-3441747241CD}"/>
          </ac:spMkLst>
        </pc:spChg>
        <pc:picChg chg="add mod">
          <ac:chgData name="SERGIO SPANO'" userId="3abdd0b9-513e-40ac-aad4-56920065037d" providerId="ADAL" clId="{EB531F0E-993B-405D-8267-FD103D4CA550}" dt="2022-04-11T09:39:53.354" v="358" actId="1076"/>
          <ac:picMkLst>
            <pc:docMk/>
            <pc:sldMk cId="3765646427" sldId="262"/>
            <ac:picMk id="6" creationId="{89F949B6-43CE-43E4-A83E-9B3C8BB91602}"/>
          </ac:picMkLst>
        </pc:picChg>
      </pc:sldChg>
      <pc:sldChg chg="del">
        <pc:chgData name="SERGIO SPANO'" userId="3abdd0b9-513e-40ac-aad4-56920065037d" providerId="ADAL" clId="{EB531F0E-993B-405D-8267-FD103D4CA550}" dt="2022-04-11T09:17:04.703" v="25" actId="47"/>
        <pc:sldMkLst>
          <pc:docMk/>
          <pc:sldMk cId="306208367" sldId="263"/>
        </pc:sldMkLst>
      </pc:sldChg>
      <pc:sldChg chg="addSp modSp new mod">
        <pc:chgData name="SERGIO SPANO'" userId="3abdd0b9-513e-40ac-aad4-56920065037d" providerId="ADAL" clId="{EB531F0E-993B-405D-8267-FD103D4CA550}" dt="2022-04-11T09:43:11.856" v="414" actId="1076"/>
        <pc:sldMkLst>
          <pc:docMk/>
          <pc:sldMk cId="2918311123" sldId="263"/>
        </pc:sldMkLst>
        <pc:spChg chg="mod">
          <ac:chgData name="SERGIO SPANO'" userId="3abdd0b9-513e-40ac-aad4-56920065037d" providerId="ADAL" clId="{EB531F0E-993B-405D-8267-FD103D4CA550}" dt="2022-04-11T09:41:50.005" v="393" actId="20577"/>
          <ac:spMkLst>
            <pc:docMk/>
            <pc:sldMk cId="2918311123" sldId="263"/>
            <ac:spMk id="2" creationId="{CE349FB0-C243-4B69-AF28-DED72832B511}"/>
          </ac:spMkLst>
        </pc:spChg>
        <pc:spChg chg="mod">
          <ac:chgData name="SERGIO SPANO'" userId="3abdd0b9-513e-40ac-aad4-56920065037d" providerId="ADAL" clId="{EB531F0E-993B-405D-8267-FD103D4CA550}" dt="2022-04-11T09:42:33.086" v="410" actId="20577"/>
          <ac:spMkLst>
            <pc:docMk/>
            <pc:sldMk cId="2918311123" sldId="263"/>
            <ac:spMk id="3" creationId="{F159D30A-6F17-4892-9967-7164615D46F3}"/>
          </ac:spMkLst>
        </pc:spChg>
        <pc:picChg chg="add mod">
          <ac:chgData name="SERGIO SPANO'" userId="3abdd0b9-513e-40ac-aad4-56920065037d" providerId="ADAL" clId="{EB531F0E-993B-405D-8267-FD103D4CA550}" dt="2022-04-11T09:43:11.856" v="414" actId="1076"/>
          <ac:picMkLst>
            <pc:docMk/>
            <pc:sldMk cId="2918311123" sldId="263"/>
            <ac:picMk id="6" creationId="{852C1F47-6115-4252-8D26-B016DD297B1C}"/>
          </ac:picMkLst>
        </pc:picChg>
      </pc:sldChg>
      <pc:sldChg chg="addSp modSp new mod">
        <pc:chgData name="SERGIO SPANO'" userId="3abdd0b9-513e-40ac-aad4-56920065037d" providerId="ADAL" clId="{EB531F0E-993B-405D-8267-FD103D4CA550}" dt="2022-04-11T09:45:12.328" v="449" actId="1076"/>
        <pc:sldMkLst>
          <pc:docMk/>
          <pc:sldMk cId="143287984" sldId="264"/>
        </pc:sldMkLst>
        <pc:spChg chg="mod">
          <ac:chgData name="SERGIO SPANO'" userId="3abdd0b9-513e-40ac-aad4-56920065037d" providerId="ADAL" clId="{EB531F0E-993B-405D-8267-FD103D4CA550}" dt="2022-04-11T09:44:39.898" v="436" actId="20577"/>
          <ac:spMkLst>
            <pc:docMk/>
            <pc:sldMk cId="143287984" sldId="264"/>
            <ac:spMk id="2" creationId="{43CFBA44-256C-4A61-A30D-59BFEC73AEC2}"/>
          </ac:spMkLst>
        </pc:spChg>
        <pc:spChg chg="mod">
          <ac:chgData name="SERGIO SPANO'" userId="3abdd0b9-513e-40ac-aad4-56920065037d" providerId="ADAL" clId="{EB531F0E-993B-405D-8267-FD103D4CA550}" dt="2022-04-11T09:45:01.134" v="443" actId="14100"/>
          <ac:spMkLst>
            <pc:docMk/>
            <pc:sldMk cId="143287984" sldId="264"/>
            <ac:spMk id="3" creationId="{E288E0F7-DFD7-4E43-9350-0E2C2269AC58}"/>
          </ac:spMkLst>
        </pc:spChg>
        <pc:picChg chg="add mod">
          <ac:chgData name="SERGIO SPANO'" userId="3abdd0b9-513e-40ac-aad4-56920065037d" providerId="ADAL" clId="{EB531F0E-993B-405D-8267-FD103D4CA550}" dt="2022-04-11T09:45:12.328" v="449" actId="1076"/>
          <ac:picMkLst>
            <pc:docMk/>
            <pc:sldMk cId="143287984" sldId="264"/>
            <ac:picMk id="6" creationId="{6DC8D4DB-13CD-427E-A495-046A83C9F326}"/>
          </ac:picMkLst>
        </pc:picChg>
      </pc:sldChg>
      <pc:sldChg chg="del">
        <pc:chgData name="SERGIO SPANO'" userId="3abdd0b9-513e-40ac-aad4-56920065037d" providerId="ADAL" clId="{EB531F0E-993B-405D-8267-FD103D4CA550}" dt="2022-04-11T09:17:04.751" v="26" actId="47"/>
        <pc:sldMkLst>
          <pc:docMk/>
          <pc:sldMk cId="2406218256" sldId="264"/>
        </pc:sldMkLst>
      </pc:sldChg>
      <pc:sldChg chg="addSp modSp new mod">
        <pc:chgData name="SERGIO SPANO'" userId="3abdd0b9-513e-40ac-aad4-56920065037d" providerId="ADAL" clId="{EB531F0E-993B-405D-8267-FD103D4CA550}" dt="2022-04-11T09:52:23.238" v="493" actId="1076"/>
        <pc:sldMkLst>
          <pc:docMk/>
          <pc:sldMk cId="1122673045" sldId="265"/>
        </pc:sldMkLst>
        <pc:spChg chg="mod">
          <ac:chgData name="SERGIO SPANO'" userId="3abdd0b9-513e-40ac-aad4-56920065037d" providerId="ADAL" clId="{EB531F0E-993B-405D-8267-FD103D4CA550}" dt="2022-04-11T09:47:10.870" v="452" actId="27636"/>
          <ac:spMkLst>
            <pc:docMk/>
            <pc:sldMk cId="1122673045" sldId="265"/>
            <ac:spMk id="2" creationId="{825AAAE9-6EE3-4A57-AD18-938010AEA219}"/>
          </ac:spMkLst>
        </pc:spChg>
        <pc:spChg chg="mod">
          <ac:chgData name="SERGIO SPANO'" userId="3abdd0b9-513e-40ac-aad4-56920065037d" providerId="ADAL" clId="{EB531F0E-993B-405D-8267-FD103D4CA550}" dt="2022-04-11T09:51:19.440" v="475" actId="15"/>
          <ac:spMkLst>
            <pc:docMk/>
            <pc:sldMk cId="1122673045" sldId="265"/>
            <ac:spMk id="3" creationId="{8B5E0139-675E-4629-B6E7-E382F3FB508C}"/>
          </ac:spMkLst>
        </pc:spChg>
        <pc:spChg chg="add mod">
          <ac:chgData name="SERGIO SPANO'" userId="3abdd0b9-513e-40ac-aad4-56920065037d" providerId="ADAL" clId="{EB531F0E-993B-405D-8267-FD103D4CA550}" dt="2022-04-11T09:52:13.714" v="487" actId="164"/>
          <ac:spMkLst>
            <pc:docMk/>
            <pc:sldMk cId="1122673045" sldId="265"/>
            <ac:spMk id="7" creationId="{D5CCF4C0-857F-4284-9F1A-899BAA09917B}"/>
          </ac:spMkLst>
        </pc:spChg>
        <pc:spChg chg="add mod">
          <ac:chgData name="SERGIO SPANO'" userId="3abdd0b9-513e-40ac-aad4-56920065037d" providerId="ADAL" clId="{EB531F0E-993B-405D-8267-FD103D4CA550}" dt="2022-04-11T09:52:13.714" v="487" actId="164"/>
          <ac:spMkLst>
            <pc:docMk/>
            <pc:sldMk cId="1122673045" sldId="265"/>
            <ac:spMk id="8" creationId="{97B6B74E-EE2B-4869-A9A9-998323F762F5}"/>
          </ac:spMkLst>
        </pc:spChg>
        <pc:grpChg chg="add mod ord">
          <ac:chgData name="SERGIO SPANO'" userId="3abdd0b9-513e-40ac-aad4-56920065037d" providerId="ADAL" clId="{EB531F0E-993B-405D-8267-FD103D4CA550}" dt="2022-04-11T09:52:23.238" v="493" actId="1076"/>
          <ac:grpSpMkLst>
            <pc:docMk/>
            <pc:sldMk cId="1122673045" sldId="265"/>
            <ac:grpSpMk id="9" creationId="{03EBDCAB-3E2F-4C9D-B89B-BBDECE49B7B3}"/>
          </ac:grpSpMkLst>
        </pc:grpChg>
        <pc:picChg chg="add mod">
          <ac:chgData name="SERGIO SPANO'" userId="3abdd0b9-513e-40ac-aad4-56920065037d" providerId="ADAL" clId="{EB531F0E-993B-405D-8267-FD103D4CA550}" dt="2022-04-11T09:52:13.714" v="487" actId="164"/>
          <ac:picMkLst>
            <pc:docMk/>
            <pc:sldMk cId="1122673045" sldId="265"/>
            <ac:picMk id="6" creationId="{A5E31DED-1AC4-4F0F-9FE1-08D11955AB68}"/>
          </ac:picMkLst>
        </pc:picChg>
      </pc:sldChg>
      <pc:sldChg chg="del">
        <pc:chgData name="SERGIO SPANO'" userId="3abdd0b9-513e-40ac-aad4-56920065037d" providerId="ADAL" clId="{EB531F0E-993B-405D-8267-FD103D4CA550}" dt="2022-04-11T09:17:04.791" v="27" actId="47"/>
        <pc:sldMkLst>
          <pc:docMk/>
          <pc:sldMk cId="2489361959" sldId="265"/>
        </pc:sldMkLst>
      </pc:sldChg>
      <pc:sldChg chg="del">
        <pc:chgData name="SERGIO SPANO'" userId="3abdd0b9-513e-40ac-aad4-56920065037d" providerId="ADAL" clId="{EB531F0E-993B-405D-8267-FD103D4CA550}" dt="2022-04-11T09:17:04.832" v="28" actId="47"/>
        <pc:sldMkLst>
          <pc:docMk/>
          <pc:sldMk cId="208749251" sldId="266"/>
        </pc:sldMkLst>
      </pc:sldChg>
      <pc:sldChg chg="addSp modSp new mod">
        <pc:chgData name="SERGIO SPANO'" userId="3abdd0b9-513e-40ac-aad4-56920065037d" providerId="ADAL" clId="{EB531F0E-993B-405D-8267-FD103D4CA550}" dt="2022-04-11T09:53:51.015" v="539" actId="732"/>
        <pc:sldMkLst>
          <pc:docMk/>
          <pc:sldMk cId="3631129158" sldId="266"/>
        </pc:sldMkLst>
        <pc:spChg chg="mod">
          <ac:chgData name="SERGIO SPANO'" userId="3abdd0b9-513e-40ac-aad4-56920065037d" providerId="ADAL" clId="{EB531F0E-993B-405D-8267-FD103D4CA550}" dt="2022-04-11T09:52:34.035" v="503" actId="20577"/>
          <ac:spMkLst>
            <pc:docMk/>
            <pc:sldMk cId="3631129158" sldId="266"/>
            <ac:spMk id="2" creationId="{F29AF0C9-A4DA-49DF-BC2E-96735956A417}"/>
          </ac:spMkLst>
        </pc:spChg>
        <pc:spChg chg="mod">
          <ac:chgData name="SERGIO SPANO'" userId="3abdd0b9-513e-40ac-aad4-56920065037d" providerId="ADAL" clId="{EB531F0E-993B-405D-8267-FD103D4CA550}" dt="2022-04-11T09:53:30.568" v="534" actId="20577"/>
          <ac:spMkLst>
            <pc:docMk/>
            <pc:sldMk cId="3631129158" sldId="266"/>
            <ac:spMk id="3" creationId="{1B6D4DA8-3C9E-44C2-A719-DFF1D97FBE43}"/>
          </ac:spMkLst>
        </pc:spChg>
        <pc:picChg chg="add mod">
          <ac:chgData name="SERGIO SPANO'" userId="3abdd0b9-513e-40ac-aad4-56920065037d" providerId="ADAL" clId="{EB531F0E-993B-405D-8267-FD103D4CA550}" dt="2022-04-11T09:53:51.015" v="539" actId="732"/>
          <ac:picMkLst>
            <pc:docMk/>
            <pc:sldMk cId="3631129158" sldId="266"/>
            <ac:picMk id="6" creationId="{E56027D4-5F3F-4A39-8550-7B39723A2B42}"/>
          </ac:picMkLst>
        </pc:picChg>
      </pc:sldChg>
      <pc:sldChg chg="addSp modSp new mod">
        <pc:chgData name="SERGIO SPANO'" userId="3abdd0b9-513e-40ac-aad4-56920065037d" providerId="ADAL" clId="{EB531F0E-993B-405D-8267-FD103D4CA550}" dt="2022-04-11T09:55:01.168" v="579" actId="1076"/>
        <pc:sldMkLst>
          <pc:docMk/>
          <pc:sldMk cId="554601427" sldId="267"/>
        </pc:sldMkLst>
        <pc:spChg chg="mod">
          <ac:chgData name="SERGIO SPANO'" userId="3abdd0b9-513e-40ac-aad4-56920065037d" providerId="ADAL" clId="{EB531F0E-993B-405D-8267-FD103D4CA550}" dt="2022-04-11T09:54:43.746" v="573" actId="20577"/>
          <ac:spMkLst>
            <pc:docMk/>
            <pc:sldMk cId="554601427" sldId="267"/>
            <ac:spMk id="2" creationId="{AD710479-3F65-487A-886B-FD85FC9245D0}"/>
          </ac:spMkLst>
        </pc:spChg>
        <pc:spChg chg="mod">
          <ac:chgData name="SERGIO SPANO'" userId="3abdd0b9-513e-40ac-aad4-56920065037d" providerId="ADAL" clId="{EB531F0E-993B-405D-8267-FD103D4CA550}" dt="2022-04-11T09:54:49.055" v="574"/>
          <ac:spMkLst>
            <pc:docMk/>
            <pc:sldMk cId="554601427" sldId="267"/>
            <ac:spMk id="3" creationId="{2297A2AD-EE7A-4DA8-BB23-15232098E86F}"/>
          </ac:spMkLst>
        </pc:spChg>
        <pc:picChg chg="add mod">
          <ac:chgData name="SERGIO SPANO'" userId="3abdd0b9-513e-40ac-aad4-56920065037d" providerId="ADAL" clId="{EB531F0E-993B-405D-8267-FD103D4CA550}" dt="2022-04-11T09:55:01.168" v="579" actId="1076"/>
          <ac:picMkLst>
            <pc:docMk/>
            <pc:sldMk cId="554601427" sldId="267"/>
            <ac:picMk id="6" creationId="{42884BA1-7F6B-499E-8174-BAA86C9875EB}"/>
          </ac:picMkLst>
        </pc:picChg>
      </pc:sldChg>
      <pc:sldChg chg="del">
        <pc:chgData name="SERGIO SPANO'" userId="3abdd0b9-513e-40ac-aad4-56920065037d" providerId="ADAL" clId="{EB531F0E-993B-405D-8267-FD103D4CA550}" dt="2022-04-11T09:17:04.870" v="29" actId="47"/>
        <pc:sldMkLst>
          <pc:docMk/>
          <pc:sldMk cId="2277460798" sldId="267"/>
        </pc:sldMkLst>
      </pc:sldChg>
      <pc:sldChg chg="del">
        <pc:chgData name="SERGIO SPANO'" userId="3abdd0b9-513e-40ac-aad4-56920065037d" providerId="ADAL" clId="{EB531F0E-993B-405D-8267-FD103D4CA550}" dt="2022-04-11T09:17:04.913" v="30" actId="47"/>
        <pc:sldMkLst>
          <pc:docMk/>
          <pc:sldMk cId="2945420473" sldId="268"/>
        </pc:sldMkLst>
      </pc:sldChg>
      <pc:sldChg chg="addSp modSp new mod">
        <pc:chgData name="SERGIO SPANO'" userId="3abdd0b9-513e-40ac-aad4-56920065037d" providerId="ADAL" clId="{EB531F0E-993B-405D-8267-FD103D4CA550}" dt="2022-04-11T09:56:21.122" v="614" actId="1076"/>
        <pc:sldMkLst>
          <pc:docMk/>
          <pc:sldMk cId="4122805853" sldId="268"/>
        </pc:sldMkLst>
        <pc:spChg chg="mod">
          <ac:chgData name="SERGIO SPANO'" userId="3abdd0b9-513e-40ac-aad4-56920065037d" providerId="ADAL" clId="{EB531F0E-993B-405D-8267-FD103D4CA550}" dt="2022-04-11T09:55:23.735" v="604" actId="20577"/>
          <ac:spMkLst>
            <pc:docMk/>
            <pc:sldMk cId="4122805853" sldId="268"/>
            <ac:spMk id="2" creationId="{07521FD6-8888-4886-BF12-0172D8F6EF0B}"/>
          </ac:spMkLst>
        </pc:spChg>
        <pc:spChg chg="mod">
          <ac:chgData name="SERGIO SPANO'" userId="3abdd0b9-513e-40ac-aad4-56920065037d" providerId="ADAL" clId="{EB531F0E-993B-405D-8267-FD103D4CA550}" dt="2022-04-11T09:56:11.636" v="610" actId="20577"/>
          <ac:spMkLst>
            <pc:docMk/>
            <pc:sldMk cId="4122805853" sldId="268"/>
            <ac:spMk id="3" creationId="{45978E4D-EF08-4330-ADFF-C9F86C67A885}"/>
          </ac:spMkLst>
        </pc:spChg>
        <pc:picChg chg="add mod">
          <ac:chgData name="SERGIO SPANO'" userId="3abdd0b9-513e-40ac-aad4-56920065037d" providerId="ADAL" clId="{EB531F0E-993B-405D-8267-FD103D4CA550}" dt="2022-04-11T09:56:21.122" v="614" actId="1076"/>
          <ac:picMkLst>
            <pc:docMk/>
            <pc:sldMk cId="4122805853" sldId="268"/>
            <ac:picMk id="6" creationId="{13DC4433-9619-4E26-BC24-AC5AF4CE56E3}"/>
          </ac:picMkLst>
        </pc:picChg>
      </pc:sldChg>
      <pc:sldChg chg="del">
        <pc:chgData name="SERGIO SPANO'" userId="3abdd0b9-513e-40ac-aad4-56920065037d" providerId="ADAL" clId="{EB531F0E-993B-405D-8267-FD103D4CA550}" dt="2022-04-11T09:17:04.945" v="31" actId="47"/>
        <pc:sldMkLst>
          <pc:docMk/>
          <pc:sldMk cId="477011363" sldId="269"/>
        </pc:sldMkLst>
      </pc:sldChg>
      <pc:sldChg chg="addSp modSp new mod ord">
        <pc:chgData name="SERGIO SPANO'" userId="3abdd0b9-513e-40ac-aad4-56920065037d" providerId="ADAL" clId="{EB531F0E-993B-405D-8267-FD103D4CA550}" dt="2022-04-11T09:58:08.965" v="664"/>
        <pc:sldMkLst>
          <pc:docMk/>
          <pc:sldMk cId="1357334644" sldId="269"/>
        </pc:sldMkLst>
        <pc:spChg chg="mod">
          <ac:chgData name="SERGIO SPANO'" userId="3abdd0b9-513e-40ac-aad4-56920065037d" providerId="ADAL" clId="{EB531F0E-993B-405D-8267-FD103D4CA550}" dt="2022-04-11T09:56:33.177" v="628" actId="20577"/>
          <ac:spMkLst>
            <pc:docMk/>
            <pc:sldMk cId="1357334644" sldId="269"/>
            <ac:spMk id="2" creationId="{F400684E-08B8-4213-AC5D-D3E7F419E4EB}"/>
          </ac:spMkLst>
        </pc:spChg>
        <pc:spChg chg="mod">
          <ac:chgData name="SERGIO SPANO'" userId="3abdd0b9-513e-40ac-aad4-56920065037d" providerId="ADAL" clId="{EB531F0E-993B-405D-8267-FD103D4CA550}" dt="2022-04-11T09:57:56.661" v="660" actId="20577"/>
          <ac:spMkLst>
            <pc:docMk/>
            <pc:sldMk cId="1357334644" sldId="269"/>
            <ac:spMk id="3" creationId="{1E4F3AE8-FC2E-424A-BF6B-45458000D1DA}"/>
          </ac:spMkLst>
        </pc:spChg>
        <pc:picChg chg="add mod">
          <ac:chgData name="SERGIO SPANO'" userId="3abdd0b9-513e-40ac-aad4-56920065037d" providerId="ADAL" clId="{EB531F0E-993B-405D-8267-FD103D4CA550}" dt="2022-04-11T09:58:04.162" v="662" actId="1076"/>
          <ac:picMkLst>
            <pc:docMk/>
            <pc:sldMk cId="1357334644" sldId="269"/>
            <ac:picMk id="6" creationId="{7F082D6F-3472-4169-951B-9E906B2136B1}"/>
          </ac:picMkLst>
        </pc:picChg>
      </pc:sldChg>
      <pc:sldChg chg="del">
        <pc:chgData name="SERGIO SPANO'" userId="3abdd0b9-513e-40ac-aad4-56920065037d" providerId="ADAL" clId="{EB531F0E-993B-405D-8267-FD103D4CA550}" dt="2022-04-11T09:17:04.974" v="32" actId="47"/>
        <pc:sldMkLst>
          <pc:docMk/>
          <pc:sldMk cId="3826015998" sldId="270"/>
        </pc:sldMkLst>
      </pc:sldChg>
      <pc:sldChg chg="addSp modSp new mod">
        <pc:chgData name="SERGIO SPANO'" userId="3abdd0b9-513e-40ac-aad4-56920065037d" providerId="ADAL" clId="{EB531F0E-993B-405D-8267-FD103D4CA550}" dt="2022-04-11T10:00:54.991" v="712" actId="1076"/>
        <pc:sldMkLst>
          <pc:docMk/>
          <pc:sldMk cId="3935148506" sldId="270"/>
        </pc:sldMkLst>
        <pc:spChg chg="mod">
          <ac:chgData name="SERGIO SPANO'" userId="3abdd0b9-513e-40ac-aad4-56920065037d" providerId="ADAL" clId="{EB531F0E-993B-405D-8267-FD103D4CA550}" dt="2022-04-11T09:59:05.332" v="700" actId="20577"/>
          <ac:spMkLst>
            <pc:docMk/>
            <pc:sldMk cId="3935148506" sldId="270"/>
            <ac:spMk id="2" creationId="{47B9C2CB-BD63-465E-8378-62749CA6837C}"/>
          </ac:spMkLst>
        </pc:spChg>
        <pc:spChg chg="mod">
          <ac:chgData name="SERGIO SPANO'" userId="3abdd0b9-513e-40ac-aad4-56920065037d" providerId="ADAL" clId="{EB531F0E-993B-405D-8267-FD103D4CA550}" dt="2022-04-11T10:00:34.578" v="705" actId="20577"/>
          <ac:spMkLst>
            <pc:docMk/>
            <pc:sldMk cId="3935148506" sldId="270"/>
            <ac:spMk id="3" creationId="{15C32C9E-071C-41EF-9B74-D4D83B4BF8EB}"/>
          </ac:spMkLst>
        </pc:spChg>
        <pc:picChg chg="add mod">
          <ac:chgData name="SERGIO SPANO'" userId="3abdd0b9-513e-40ac-aad4-56920065037d" providerId="ADAL" clId="{EB531F0E-993B-405D-8267-FD103D4CA550}" dt="2022-04-11T10:00:50.491" v="709" actId="1076"/>
          <ac:picMkLst>
            <pc:docMk/>
            <pc:sldMk cId="3935148506" sldId="270"/>
            <ac:picMk id="6" creationId="{FEE37361-B9FA-4B50-8C7F-4EDCBA652713}"/>
          </ac:picMkLst>
        </pc:picChg>
        <pc:picChg chg="add mod">
          <ac:chgData name="SERGIO SPANO'" userId="3abdd0b9-513e-40ac-aad4-56920065037d" providerId="ADAL" clId="{EB531F0E-993B-405D-8267-FD103D4CA550}" dt="2022-04-11T10:00:54.991" v="712" actId="1076"/>
          <ac:picMkLst>
            <pc:docMk/>
            <pc:sldMk cId="3935148506" sldId="270"/>
            <ac:picMk id="7" creationId="{BCB10788-8844-468E-A79C-585DD0CCB690}"/>
          </ac:picMkLst>
        </pc:picChg>
      </pc:sldChg>
      <pc:sldChg chg="del">
        <pc:chgData name="SERGIO SPANO'" userId="3abdd0b9-513e-40ac-aad4-56920065037d" providerId="ADAL" clId="{EB531F0E-993B-405D-8267-FD103D4CA550}" dt="2022-04-11T09:17:05.971" v="33" actId="47"/>
        <pc:sldMkLst>
          <pc:docMk/>
          <pc:sldMk cId="20643975" sldId="271"/>
        </pc:sldMkLst>
      </pc:sldChg>
      <pc:sldChg chg="modSp new mod">
        <pc:chgData name="SERGIO SPANO'" userId="3abdd0b9-513e-40ac-aad4-56920065037d" providerId="ADAL" clId="{EB531F0E-993B-405D-8267-FD103D4CA550}" dt="2022-04-11T10:02:27.135" v="768" actId="20577"/>
        <pc:sldMkLst>
          <pc:docMk/>
          <pc:sldMk cId="1156485930" sldId="271"/>
        </pc:sldMkLst>
        <pc:spChg chg="mod">
          <ac:chgData name="SERGIO SPANO'" userId="3abdd0b9-513e-40ac-aad4-56920065037d" providerId="ADAL" clId="{EB531F0E-993B-405D-8267-FD103D4CA550}" dt="2022-04-11T10:01:16.615" v="734" actId="20577"/>
          <ac:spMkLst>
            <pc:docMk/>
            <pc:sldMk cId="1156485930" sldId="271"/>
            <ac:spMk id="2" creationId="{70532A16-CDE2-45C2-A8FB-C29008760C30}"/>
          </ac:spMkLst>
        </pc:spChg>
        <pc:spChg chg="mod">
          <ac:chgData name="SERGIO SPANO'" userId="3abdd0b9-513e-40ac-aad4-56920065037d" providerId="ADAL" clId="{EB531F0E-993B-405D-8267-FD103D4CA550}" dt="2022-04-11T10:02:27.135" v="768" actId="20577"/>
          <ac:spMkLst>
            <pc:docMk/>
            <pc:sldMk cId="1156485930" sldId="271"/>
            <ac:spMk id="3" creationId="{3B736779-FEC9-4438-9419-FAC31DE503E8}"/>
          </ac:spMkLst>
        </pc:spChg>
      </pc:sldChg>
      <pc:sldChg chg="addSp modSp new mod">
        <pc:chgData name="SERGIO SPANO'" userId="3abdd0b9-513e-40ac-aad4-56920065037d" providerId="ADAL" clId="{EB531F0E-993B-405D-8267-FD103D4CA550}" dt="2022-04-11T10:03:43.619" v="849" actId="1076"/>
        <pc:sldMkLst>
          <pc:docMk/>
          <pc:sldMk cId="2345743216" sldId="272"/>
        </pc:sldMkLst>
        <pc:spChg chg="mod">
          <ac:chgData name="SERGIO SPANO'" userId="3abdd0b9-513e-40ac-aad4-56920065037d" providerId="ADAL" clId="{EB531F0E-993B-405D-8267-FD103D4CA550}" dt="2022-04-11T10:02:55.948" v="822" actId="20577"/>
          <ac:spMkLst>
            <pc:docMk/>
            <pc:sldMk cId="2345743216" sldId="272"/>
            <ac:spMk id="2" creationId="{FC88421B-3B86-40C4-AF43-EA4CA1E54C6F}"/>
          </ac:spMkLst>
        </pc:spChg>
        <pc:spChg chg="mod">
          <ac:chgData name="SERGIO SPANO'" userId="3abdd0b9-513e-40ac-aad4-56920065037d" providerId="ADAL" clId="{EB531F0E-993B-405D-8267-FD103D4CA550}" dt="2022-04-11T10:03:22.761" v="845" actId="20577"/>
          <ac:spMkLst>
            <pc:docMk/>
            <pc:sldMk cId="2345743216" sldId="272"/>
            <ac:spMk id="3" creationId="{D275F462-BCB4-410D-A5EE-D8E6771F0DCF}"/>
          </ac:spMkLst>
        </pc:spChg>
        <pc:picChg chg="add mod">
          <ac:chgData name="SERGIO SPANO'" userId="3abdd0b9-513e-40ac-aad4-56920065037d" providerId="ADAL" clId="{EB531F0E-993B-405D-8267-FD103D4CA550}" dt="2022-04-11T10:03:43.619" v="849" actId="1076"/>
          <ac:picMkLst>
            <pc:docMk/>
            <pc:sldMk cId="2345743216" sldId="272"/>
            <ac:picMk id="6" creationId="{51B67FD0-1A26-4641-93C4-0AAA29215D54}"/>
          </ac:picMkLst>
        </pc:picChg>
      </pc:sldChg>
      <pc:sldChg chg="modSp new mod">
        <pc:chgData name="SERGIO SPANO'" userId="3abdd0b9-513e-40ac-aad4-56920065037d" providerId="ADAL" clId="{EB531F0E-993B-405D-8267-FD103D4CA550}" dt="2022-04-11T10:05:17.722" v="891" actId="403"/>
        <pc:sldMkLst>
          <pc:docMk/>
          <pc:sldMk cId="2359234425" sldId="273"/>
        </pc:sldMkLst>
        <pc:spChg chg="mod">
          <ac:chgData name="SERGIO SPANO'" userId="3abdd0b9-513e-40ac-aad4-56920065037d" providerId="ADAL" clId="{EB531F0E-993B-405D-8267-FD103D4CA550}" dt="2022-04-11T10:04:01.370" v="852" actId="27636"/>
          <ac:spMkLst>
            <pc:docMk/>
            <pc:sldMk cId="2359234425" sldId="273"/>
            <ac:spMk id="2" creationId="{2FE4858A-29C2-441F-A2B2-9B934DDFEB2E}"/>
          </ac:spMkLst>
        </pc:spChg>
        <pc:spChg chg="mod">
          <ac:chgData name="SERGIO SPANO'" userId="3abdd0b9-513e-40ac-aad4-56920065037d" providerId="ADAL" clId="{EB531F0E-993B-405D-8267-FD103D4CA550}" dt="2022-04-11T10:05:17.722" v="891" actId="403"/>
          <ac:spMkLst>
            <pc:docMk/>
            <pc:sldMk cId="2359234425" sldId="273"/>
            <ac:spMk id="3" creationId="{032D95C3-AAB3-4390-A24C-AA012183CAE1}"/>
          </ac:spMkLst>
        </pc:spChg>
      </pc:sldChg>
      <pc:sldChg chg="modSp new mod">
        <pc:chgData name="SERGIO SPANO'" userId="3abdd0b9-513e-40ac-aad4-56920065037d" providerId="ADAL" clId="{EB531F0E-993B-405D-8267-FD103D4CA550}" dt="2022-04-11T10:07:13.534" v="917" actId="20577"/>
        <pc:sldMkLst>
          <pc:docMk/>
          <pc:sldMk cId="2782350407" sldId="274"/>
        </pc:sldMkLst>
        <pc:spChg chg="mod">
          <ac:chgData name="SERGIO SPANO'" userId="3abdd0b9-513e-40ac-aad4-56920065037d" providerId="ADAL" clId="{EB531F0E-993B-405D-8267-FD103D4CA550}" dt="2022-04-11T10:07:03.894" v="915" actId="20577"/>
          <ac:spMkLst>
            <pc:docMk/>
            <pc:sldMk cId="2782350407" sldId="274"/>
            <ac:spMk id="2" creationId="{7967D0ED-1C4D-40DD-B88C-284EF30AF4B5}"/>
          </ac:spMkLst>
        </pc:spChg>
        <pc:spChg chg="mod">
          <ac:chgData name="SERGIO SPANO'" userId="3abdd0b9-513e-40ac-aad4-56920065037d" providerId="ADAL" clId="{EB531F0E-993B-405D-8267-FD103D4CA550}" dt="2022-04-11T10:07:13.534" v="917" actId="20577"/>
          <ac:spMkLst>
            <pc:docMk/>
            <pc:sldMk cId="2782350407" sldId="274"/>
            <ac:spMk id="3" creationId="{DC4DF0D2-402E-436D-8E38-3BCC9A242BB3}"/>
          </ac:spMkLst>
        </pc:spChg>
      </pc:sldChg>
      <pc:sldChg chg="modSp new mod">
        <pc:chgData name="SERGIO SPANO'" userId="3abdd0b9-513e-40ac-aad4-56920065037d" providerId="ADAL" clId="{EB531F0E-993B-405D-8267-FD103D4CA550}" dt="2022-04-11T10:13:07.032" v="1167" actId="20577"/>
        <pc:sldMkLst>
          <pc:docMk/>
          <pc:sldMk cId="850558562" sldId="275"/>
        </pc:sldMkLst>
        <pc:spChg chg="mod">
          <ac:chgData name="SERGIO SPANO'" userId="3abdd0b9-513e-40ac-aad4-56920065037d" providerId="ADAL" clId="{EB531F0E-993B-405D-8267-FD103D4CA550}" dt="2022-04-11T10:07:23.960" v="920" actId="27636"/>
          <ac:spMkLst>
            <pc:docMk/>
            <pc:sldMk cId="850558562" sldId="275"/>
            <ac:spMk id="2" creationId="{54A9EE73-69D6-45E0-A635-55E4E4D2AE62}"/>
          </ac:spMkLst>
        </pc:spChg>
        <pc:spChg chg="mod">
          <ac:chgData name="SERGIO SPANO'" userId="3abdd0b9-513e-40ac-aad4-56920065037d" providerId="ADAL" clId="{EB531F0E-993B-405D-8267-FD103D4CA550}" dt="2022-04-11T10:13:07.032" v="1167" actId="20577"/>
          <ac:spMkLst>
            <pc:docMk/>
            <pc:sldMk cId="850558562" sldId="275"/>
            <ac:spMk id="3" creationId="{42DE4649-ED56-4C90-B09D-BB0408A1D114}"/>
          </ac:spMkLst>
        </pc:spChg>
      </pc:sldChg>
      <pc:sldChg chg="addSp modSp new mod">
        <pc:chgData name="SERGIO SPANO'" userId="3abdd0b9-513e-40ac-aad4-56920065037d" providerId="ADAL" clId="{EB531F0E-993B-405D-8267-FD103D4CA550}" dt="2022-04-11T10:12:32.192" v="1127" actId="1076"/>
        <pc:sldMkLst>
          <pc:docMk/>
          <pc:sldMk cId="1903634861" sldId="276"/>
        </pc:sldMkLst>
        <pc:spChg chg="mod">
          <ac:chgData name="SERGIO SPANO'" userId="3abdd0b9-513e-40ac-aad4-56920065037d" providerId="ADAL" clId="{EB531F0E-993B-405D-8267-FD103D4CA550}" dt="2022-04-11T10:12:16.061" v="1121" actId="27636"/>
          <ac:spMkLst>
            <pc:docMk/>
            <pc:sldMk cId="1903634861" sldId="276"/>
            <ac:spMk id="2" creationId="{B0572FAF-31D1-4120-B099-80A783A0B71C}"/>
          </ac:spMkLst>
        </pc:spChg>
        <pc:spChg chg="mod">
          <ac:chgData name="SERGIO SPANO'" userId="3abdd0b9-513e-40ac-aad4-56920065037d" providerId="ADAL" clId="{EB531F0E-993B-405D-8267-FD103D4CA550}" dt="2022-04-11T10:12:22.805" v="1123" actId="20577"/>
          <ac:spMkLst>
            <pc:docMk/>
            <pc:sldMk cId="1903634861" sldId="276"/>
            <ac:spMk id="3" creationId="{0C32113D-68F2-4F4A-A7D1-678BC87D2F88}"/>
          </ac:spMkLst>
        </pc:spChg>
        <pc:picChg chg="add mod">
          <ac:chgData name="SERGIO SPANO'" userId="3abdd0b9-513e-40ac-aad4-56920065037d" providerId="ADAL" clId="{EB531F0E-993B-405D-8267-FD103D4CA550}" dt="2022-04-11T10:12:32.192" v="1127" actId="1076"/>
          <ac:picMkLst>
            <pc:docMk/>
            <pc:sldMk cId="1903634861" sldId="276"/>
            <ac:picMk id="6" creationId="{A5808FE9-2A0F-4EB7-8647-EF75655DBF39}"/>
          </ac:picMkLst>
        </pc:picChg>
      </pc:sldChg>
      <pc:sldChg chg="addSp modSp new mod">
        <pc:chgData name="SERGIO SPANO'" userId="3abdd0b9-513e-40ac-aad4-56920065037d" providerId="ADAL" clId="{EB531F0E-993B-405D-8267-FD103D4CA550}" dt="2022-04-11T10:13:58.324" v="1191" actId="14100"/>
        <pc:sldMkLst>
          <pc:docMk/>
          <pc:sldMk cId="3307436624" sldId="277"/>
        </pc:sldMkLst>
        <pc:spChg chg="mod">
          <ac:chgData name="SERGIO SPANO'" userId="3abdd0b9-513e-40ac-aad4-56920065037d" providerId="ADAL" clId="{EB531F0E-993B-405D-8267-FD103D4CA550}" dt="2022-04-11T10:12:39.752" v="1130" actId="27636"/>
          <ac:spMkLst>
            <pc:docMk/>
            <pc:sldMk cId="3307436624" sldId="277"/>
            <ac:spMk id="2" creationId="{AF4B3E13-2CCD-45E8-BC90-D81CBFA2FBFE}"/>
          </ac:spMkLst>
        </pc:spChg>
        <pc:spChg chg="mod">
          <ac:chgData name="SERGIO SPANO'" userId="3abdd0b9-513e-40ac-aad4-56920065037d" providerId="ADAL" clId="{EB531F0E-993B-405D-8267-FD103D4CA550}" dt="2022-04-11T10:13:21.226" v="1173" actId="20577"/>
          <ac:spMkLst>
            <pc:docMk/>
            <pc:sldMk cId="3307436624" sldId="277"/>
            <ac:spMk id="3" creationId="{07DDDDA4-F743-4936-B347-4D57FB124EFF}"/>
          </ac:spMkLst>
        </pc:spChg>
        <pc:spChg chg="add mod">
          <ac:chgData name="SERGIO SPANO'" userId="3abdd0b9-513e-40ac-aad4-56920065037d" providerId="ADAL" clId="{EB531F0E-993B-405D-8267-FD103D4CA550}" dt="2022-04-11T10:13:58.324" v="1191" actId="14100"/>
          <ac:spMkLst>
            <pc:docMk/>
            <pc:sldMk cId="3307436624" sldId="277"/>
            <ac:spMk id="6" creationId="{56B360DA-D85D-4A1E-A11D-DDE467F4CF7F}"/>
          </ac:spMkLst>
        </pc:spChg>
        <pc:spChg chg="add mod">
          <ac:chgData name="SERGIO SPANO'" userId="3abdd0b9-513e-40ac-aad4-56920065037d" providerId="ADAL" clId="{EB531F0E-993B-405D-8267-FD103D4CA550}" dt="2022-04-11T10:13:52.912" v="1189" actId="1076"/>
          <ac:spMkLst>
            <pc:docMk/>
            <pc:sldMk cId="3307436624" sldId="277"/>
            <ac:spMk id="7" creationId="{C7972ADB-5BFE-4628-8D5E-1ABBCAD88366}"/>
          </ac:spMkLst>
        </pc:spChg>
        <pc:picChg chg="add mod">
          <ac:chgData name="SERGIO SPANO'" userId="3abdd0b9-513e-40ac-aad4-56920065037d" providerId="ADAL" clId="{EB531F0E-993B-405D-8267-FD103D4CA550}" dt="2022-04-11T10:13:51.888" v="1188" actId="1076"/>
          <ac:picMkLst>
            <pc:docMk/>
            <pc:sldMk cId="3307436624" sldId="277"/>
            <ac:picMk id="8" creationId="{A01C002C-17C0-47E6-B9B8-AED4783B70CE}"/>
          </ac:picMkLst>
        </pc:picChg>
      </pc:sldChg>
      <pc:sldChg chg="addSp modSp new mod">
        <pc:chgData name="SERGIO SPANO'" userId="3abdd0b9-513e-40ac-aad4-56920065037d" providerId="ADAL" clId="{EB531F0E-993B-405D-8267-FD103D4CA550}" dt="2022-04-11T10:14:54.449" v="1224" actId="1076"/>
        <pc:sldMkLst>
          <pc:docMk/>
          <pc:sldMk cId="3613286939" sldId="278"/>
        </pc:sldMkLst>
        <pc:spChg chg="mod">
          <ac:chgData name="SERGIO SPANO'" userId="3abdd0b9-513e-40ac-aad4-56920065037d" providerId="ADAL" clId="{EB531F0E-993B-405D-8267-FD103D4CA550}" dt="2022-04-11T10:14:12.884" v="1194" actId="27636"/>
          <ac:spMkLst>
            <pc:docMk/>
            <pc:sldMk cId="3613286939" sldId="278"/>
            <ac:spMk id="2" creationId="{FE2C81FD-6B7F-46FC-97C3-DFD9A08779E2}"/>
          </ac:spMkLst>
        </pc:spChg>
        <pc:spChg chg="mod">
          <ac:chgData name="SERGIO SPANO'" userId="3abdd0b9-513e-40ac-aad4-56920065037d" providerId="ADAL" clId="{EB531F0E-993B-405D-8267-FD103D4CA550}" dt="2022-04-11T10:14:42.094" v="1218" actId="20577"/>
          <ac:spMkLst>
            <pc:docMk/>
            <pc:sldMk cId="3613286939" sldId="278"/>
            <ac:spMk id="3" creationId="{DF75A0BE-A63A-43E9-8EC5-C8C2DF03A88B}"/>
          </ac:spMkLst>
        </pc:spChg>
        <pc:picChg chg="add mod">
          <ac:chgData name="SERGIO SPANO'" userId="3abdd0b9-513e-40ac-aad4-56920065037d" providerId="ADAL" clId="{EB531F0E-993B-405D-8267-FD103D4CA550}" dt="2022-04-11T10:14:54.449" v="1224" actId="1076"/>
          <ac:picMkLst>
            <pc:docMk/>
            <pc:sldMk cId="3613286939" sldId="278"/>
            <ac:picMk id="6" creationId="{E5B64E46-17D8-448B-9B7E-3A4C12BB3922}"/>
          </ac:picMkLst>
        </pc:picChg>
      </pc:sldChg>
      <pc:sldChg chg="addSp modSp new mod">
        <pc:chgData name="SERGIO SPANO'" userId="3abdd0b9-513e-40ac-aad4-56920065037d" providerId="ADAL" clId="{EB531F0E-993B-405D-8267-FD103D4CA550}" dt="2022-04-11T10:15:40.485" v="1239" actId="1076"/>
        <pc:sldMkLst>
          <pc:docMk/>
          <pc:sldMk cId="999263242" sldId="279"/>
        </pc:sldMkLst>
        <pc:spChg chg="mod">
          <ac:chgData name="SERGIO SPANO'" userId="3abdd0b9-513e-40ac-aad4-56920065037d" providerId="ADAL" clId="{EB531F0E-993B-405D-8267-FD103D4CA550}" dt="2022-04-11T10:15:18.464" v="1233" actId="20577"/>
          <ac:spMkLst>
            <pc:docMk/>
            <pc:sldMk cId="999263242" sldId="279"/>
            <ac:spMk id="2" creationId="{CB6C7EEF-E1DF-4ECC-9684-217225AD415E}"/>
          </ac:spMkLst>
        </pc:spChg>
        <pc:spChg chg="mod">
          <ac:chgData name="SERGIO SPANO'" userId="3abdd0b9-513e-40ac-aad4-56920065037d" providerId="ADAL" clId="{EB531F0E-993B-405D-8267-FD103D4CA550}" dt="2022-04-11T10:15:33.154" v="1235" actId="12"/>
          <ac:spMkLst>
            <pc:docMk/>
            <pc:sldMk cId="999263242" sldId="279"/>
            <ac:spMk id="3" creationId="{092A958F-BB04-4E53-86BC-76C75A84AE9D}"/>
          </ac:spMkLst>
        </pc:spChg>
        <pc:picChg chg="add mod">
          <ac:chgData name="SERGIO SPANO'" userId="3abdd0b9-513e-40ac-aad4-56920065037d" providerId="ADAL" clId="{EB531F0E-993B-405D-8267-FD103D4CA550}" dt="2022-04-11T10:15:40.485" v="1239" actId="1076"/>
          <ac:picMkLst>
            <pc:docMk/>
            <pc:sldMk cId="999263242" sldId="279"/>
            <ac:picMk id="6" creationId="{590898F4-FB87-4C6C-AA8E-DDD93A603B44}"/>
          </ac:picMkLst>
        </pc:picChg>
      </pc:sldChg>
      <pc:sldChg chg="addSp modSp new mod">
        <pc:chgData name="SERGIO SPANO'" userId="3abdd0b9-513e-40ac-aad4-56920065037d" providerId="ADAL" clId="{EB531F0E-993B-405D-8267-FD103D4CA550}" dt="2022-04-11T10:16:16.384" v="1253" actId="1076"/>
        <pc:sldMkLst>
          <pc:docMk/>
          <pc:sldMk cId="2055483530" sldId="280"/>
        </pc:sldMkLst>
        <pc:spChg chg="mod">
          <ac:chgData name="SERGIO SPANO'" userId="3abdd0b9-513e-40ac-aad4-56920065037d" providerId="ADAL" clId="{EB531F0E-993B-405D-8267-FD103D4CA550}" dt="2022-04-11T10:15:48.395" v="1242" actId="27636"/>
          <ac:spMkLst>
            <pc:docMk/>
            <pc:sldMk cId="2055483530" sldId="280"/>
            <ac:spMk id="2" creationId="{C701C2EE-32D1-48CC-A060-A7351C8A2B8C}"/>
          </ac:spMkLst>
        </pc:spChg>
        <pc:spChg chg="mod">
          <ac:chgData name="SERGIO SPANO'" userId="3abdd0b9-513e-40ac-aad4-56920065037d" providerId="ADAL" clId="{EB531F0E-993B-405D-8267-FD103D4CA550}" dt="2022-04-11T10:16:00.019" v="1244" actId="20577"/>
          <ac:spMkLst>
            <pc:docMk/>
            <pc:sldMk cId="2055483530" sldId="280"/>
            <ac:spMk id="3" creationId="{C5034D17-CD72-4494-9275-D46C9D5A259C}"/>
          </ac:spMkLst>
        </pc:spChg>
        <pc:picChg chg="add mod">
          <ac:chgData name="SERGIO SPANO'" userId="3abdd0b9-513e-40ac-aad4-56920065037d" providerId="ADAL" clId="{EB531F0E-993B-405D-8267-FD103D4CA550}" dt="2022-04-11T10:16:16.384" v="1253" actId="1076"/>
          <ac:picMkLst>
            <pc:docMk/>
            <pc:sldMk cId="2055483530" sldId="280"/>
            <ac:picMk id="6" creationId="{B347F184-39DA-476F-A85D-3E7736802D37}"/>
          </ac:picMkLst>
        </pc:picChg>
        <pc:picChg chg="add mod">
          <ac:chgData name="SERGIO SPANO'" userId="3abdd0b9-513e-40ac-aad4-56920065037d" providerId="ADAL" clId="{EB531F0E-993B-405D-8267-FD103D4CA550}" dt="2022-04-11T10:16:15.103" v="1252" actId="1076"/>
          <ac:picMkLst>
            <pc:docMk/>
            <pc:sldMk cId="2055483530" sldId="280"/>
            <ac:picMk id="7" creationId="{D0511AD8-C013-426B-8093-C2C1D94BB167}"/>
          </ac:picMkLst>
        </pc:picChg>
      </pc:sldChg>
      <pc:sldChg chg="addSp modSp new mod">
        <pc:chgData name="SERGIO SPANO'" userId="3abdd0b9-513e-40ac-aad4-56920065037d" providerId="ADAL" clId="{EB531F0E-993B-405D-8267-FD103D4CA550}" dt="2022-04-11T10:16:53.520" v="1267" actId="1076"/>
        <pc:sldMkLst>
          <pc:docMk/>
          <pc:sldMk cId="795120839" sldId="281"/>
        </pc:sldMkLst>
        <pc:spChg chg="mod">
          <ac:chgData name="SERGIO SPANO'" userId="3abdd0b9-513e-40ac-aad4-56920065037d" providerId="ADAL" clId="{EB531F0E-993B-405D-8267-FD103D4CA550}" dt="2022-04-11T10:16:26.573" v="1257" actId="20577"/>
          <ac:spMkLst>
            <pc:docMk/>
            <pc:sldMk cId="795120839" sldId="281"/>
            <ac:spMk id="2" creationId="{D645FF3C-B37C-4DA9-BCA7-98EC833A67BA}"/>
          </ac:spMkLst>
        </pc:spChg>
        <pc:spChg chg="mod">
          <ac:chgData name="SERGIO SPANO'" userId="3abdd0b9-513e-40ac-aad4-56920065037d" providerId="ADAL" clId="{EB531F0E-993B-405D-8267-FD103D4CA550}" dt="2022-04-11T10:16:44.186" v="1261" actId="20577"/>
          <ac:spMkLst>
            <pc:docMk/>
            <pc:sldMk cId="795120839" sldId="281"/>
            <ac:spMk id="3" creationId="{B0BE6B04-11EE-4DDD-8685-E2C75FB3C3E2}"/>
          </ac:spMkLst>
        </pc:spChg>
        <pc:picChg chg="add mod">
          <ac:chgData name="SERGIO SPANO'" userId="3abdd0b9-513e-40ac-aad4-56920065037d" providerId="ADAL" clId="{EB531F0E-993B-405D-8267-FD103D4CA550}" dt="2022-04-11T10:16:53.520" v="1267" actId="1076"/>
          <ac:picMkLst>
            <pc:docMk/>
            <pc:sldMk cId="795120839" sldId="281"/>
            <ac:picMk id="6" creationId="{271B0F80-5D83-47A2-A039-355B231ED101}"/>
          </ac:picMkLst>
        </pc:picChg>
      </pc:sldChg>
      <pc:sldChg chg="modSp new mod">
        <pc:chgData name="SERGIO SPANO'" userId="3abdd0b9-513e-40ac-aad4-56920065037d" providerId="ADAL" clId="{EB531F0E-993B-405D-8267-FD103D4CA550}" dt="2022-04-11T10:18:35.964" v="1482" actId="20577"/>
        <pc:sldMkLst>
          <pc:docMk/>
          <pc:sldMk cId="1394756137" sldId="282"/>
        </pc:sldMkLst>
        <pc:spChg chg="mod">
          <ac:chgData name="SERGIO SPANO'" userId="3abdd0b9-513e-40ac-aad4-56920065037d" providerId="ADAL" clId="{EB531F0E-993B-405D-8267-FD103D4CA550}" dt="2022-04-11T10:17:04.892" v="1272" actId="20577"/>
          <ac:spMkLst>
            <pc:docMk/>
            <pc:sldMk cId="1394756137" sldId="282"/>
            <ac:spMk id="2" creationId="{1236074A-A913-4573-A4D6-D050A2ACF11B}"/>
          </ac:spMkLst>
        </pc:spChg>
        <pc:spChg chg="mod">
          <ac:chgData name="SERGIO SPANO'" userId="3abdd0b9-513e-40ac-aad4-56920065037d" providerId="ADAL" clId="{EB531F0E-993B-405D-8267-FD103D4CA550}" dt="2022-04-11T10:18:35.964" v="1482" actId="20577"/>
          <ac:spMkLst>
            <pc:docMk/>
            <pc:sldMk cId="1394756137" sldId="282"/>
            <ac:spMk id="3" creationId="{73D07802-0E8C-43EB-8E13-76F3A614E544}"/>
          </ac:spMkLst>
        </pc:spChg>
      </pc:sldChg>
    </pc:docChg>
  </pc:docChgLst>
  <pc:docChgLst>
    <pc:chgData name="SERGIO SPANO'" userId="3abdd0b9-513e-40ac-aad4-56920065037d" providerId="ADAL" clId="{FF5B9BE1-F2B7-48BD-8D52-77CB7C9ABADF}"/>
    <pc:docChg chg="undo redo custSel addSld delSld modSld">
      <pc:chgData name="SERGIO SPANO'" userId="3abdd0b9-513e-40ac-aad4-56920065037d" providerId="ADAL" clId="{FF5B9BE1-F2B7-48BD-8D52-77CB7C9ABADF}" dt="2022-04-06T13:06:46.311" v="680" actId="1076"/>
      <pc:docMkLst>
        <pc:docMk/>
      </pc:docMkLst>
      <pc:sldChg chg="modSp mod">
        <pc:chgData name="SERGIO SPANO'" userId="3abdd0b9-513e-40ac-aad4-56920065037d" providerId="ADAL" clId="{FF5B9BE1-F2B7-48BD-8D52-77CB7C9ABADF}" dt="2022-04-06T11:25:15.552" v="68" actId="1076"/>
        <pc:sldMkLst>
          <pc:docMk/>
          <pc:sldMk cId="3676927149" sldId="256"/>
        </pc:sldMkLst>
        <pc:spChg chg="mod">
          <ac:chgData name="SERGIO SPANO'" userId="3abdd0b9-513e-40ac-aad4-56920065037d" providerId="ADAL" clId="{FF5B9BE1-F2B7-48BD-8D52-77CB7C9ABADF}" dt="2022-04-06T11:25:15.552" v="68" actId="1076"/>
          <ac:spMkLst>
            <pc:docMk/>
            <pc:sldMk cId="3676927149" sldId="256"/>
            <ac:spMk id="2" creationId="{AE5A0156-FA44-4B5E-AA95-BA26FE319EEF}"/>
          </ac:spMkLst>
        </pc:spChg>
      </pc:sldChg>
      <pc:sldChg chg="del">
        <pc:chgData name="SERGIO SPANO'" userId="3abdd0b9-513e-40ac-aad4-56920065037d" providerId="ADAL" clId="{FF5B9BE1-F2B7-48BD-8D52-77CB7C9ABADF}" dt="2022-04-06T11:25:04.360" v="48" actId="47"/>
        <pc:sldMkLst>
          <pc:docMk/>
          <pc:sldMk cId="1297370464" sldId="257"/>
        </pc:sldMkLst>
      </pc:sldChg>
      <pc:sldChg chg="addSp modSp new mod">
        <pc:chgData name="SERGIO SPANO'" userId="3abdd0b9-513e-40ac-aad4-56920065037d" providerId="ADAL" clId="{FF5B9BE1-F2B7-48BD-8D52-77CB7C9ABADF}" dt="2022-04-06T11:26:42.382" v="122" actId="1076"/>
        <pc:sldMkLst>
          <pc:docMk/>
          <pc:sldMk cId="3085469541" sldId="257"/>
        </pc:sldMkLst>
        <pc:spChg chg="mod">
          <ac:chgData name="SERGIO SPANO'" userId="3abdd0b9-513e-40ac-aad4-56920065037d" providerId="ADAL" clId="{FF5B9BE1-F2B7-48BD-8D52-77CB7C9ABADF}" dt="2022-04-06T11:25:32.500" v="101" actId="20577"/>
          <ac:spMkLst>
            <pc:docMk/>
            <pc:sldMk cId="3085469541" sldId="257"/>
            <ac:spMk id="2" creationId="{8571880B-99EF-4A2C-9EB6-5A64715D5A2C}"/>
          </ac:spMkLst>
        </pc:spChg>
        <pc:spChg chg="mod">
          <ac:chgData name="SERGIO SPANO'" userId="3abdd0b9-513e-40ac-aad4-56920065037d" providerId="ADAL" clId="{FF5B9BE1-F2B7-48BD-8D52-77CB7C9ABADF}" dt="2022-04-06T11:26:41.404" v="121" actId="14100"/>
          <ac:spMkLst>
            <pc:docMk/>
            <pc:sldMk cId="3085469541" sldId="257"/>
            <ac:spMk id="3" creationId="{8E1F9505-ABCA-4791-9FFA-094DF30F5FFA}"/>
          </ac:spMkLst>
        </pc:spChg>
        <pc:picChg chg="add mod">
          <ac:chgData name="SERGIO SPANO'" userId="3abdd0b9-513e-40ac-aad4-56920065037d" providerId="ADAL" clId="{FF5B9BE1-F2B7-48BD-8D52-77CB7C9ABADF}" dt="2022-04-06T11:26:42.382" v="122" actId="1076"/>
          <ac:picMkLst>
            <pc:docMk/>
            <pc:sldMk cId="3085469541" sldId="257"/>
            <ac:picMk id="5" creationId="{365F6DE0-28B5-4229-8FDB-77960BEBF840}"/>
          </ac:picMkLst>
        </pc:picChg>
      </pc:sldChg>
      <pc:sldChg chg="addSp modSp new mod">
        <pc:chgData name="SERGIO SPANO'" userId="3abdd0b9-513e-40ac-aad4-56920065037d" providerId="ADAL" clId="{FF5B9BE1-F2B7-48BD-8D52-77CB7C9ABADF}" dt="2022-04-06T11:28:49.041" v="171" actId="113"/>
        <pc:sldMkLst>
          <pc:docMk/>
          <pc:sldMk cId="1234788682" sldId="258"/>
        </pc:sldMkLst>
        <pc:spChg chg="mod">
          <ac:chgData name="SERGIO SPANO'" userId="3abdd0b9-513e-40ac-aad4-56920065037d" providerId="ADAL" clId="{FF5B9BE1-F2B7-48BD-8D52-77CB7C9ABADF}" dt="2022-04-06T11:27:00.810" v="160" actId="20577"/>
          <ac:spMkLst>
            <pc:docMk/>
            <pc:sldMk cId="1234788682" sldId="258"/>
            <ac:spMk id="2" creationId="{E69022C3-4D42-4E91-A0C0-FE9AC9167FF1}"/>
          </ac:spMkLst>
        </pc:spChg>
        <pc:spChg chg="mod">
          <ac:chgData name="SERGIO SPANO'" userId="3abdd0b9-513e-40ac-aad4-56920065037d" providerId="ADAL" clId="{FF5B9BE1-F2B7-48BD-8D52-77CB7C9ABADF}" dt="2022-04-06T11:28:49.041" v="171" actId="113"/>
          <ac:spMkLst>
            <pc:docMk/>
            <pc:sldMk cId="1234788682" sldId="258"/>
            <ac:spMk id="3" creationId="{E806DF7C-C74E-4916-B953-3854687B35D8}"/>
          </ac:spMkLst>
        </pc:spChg>
        <pc:picChg chg="add mod">
          <ac:chgData name="SERGIO SPANO'" userId="3abdd0b9-513e-40ac-aad4-56920065037d" providerId="ADAL" clId="{FF5B9BE1-F2B7-48BD-8D52-77CB7C9ABADF}" dt="2022-04-06T11:27:28.047" v="170" actId="1076"/>
          <ac:picMkLst>
            <pc:docMk/>
            <pc:sldMk cId="1234788682" sldId="258"/>
            <ac:picMk id="5" creationId="{81A689D3-F1CB-405A-930D-D72A14E7EAE6}"/>
          </ac:picMkLst>
        </pc:picChg>
      </pc:sldChg>
      <pc:sldChg chg="del">
        <pc:chgData name="SERGIO SPANO'" userId="3abdd0b9-513e-40ac-aad4-56920065037d" providerId="ADAL" clId="{FF5B9BE1-F2B7-48BD-8D52-77CB7C9ABADF}" dt="2022-04-06T11:25:04.879" v="49" actId="47"/>
        <pc:sldMkLst>
          <pc:docMk/>
          <pc:sldMk cId="2876876438" sldId="258"/>
        </pc:sldMkLst>
      </pc:sldChg>
      <pc:sldChg chg="modSp new mod">
        <pc:chgData name="SERGIO SPANO'" userId="3abdd0b9-513e-40ac-aad4-56920065037d" providerId="ADAL" clId="{FF5B9BE1-F2B7-48BD-8D52-77CB7C9ABADF}" dt="2022-04-06T11:37:06.049" v="196" actId="20577"/>
        <pc:sldMkLst>
          <pc:docMk/>
          <pc:sldMk cId="213031517" sldId="259"/>
        </pc:sldMkLst>
        <pc:spChg chg="mod">
          <ac:chgData name="SERGIO SPANO'" userId="3abdd0b9-513e-40ac-aad4-56920065037d" providerId="ADAL" clId="{FF5B9BE1-F2B7-48BD-8D52-77CB7C9ABADF}" dt="2022-04-06T11:36:26.501" v="178" actId="20577"/>
          <ac:spMkLst>
            <pc:docMk/>
            <pc:sldMk cId="213031517" sldId="259"/>
            <ac:spMk id="2" creationId="{FB08A7BA-B0CB-4E74-A34D-C17DC7139209}"/>
          </ac:spMkLst>
        </pc:spChg>
        <pc:spChg chg="mod">
          <ac:chgData name="SERGIO SPANO'" userId="3abdd0b9-513e-40ac-aad4-56920065037d" providerId="ADAL" clId="{FF5B9BE1-F2B7-48BD-8D52-77CB7C9ABADF}" dt="2022-04-06T11:37:06.049" v="196" actId="20577"/>
          <ac:spMkLst>
            <pc:docMk/>
            <pc:sldMk cId="213031517" sldId="259"/>
            <ac:spMk id="3" creationId="{212720A5-63CE-4820-806C-526E7600CFFC}"/>
          </ac:spMkLst>
        </pc:spChg>
      </pc:sldChg>
      <pc:sldChg chg="del">
        <pc:chgData name="SERGIO SPANO'" userId="3abdd0b9-513e-40ac-aad4-56920065037d" providerId="ADAL" clId="{FF5B9BE1-F2B7-48BD-8D52-77CB7C9ABADF}" dt="2022-04-06T11:25:04.932" v="50" actId="47"/>
        <pc:sldMkLst>
          <pc:docMk/>
          <pc:sldMk cId="286617629" sldId="259"/>
        </pc:sldMkLst>
      </pc:sldChg>
      <pc:sldChg chg="modSp new mod">
        <pc:chgData name="SERGIO SPANO'" userId="3abdd0b9-513e-40ac-aad4-56920065037d" providerId="ADAL" clId="{FF5B9BE1-F2B7-48BD-8D52-77CB7C9ABADF}" dt="2022-04-06T11:38:32.414" v="330" actId="27636"/>
        <pc:sldMkLst>
          <pc:docMk/>
          <pc:sldMk cId="1843171920" sldId="260"/>
        </pc:sldMkLst>
        <pc:spChg chg="mod">
          <ac:chgData name="SERGIO SPANO'" userId="3abdd0b9-513e-40ac-aad4-56920065037d" providerId="ADAL" clId="{FF5B9BE1-F2B7-48BD-8D52-77CB7C9ABADF}" dt="2022-04-06T11:37:32.600" v="238" actId="20577"/>
          <ac:spMkLst>
            <pc:docMk/>
            <pc:sldMk cId="1843171920" sldId="260"/>
            <ac:spMk id="2" creationId="{264554A1-73B9-40E5-8D84-47E0AFEF8A43}"/>
          </ac:spMkLst>
        </pc:spChg>
        <pc:spChg chg="mod">
          <ac:chgData name="SERGIO SPANO'" userId="3abdd0b9-513e-40ac-aad4-56920065037d" providerId="ADAL" clId="{FF5B9BE1-F2B7-48BD-8D52-77CB7C9ABADF}" dt="2022-04-06T11:38:32.414" v="330" actId="27636"/>
          <ac:spMkLst>
            <pc:docMk/>
            <pc:sldMk cId="1843171920" sldId="260"/>
            <ac:spMk id="3" creationId="{AF59F3CD-02A0-419F-8FE7-AB4C40E449E6}"/>
          </ac:spMkLst>
        </pc:spChg>
      </pc:sldChg>
      <pc:sldChg chg="del">
        <pc:chgData name="SERGIO SPANO'" userId="3abdd0b9-513e-40ac-aad4-56920065037d" providerId="ADAL" clId="{FF5B9BE1-F2B7-48BD-8D52-77CB7C9ABADF}" dt="2022-04-06T11:25:04.973" v="51" actId="47"/>
        <pc:sldMkLst>
          <pc:docMk/>
          <pc:sldMk cId="2771526278" sldId="260"/>
        </pc:sldMkLst>
      </pc:sldChg>
      <pc:sldChg chg="del">
        <pc:chgData name="SERGIO SPANO'" userId="3abdd0b9-513e-40ac-aad4-56920065037d" providerId="ADAL" clId="{FF5B9BE1-F2B7-48BD-8D52-77CB7C9ABADF}" dt="2022-04-06T11:25:04.999" v="52" actId="47"/>
        <pc:sldMkLst>
          <pc:docMk/>
          <pc:sldMk cId="2497065577" sldId="261"/>
        </pc:sldMkLst>
      </pc:sldChg>
      <pc:sldChg chg="modSp new mod">
        <pc:chgData name="SERGIO SPANO'" userId="3abdd0b9-513e-40ac-aad4-56920065037d" providerId="ADAL" clId="{FF5B9BE1-F2B7-48BD-8D52-77CB7C9ABADF}" dt="2022-04-06T12:55:13.859" v="373" actId="15"/>
        <pc:sldMkLst>
          <pc:docMk/>
          <pc:sldMk cId="2853228998" sldId="261"/>
        </pc:sldMkLst>
        <pc:spChg chg="mod">
          <ac:chgData name="SERGIO SPANO'" userId="3abdd0b9-513e-40ac-aad4-56920065037d" providerId="ADAL" clId="{FF5B9BE1-F2B7-48BD-8D52-77CB7C9ABADF}" dt="2022-04-06T12:55:04.893" v="370" actId="20577"/>
          <ac:spMkLst>
            <pc:docMk/>
            <pc:sldMk cId="2853228998" sldId="261"/>
            <ac:spMk id="2" creationId="{B779ABD2-58EE-4FA7-AF9D-28FF6834E8ED}"/>
          </ac:spMkLst>
        </pc:spChg>
        <pc:spChg chg="mod">
          <ac:chgData name="SERGIO SPANO'" userId="3abdd0b9-513e-40ac-aad4-56920065037d" providerId="ADAL" clId="{FF5B9BE1-F2B7-48BD-8D52-77CB7C9ABADF}" dt="2022-04-06T12:55:13.859" v="373" actId="15"/>
          <ac:spMkLst>
            <pc:docMk/>
            <pc:sldMk cId="2853228998" sldId="261"/>
            <ac:spMk id="3" creationId="{7C6113C5-7481-45D0-98C1-0E29B0D38B8E}"/>
          </ac:spMkLst>
        </pc:spChg>
      </pc:sldChg>
      <pc:sldChg chg="del">
        <pc:chgData name="SERGIO SPANO'" userId="3abdd0b9-513e-40ac-aad4-56920065037d" providerId="ADAL" clId="{FF5B9BE1-F2B7-48BD-8D52-77CB7C9ABADF}" dt="2022-04-06T11:25:05.034" v="53" actId="47"/>
        <pc:sldMkLst>
          <pc:docMk/>
          <pc:sldMk cId="1259472102" sldId="262"/>
        </pc:sldMkLst>
      </pc:sldChg>
      <pc:sldChg chg="addSp delSp modSp new mod">
        <pc:chgData name="SERGIO SPANO'" userId="3abdd0b9-513e-40ac-aad4-56920065037d" providerId="ADAL" clId="{FF5B9BE1-F2B7-48BD-8D52-77CB7C9ABADF}" dt="2022-04-06T12:58:44.141" v="426" actId="1076"/>
        <pc:sldMkLst>
          <pc:docMk/>
          <pc:sldMk cId="3030670358" sldId="262"/>
        </pc:sldMkLst>
        <pc:spChg chg="mod">
          <ac:chgData name="SERGIO SPANO'" userId="3abdd0b9-513e-40ac-aad4-56920065037d" providerId="ADAL" clId="{FF5B9BE1-F2B7-48BD-8D52-77CB7C9ABADF}" dt="2022-04-06T12:58:23.327" v="419" actId="20577"/>
          <ac:spMkLst>
            <pc:docMk/>
            <pc:sldMk cId="3030670358" sldId="262"/>
            <ac:spMk id="2" creationId="{E1AB93B1-2DF2-4E02-906B-98867E99F3A9}"/>
          </ac:spMkLst>
        </pc:spChg>
        <pc:spChg chg="del">
          <ac:chgData name="SERGIO SPANO'" userId="3abdd0b9-513e-40ac-aad4-56920065037d" providerId="ADAL" clId="{FF5B9BE1-F2B7-48BD-8D52-77CB7C9ABADF}" dt="2022-04-06T12:58:31.303" v="422" actId="478"/>
          <ac:spMkLst>
            <pc:docMk/>
            <pc:sldMk cId="3030670358" sldId="262"/>
            <ac:spMk id="3" creationId="{EA64E651-043C-4A44-B1AF-F4184F35C72A}"/>
          </ac:spMkLst>
        </pc:spChg>
        <pc:picChg chg="add mod">
          <ac:chgData name="SERGIO SPANO'" userId="3abdd0b9-513e-40ac-aad4-56920065037d" providerId="ADAL" clId="{FF5B9BE1-F2B7-48BD-8D52-77CB7C9ABADF}" dt="2022-04-06T12:58:44.141" v="426" actId="1076"/>
          <ac:picMkLst>
            <pc:docMk/>
            <pc:sldMk cId="3030670358" sldId="262"/>
            <ac:picMk id="5" creationId="{267E587D-D26D-4759-8397-C411D38A7EE5}"/>
          </ac:picMkLst>
        </pc:picChg>
      </pc:sldChg>
      <pc:sldChg chg="addSp delSp modSp new mod">
        <pc:chgData name="SERGIO SPANO'" userId="3abdd0b9-513e-40ac-aad4-56920065037d" providerId="ADAL" clId="{FF5B9BE1-F2B7-48BD-8D52-77CB7C9ABADF}" dt="2022-04-06T13:02:04.336" v="583" actId="20577"/>
        <pc:sldMkLst>
          <pc:docMk/>
          <pc:sldMk cId="823009787" sldId="263"/>
        </pc:sldMkLst>
        <pc:spChg chg="mod">
          <ac:chgData name="SERGIO SPANO'" userId="3abdd0b9-513e-40ac-aad4-56920065037d" providerId="ADAL" clId="{FF5B9BE1-F2B7-48BD-8D52-77CB7C9ABADF}" dt="2022-04-06T13:02:04.336" v="583" actId="20577"/>
          <ac:spMkLst>
            <pc:docMk/>
            <pc:sldMk cId="823009787" sldId="263"/>
            <ac:spMk id="2" creationId="{18121B6F-228D-43AC-BC07-CA44CED4BD5F}"/>
          </ac:spMkLst>
        </pc:spChg>
        <pc:spChg chg="del">
          <ac:chgData name="SERGIO SPANO'" userId="3abdd0b9-513e-40ac-aad4-56920065037d" providerId="ADAL" clId="{FF5B9BE1-F2B7-48BD-8D52-77CB7C9ABADF}" dt="2022-04-06T12:59:10.677" v="447" actId="478"/>
          <ac:spMkLst>
            <pc:docMk/>
            <pc:sldMk cId="823009787" sldId="263"/>
            <ac:spMk id="3" creationId="{EB0BA591-9721-4BCC-8123-3E5ED262F71E}"/>
          </ac:spMkLst>
        </pc:spChg>
        <pc:picChg chg="add mod">
          <ac:chgData name="SERGIO SPANO'" userId="3abdd0b9-513e-40ac-aad4-56920065037d" providerId="ADAL" clId="{FF5B9BE1-F2B7-48BD-8D52-77CB7C9ABADF}" dt="2022-04-06T12:59:15.316" v="450" actId="1076"/>
          <ac:picMkLst>
            <pc:docMk/>
            <pc:sldMk cId="823009787" sldId="263"/>
            <ac:picMk id="5" creationId="{DD776699-E331-4358-B5C2-286CDB322262}"/>
          </ac:picMkLst>
        </pc:picChg>
      </pc:sldChg>
      <pc:sldChg chg="del">
        <pc:chgData name="SERGIO SPANO'" userId="3abdd0b9-513e-40ac-aad4-56920065037d" providerId="ADAL" clId="{FF5B9BE1-F2B7-48BD-8D52-77CB7C9ABADF}" dt="2022-04-06T11:25:05.068" v="54" actId="47"/>
        <pc:sldMkLst>
          <pc:docMk/>
          <pc:sldMk cId="3850036128" sldId="263"/>
        </pc:sldMkLst>
      </pc:sldChg>
      <pc:sldChg chg="addSp delSp modSp new mod">
        <pc:chgData name="SERGIO SPANO'" userId="3abdd0b9-513e-40ac-aad4-56920065037d" providerId="ADAL" clId="{FF5B9BE1-F2B7-48BD-8D52-77CB7C9ABADF}" dt="2022-04-06T12:59:50.707" v="472" actId="1076"/>
        <pc:sldMkLst>
          <pc:docMk/>
          <pc:sldMk cId="1740980508" sldId="264"/>
        </pc:sldMkLst>
        <pc:spChg chg="mod">
          <ac:chgData name="SERGIO SPANO'" userId="3abdd0b9-513e-40ac-aad4-56920065037d" providerId="ADAL" clId="{FF5B9BE1-F2B7-48BD-8D52-77CB7C9ABADF}" dt="2022-04-06T12:59:35.289" v="465" actId="20577"/>
          <ac:spMkLst>
            <pc:docMk/>
            <pc:sldMk cId="1740980508" sldId="264"/>
            <ac:spMk id="2" creationId="{5A390721-FB98-467F-B510-2688BB96F5DB}"/>
          </ac:spMkLst>
        </pc:spChg>
        <pc:spChg chg="del">
          <ac:chgData name="SERGIO SPANO'" userId="3abdd0b9-513e-40ac-aad4-56920065037d" providerId="ADAL" clId="{FF5B9BE1-F2B7-48BD-8D52-77CB7C9ABADF}" dt="2022-04-06T12:59:37.223" v="466" actId="478"/>
          <ac:spMkLst>
            <pc:docMk/>
            <pc:sldMk cId="1740980508" sldId="264"/>
            <ac:spMk id="3" creationId="{04FF40A7-258D-4C03-83EB-F38A4A9BD9C9}"/>
          </ac:spMkLst>
        </pc:spChg>
        <pc:picChg chg="add mod">
          <ac:chgData name="SERGIO SPANO'" userId="3abdd0b9-513e-40ac-aad4-56920065037d" providerId="ADAL" clId="{FF5B9BE1-F2B7-48BD-8D52-77CB7C9ABADF}" dt="2022-04-06T12:59:50.707" v="472" actId="1076"/>
          <ac:picMkLst>
            <pc:docMk/>
            <pc:sldMk cId="1740980508" sldId="264"/>
            <ac:picMk id="5" creationId="{16E63170-B4A1-45DE-A8D7-BDAA7F97DCF4}"/>
          </ac:picMkLst>
        </pc:picChg>
      </pc:sldChg>
      <pc:sldChg chg="del">
        <pc:chgData name="SERGIO SPANO'" userId="3abdd0b9-513e-40ac-aad4-56920065037d" providerId="ADAL" clId="{FF5B9BE1-F2B7-48BD-8D52-77CB7C9ABADF}" dt="2022-04-06T11:25:05.149" v="55" actId="47"/>
        <pc:sldMkLst>
          <pc:docMk/>
          <pc:sldMk cId="1824425073" sldId="264"/>
        </pc:sldMkLst>
      </pc:sldChg>
      <pc:sldChg chg="del">
        <pc:chgData name="SERGIO SPANO'" userId="3abdd0b9-513e-40ac-aad4-56920065037d" providerId="ADAL" clId="{FF5B9BE1-F2B7-48BD-8D52-77CB7C9ABADF}" dt="2022-04-06T11:25:05.161" v="56" actId="47"/>
        <pc:sldMkLst>
          <pc:docMk/>
          <pc:sldMk cId="1007591203" sldId="265"/>
        </pc:sldMkLst>
      </pc:sldChg>
      <pc:sldChg chg="addSp delSp modSp new mod">
        <pc:chgData name="SERGIO SPANO'" userId="3abdd0b9-513e-40ac-aad4-56920065037d" providerId="ADAL" clId="{FF5B9BE1-F2B7-48BD-8D52-77CB7C9ABADF}" dt="2022-04-06T13:02:42.114" v="611" actId="20577"/>
        <pc:sldMkLst>
          <pc:docMk/>
          <pc:sldMk cId="1890930988" sldId="265"/>
        </pc:sldMkLst>
        <pc:spChg chg="mod">
          <ac:chgData name="SERGIO SPANO'" userId="3abdd0b9-513e-40ac-aad4-56920065037d" providerId="ADAL" clId="{FF5B9BE1-F2B7-48BD-8D52-77CB7C9ABADF}" dt="2022-04-06T13:02:21.204" v="605" actId="20577"/>
          <ac:spMkLst>
            <pc:docMk/>
            <pc:sldMk cId="1890930988" sldId="265"/>
            <ac:spMk id="2" creationId="{5A93F73D-859C-4AD9-95E9-FAFC08DA5E7B}"/>
          </ac:spMkLst>
        </pc:spChg>
        <pc:spChg chg="del">
          <ac:chgData name="SERGIO SPANO'" userId="3abdd0b9-513e-40ac-aad4-56920065037d" providerId="ADAL" clId="{FF5B9BE1-F2B7-48BD-8D52-77CB7C9ABADF}" dt="2022-04-06T13:00:31.518" v="509" actId="478"/>
          <ac:spMkLst>
            <pc:docMk/>
            <pc:sldMk cId="1890930988" sldId="265"/>
            <ac:spMk id="3" creationId="{C32AAD12-6381-4619-A31C-7291B7F8A73A}"/>
          </ac:spMkLst>
        </pc:spChg>
        <pc:spChg chg="add mod">
          <ac:chgData name="SERGIO SPANO'" userId="3abdd0b9-513e-40ac-aad4-56920065037d" providerId="ADAL" clId="{FF5B9BE1-F2B7-48BD-8D52-77CB7C9ABADF}" dt="2022-04-06T13:02:42.114" v="611" actId="20577"/>
          <ac:spMkLst>
            <pc:docMk/>
            <pc:sldMk cId="1890930988" sldId="265"/>
            <ac:spMk id="6" creationId="{CC6B4EF5-B35B-45ED-9BF4-7CB1F3CDBE4B}"/>
          </ac:spMkLst>
        </pc:spChg>
        <pc:picChg chg="add mod">
          <ac:chgData name="SERGIO SPANO'" userId="3abdd0b9-513e-40ac-aad4-56920065037d" providerId="ADAL" clId="{FF5B9BE1-F2B7-48BD-8D52-77CB7C9ABADF}" dt="2022-04-06T13:02:38.401" v="609" actId="1076"/>
          <ac:picMkLst>
            <pc:docMk/>
            <pc:sldMk cId="1890930988" sldId="265"/>
            <ac:picMk id="5" creationId="{1517F68F-137F-4A1F-B870-12DA43316B44}"/>
          </ac:picMkLst>
        </pc:picChg>
        <pc:picChg chg="add mod">
          <ac:chgData name="SERGIO SPANO'" userId="3abdd0b9-513e-40ac-aad4-56920065037d" providerId="ADAL" clId="{FF5B9BE1-F2B7-48BD-8D52-77CB7C9ABADF}" dt="2022-04-06T13:02:39.886" v="610" actId="1076"/>
          <ac:picMkLst>
            <pc:docMk/>
            <pc:sldMk cId="1890930988" sldId="265"/>
            <ac:picMk id="7" creationId="{8992A2AF-7144-43BB-A9E1-03AB12DE374C}"/>
          </ac:picMkLst>
        </pc:picChg>
      </pc:sldChg>
      <pc:sldChg chg="addSp delSp modSp new mod">
        <pc:chgData name="SERGIO SPANO'" userId="3abdd0b9-513e-40ac-aad4-56920065037d" providerId="ADAL" clId="{FF5B9BE1-F2B7-48BD-8D52-77CB7C9ABADF}" dt="2022-04-06T13:01:35.032" v="581" actId="1076"/>
        <pc:sldMkLst>
          <pc:docMk/>
          <pc:sldMk cId="471329938" sldId="266"/>
        </pc:sldMkLst>
        <pc:spChg chg="mod">
          <ac:chgData name="SERGIO SPANO'" userId="3abdd0b9-513e-40ac-aad4-56920065037d" providerId="ADAL" clId="{FF5B9BE1-F2B7-48BD-8D52-77CB7C9ABADF}" dt="2022-04-06T13:01:25.658" v="577" actId="20577"/>
          <ac:spMkLst>
            <pc:docMk/>
            <pc:sldMk cId="471329938" sldId="266"/>
            <ac:spMk id="2" creationId="{E23EF163-0315-4624-9092-409E65389318}"/>
          </ac:spMkLst>
        </pc:spChg>
        <pc:spChg chg="del">
          <ac:chgData name="SERGIO SPANO'" userId="3abdd0b9-513e-40ac-aad4-56920065037d" providerId="ADAL" clId="{FF5B9BE1-F2B7-48BD-8D52-77CB7C9ABADF}" dt="2022-04-06T13:01:28.918" v="578" actId="478"/>
          <ac:spMkLst>
            <pc:docMk/>
            <pc:sldMk cId="471329938" sldId="266"/>
            <ac:spMk id="3" creationId="{92DE74A0-ACAD-49FD-98A5-DF08773A5E16}"/>
          </ac:spMkLst>
        </pc:spChg>
        <pc:picChg chg="add mod">
          <ac:chgData name="SERGIO SPANO'" userId="3abdd0b9-513e-40ac-aad4-56920065037d" providerId="ADAL" clId="{FF5B9BE1-F2B7-48BD-8D52-77CB7C9ABADF}" dt="2022-04-06T13:01:35.032" v="581" actId="1076"/>
          <ac:picMkLst>
            <pc:docMk/>
            <pc:sldMk cId="471329938" sldId="266"/>
            <ac:picMk id="5" creationId="{E88C64AC-4487-43D5-B238-BFE51116C0DE}"/>
          </ac:picMkLst>
        </pc:picChg>
      </pc:sldChg>
      <pc:sldChg chg="del">
        <pc:chgData name="SERGIO SPANO'" userId="3abdd0b9-513e-40ac-aad4-56920065037d" providerId="ADAL" clId="{FF5B9BE1-F2B7-48BD-8D52-77CB7C9ABADF}" dt="2022-04-06T11:25:05.187" v="57" actId="47"/>
        <pc:sldMkLst>
          <pc:docMk/>
          <pc:sldMk cId="1112234418" sldId="266"/>
        </pc:sldMkLst>
      </pc:sldChg>
      <pc:sldChg chg="addSp delSp modSp new mod">
        <pc:chgData name="SERGIO SPANO'" userId="3abdd0b9-513e-40ac-aad4-56920065037d" providerId="ADAL" clId="{FF5B9BE1-F2B7-48BD-8D52-77CB7C9ABADF}" dt="2022-04-06T13:06:32.744" v="674" actId="20577"/>
        <pc:sldMkLst>
          <pc:docMk/>
          <pc:sldMk cId="2483044283" sldId="267"/>
        </pc:sldMkLst>
        <pc:spChg chg="mod">
          <ac:chgData name="SERGIO SPANO'" userId="3abdd0b9-513e-40ac-aad4-56920065037d" providerId="ADAL" clId="{FF5B9BE1-F2B7-48BD-8D52-77CB7C9ABADF}" dt="2022-04-06T13:06:32.744" v="674" actId="20577"/>
          <ac:spMkLst>
            <pc:docMk/>
            <pc:sldMk cId="2483044283" sldId="267"/>
            <ac:spMk id="2" creationId="{9CFF0457-939A-4B1F-A4C6-B180F21E14D8}"/>
          </ac:spMkLst>
        </pc:spChg>
        <pc:spChg chg="del">
          <ac:chgData name="SERGIO SPANO'" userId="3abdd0b9-513e-40ac-aad4-56920065037d" providerId="ADAL" clId="{FF5B9BE1-F2B7-48BD-8D52-77CB7C9ABADF}" dt="2022-04-06T13:06:03.933" v="664" actId="478"/>
          <ac:spMkLst>
            <pc:docMk/>
            <pc:sldMk cId="2483044283" sldId="267"/>
            <ac:spMk id="3" creationId="{889EE764-4BD4-45DF-B254-578FDB2D10DF}"/>
          </ac:spMkLst>
        </pc:spChg>
        <pc:picChg chg="add mod">
          <ac:chgData name="SERGIO SPANO'" userId="3abdd0b9-513e-40ac-aad4-56920065037d" providerId="ADAL" clId="{FF5B9BE1-F2B7-48BD-8D52-77CB7C9ABADF}" dt="2022-04-06T13:06:12.605" v="667" actId="1076"/>
          <ac:picMkLst>
            <pc:docMk/>
            <pc:sldMk cId="2483044283" sldId="267"/>
            <ac:picMk id="5" creationId="{66258CCE-F29C-4541-A1AE-8398C5A5B108}"/>
          </ac:picMkLst>
        </pc:picChg>
      </pc:sldChg>
      <pc:sldChg chg="del">
        <pc:chgData name="SERGIO SPANO'" userId="3abdd0b9-513e-40ac-aad4-56920065037d" providerId="ADAL" clId="{FF5B9BE1-F2B7-48BD-8D52-77CB7C9ABADF}" dt="2022-04-06T11:25:05.227" v="58" actId="47"/>
        <pc:sldMkLst>
          <pc:docMk/>
          <pc:sldMk cId="3483132585" sldId="267"/>
        </pc:sldMkLst>
      </pc:sldChg>
      <pc:sldChg chg="addSp delSp modSp new mod">
        <pc:chgData name="SERGIO SPANO'" userId="3abdd0b9-513e-40ac-aad4-56920065037d" providerId="ADAL" clId="{FF5B9BE1-F2B7-48BD-8D52-77CB7C9ABADF}" dt="2022-04-06T13:06:46.311" v="680" actId="1076"/>
        <pc:sldMkLst>
          <pc:docMk/>
          <pc:sldMk cId="215904899" sldId="268"/>
        </pc:sldMkLst>
        <pc:spChg chg="mod">
          <ac:chgData name="SERGIO SPANO'" userId="3abdd0b9-513e-40ac-aad4-56920065037d" providerId="ADAL" clId="{FF5B9BE1-F2B7-48BD-8D52-77CB7C9ABADF}" dt="2022-04-06T13:06:37.660" v="676" actId="27636"/>
          <ac:spMkLst>
            <pc:docMk/>
            <pc:sldMk cId="215904899" sldId="268"/>
            <ac:spMk id="2" creationId="{2C2541E4-2C30-4BF1-9A59-6636905EEE39}"/>
          </ac:spMkLst>
        </pc:spChg>
        <pc:spChg chg="del">
          <ac:chgData name="SERGIO SPANO'" userId="3abdd0b9-513e-40ac-aad4-56920065037d" providerId="ADAL" clId="{FF5B9BE1-F2B7-48BD-8D52-77CB7C9ABADF}" dt="2022-04-06T13:06:41.686" v="677" actId="478"/>
          <ac:spMkLst>
            <pc:docMk/>
            <pc:sldMk cId="215904899" sldId="268"/>
            <ac:spMk id="3" creationId="{5D91B18B-95BF-4000-81AC-3F9C488B4324}"/>
          </ac:spMkLst>
        </pc:spChg>
        <pc:picChg chg="add mod">
          <ac:chgData name="SERGIO SPANO'" userId="3abdd0b9-513e-40ac-aad4-56920065037d" providerId="ADAL" clId="{FF5B9BE1-F2B7-48BD-8D52-77CB7C9ABADF}" dt="2022-04-06T13:06:46.311" v="680" actId="1076"/>
          <ac:picMkLst>
            <pc:docMk/>
            <pc:sldMk cId="215904899" sldId="268"/>
            <ac:picMk id="5" creationId="{B24AC316-A96A-4A7C-BFC4-29E4C03D16C5}"/>
          </ac:picMkLst>
        </pc:picChg>
      </pc:sldChg>
      <pc:sldChg chg="del">
        <pc:chgData name="SERGIO SPANO'" userId="3abdd0b9-513e-40ac-aad4-56920065037d" providerId="ADAL" clId="{FF5B9BE1-F2B7-48BD-8D52-77CB7C9ABADF}" dt="2022-04-06T11:25:05.255" v="59" actId="47"/>
        <pc:sldMkLst>
          <pc:docMk/>
          <pc:sldMk cId="3966974852" sldId="268"/>
        </pc:sldMkLst>
      </pc:sldChg>
      <pc:sldChg chg="del">
        <pc:chgData name="SERGIO SPANO'" userId="3abdd0b9-513e-40ac-aad4-56920065037d" providerId="ADAL" clId="{FF5B9BE1-F2B7-48BD-8D52-77CB7C9ABADF}" dt="2022-04-06T11:25:05.311" v="60" actId="47"/>
        <pc:sldMkLst>
          <pc:docMk/>
          <pc:sldMk cId="999021778" sldId="269"/>
        </pc:sldMkLst>
      </pc:sldChg>
      <pc:sldChg chg="del">
        <pc:chgData name="SERGIO SPANO'" userId="3abdd0b9-513e-40ac-aad4-56920065037d" providerId="ADAL" clId="{FF5B9BE1-F2B7-48BD-8D52-77CB7C9ABADF}" dt="2022-04-06T11:25:05.345" v="61" actId="47"/>
        <pc:sldMkLst>
          <pc:docMk/>
          <pc:sldMk cId="1089051384" sldId="270"/>
        </pc:sldMkLst>
      </pc:sldChg>
      <pc:sldChg chg="del">
        <pc:chgData name="SERGIO SPANO'" userId="3abdd0b9-513e-40ac-aad4-56920065037d" providerId="ADAL" clId="{FF5B9BE1-F2B7-48BD-8D52-77CB7C9ABADF}" dt="2022-04-06T11:25:05.371" v="62" actId="47"/>
        <pc:sldMkLst>
          <pc:docMk/>
          <pc:sldMk cId="3269472446" sldId="271"/>
        </pc:sldMkLst>
      </pc:sldChg>
      <pc:sldChg chg="del">
        <pc:chgData name="SERGIO SPANO'" userId="3abdd0b9-513e-40ac-aad4-56920065037d" providerId="ADAL" clId="{FF5B9BE1-F2B7-48BD-8D52-77CB7C9ABADF}" dt="2022-04-06T11:25:05.408" v="63" actId="47"/>
        <pc:sldMkLst>
          <pc:docMk/>
          <pc:sldMk cId="615134320" sldId="272"/>
        </pc:sldMkLst>
      </pc:sldChg>
      <pc:sldChg chg="del">
        <pc:chgData name="SERGIO SPANO'" userId="3abdd0b9-513e-40ac-aad4-56920065037d" providerId="ADAL" clId="{FF5B9BE1-F2B7-48BD-8D52-77CB7C9ABADF}" dt="2022-04-06T11:25:05.442" v="64" actId="47"/>
        <pc:sldMkLst>
          <pc:docMk/>
          <pc:sldMk cId="2722239694" sldId="273"/>
        </pc:sldMkLst>
      </pc:sldChg>
      <pc:sldChg chg="del">
        <pc:chgData name="SERGIO SPANO'" userId="3abdd0b9-513e-40ac-aad4-56920065037d" providerId="ADAL" clId="{FF5B9BE1-F2B7-48BD-8D52-77CB7C9ABADF}" dt="2022-04-06T11:25:05.477" v="65" actId="47"/>
        <pc:sldMkLst>
          <pc:docMk/>
          <pc:sldMk cId="3554465558" sldId="274"/>
        </pc:sldMkLst>
      </pc:sldChg>
    </pc:docChg>
  </pc:docChgLst>
  <pc:docChgLst>
    <pc:chgData name="SERGIO SPANO'" userId="3abdd0b9-513e-40ac-aad4-56920065037d" providerId="ADAL" clId="{F9F9A9FE-68DD-4380-A19A-C3E2E9A14DEB}"/>
    <pc:docChg chg="undo custSel modMainMaster">
      <pc:chgData name="SERGIO SPANO'" userId="3abdd0b9-513e-40ac-aad4-56920065037d" providerId="ADAL" clId="{F9F9A9FE-68DD-4380-A19A-C3E2E9A14DEB}" dt="2022-02-08T10:42:59.216" v="86" actId="14100"/>
      <pc:docMkLst>
        <pc:docMk/>
      </pc:docMkLst>
      <pc:sldMasterChg chg="addSp delSp modSp mod modSldLayout">
        <pc:chgData name="SERGIO SPANO'" userId="3abdd0b9-513e-40ac-aad4-56920065037d" providerId="ADAL" clId="{F9F9A9FE-68DD-4380-A19A-C3E2E9A14DEB}" dt="2022-02-08T10:42:59.216" v="86" actId="14100"/>
        <pc:sldMasterMkLst>
          <pc:docMk/>
          <pc:sldMasterMk cId="2117844949" sldId="2147483648"/>
        </pc:sldMasterMkLst>
        <pc:spChg chg="mod">
          <ac:chgData name="SERGIO SPANO'" userId="3abdd0b9-513e-40ac-aad4-56920065037d" providerId="ADAL" clId="{F9F9A9FE-68DD-4380-A19A-C3E2E9A14DEB}" dt="2022-02-08T10:37:29.192" v="27" actId="14100"/>
          <ac:spMkLst>
            <pc:docMk/>
            <pc:sldMasterMk cId="2117844949" sldId="2147483648"/>
            <ac:spMk id="2" creationId="{F6A7BD6A-2E1D-4EE9-9550-3278CC20D11B}"/>
          </ac:spMkLst>
        </pc:spChg>
        <pc:spChg chg="mod">
          <ac:chgData name="SERGIO SPANO'" userId="3abdd0b9-513e-40ac-aad4-56920065037d" providerId="ADAL" clId="{F9F9A9FE-68DD-4380-A19A-C3E2E9A14DEB}" dt="2022-02-08T10:37:35.335" v="29" actId="14100"/>
          <ac:spMkLst>
            <pc:docMk/>
            <pc:sldMasterMk cId="2117844949" sldId="2147483648"/>
            <ac:spMk id="3" creationId="{4A5DA657-DDD8-4A05-9088-B977D6547C9B}"/>
          </ac:spMkLst>
        </pc:spChg>
        <pc:spChg chg="mod">
          <ac:chgData name="SERGIO SPANO'" userId="3abdd0b9-513e-40ac-aad4-56920065037d" providerId="ADAL" clId="{F9F9A9FE-68DD-4380-A19A-C3E2E9A14DEB}" dt="2022-02-08T10:42:46.741" v="83" actId="14100"/>
          <ac:spMkLst>
            <pc:docMk/>
            <pc:sldMasterMk cId="2117844949" sldId="2147483648"/>
            <ac:spMk id="4" creationId="{3CA61BD2-CA09-4BEB-B08B-4B0A8533DEC8}"/>
          </ac:spMkLst>
        </pc:spChg>
        <pc:spChg chg="mod">
          <ac:chgData name="SERGIO SPANO'" userId="3abdd0b9-513e-40ac-aad4-56920065037d" providerId="ADAL" clId="{F9F9A9FE-68DD-4380-A19A-C3E2E9A14DEB}" dt="2022-02-08T10:42:59.216" v="86" actId="14100"/>
          <ac:spMkLst>
            <pc:docMk/>
            <pc:sldMasterMk cId="2117844949" sldId="2147483648"/>
            <ac:spMk id="5" creationId="{26C1109A-83E1-4943-908E-29C1D523D264}"/>
          </ac:spMkLst>
        </pc:spChg>
        <pc:spChg chg="mod">
          <ac:chgData name="SERGIO SPANO'" userId="3abdd0b9-513e-40ac-aad4-56920065037d" providerId="ADAL" clId="{F9F9A9FE-68DD-4380-A19A-C3E2E9A14DEB}" dt="2022-02-08T10:42:55.098" v="85" actId="14100"/>
          <ac:spMkLst>
            <pc:docMk/>
            <pc:sldMasterMk cId="2117844949" sldId="2147483648"/>
            <ac:spMk id="6" creationId="{3A1501F7-399C-4A0A-8183-EF9F4C72DD54}"/>
          </ac:spMkLst>
        </pc:spChg>
        <pc:spChg chg="mod">
          <ac:chgData name="SERGIO SPANO'" userId="3abdd0b9-513e-40ac-aad4-56920065037d" providerId="ADAL" clId="{F9F9A9FE-68DD-4380-A19A-C3E2E9A14DEB}" dt="2022-02-08T10:36:52.743" v="6" actId="14100"/>
          <ac:spMkLst>
            <pc:docMk/>
            <pc:sldMasterMk cId="2117844949" sldId="2147483648"/>
            <ac:spMk id="9" creationId="{23DA7761-B638-4C8B-BC2F-3D04149752EA}"/>
          </ac:spMkLst>
        </pc:spChg>
        <pc:spChg chg="add del mod">
          <ac:chgData name="SERGIO SPANO'" userId="3abdd0b9-513e-40ac-aad4-56920065037d" providerId="ADAL" clId="{F9F9A9FE-68DD-4380-A19A-C3E2E9A14DEB}" dt="2022-02-08T10:40:19.534" v="70" actId="478"/>
          <ac:spMkLst>
            <pc:docMk/>
            <pc:sldMasterMk cId="2117844949" sldId="2147483648"/>
            <ac:spMk id="11" creationId="{DE5BD3E4-F1B8-4FA1-B5D8-D9BECA20DBD1}"/>
          </ac:spMkLst>
        </pc:spChg>
        <pc:spChg chg="add del mod">
          <ac:chgData name="SERGIO SPANO'" userId="3abdd0b9-513e-40ac-aad4-56920065037d" providerId="ADAL" clId="{F9F9A9FE-68DD-4380-A19A-C3E2E9A14DEB}" dt="2022-02-08T10:42:17.889" v="82"/>
          <ac:spMkLst>
            <pc:docMk/>
            <pc:sldMasterMk cId="2117844949" sldId="2147483648"/>
            <ac:spMk id="12" creationId="{422EBADD-EB73-42EE-A99A-10EE3AD16BBC}"/>
          </ac:spMkLst>
        </pc:spChg>
        <pc:picChg chg="add mod">
          <ac:chgData name="SERGIO SPANO'" userId="3abdd0b9-513e-40ac-aad4-56920065037d" providerId="ADAL" clId="{F9F9A9FE-68DD-4380-A19A-C3E2E9A14DEB}" dt="2022-02-08T10:37:07.398" v="18" actId="1037"/>
          <ac:picMkLst>
            <pc:docMk/>
            <pc:sldMasterMk cId="2117844949" sldId="2147483648"/>
            <ac:picMk id="10" creationId="{D20E3174-B741-4DA8-98A9-60C537AE3499}"/>
          </ac:picMkLst>
        </pc:picChg>
        <pc:sldLayoutChg chg="addSp delSp modSp mod">
          <pc:chgData name="SERGIO SPANO'" userId="3abdd0b9-513e-40ac-aad4-56920065037d" providerId="ADAL" clId="{F9F9A9FE-68DD-4380-A19A-C3E2E9A14DEB}" dt="2022-02-08T10:40:45.602" v="78" actId="1036"/>
          <pc:sldLayoutMkLst>
            <pc:docMk/>
            <pc:sldMasterMk cId="2117844949" sldId="2147483648"/>
            <pc:sldLayoutMk cId="638397118" sldId="2147483649"/>
          </pc:sldLayoutMkLst>
          <pc:spChg chg="mod">
            <ac:chgData name="SERGIO SPANO'" userId="3abdd0b9-513e-40ac-aad4-56920065037d" providerId="ADAL" clId="{F9F9A9FE-68DD-4380-A19A-C3E2E9A14DEB}" dt="2022-02-08T10:39:08.090" v="59" actId="14100"/>
            <ac:spMkLst>
              <pc:docMk/>
              <pc:sldMasterMk cId="2117844949" sldId="2147483648"/>
              <pc:sldLayoutMk cId="638397118" sldId="2147483649"/>
              <ac:spMk id="3" creationId="{0520775B-C623-4491-81E1-F48B53652264}"/>
            </ac:spMkLst>
          </pc:spChg>
          <pc:spChg chg="del">
            <ac:chgData name="SERGIO SPANO'" userId="3abdd0b9-513e-40ac-aad4-56920065037d" providerId="ADAL" clId="{F9F9A9FE-68DD-4380-A19A-C3E2E9A14DEB}" dt="2022-02-08T10:40:15.722" v="69" actId="478"/>
            <ac:spMkLst>
              <pc:docMk/>
              <pc:sldMasterMk cId="2117844949" sldId="2147483648"/>
              <pc:sldLayoutMk cId="638397118" sldId="2147483649"/>
              <ac:spMk id="9" creationId="{73530198-8189-4449-A1AC-78983AC216D3}"/>
            </ac:spMkLst>
          </pc:spChg>
          <pc:spChg chg="add mod">
            <ac:chgData name="SERGIO SPANO'" userId="3abdd0b9-513e-40ac-aad4-56920065037d" providerId="ADAL" clId="{F9F9A9FE-68DD-4380-A19A-C3E2E9A14DEB}" dt="2022-02-08T10:40:45.602" v="78" actId="1036"/>
            <ac:spMkLst>
              <pc:docMk/>
              <pc:sldMasterMk cId="2117844949" sldId="2147483648"/>
              <pc:sldLayoutMk cId="638397118" sldId="2147483649"/>
              <ac:spMk id="12" creationId="{97D68861-15CF-45CE-801C-70DD06C46F7E}"/>
            </ac:spMkLst>
          </pc:spChg>
        </pc:sldLayoutChg>
        <pc:sldLayoutChg chg="modSp mod">
          <pc:chgData name="SERGIO SPANO'" userId="3abdd0b9-513e-40ac-aad4-56920065037d" providerId="ADAL" clId="{F9F9A9FE-68DD-4380-A19A-C3E2E9A14DEB}" dt="2022-02-08T10:37:46.697" v="31" actId="14100"/>
          <pc:sldLayoutMkLst>
            <pc:docMk/>
            <pc:sldMasterMk cId="2117844949" sldId="2147483648"/>
            <pc:sldLayoutMk cId="1127178419" sldId="2147483652"/>
          </pc:sldLayoutMkLst>
          <pc:spChg chg="mod">
            <ac:chgData name="SERGIO SPANO'" userId="3abdd0b9-513e-40ac-aad4-56920065037d" providerId="ADAL" clId="{F9F9A9FE-68DD-4380-A19A-C3E2E9A14DEB}" dt="2022-02-08T10:37:43.063" v="30" actId="14100"/>
            <ac:spMkLst>
              <pc:docMk/>
              <pc:sldMasterMk cId="2117844949" sldId="2147483648"/>
              <pc:sldLayoutMk cId="1127178419" sldId="2147483652"/>
              <ac:spMk id="3" creationId="{489F5267-AD86-4D32-944C-03F3ED38DE9D}"/>
            </ac:spMkLst>
          </pc:spChg>
          <pc:spChg chg="mod">
            <ac:chgData name="SERGIO SPANO'" userId="3abdd0b9-513e-40ac-aad4-56920065037d" providerId="ADAL" clId="{F9F9A9FE-68DD-4380-A19A-C3E2E9A14DEB}" dt="2022-02-08T10:37:46.697" v="31" actId="14100"/>
            <ac:spMkLst>
              <pc:docMk/>
              <pc:sldMasterMk cId="2117844949" sldId="2147483648"/>
              <pc:sldLayoutMk cId="1127178419" sldId="2147483652"/>
              <ac:spMk id="4" creationId="{2288A62B-98DA-4E63-A89D-B7A2FD1344C6}"/>
            </ac:spMkLst>
          </pc:spChg>
        </pc:sldLayoutChg>
        <pc:sldLayoutChg chg="modSp mod">
          <pc:chgData name="SERGIO SPANO'" userId="3abdd0b9-513e-40ac-aad4-56920065037d" providerId="ADAL" clId="{F9F9A9FE-68DD-4380-A19A-C3E2E9A14DEB}" dt="2022-02-08T10:38:59.416" v="58" actId="14100"/>
          <pc:sldLayoutMkLst>
            <pc:docMk/>
            <pc:sldMasterMk cId="2117844949" sldId="2147483648"/>
            <pc:sldLayoutMk cId="3277322425" sldId="2147483653"/>
          </pc:sldLayoutMkLst>
          <pc:spChg chg="mod">
            <ac:chgData name="SERGIO SPANO'" userId="3abdd0b9-513e-40ac-aad4-56920065037d" providerId="ADAL" clId="{F9F9A9FE-68DD-4380-A19A-C3E2E9A14DEB}" dt="2022-02-08T10:38:46.851" v="53" actId="14100"/>
            <ac:spMkLst>
              <pc:docMk/>
              <pc:sldMasterMk cId="2117844949" sldId="2147483648"/>
              <pc:sldLayoutMk cId="3277322425" sldId="2147483653"/>
              <ac:spMk id="2" creationId="{5E1D8EA1-9C49-465B-BADE-8BD2C192ADCE}"/>
            </ac:spMkLst>
          </pc:spChg>
          <pc:spChg chg="mod">
            <ac:chgData name="SERGIO SPANO'" userId="3abdd0b9-513e-40ac-aad4-56920065037d" providerId="ADAL" clId="{F9F9A9FE-68DD-4380-A19A-C3E2E9A14DEB}" dt="2022-02-08T10:38:56.536" v="57" actId="14100"/>
            <ac:spMkLst>
              <pc:docMk/>
              <pc:sldMasterMk cId="2117844949" sldId="2147483648"/>
              <pc:sldLayoutMk cId="3277322425" sldId="2147483653"/>
              <ac:spMk id="3" creationId="{303B0D27-A200-4420-A47D-C5E6827F90FB}"/>
            </ac:spMkLst>
          </pc:spChg>
          <pc:spChg chg="mod">
            <ac:chgData name="SERGIO SPANO'" userId="3abdd0b9-513e-40ac-aad4-56920065037d" providerId="ADAL" clId="{F9F9A9FE-68DD-4380-A19A-C3E2E9A14DEB}" dt="2022-02-08T10:38:59.416" v="58" actId="14100"/>
            <ac:spMkLst>
              <pc:docMk/>
              <pc:sldMasterMk cId="2117844949" sldId="2147483648"/>
              <pc:sldLayoutMk cId="3277322425" sldId="2147483653"/>
              <ac:spMk id="4" creationId="{76D52593-7A57-42B3-A2DE-96B6662C08B5}"/>
            </ac:spMkLst>
          </pc:spChg>
          <pc:spChg chg="mod">
            <ac:chgData name="SERGIO SPANO'" userId="3abdd0b9-513e-40ac-aad4-56920065037d" providerId="ADAL" clId="{F9F9A9FE-68DD-4380-A19A-C3E2E9A14DEB}" dt="2022-02-08T10:38:50.405" v="55" actId="14100"/>
            <ac:spMkLst>
              <pc:docMk/>
              <pc:sldMasterMk cId="2117844949" sldId="2147483648"/>
              <pc:sldLayoutMk cId="3277322425" sldId="2147483653"/>
              <ac:spMk id="5" creationId="{0D1156F2-1FD9-4D4B-8C64-92B0A8DD40B8}"/>
            </ac:spMkLst>
          </pc:spChg>
          <pc:spChg chg="mod">
            <ac:chgData name="SERGIO SPANO'" userId="3abdd0b9-513e-40ac-aad4-56920065037d" providerId="ADAL" clId="{F9F9A9FE-68DD-4380-A19A-C3E2E9A14DEB}" dt="2022-02-08T10:38:52.982" v="56" actId="14100"/>
            <ac:spMkLst>
              <pc:docMk/>
              <pc:sldMasterMk cId="2117844949" sldId="2147483648"/>
              <pc:sldLayoutMk cId="3277322425" sldId="2147483653"/>
              <ac:spMk id="6" creationId="{8190BA44-D273-408B-922F-FD483788162C}"/>
            </ac:spMkLst>
          </pc:spChg>
        </pc:sldLayoutChg>
        <pc:sldLayoutChg chg="modSp mod">
          <pc:chgData name="SERGIO SPANO'" userId="3abdd0b9-513e-40ac-aad4-56920065037d" providerId="ADAL" clId="{F9F9A9FE-68DD-4380-A19A-C3E2E9A14DEB}" dt="2022-02-08T10:38:05.675" v="34" actId="14100"/>
          <pc:sldLayoutMkLst>
            <pc:docMk/>
            <pc:sldMasterMk cId="2117844949" sldId="2147483648"/>
            <pc:sldLayoutMk cId="286306287" sldId="2147483656"/>
          </pc:sldLayoutMkLst>
          <pc:spChg chg="mod">
            <ac:chgData name="SERGIO SPANO'" userId="3abdd0b9-513e-40ac-aad4-56920065037d" providerId="ADAL" clId="{F9F9A9FE-68DD-4380-A19A-C3E2E9A14DEB}" dt="2022-02-08T10:37:58.442" v="32" actId="14100"/>
            <ac:spMkLst>
              <pc:docMk/>
              <pc:sldMasterMk cId="2117844949" sldId="2147483648"/>
              <pc:sldLayoutMk cId="286306287" sldId="2147483656"/>
              <ac:spMk id="2" creationId="{45DA3055-73C1-4452-AD08-3F132219BC62}"/>
            </ac:spMkLst>
          </pc:spChg>
          <pc:spChg chg="mod">
            <ac:chgData name="SERGIO SPANO'" userId="3abdd0b9-513e-40ac-aad4-56920065037d" providerId="ADAL" clId="{F9F9A9FE-68DD-4380-A19A-C3E2E9A14DEB}" dt="2022-02-08T10:38:05.675" v="34" actId="14100"/>
            <ac:spMkLst>
              <pc:docMk/>
              <pc:sldMasterMk cId="2117844949" sldId="2147483648"/>
              <pc:sldLayoutMk cId="286306287" sldId="2147483656"/>
              <ac:spMk id="3" creationId="{CDE47ECA-CF77-41FB-A124-4B8E5178D906}"/>
            </ac:spMkLst>
          </pc:spChg>
          <pc:spChg chg="mod">
            <ac:chgData name="SERGIO SPANO'" userId="3abdd0b9-513e-40ac-aad4-56920065037d" providerId="ADAL" clId="{F9F9A9FE-68DD-4380-A19A-C3E2E9A14DEB}" dt="2022-02-08T10:38:00.839" v="33" actId="14100"/>
            <ac:spMkLst>
              <pc:docMk/>
              <pc:sldMasterMk cId="2117844949" sldId="2147483648"/>
              <pc:sldLayoutMk cId="286306287" sldId="2147483656"/>
              <ac:spMk id="4" creationId="{FA2AA623-AEAD-49A2-8860-3288F950BB8D}"/>
            </ac:spMkLst>
          </pc:spChg>
        </pc:sldLayoutChg>
        <pc:sldLayoutChg chg="modSp mod">
          <pc:chgData name="SERGIO SPANO'" userId="3abdd0b9-513e-40ac-aad4-56920065037d" providerId="ADAL" clId="{F9F9A9FE-68DD-4380-A19A-C3E2E9A14DEB}" dt="2022-02-08T10:38:16.700" v="37" actId="14100"/>
          <pc:sldLayoutMkLst>
            <pc:docMk/>
            <pc:sldMasterMk cId="2117844949" sldId="2147483648"/>
            <pc:sldLayoutMk cId="3515321370" sldId="2147483657"/>
          </pc:sldLayoutMkLst>
          <pc:spChg chg="mod">
            <ac:chgData name="SERGIO SPANO'" userId="3abdd0b9-513e-40ac-aad4-56920065037d" providerId="ADAL" clId="{F9F9A9FE-68DD-4380-A19A-C3E2E9A14DEB}" dt="2022-02-08T10:38:10.052" v="35" actId="14100"/>
            <ac:spMkLst>
              <pc:docMk/>
              <pc:sldMasterMk cId="2117844949" sldId="2147483648"/>
              <pc:sldLayoutMk cId="3515321370" sldId="2147483657"/>
              <ac:spMk id="2" creationId="{550DE0DC-F059-4028-8042-9C0A19FE975C}"/>
            </ac:spMkLst>
          </pc:spChg>
          <pc:spChg chg="mod">
            <ac:chgData name="SERGIO SPANO'" userId="3abdd0b9-513e-40ac-aad4-56920065037d" providerId="ADAL" clId="{F9F9A9FE-68DD-4380-A19A-C3E2E9A14DEB}" dt="2022-02-08T10:38:16.700" v="37" actId="14100"/>
            <ac:spMkLst>
              <pc:docMk/>
              <pc:sldMasterMk cId="2117844949" sldId="2147483648"/>
              <pc:sldLayoutMk cId="3515321370" sldId="2147483657"/>
              <ac:spMk id="3" creationId="{7FEA735F-D21D-4609-B4A3-0339F6156B4F}"/>
            </ac:spMkLst>
          </pc:spChg>
          <pc:spChg chg="mod">
            <ac:chgData name="SERGIO SPANO'" userId="3abdd0b9-513e-40ac-aad4-56920065037d" providerId="ADAL" clId="{F9F9A9FE-68DD-4380-A19A-C3E2E9A14DEB}" dt="2022-02-08T10:38:12.044" v="36" actId="14100"/>
            <ac:spMkLst>
              <pc:docMk/>
              <pc:sldMasterMk cId="2117844949" sldId="2147483648"/>
              <pc:sldLayoutMk cId="3515321370" sldId="2147483657"/>
              <ac:spMk id="4" creationId="{D992C9CE-CDA0-4229-B2B6-52C5DA42B359}"/>
            </ac:spMkLst>
          </pc:spChg>
        </pc:sldLayoutChg>
      </pc:sldMasterChg>
    </pc:docChg>
  </pc:docChgLst>
  <pc:docChgLst>
    <pc:chgData name="SERGIO SPANO'" userId="3abdd0b9-513e-40ac-aad4-56920065037d" providerId="ADAL" clId="{99CAF51D-0A50-4BFE-9378-781BB971E0EB}"/>
    <pc:docChg chg="undo custSel addSld delSld modSld">
      <pc:chgData name="SERGIO SPANO'" userId="3abdd0b9-513e-40ac-aad4-56920065037d" providerId="ADAL" clId="{99CAF51D-0A50-4BFE-9378-781BB971E0EB}" dt="2022-04-01T09:48:30.323" v="67" actId="1076"/>
      <pc:docMkLst>
        <pc:docMk/>
      </pc:docMkLst>
      <pc:sldChg chg="modSp add del mod">
        <pc:chgData name="SERGIO SPANO'" userId="3abdd0b9-513e-40ac-aad4-56920065037d" providerId="ADAL" clId="{99CAF51D-0A50-4BFE-9378-781BB971E0EB}" dt="2022-04-01T09:45:43.646" v="45" actId="20577"/>
        <pc:sldMkLst>
          <pc:docMk/>
          <pc:sldMk cId="3676927149" sldId="256"/>
        </pc:sldMkLst>
        <pc:spChg chg="mod">
          <ac:chgData name="SERGIO SPANO'" userId="3abdd0b9-513e-40ac-aad4-56920065037d" providerId="ADAL" clId="{99CAF51D-0A50-4BFE-9378-781BB971E0EB}" dt="2022-04-01T09:45:43.646" v="45" actId="20577"/>
          <ac:spMkLst>
            <pc:docMk/>
            <pc:sldMk cId="3676927149" sldId="256"/>
            <ac:spMk id="2" creationId="{AE5A0156-FA44-4B5E-AA95-BA26FE319EEF}"/>
          </ac:spMkLst>
        </pc:spChg>
      </pc:sldChg>
      <pc:sldChg chg="addSp modSp new mod">
        <pc:chgData name="SERGIO SPANO'" userId="3abdd0b9-513e-40ac-aad4-56920065037d" providerId="ADAL" clId="{99CAF51D-0A50-4BFE-9378-781BB971E0EB}" dt="2022-04-01T09:46:36.853" v="55" actId="1076"/>
        <pc:sldMkLst>
          <pc:docMk/>
          <pc:sldMk cId="2336464834" sldId="257"/>
        </pc:sldMkLst>
        <pc:spChg chg="mod">
          <ac:chgData name="SERGIO SPANO'" userId="3abdd0b9-513e-40ac-aad4-56920065037d" providerId="ADAL" clId="{99CAF51D-0A50-4BFE-9378-781BB971E0EB}" dt="2022-04-01T09:46:15.595" v="48" actId="27636"/>
          <ac:spMkLst>
            <pc:docMk/>
            <pc:sldMk cId="2336464834" sldId="257"/>
            <ac:spMk id="2" creationId="{B8823F1D-6D8D-40BE-9BC7-BF55A94DD1FC}"/>
          </ac:spMkLst>
        </pc:spChg>
        <pc:spChg chg="mod">
          <ac:chgData name="SERGIO SPANO'" userId="3abdd0b9-513e-40ac-aad4-56920065037d" providerId="ADAL" clId="{99CAF51D-0A50-4BFE-9378-781BB971E0EB}" dt="2022-04-01T09:46:25.599" v="51" actId="15"/>
          <ac:spMkLst>
            <pc:docMk/>
            <pc:sldMk cId="2336464834" sldId="257"/>
            <ac:spMk id="3" creationId="{2EEFEE4D-B764-41AC-8F4C-3C74B9E4C767}"/>
          </ac:spMkLst>
        </pc:spChg>
        <pc:picChg chg="add mod">
          <ac:chgData name="SERGIO SPANO'" userId="3abdd0b9-513e-40ac-aad4-56920065037d" providerId="ADAL" clId="{99CAF51D-0A50-4BFE-9378-781BB971E0EB}" dt="2022-04-01T09:46:36.853" v="55" actId="1076"/>
          <ac:picMkLst>
            <pc:docMk/>
            <pc:sldMk cId="2336464834" sldId="257"/>
            <ac:picMk id="6" creationId="{E4321D2E-2C41-4BDC-94DC-C9D30DF5D808}"/>
          </ac:picMkLst>
        </pc:picChg>
      </pc:sldChg>
      <pc:sldChg chg="del">
        <pc:chgData name="SERGIO SPANO'" userId="3abdd0b9-513e-40ac-aad4-56920065037d" providerId="ADAL" clId="{99CAF51D-0A50-4BFE-9378-781BB971E0EB}" dt="2022-04-01T09:45:31.982" v="0" actId="47"/>
        <pc:sldMkLst>
          <pc:docMk/>
          <pc:sldMk cId="2510750969" sldId="257"/>
        </pc:sldMkLst>
      </pc:sldChg>
      <pc:sldChg chg="addSp modSp new mod">
        <pc:chgData name="SERGIO SPANO'" userId="3abdd0b9-513e-40ac-aad4-56920065037d" providerId="ADAL" clId="{99CAF51D-0A50-4BFE-9378-781BB971E0EB}" dt="2022-04-01T09:48:30.323" v="67" actId="1076"/>
        <pc:sldMkLst>
          <pc:docMk/>
          <pc:sldMk cId="3189614810" sldId="258"/>
        </pc:sldMkLst>
        <pc:spChg chg="mod">
          <ac:chgData name="SERGIO SPANO'" userId="3abdd0b9-513e-40ac-aad4-56920065037d" providerId="ADAL" clId="{99CAF51D-0A50-4BFE-9378-781BB971E0EB}" dt="2022-04-01T09:47:58.686" v="58" actId="27636"/>
          <ac:spMkLst>
            <pc:docMk/>
            <pc:sldMk cId="3189614810" sldId="258"/>
            <ac:spMk id="2" creationId="{C36B1B8B-6869-4C59-8E63-5B0AB301663A}"/>
          </ac:spMkLst>
        </pc:spChg>
        <pc:spChg chg="mod">
          <ac:chgData name="SERGIO SPANO'" userId="3abdd0b9-513e-40ac-aad4-56920065037d" providerId="ADAL" clId="{99CAF51D-0A50-4BFE-9378-781BB971E0EB}" dt="2022-04-01T09:48:13.394" v="61" actId="15"/>
          <ac:spMkLst>
            <pc:docMk/>
            <pc:sldMk cId="3189614810" sldId="258"/>
            <ac:spMk id="3" creationId="{E30FBE24-3806-4871-998C-39837E7D0E7A}"/>
          </ac:spMkLst>
        </pc:spChg>
        <pc:picChg chg="add mod">
          <ac:chgData name="SERGIO SPANO'" userId="3abdd0b9-513e-40ac-aad4-56920065037d" providerId="ADAL" clId="{99CAF51D-0A50-4BFE-9378-781BB971E0EB}" dt="2022-04-01T09:48:30.323" v="67" actId="1076"/>
          <ac:picMkLst>
            <pc:docMk/>
            <pc:sldMk cId="3189614810" sldId="258"/>
            <ac:picMk id="6" creationId="{B89D471D-2C78-4737-A12B-F1120A839950}"/>
          </ac:picMkLst>
        </pc:picChg>
      </pc:sldChg>
      <pc:sldChg chg="del">
        <pc:chgData name="SERGIO SPANO'" userId="3abdd0b9-513e-40ac-aad4-56920065037d" providerId="ADAL" clId="{99CAF51D-0A50-4BFE-9378-781BB971E0EB}" dt="2022-04-01T09:45:32.196" v="1" actId="47"/>
        <pc:sldMkLst>
          <pc:docMk/>
          <pc:sldMk cId="4020902438" sldId="258"/>
        </pc:sldMkLst>
      </pc:sldChg>
      <pc:sldChg chg="del">
        <pc:chgData name="SERGIO SPANO'" userId="3abdd0b9-513e-40ac-aad4-56920065037d" providerId="ADAL" clId="{99CAF51D-0A50-4BFE-9378-781BB971E0EB}" dt="2022-04-01T09:45:32.438" v="2" actId="47"/>
        <pc:sldMkLst>
          <pc:docMk/>
          <pc:sldMk cId="3209245327" sldId="259"/>
        </pc:sldMkLst>
      </pc:sldChg>
      <pc:sldChg chg="del">
        <pc:chgData name="SERGIO SPANO'" userId="3abdd0b9-513e-40ac-aad4-56920065037d" providerId="ADAL" clId="{99CAF51D-0A50-4BFE-9378-781BB971E0EB}" dt="2022-04-01T09:45:32.610" v="3" actId="47"/>
        <pc:sldMkLst>
          <pc:docMk/>
          <pc:sldMk cId="2767171798" sldId="260"/>
        </pc:sldMkLst>
      </pc:sldChg>
      <pc:sldChg chg="del">
        <pc:chgData name="SERGIO SPANO'" userId="3abdd0b9-513e-40ac-aad4-56920065037d" providerId="ADAL" clId="{99CAF51D-0A50-4BFE-9378-781BB971E0EB}" dt="2022-04-01T09:45:32.796" v="4" actId="47"/>
        <pc:sldMkLst>
          <pc:docMk/>
          <pc:sldMk cId="2813340949" sldId="261"/>
        </pc:sldMkLst>
      </pc:sldChg>
      <pc:sldChg chg="del">
        <pc:chgData name="SERGIO SPANO'" userId="3abdd0b9-513e-40ac-aad4-56920065037d" providerId="ADAL" clId="{99CAF51D-0A50-4BFE-9378-781BB971E0EB}" dt="2022-04-01T09:45:32.956" v="5" actId="47"/>
        <pc:sldMkLst>
          <pc:docMk/>
          <pc:sldMk cId="2029537201" sldId="262"/>
        </pc:sldMkLst>
      </pc:sldChg>
      <pc:sldChg chg="del">
        <pc:chgData name="SERGIO SPANO'" userId="3abdd0b9-513e-40ac-aad4-56920065037d" providerId="ADAL" clId="{99CAF51D-0A50-4BFE-9378-781BB971E0EB}" dt="2022-04-01T09:45:33.139" v="6" actId="47"/>
        <pc:sldMkLst>
          <pc:docMk/>
          <pc:sldMk cId="107627399" sldId="263"/>
        </pc:sldMkLst>
      </pc:sldChg>
      <pc:sldChg chg="del">
        <pc:chgData name="SERGIO SPANO'" userId="3abdd0b9-513e-40ac-aad4-56920065037d" providerId="ADAL" clId="{99CAF51D-0A50-4BFE-9378-781BB971E0EB}" dt="2022-04-01T09:45:33.713" v="7" actId="47"/>
        <pc:sldMkLst>
          <pc:docMk/>
          <pc:sldMk cId="4139437653" sldId="264"/>
        </pc:sldMkLst>
      </pc:sldChg>
      <pc:sldChg chg="del">
        <pc:chgData name="SERGIO SPANO'" userId="3abdd0b9-513e-40ac-aad4-56920065037d" providerId="ADAL" clId="{99CAF51D-0A50-4BFE-9378-781BB971E0EB}" dt="2022-04-01T09:45:33.896" v="8" actId="47"/>
        <pc:sldMkLst>
          <pc:docMk/>
          <pc:sldMk cId="2875466469" sldId="265"/>
        </pc:sldMkLst>
      </pc:sldChg>
      <pc:sldChg chg="del">
        <pc:chgData name="SERGIO SPANO'" userId="3abdd0b9-513e-40ac-aad4-56920065037d" providerId="ADAL" clId="{99CAF51D-0A50-4BFE-9378-781BB971E0EB}" dt="2022-04-01T09:45:33.915" v="9" actId="47"/>
        <pc:sldMkLst>
          <pc:docMk/>
          <pc:sldMk cId="2456961451" sldId="266"/>
        </pc:sldMkLst>
      </pc:sldChg>
      <pc:sldChg chg="del">
        <pc:chgData name="SERGIO SPANO'" userId="3abdd0b9-513e-40ac-aad4-56920065037d" providerId="ADAL" clId="{99CAF51D-0A50-4BFE-9378-781BB971E0EB}" dt="2022-04-01T09:45:33.939" v="10" actId="47"/>
        <pc:sldMkLst>
          <pc:docMk/>
          <pc:sldMk cId="156885306" sldId="267"/>
        </pc:sldMkLst>
      </pc:sldChg>
      <pc:sldChg chg="del">
        <pc:chgData name="SERGIO SPANO'" userId="3abdd0b9-513e-40ac-aad4-56920065037d" providerId="ADAL" clId="{99CAF51D-0A50-4BFE-9378-781BB971E0EB}" dt="2022-04-01T09:45:33.959" v="11" actId="47"/>
        <pc:sldMkLst>
          <pc:docMk/>
          <pc:sldMk cId="1254998778" sldId="268"/>
        </pc:sldMkLst>
      </pc:sldChg>
      <pc:sldChg chg="del">
        <pc:chgData name="SERGIO SPANO'" userId="3abdd0b9-513e-40ac-aad4-56920065037d" providerId="ADAL" clId="{99CAF51D-0A50-4BFE-9378-781BB971E0EB}" dt="2022-04-01T09:45:33.998" v="12" actId="47"/>
        <pc:sldMkLst>
          <pc:docMk/>
          <pc:sldMk cId="4101812665" sldId="269"/>
        </pc:sldMkLst>
      </pc:sldChg>
      <pc:sldChg chg="del">
        <pc:chgData name="SERGIO SPANO'" userId="3abdd0b9-513e-40ac-aad4-56920065037d" providerId="ADAL" clId="{99CAF51D-0A50-4BFE-9378-781BB971E0EB}" dt="2022-04-01T09:45:34.027" v="13" actId="47"/>
        <pc:sldMkLst>
          <pc:docMk/>
          <pc:sldMk cId="1588936678" sldId="270"/>
        </pc:sldMkLst>
      </pc:sldChg>
      <pc:sldChg chg="del">
        <pc:chgData name="SERGIO SPANO'" userId="3abdd0b9-513e-40ac-aad4-56920065037d" providerId="ADAL" clId="{99CAF51D-0A50-4BFE-9378-781BB971E0EB}" dt="2022-04-01T09:45:34.062" v="14" actId="47"/>
        <pc:sldMkLst>
          <pc:docMk/>
          <pc:sldMk cId="3003810364" sldId="271"/>
        </pc:sldMkLst>
      </pc:sldChg>
      <pc:sldChg chg="del">
        <pc:chgData name="SERGIO SPANO'" userId="3abdd0b9-513e-40ac-aad4-56920065037d" providerId="ADAL" clId="{99CAF51D-0A50-4BFE-9378-781BB971E0EB}" dt="2022-04-01T09:45:34.096" v="15" actId="47"/>
        <pc:sldMkLst>
          <pc:docMk/>
          <pc:sldMk cId="2331242970" sldId="272"/>
        </pc:sldMkLst>
      </pc:sldChg>
      <pc:sldChg chg="del">
        <pc:chgData name="SERGIO SPANO'" userId="3abdd0b9-513e-40ac-aad4-56920065037d" providerId="ADAL" clId="{99CAF51D-0A50-4BFE-9378-781BB971E0EB}" dt="2022-04-01T09:45:34.136" v="16" actId="47"/>
        <pc:sldMkLst>
          <pc:docMk/>
          <pc:sldMk cId="3942099409" sldId="273"/>
        </pc:sldMkLst>
      </pc:sldChg>
      <pc:sldChg chg="del">
        <pc:chgData name="SERGIO SPANO'" userId="3abdd0b9-513e-40ac-aad4-56920065037d" providerId="ADAL" clId="{99CAF51D-0A50-4BFE-9378-781BB971E0EB}" dt="2022-04-01T09:45:34.194" v="17" actId="47"/>
        <pc:sldMkLst>
          <pc:docMk/>
          <pc:sldMk cId="762601299" sldId="274"/>
        </pc:sldMkLst>
      </pc:sldChg>
      <pc:sldChg chg="del">
        <pc:chgData name="SERGIO SPANO'" userId="3abdd0b9-513e-40ac-aad4-56920065037d" providerId="ADAL" clId="{99CAF51D-0A50-4BFE-9378-781BB971E0EB}" dt="2022-04-01T09:45:34.224" v="18" actId="47"/>
        <pc:sldMkLst>
          <pc:docMk/>
          <pc:sldMk cId="174399053" sldId="275"/>
        </pc:sldMkLst>
      </pc:sldChg>
      <pc:sldChg chg="del">
        <pc:chgData name="SERGIO SPANO'" userId="3abdd0b9-513e-40ac-aad4-56920065037d" providerId="ADAL" clId="{99CAF51D-0A50-4BFE-9378-781BB971E0EB}" dt="2022-04-01T09:45:34.263" v="19" actId="47"/>
        <pc:sldMkLst>
          <pc:docMk/>
          <pc:sldMk cId="901720352" sldId="276"/>
        </pc:sldMkLst>
      </pc:sldChg>
      <pc:sldChg chg="del">
        <pc:chgData name="SERGIO SPANO'" userId="3abdd0b9-513e-40ac-aad4-56920065037d" providerId="ADAL" clId="{99CAF51D-0A50-4BFE-9378-781BB971E0EB}" dt="2022-04-01T09:45:34.292" v="20" actId="47"/>
        <pc:sldMkLst>
          <pc:docMk/>
          <pc:sldMk cId="4029004925" sldId="277"/>
        </pc:sldMkLst>
      </pc:sldChg>
    </pc:docChg>
  </pc:docChgLst>
  <pc:docChgLst>
    <pc:chgData name="SERGIO SPANO'" userId="3abdd0b9-513e-40ac-aad4-56920065037d" providerId="ADAL" clId="{0034361A-9E12-48AC-A38B-9EBE6F5212D0}"/>
    <pc:docChg chg="undo custSel addSld delSld modSld">
      <pc:chgData name="SERGIO SPANO'" userId="3abdd0b9-513e-40ac-aad4-56920065037d" providerId="ADAL" clId="{0034361A-9E12-48AC-A38B-9EBE6F5212D0}" dt="2022-04-04T09:40:27.361" v="1664" actId="20577"/>
      <pc:docMkLst>
        <pc:docMk/>
      </pc:docMkLst>
      <pc:sldChg chg="modSp add del mod">
        <pc:chgData name="SERGIO SPANO'" userId="3abdd0b9-513e-40ac-aad4-56920065037d" providerId="ADAL" clId="{0034361A-9E12-48AC-A38B-9EBE6F5212D0}" dt="2022-04-04T08:26:18.779" v="49" actId="47"/>
        <pc:sldMkLst>
          <pc:docMk/>
          <pc:sldMk cId="3676927149" sldId="256"/>
        </pc:sldMkLst>
        <pc:spChg chg="mod">
          <ac:chgData name="SERGIO SPANO'" userId="3abdd0b9-513e-40ac-aad4-56920065037d" providerId="ADAL" clId="{0034361A-9E12-48AC-A38B-9EBE6F5212D0}" dt="2022-04-04T08:26:04.822" v="26" actId="20577"/>
          <ac:spMkLst>
            <pc:docMk/>
            <pc:sldMk cId="3676927149" sldId="256"/>
            <ac:spMk id="2" creationId="{AE5A0156-FA44-4B5E-AA95-BA26FE319EEF}"/>
          </ac:spMkLst>
        </pc:spChg>
      </pc:sldChg>
      <pc:sldChg chg="del">
        <pc:chgData name="SERGIO SPANO'" userId="3abdd0b9-513e-40ac-aad4-56920065037d" providerId="ADAL" clId="{0034361A-9E12-48AC-A38B-9EBE6F5212D0}" dt="2022-04-04T08:26:14.180" v="27" actId="47"/>
        <pc:sldMkLst>
          <pc:docMk/>
          <pc:sldMk cId="2336464834" sldId="257"/>
        </pc:sldMkLst>
      </pc:sldChg>
      <pc:sldChg chg="modSp new mod">
        <pc:chgData name="SERGIO SPANO'" userId="3abdd0b9-513e-40ac-aad4-56920065037d" providerId="ADAL" clId="{0034361A-9E12-48AC-A38B-9EBE6F5212D0}" dt="2022-04-04T08:29:08.979" v="122" actId="20577"/>
        <pc:sldMkLst>
          <pc:docMk/>
          <pc:sldMk cId="2797524747" sldId="257"/>
        </pc:sldMkLst>
        <pc:spChg chg="mod">
          <ac:chgData name="SERGIO SPANO'" userId="3abdd0b9-513e-40ac-aad4-56920065037d" providerId="ADAL" clId="{0034361A-9E12-48AC-A38B-9EBE6F5212D0}" dt="2022-04-04T08:27:00.136" v="52"/>
          <ac:spMkLst>
            <pc:docMk/>
            <pc:sldMk cId="2797524747" sldId="257"/>
            <ac:spMk id="2" creationId="{9727955A-F688-4651-963B-A8950CD928D4}"/>
          </ac:spMkLst>
        </pc:spChg>
        <pc:spChg chg="mod">
          <ac:chgData name="SERGIO SPANO'" userId="3abdd0b9-513e-40ac-aad4-56920065037d" providerId="ADAL" clId="{0034361A-9E12-48AC-A38B-9EBE6F5212D0}" dt="2022-04-04T08:29:08.979" v="122" actId="20577"/>
          <ac:spMkLst>
            <pc:docMk/>
            <pc:sldMk cId="2797524747" sldId="257"/>
            <ac:spMk id="3" creationId="{2A9298CC-F807-4104-9FB0-BD0E8697BAAD}"/>
          </ac:spMkLst>
        </pc:spChg>
      </pc:sldChg>
      <pc:sldChg chg="modSp new mod">
        <pc:chgData name="SERGIO SPANO'" userId="3abdd0b9-513e-40ac-aad4-56920065037d" providerId="ADAL" clId="{0034361A-9E12-48AC-A38B-9EBE6F5212D0}" dt="2022-04-04T08:31:12.489" v="151" actId="20577"/>
        <pc:sldMkLst>
          <pc:docMk/>
          <pc:sldMk cId="2464260094" sldId="258"/>
        </pc:sldMkLst>
        <pc:spChg chg="mod">
          <ac:chgData name="SERGIO SPANO'" userId="3abdd0b9-513e-40ac-aad4-56920065037d" providerId="ADAL" clId="{0034361A-9E12-48AC-A38B-9EBE6F5212D0}" dt="2022-04-04T08:29:23.275" v="125" actId="27636"/>
          <ac:spMkLst>
            <pc:docMk/>
            <pc:sldMk cId="2464260094" sldId="258"/>
            <ac:spMk id="2" creationId="{4C3BCF4B-58EB-4648-95BC-94EADB892903}"/>
          </ac:spMkLst>
        </pc:spChg>
        <pc:spChg chg="mod">
          <ac:chgData name="SERGIO SPANO'" userId="3abdd0b9-513e-40ac-aad4-56920065037d" providerId="ADAL" clId="{0034361A-9E12-48AC-A38B-9EBE6F5212D0}" dt="2022-04-04T08:31:12.489" v="151" actId="20577"/>
          <ac:spMkLst>
            <pc:docMk/>
            <pc:sldMk cId="2464260094" sldId="258"/>
            <ac:spMk id="3" creationId="{C8188D2C-BBF4-4C2C-AA8D-6DC686E8B88E}"/>
          </ac:spMkLst>
        </pc:spChg>
      </pc:sldChg>
      <pc:sldChg chg="del">
        <pc:chgData name="SERGIO SPANO'" userId="3abdd0b9-513e-40ac-aad4-56920065037d" providerId="ADAL" clId="{0034361A-9E12-48AC-A38B-9EBE6F5212D0}" dt="2022-04-04T08:26:14.628" v="28" actId="47"/>
        <pc:sldMkLst>
          <pc:docMk/>
          <pc:sldMk cId="3189614810" sldId="258"/>
        </pc:sldMkLst>
      </pc:sldChg>
      <pc:sldChg chg="modSp new mod">
        <pc:chgData name="SERGIO SPANO'" userId="3abdd0b9-513e-40ac-aad4-56920065037d" providerId="ADAL" clId="{0034361A-9E12-48AC-A38B-9EBE6F5212D0}" dt="2022-04-04T08:38:39.484" v="392" actId="207"/>
        <pc:sldMkLst>
          <pc:docMk/>
          <pc:sldMk cId="406494104" sldId="259"/>
        </pc:sldMkLst>
        <pc:spChg chg="mod">
          <ac:chgData name="SERGIO SPANO'" userId="3abdd0b9-513e-40ac-aad4-56920065037d" providerId="ADAL" clId="{0034361A-9E12-48AC-A38B-9EBE6F5212D0}" dt="2022-04-04T08:31:26.673" v="154" actId="27636"/>
          <ac:spMkLst>
            <pc:docMk/>
            <pc:sldMk cId="406494104" sldId="259"/>
            <ac:spMk id="2" creationId="{26ADCB13-0042-48A4-BF93-9E7E234BF85B}"/>
          </ac:spMkLst>
        </pc:spChg>
        <pc:spChg chg="mod">
          <ac:chgData name="SERGIO SPANO'" userId="3abdd0b9-513e-40ac-aad4-56920065037d" providerId="ADAL" clId="{0034361A-9E12-48AC-A38B-9EBE6F5212D0}" dt="2022-04-04T08:38:39.484" v="392" actId="207"/>
          <ac:spMkLst>
            <pc:docMk/>
            <pc:sldMk cId="406494104" sldId="259"/>
            <ac:spMk id="3" creationId="{1AF714B3-8C8D-4CAB-9B4E-F0D36E1B3619}"/>
          </ac:spMkLst>
        </pc:spChg>
      </pc:sldChg>
      <pc:sldChg chg="del">
        <pc:chgData name="SERGIO SPANO'" userId="3abdd0b9-513e-40ac-aad4-56920065037d" providerId="ADAL" clId="{0034361A-9E12-48AC-A38B-9EBE6F5212D0}" dt="2022-04-04T08:26:14.801" v="29" actId="47"/>
        <pc:sldMkLst>
          <pc:docMk/>
          <pc:sldMk cId="1294299585" sldId="259"/>
        </pc:sldMkLst>
      </pc:sldChg>
      <pc:sldChg chg="del">
        <pc:chgData name="SERGIO SPANO'" userId="3abdd0b9-513e-40ac-aad4-56920065037d" providerId="ADAL" clId="{0034361A-9E12-48AC-A38B-9EBE6F5212D0}" dt="2022-04-04T08:26:14.960" v="30" actId="47"/>
        <pc:sldMkLst>
          <pc:docMk/>
          <pc:sldMk cId="3198250" sldId="260"/>
        </pc:sldMkLst>
      </pc:sldChg>
      <pc:sldChg chg="addSp delSp modSp new mod">
        <pc:chgData name="SERGIO SPANO'" userId="3abdd0b9-513e-40ac-aad4-56920065037d" providerId="ADAL" clId="{0034361A-9E12-48AC-A38B-9EBE6F5212D0}" dt="2022-04-04T09:00:37.732" v="720" actId="20577"/>
        <pc:sldMkLst>
          <pc:docMk/>
          <pc:sldMk cId="448377759" sldId="260"/>
        </pc:sldMkLst>
        <pc:spChg chg="mod">
          <ac:chgData name="SERGIO SPANO'" userId="3abdd0b9-513e-40ac-aad4-56920065037d" providerId="ADAL" clId="{0034361A-9E12-48AC-A38B-9EBE6F5212D0}" dt="2022-04-04T08:32:12.208" v="179" actId="20577"/>
          <ac:spMkLst>
            <pc:docMk/>
            <pc:sldMk cId="448377759" sldId="260"/>
            <ac:spMk id="2" creationId="{E56A8B31-A714-41A1-905D-77C10E9ABF6C}"/>
          </ac:spMkLst>
        </pc:spChg>
        <pc:spChg chg="mod">
          <ac:chgData name="SERGIO SPANO'" userId="3abdd0b9-513e-40ac-aad4-56920065037d" providerId="ADAL" clId="{0034361A-9E12-48AC-A38B-9EBE6F5212D0}" dt="2022-04-04T09:00:37.732" v="720" actId="20577"/>
          <ac:spMkLst>
            <pc:docMk/>
            <pc:sldMk cId="448377759" sldId="260"/>
            <ac:spMk id="3" creationId="{FDBA53D7-F8DD-4BAC-BE83-B0052CD3EAD1}"/>
          </ac:spMkLst>
        </pc:spChg>
        <pc:spChg chg="add del mod">
          <ac:chgData name="SERGIO SPANO'" userId="3abdd0b9-513e-40ac-aad4-56920065037d" providerId="ADAL" clId="{0034361A-9E12-48AC-A38B-9EBE6F5212D0}" dt="2022-04-04T08:46:57.563" v="695" actId="21"/>
          <ac:spMkLst>
            <pc:docMk/>
            <pc:sldMk cId="448377759" sldId="260"/>
            <ac:spMk id="7" creationId="{57268991-5B2E-4EC3-B693-0AF3575AF6A4}"/>
          </ac:spMkLst>
        </pc:spChg>
        <pc:spChg chg="add del mod">
          <ac:chgData name="SERGIO SPANO'" userId="3abdd0b9-513e-40ac-aad4-56920065037d" providerId="ADAL" clId="{0034361A-9E12-48AC-A38B-9EBE6F5212D0}" dt="2022-04-04T08:46:57.563" v="695" actId="21"/>
          <ac:spMkLst>
            <pc:docMk/>
            <pc:sldMk cId="448377759" sldId="260"/>
            <ac:spMk id="8" creationId="{4429C991-6C30-498E-A500-A90BC77422BB}"/>
          </ac:spMkLst>
        </pc:spChg>
        <pc:spChg chg="add del mod">
          <ac:chgData name="SERGIO SPANO'" userId="3abdd0b9-513e-40ac-aad4-56920065037d" providerId="ADAL" clId="{0034361A-9E12-48AC-A38B-9EBE6F5212D0}" dt="2022-04-04T08:46:20.192" v="678" actId="478"/>
          <ac:spMkLst>
            <pc:docMk/>
            <pc:sldMk cId="448377759" sldId="260"/>
            <ac:spMk id="9" creationId="{B9CE7121-56CA-4D45-A4E2-1A87578335BA}"/>
          </ac:spMkLst>
        </pc:spChg>
        <pc:spChg chg="add del mod">
          <ac:chgData name="SERGIO SPANO'" userId="3abdd0b9-513e-40ac-aad4-56920065037d" providerId="ADAL" clId="{0034361A-9E12-48AC-A38B-9EBE6F5212D0}" dt="2022-04-04T08:46:57.563" v="695" actId="21"/>
          <ac:spMkLst>
            <pc:docMk/>
            <pc:sldMk cId="448377759" sldId="260"/>
            <ac:spMk id="11" creationId="{D30ED28D-E06F-40FF-AC3D-C5825C5630E6}"/>
          </ac:spMkLst>
        </pc:spChg>
        <pc:picChg chg="add mod">
          <ac:chgData name="SERGIO SPANO'" userId="3abdd0b9-513e-40ac-aad4-56920065037d" providerId="ADAL" clId="{0034361A-9E12-48AC-A38B-9EBE6F5212D0}" dt="2022-04-04T08:42:32.459" v="425" actId="1076"/>
          <ac:picMkLst>
            <pc:docMk/>
            <pc:sldMk cId="448377759" sldId="260"/>
            <ac:picMk id="6" creationId="{475290A3-1AC6-43C4-A98D-236DD2C00254}"/>
          </ac:picMkLst>
        </pc:picChg>
        <pc:picChg chg="add mod modCrop">
          <ac:chgData name="SERGIO SPANO'" userId="3abdd0b9-513e-40ac-aad4-56920065037d" providerId="ADAL" clId="{0034361A-9E12-48AC-A38B-9EBE6F5212D0}" dt="2022-04-04T08:47:13.603" v="702" actId="1076"/>
          <ac:picMkLst>
            <pc:docMk/>
            <pc:sldMk cId="448377759" sldId="260"/>
            <ac:picMk id="10" creationId="{0A04D125-1690-4913-A594-B7FA004A11F6}"/>
          </ac:picMkLst>
        </pc:picChg>
        <pc:picChg chg="add del mod">
          <ac:chgData name="SERGIO SPANO'" userId="3abdd0b9-513e-40ac-aad4-56920065037d" providerId="ADAL" clId="{0034361A-9E12-48AC-A38B-9EBE6F5212D0}" dt="2022-04-04T08:46:57.563" v="695" actId="21"/>
          <ac:picMkLst>
            <pc:docMk/>
            <pc:sldMk cId="448377759" sldId="260"/>
            <ac:picMk id="1026" creationId="{8CBD7C74-38B0-44EF-9167-252F39AF3F95}"/>
          </ac:picMkLst>
        </pc:picChg>
      </pc:sldChg>
      <pc:sldChg chg="del">
        <pc:chgData name="SERGIO SPANO'" userId="3abdd0b9-513e-40ac-aad4-56920065037d" providerId="ADAL" clId="{0034361A-9E12-48AC-A38B-9EBE6F5212D0}" dt="2022-04-04T08:26:15.139" v="31" actId="47"/>
        <pc:sldMkLst>
          <pc:docMk/>
          <pc:sldMk cId="2396655221" sldId="261"/>
        </pc:sldMkLst>
      </pc:sldChg>
      <pc:sldChg chg="addSp modSp new mod">
        <pc:chgData name="SERGIO SPANO'" userId="3abdd0b9-513e-40ac-aad4-56920065037d" providerId="ADAL" clId="{0034361A-9E12-48AC-A38B-9EBE6F5212D0}" dt="2022-04-04T09:02:42.023" v="762" actId="20577"/>
        <pc:sldMkLst>
          <pc:docMk/>
          <pc:sldMk cId="2480632410" sldId="261"/>
        </pc:sldMkLst>
        <pc:spChg chg="mod">
          <ac:chgData name="SERGIO SPANO'" userId="3abdd0b9-513e-40ac-aad4-56920065037d" providerId="ADAL" clId="{0034361A-9E12-48AC-A38B-9EBE6F5212D0}" dt="2022-04-04T09:02:42.023" v="762" actId="20577"/>
          <ac:spMkLst>
            <pc:docMk/>
            <pc:sldMk cId="2480632410" sldId="261"/>
            <ac:spMk id="2" creationId="{80244C36-7C38-4516-8482-EA477B3751A0}"/>
          </ac:spMkLst>
        </pc:spChg>
        <pc:spChg chg="mod">
          <ac:chgData name="SERGIO SPANO'" userId="3abdd0b9-513e-40ac-aad4-56920065037d" providerId="ADAL" clId="{0034361A-9E12-48AC-A38B-9EBE6F5212D0}" dt="2022-04-04T09:01:03.803" v="724" actId="404"/>
          <ac:spMkLst>
            <pc:docMk/>
            <pc:sldMk cId="2480632410" sldId="261"/>
            <ac:spMk id="3" creationId="{405F6162-56F7-4933-8746-F508FE34FCE3}"/>
          </ac:spMkLst>
        </pc:spChg>
        <pc:picChg chg="add mod">
          <ac:chgData name="SERGIO SPANO'" userId="3abdd0b9-513e-40ac-aad4-56920065037d" providerId="ADAL" clId="{0034361A-9E12-48AC-A38B-9EBE6F5212D0}" dt="2022-04-04T09:01:07.859" v="726" actId="1076"/>
          <ac:picMkLst>
            <pc:docMk/>
            <pc:sldMk cId="2480632410" sldId="261"/>
            <ac:picMk id="6" creationId="{93B6E488-018D-4031-9ABA-E5B61A6FFB48}"/>
          </ac:picMkLst>
        </pc:picChg>
      </pc:sldChg>
      <pc:sldChg chg="addSp delSp modSp add mod">
        <pc:chgData name="SERGIO SPANO'" userId="3abdd0b9-513e-40ac-aad4-56920065037d" providerId="ADAL" clId="{0034361A-9E12-48AC-A38B-9EBE6F5212D0}" dt="2022-04-04T09:13:14.391" v="965" actId="1076"/>
        <pc:sldMkLst>
          <pc:docMk/>
          <pc:sldMk cId="55343777" sldId="262"/>
        </pc:sldMkLst>
        <pc:spChg chg="mod">
          <ac:chgData name="SERGIO SPANO'" userId="3abdd0b9-513e-40ac-aad4-56920065037d" providerId="ADAL" clId="{0034361A-9E12-48AC-A38B-9EBE6F5212D0}" dt="2022-04-04T09:02:47.916" v="766" actId="20577"/>
          <ac:spMkLst>
            <pc:docMk/>
            <pc:sldMk cId="55343777" sldId="262"/>
            <ac:spMk id="2" creationId="{80244C36-7C38-4516-8482-EA477B3751A0}"/>
          </ac:spMkLst>
        </pc:spChg>
        <pc:spChg chg="mod">
          <ac:chgData name="SERGIO SPANO'" userId="3abdd0b9-513e-40ac-aad4-56920065037d" providerId="ADAL" clId="{0034361A-9E12-48AC-A38B-9EBE6F5212D0}" dt="2022-04-04T09:01:42.925" v="739" actId="14100"/>
          <ac:spMkLst>
            <pc:docMk/>
            <pc:sldMk cId="55343777" sldId="262"/>
            <ac:spMk id="3" creationId="{405F6162-56F7-4933-8746-F508FE34FCE3}"/>
          </ac:spMkLst>
        </pc:spChg>
        <pc:picChg chg="del">
          <ac:chgData name="SERGIO SPANO'" userId="3abdd0b9-513e-40ac-aad4-56920065037d" providerId="ADAL" clId="{0034361A-9E12-48AC-A38B-9EBE6F5212D0}" dt="2022-04-04T09:01:43.824" v="740" actId="478"/>
          <ac:picMkLst>
            <pc:docMk/>
            <pc:sldMk cId="55343777" sldId="262"/>
            <ac:picMk id="6" creationId="{93B6E488-018D-4031-9ABA-E5B61A6FFB48}"/>
          </ac:picMkLst>
        </pc:picChg>
        <pc:picChg chg="add mod">
          <ac:chgData name="SERGIO SPANO'" userId="3abdd0b9-513e-40ac-aad4-56920065037d" providerId="ADAL" clId="{0034361A-9E12-48AC-A38B-9EBE6F5212D0}" dt="2022-04-04T09:01:53.365" v="745" actId="1076"/>
          <ac:picMkLst>
            <pc:docMk/>
            <pc:sldMk cId="55343777" sldId="262"/>
            <ac:picMk id="7" creationId="{7DA1632D-4916-4B1C-BF65-E04F716ACC1F}"/>
          </ac:picMkLst>
        </pc:picChg>
        <pc:picChg chg="add mod">
          <ac:chgData name="SERGIO SPANO'" userId="3abdd0b9-513e-40ac-aad4-56920065037d" providerId="ADAL" clId="{0034361A-9E12-48AC-A38B-9EBE6F5212D0}" dt="2022-04-04T09:13:14.391" v="965" actId="1076"/>
          <ac:picMkLst>
            <pc:docMk/>
            <pc:sldMk cId="55343777" sldId="262"/>
            <ac:picMk id="4098" creationId="{558A8DB5-3DC2-4A9D-8D51-F6BBCDA2057C}"/>
          </ac:picMkLst>
        </pc:picChg>
      </pc:sldChg>
      <pc:sldChg chg="del">
        <pc:chgData name="SERGIO SPANO'" userId="3abdd0b9-513e-40ac-aad4-56920065037d" providerId="ADAL" clId="{0034361A-9E12-48AC-A38B-9EBE6F5212D0}" dt="2022-04-04T08:26:15.313" v="32" actId="47"/>
        <pc:sldMkLst>
          <pc:docMk/>
          <pc:sldMk cId="195901539" sldId="262"/>
        </pc:sldMkLst>
      </pc:sldChg>
      <pc:sldChg chg="modSp new del mod">
        <pc:chgData name="SERGIO SPANO'" userId="3abdd0b9-513e-40ac-aad4-56920065037d" providerId="ADAL" clId="{0034361A-9E12-48AC-A38B-9EBE6F5212D0}" dt="2022-04-04T09:01:24.182" v="730" actId="680"/>
        <pc:sldMkLst>
          <pc:docMk/>
          <pc:sldMk cId="682001263" sldId="262"/>
        </pc:sldMkLst>
        <pc:spChg chg="mod">
          <ac:chgData name="SERGIO SPANO'" userId="3abdd0b9-513e-40ac-aad4-56920065037d" providerId="ADAL" clId="{0034361A-9E12-48AC-A38B-9EBE6F5212D0}" dt="2022-04-04T09:01:22.576" v="729"/>
          <ac:spMkLst>
            <pc:docMk/>
            <pc:sldMk cId="682001263" sldId="262"/>
            <ac:spMk id="3" creationId="{C8E60D22-7148-46E8-80DB-FF54D83D22E7}"/>
          </ac:spMkLst>
        </pc:spChg>
      </pc:sldChg>
      <pc:sldChg chg="addSp delSp modSp add mod">
        <pc:chgData name="SERGIO SPANO'" userId="3abdd0b9-513e-40ac-aad4-56920065037d" providerId="ADAL" clId="{0034361A-9E12-48AC-A38B-9EBE6F5212D0}" dt="2022-04-04T09:02:53.015" v="770" actId="20577"/>
        <pc:sldMkLst>
          <pc:docMk/>
          <pc:sldMk cId="2852183775" sldId="263"/>
        </pc:sldMkLst>
        <pc:spChg chg="mod">
          <ac:chgData name="SERGIO SPANO'" userId="3abdd0b9-513e-40ac-aad4-56920065037d" providerId="ADAL" clId="{0034361A-9E12-48AC-A38B-9EBE6F5212D0}" dt="2022-04-04T09:02:53.015" v="770" actId="20577"/>
          <ac:spMkLst>
            <pc:docMk/>
            <pc:sldMk cId="2852183775" sldId="263"/>
            <ac:spMk id="2" creationId="{80244C36-7C38-4516-8482-EA477B3751A0}"/>
          </ac:spMkLst>
        </pc:spChg>
        <pc:spChg chg="mod">
          <ac:chgData name="SERGIO SPANO'" userId="3abdd0b9-513e-40ac-aad4-56920065037d" providerId="ADAL" clId="{0034361A-9E12-48AC-A38B-9EBE6F5212D0}" dt="2022-04-04T09:02:08.590" v="748" actId="255"/>
          <ac:spMkLst>
            <pc:docMk/>
            <pc:sldMk cId="2852183775" sldId="263"/>
            <ac:spMk id="3" creationId="{405F6162-56F7-4933-8746-F508FE34FCE3}"/>
          </ac:spMkLst>
        </pc:spChg>
        <pc:picChg chg="del">
          <ac:chgData name="SERGIO SPANO'" userId="3abdd0b9-513e-40ac-aad4-56920065037d" providerId="ADAL" clId="{0034361A-9E12-48AC-A38B-9EBE6F5212D0}" dt="2022-04-04T09:02:28.104" v="757" actId="478"/>
          <ac:picMkLst>
            <pc:docMk/>
            <pc:sldMk cId="2852183775" sldId="263"/>
            <ac:picMk id="7" creationId="{7DA1632D-4916-4B1C-BF65-E04F716ACC1F}"/>
          </ac:picMkLst>
        </pc:picChg>
        <pc:picChg chg="add mod">
          <ac:chgData name="SERGIO SPANO'" userId="3abdd0b9-513e-40ac-aad4-56920065037d" providerId="ADAL" clId="{0034361A-9E12-48AC-A38B-9EBE6F5212D0}" dt="2022-04-04T09:02:30.242" v="758" actId="1076"/>
          <ac:picMkLst>
            <pc:docMk/>
            <pc:sldMk cId="2852183775" sldId="263"/>
            <ac:picMk id="8" creationId="{B179B6DE-028D-45CE-851D-EBB63456916B}"/>
          </ac:picMkLst>
        </pc:picChg>
      </pc:sldChg>
      <pc:sldChg chg="del">
        <pc:chgData name="SERGIO SPANO'" userId="3abdd0b9-513e-40ac-aad4-56920065037d" providerId="ADAL" clId="{0034361A-9E12-48AC-A38B-9EBE6F5212D0}" dt="2022-04-04T08:26:15.487" v="33" actId="47"/>
        <pc:sldMkLst>
          <pc:docMk/>
          <pc:sldMk cId="4246449681" sldId="263"/>
        </pc:sldMkLst>
      </pc:sldChg>
      <pc:sldChg chg="del">
        <pc:chgData name="SERGIO SPANO'" userId="3abdd0b9-513e-40ac-aad4-56920065037d" providerId="ADAL" clId="{0034361A-9E12-48AC-A38B-9EBE6F5212D0}" dt="2022-04-04T08:26:15.698" v="34" actId="47"/>
        <pc:sldMkLst>
          <pc:docMk/>
          <pc:sldMk cId="2365388969" sldId="264"/>
        </pc:sldMkLst>
      </pc:sldChg>
      <pc:sldChg chg="addSp delSp modSp new mod">
        <pc:chgData name="SERGIO SPANO'" userId="3abdd0b9-513e-40ac-aad4-56920065037d" providerId="ADAL" clId="{0034361A-9E12-48AC-A38B-9EBE6F5212D0}" dt="2022-04-04T09:05:05.538" v="793" actId="1076"/>
        <pc:sldMkLst>
          <pc:docMk/>
          <pc:sldMk cId="3104023291" sldId="264"/>
        </pc:sldMkLst>
        <pc:spChg chg="mod">
          <ac:chgData name="SERGIO SPANO'" userId="3abdd0b9-513e-40ac-aad4-56920065037d" providerId="ADAL" clId="{0034361A-9E12-48AC-A38B-9EBE6F5212D0}" dt="2022-04-04T09:03:22.612" v="773" actId="27636"/>
          <ac:spMkLst>
            <pc:docMk/>
            <pc:sldMk cId="3104023291" sldId="264"/>
            <ac:spMk id="2" creationId="{E4AE2DAB-BB7A-4554-9106-92CB34F32177}"/>
          </ac:spMkLst>
        </pc:spChg>
        <pc:spChg chg="del">
          <ac:chgData name="SERGIO SPANO'" userId="3abdd0b9-513e-40ac-aad4-56920065037d" providerId="ADAL" clId="{0034361A-9E12-48AC-A38B-9EBE6F5212D0}" dt="2022-04-04T09:03:38.840" v="777" actId="478"/>
          <ac:spMkLst>
            <pc:docMk/>
            <pc:sldMk cId="3104023291" sldId="264"/>
            <ac:spMk id="3" creationId="{40CA21A7-DB9D-4356-AF47-46B7CAFB767C}"/>
          </ac:spMkLst>
        </pc:spChg>
        <pc:picChg chg="add mod">
          <ac:chgData name="SERGIO SPANO'" userId="3abdd0b9-513e-40ac-aad4-56920065037d" providerId="ADAL" clId="{0034361A-9E12-48AC-A38B-9EBE6F5212D0}" dt="2022-04-04T09:05:05.538" v="793" actId="1076"/>
          <ac:picMkLst>
            <pc:docMk/>
            <pc:sldMk cId="3104023291" sldId="264"/>
            <ac:picMk id="6" creationId="{15D60050-1CC9-4C94-80AD-4936C72C7AB4}"/>
          </ac:picMkLst>
        </pc:picChg>
        <pc:picChg chg="add mod">
          <ac:chgData name="SERGIO SPANO'" userId="3abdd0b9-513e-40ac-aad4-56920065037d" providerId="ADAL" clId="{0034361A-9E12-48AC-A38B-9EBE6F5212D0}" dt="2022-04-04T09:04:58.170" v="790" actId="1076"/>
          <ac:picMkLst>
            <pc:docMk/>
            <pc:sldMk cId="3104023291" sldId="264"/>
            <ac:picMk id="7" creationId="{D184C6A9-D065-451C-A0B5-94773DB10C98}"/>
          </ac:picMkLst>
        </pc:picChg>
        <pc:picChg chg="add mod">
          <ac:chgData name="SERGIO SPANO'" userId="3abdd0b9-513e-40ac-aad4-56920065037d" providerId="ADAL" clId="{0034361A-9E12-48AC-A38B-9EBE6F5212D0}" dt="2022-04-04T09:05:03.131" v="792" actId="1076"/>
          <ac:picMkLst>
            <pc:docMk/>
            <pc:sldMk cId="3104023291" sldId="264"/>
            <ac:picMk id="2050" creationId="{99CD5490-2506-4EBE-955A-2901EF9FAD41}"/>
          </ac:picMkLst>
        </pc:picChg>
      </pc:sldChg>
      <pc:sldChg chg="addSp delSp modSp new mod">
        <pc:chgData name="SERGIO SPANO'" userId="3abdd0b9-513e-40ac-aad4-56920065037d" providerId="ADAL" clId="{0034361A-9E12-48AC-A38B-9EBE6F5212D0}" dt="2022-04-04T09:06:24.963" v="807" actId="1076"/>
        <pc:sldMkLst>
          <pc:docMk/>
          <pc:sldMk cId="1720710825" sldId="265"/>
        </pc:sldMkLst>
        <pc:spChg chg="mod">
          <ac:chgData name="SERGIO SPANO'" userId="3abdd0b9-513e-40ac-aad4-56920065037d" providerId="ADAL" clId="{0034361A-9E12-48AC-A38B-9EBE6F5212D0}" dt="2022-04-04T09:05:33.491" v="796" actId="27636"/>
          <ac:spMkLst>
            <pc:docMk/>
            <pc:sldMk cId="1720710825" sldId="265"/>
            <ac:spMk id="2" creationId="{21530055-C6F2-4DDB-B611-DCAB2B5A10D4}"/>
          </ac:spMkLst>
        </pc:spChg>
        <pc:spChg chg="del">
          <ac:chgData name="SERGIO SPANO'" userId="3abdd0b9-513e-40ac-aad4-56920065037d" providerId="ADAL" clId="{0034361A-9E12-48AC-A38B-9EBE6F5212D0}" dt="2022-04-04T09:05:41.792" v="797" actId="478"/>
          <ac:spMkLst>
            <pc:docMk/>
            <pc:sldMk cId="1720710825" sldId="265"/>
            <ac:spMk id="3" creationId="{A1EDFE8F-D557-4B4D-BFA4-164525ABA23E}"/>
          </ac:spMkLst>
        </pc:spChg>
        <pc:picChg chg="add mod">
          <ac:chgData name="SERGIO SPANO'" userId="3abdd0b9-513e-40ac-aad4-56920065037d" providerId="ADAL" clId="{0034361A-9E12-48AC-A38B-9EBE6F5212D0}" dt="2022-04-04T09:06:24.963" v="807" actId="1076"/>
          <ac:picMkLst>
            <pc:docMk/>
            <pc:sldMk cId="1720710825" sldId="265"/>
            <ac:picMk id="6" creationId="{DAF0C28A-6390-4899-AE46-B983AEE052E1}"/>
          </ac:picMkLst>
        </pc:picChg>
        <pc:picChg chg="add mod">
          <ac:chgData name="SERGIO SPANO'" userId="3abdd0b9-513e-40ac-aad4-56920065037d" providerId="ADAL" clId="{0034361A-9E12-48AC-A38B-9EBE6F5212D0}" dt="2022-04-04T09:06:23.333" v="806" actId="1076"/>
          <ac:picMkLst>
            <pc:docMk/>
            <pc:sldMk cId="1720710825" sldId="265"/>
            <ac:picMk id="3074" creationId="{C8967357-5E10-420E-B787-0E85CD8DD25D}"/>
          </ac:picMkLst>
        </pc:picChg>
      </pc:sldChg>
      <pc:sldChg chg="del">
        <pc:chgData name="SERGIO SPANO'" userId="3abdd0b9-513e-40ac-aad4-56920065037d" providerId="ADAL" clId="{0034361A-9E12-48AC-A38B-9EBE6F5212D0}" dt="2022-04-04T08:26:15.781" v="35" actId="47"/>
        <pc:sldMkLst>
          <pc:docMk/>
          <pc:sldMk cId="2117260882" sldId="265"/>
        </pc:sldMkLst>
      </pc:sldChg>
      <pc:sldChg chg="del">
        <pc:chgData name="SERGIO SPANO'" userId="3abdd0b9-513e-40ac-aad4-56920065037d" providerId="ADAL" clId="{0034361A-9E12-48AC-A38B-9EBE6F5212D0}" dt="2022-04-04T08:26:15.924" v="36" actId="47"/>
        <pc:sldMkLst>
          <pc:docMk/>
          <pc:sldMk cId="1235647079" sldId="266"/>
        </pc:sldMkLst>
      </pc:sldChg>
      <pc:sldChg chg="addSp modSp new mod">
        <pc:chgData name="SERGIO SPANO'" userId="3abdd0b9-513e-40ac-aad4-56920065037d" providerId="ADAL" clId="{0034361A-9E12-48AC-A38B-9EBE6F5212D0}" dt="2022-04-04T09:11:02.753" v="961" actId="1076"/>
        <pc:sldMkLst>
          <pc:docMk/>
          <pc:sldMk cId="2727266827" sldId="266"/>
        </pc:sldMkLst>
        <pc:spChg chg="mod">
          <ac:chgData name="SERGIO SPANO'" userId="3abdd0b9-513e-40ac-aad4-56920065037d" providerId="ADAL" clId="{0034361A-9E12-48AC-A38B-9EBE6F5212D0}" dt="2022-04-04T09:06:33.719" v="810" actId="27636"/>
          <ac:spMkLst>
            <pc:docMk/>
            <pc:sldMk cId="2727266827" sldId="266"/>
            <ac:spMk id="2" creationId="{B3EE65AB-37DF-4012-B0CC-79178CF8D0DE}"/>
          </ac:spMkLst>
        </pc:spChg>
        <pc:spChg chg="mod">
          <ac:chgData name="SERGIO SPANO'" userId="3abdd0b9-513e-40ac-aad4-56920065037d" providerId="ADAL" clId="{0034361A-9E12-48AC-A38B-9EBE6F5212D0}" dt="2022-04-04T09:09:59.327" v="871" actId="20577"/>
          <ac:spMkLst>
            <pc:docMk/>
            <pc:sldMk cId="2727266827" sldId="266"/>
            <ac:spMk id="3" creationId="{71DD681F-0D49-46A1-9BDB-4D291E550DA3}"/>
          </ac:spMkLst>
        </pc:spChg>
        <pc:spChg chg="add mod">
          <ac:chgData name="SERGIO SPANO'" userId="3abdd0b9-513e-40ac-aad4-56920065037d" providerId="ADAL" clId="{0034361A-9E12-48AC-A38B-9EBE6F5212D0}" dt="2022-04-04T09:07:28.143" v="824" actId="1076"/>
          <ac:spMkLst>
            <pc:docMk/>
            <pc:sldMk cId="2727266827" sldId="266"/>
            <ac:spMk id="7" creationId="{49AFE9F9-F2AD-4877-B4CF-3B2DE6F24506}"/>
          </ac:spMkLst>
        </pc:spChg>
        <pc:spChg chg="add mod">
          <ac:chgData name="SERGIO SPANO'" userId="3abdd0b9-513e-40ac-aad4-56920065037d" providerId="ADAL" clId="{0034361A-9E12-48AC-A38B-9EBE6F5212D0}" dt="2022-04-04T09:07:34.626" v="826" actId="1076"/>
          <ac:spMkLst>
            <pc:docMk/>
            <pc:sldMk cId="2727266827" sldId="266"/>
            <ac:spMk id="8" creationId="{2821A843-ACC3-45B7-B43C-79B6228FA680}"/>
          </ac:spMkLst>
        </pc:spChg>
        <pc:spChg chg="add mod">
          <ac:chgData name="SERGIO SPANO'" userId="3abdd0b9-513e-40ac-aad4-56920065037d" providerId="ADAL" clId="{0034361A-9E12-48AC-A38B-9EBE6F5212D0}" dt="2022-04-04T09:07:44.726" v="833" actId="1076"/>
          <ac:spMkLst>
            <pc:docMk/>
            <pc:sldMk cId="2727266827" sldId="266"/>
            <ac:spMk id="9" creationId="{20EB4A5C-8B16-4514-93BA-3C9D8CC29B99}"/>
          </ac:spMkLst>
        </pc:spChg>
        <pc:spChg chg="add mod">
          <ac:chgData name="SERGIO SPANO'" userId="3abdd0b9-513e-40ac-aad4-56920065037d" providerId="ADAL" clId="{0034361A-9E12-48AC-A38B-9EBE6F5212D0}" dt="2022-04-04T09:07:49.435" v="838" actId="20577"/>
          <ac:spMkLst>
            <pc:docMk/>
            <pc:sldMk cId="2727266827" sldId="266"/>
            <ac:spMk id="10" creationId="{FC4268CA-312C-4929-B796-0DB2A44F2621}"/>
          </ac:spMkLst>
        </pc:spChg>
        <pc:spChg chg="add mod">
          <ac:chgData name="SERGIO SPANO'" userId="3abdd0b9-513e-40ac-aad4-56920065037d" providerId="ADAL" clId="{0034361A-9E12-48AC-A38B-9EBE6F5212D0}" dt="2022-04-04T09:11:02.753" v="961" actId="1076"/>
          <ac:spMkLst>
            <pc:docMk/>
            <pc:sldMk cId="2727266827" sldId="266"/>
            <ac:spMk id="11" creationId="{847AD6D9-C6B5-4DF2-9AE4-DABCE34A42F9}"/>
          </ac:spMkLst>
        </pc:spChg>
        <pc:picChg chg="add mod">
          <ac:chgData name="SERGIO SPANO'" userId="3abdd0b9-513e-40ac-aad4-56920065037d" providerId="ADAL" clId="{0034361A-9E12-48AC-A38B-9EBE6F5212D0}" dt="2022-04-04T09:06:55.361" v="818" actId="1076"/>
          <ac:picMkLst>
            <pc:docMk/>
            <pc:sldMk cId="2727266827" sldId="266"/>
            <ac:picMk id="6" creationId="{7BB08AD0-F2F1-4663-B827-088A6E865860}"/>
          </ac:picMkLst>
        </pc:picChg>
      </pc:sldChg>
      <pc:sldChg chg="addSp delSp modSp new mod">
        <pc:chgData name="SERGIO SPANO'" userId="3abdd0b9-513e-40ac-aad4-56920065037d" providerId="ADAL" clId="{0034361A-9E12-48AC-A38B-9EBE6F5212D0}" dt="2022-04-04T09:16:15.349" v="995" actId="20577"/>
        <pc:sldMkLst>
          <pc:docMk/>
          <pc:sldMk cId="3293944411" sldId="267"/>
        </pc:sldMkLst>
        <pc:spChg chg="mod">
          <ac:chgData name="SERGIO SPANO'" userId="3abdd0b9-513e-40ac-aad4-56920065037d" providerId="ADAL" clId="{0034361A-9E12-48AC-A38B-9EBE6F5212D0}" dt="2022-04-04T09:15:23.637" v="968" actId="27636"/>
          <ac:spMkLst>
            <pc:docMk/>
            <pc:sldMk cId="3293944411" sldId="267"/>
            <ac:spMk id="2" creationId="{15085F0B-4B30-4336-8224-48388D6320B2}"/>
          </ac:spMkLst>
        </pc:spChg>
        <pc:spChg chg="mod">
          <ac:chgData name="SERGIO SPANO'" userId="3abdd0b9-513e-40ac-aad4-56920065037d" providerId="ADAL" clId="{0034361A-9E12-48AC-A38B-9EBE6F5212D0}" dt="2022-04-04T09:16:15.349" v="995" actId="20577"/>
          <ac:spMkLst>
            <pc:docMk/>
            <pc:sldMk cId="3293944411" sldId="267"/>
            <ac:spMk id="3" creationId="{56AEE820-B4D7-42F1-B8D3-8CF0A20086D0}"/>
          </ac:spMkLst>
        </pc:spChg>
        <pc:spChg chg="mod">
          <ac:chgData name="SERGIO SPANO'" userId="3abdd0b9-513e-40ac-aad4-56920065037d" providerId="ADAL" clId="{0034361A-9E12-48AC-A38B-9EBE6F5212D0}" dt="2022-04-04T09:15:30.869" v="970"/>
          <ac:spMkLst>
            <pc:docMk/>
            <pc:sldMk cId="3293944411" sldId="267"/>
            <ac:spMk id="7" creationId="{AEC48F9D-270F-4775-8C57-EC667A768FCD}"/>
          </ac:spMkLst>
        </pc:spChg>
        <pc:spChg chg="mod">
          <ac:chgData name="SERGIO SPANO'" userId="3abdd0b9-513e-40ac-aad4-56920065037d" providerId="ADAL" clId="{0034361A-9E12-48AC-A38B-9EBE6F5212D0}" dt="2022-04-04T09:15:30.869" v="970"/>
          <ac:spMkLst>
            <pc:docMk/>
            <pc:sldMk cId="3293944411" sldId="267"/>
            <ac:spMk id="12" creationId="{4EE4A009-B668-43CC-9DFF-2C85FF302C1B}"/>
          </ac:spMkLst>
        </pc:spChg>
        <pc:spChg chg="mod">
          <ac:chgData name="SERGIO SPANO'" userId="3abdd0b9-513e-40ac-aad4-56920065037d" providerId="ADAL" clId="{0034361A-9E12-48AC-A38B-9EBE6F5212D0}" dt="2022-04-04T09:15:30.869" v="970"/>
          <ac:spMkLst>
            <pc:docMk/>
            <pc:sldMk cId="3293944411" sldId="267"/>
            <ac:spMk id="13" creationId="{18E0203A-DBC3-4640-8345-80479677C00E}"/>
          </ac:spMkLst>
        </pc:spChg>
        <pc:spChg chg="mod">
          <ac:chgData name="SERGIO SPANO'" userId="3abdd0b9-513e-40ac-aad4-56920065037d" providerId="ADAL" clId="{0034361A-9E12-48AC-A38B-9EBE6F5212D0}" dt="2022-04-04T09:15:30.869" v="970"/>
          <ac:spMkLst>
            <pc:docMk/>
            <pc:sldMk cId="3293944411" sldId="267"/>
            <ac:spMk id="14" creationId="{55F9C92C-F9B2-4C7E-9BC6-2416E5496C86}"/>
          </ac:spMkLst>
        </pc:spChg>
        <pc:spChg chg="mod">
          <ac:chgData name="SERGIO SPANO'" userId="3abdd0b9-513e-40ac-aad4-56920065037d" providerId="ADAL" clId="{0034361A-9E12-48AC-A38B-9EBE6F5212D0}" dt="2022-04-04T09:15:30.869" v="970"/>
          <ac:spMkLst>
            <pc:docMk/>
            <pc:sldMk cId="3293944411" sldId="267"/>
            <ac:spMk id="15" creationId="{8C8248A1-B0B7-4B83-9314-5A48C152CDE4}"/>
          </ac:spMkLst>
        </pc:spChg>
        <pc:spChg chg="mod">
          <ac:chgData name="SERGIO SPANO'" userId="3abdd0b9-513e-40ac-aad4-56920065037d" providerId="ADAL" clId="{0034361A-9E12-48AC-A38B-9EBE6F5212D0}" dt="2022-04-04T09:15:30.869" v="970"/>
          <ac:spMkLst>
            <pc:docMk/>
            <pc:sldMk cId="3293944411" sldId="267"/>
            <ac:spMk id="19" creationId="{94AEE161-20DF-4854-9C78-B8D222BF74E8}"/>
          </ac:spMkLst>
        </pc:spChg>
        <pc:spChg chg="mod">
          <ac:chgData name="SERGIO SPANO'" userId="3abdd0b9-513e-40ac-aad4-56920065037d" providerId="ADAL" clId="{0034361A-9E12-48AC-A38B-9EBE6F5212D0}" dt="2022-04-04T09:15:30.869" v="970"/>
          <ac:spMkLst>
            <pc:docMk/>
            <pc:sldMk cId="3293944411" sldId="267"/>
            <ac:spMk id="20" creationId="{4D225B8F-2E49-4A13-AC21-335047C007EE}"/>
          </ac:spMkLst>
        </pc:spChg>
        <pc:spChg chg="add mod">
          <ac:chgData name="SERGIO SPANO'" userId="3abdd0b9-513e-40ac-aad4-56920065037d" providerId="ADAL" clId="{0034361A-9E12-48AC-A38B-9EBE6F5212D0}" dt="2022-04-04T09:15:56.144" v="987" actId="1076"/>
          <ac:spMkLst>
            <pc:docMk/>
            <pc:sldMk cId="3293944411" sldId="267"/>
            <ac:spMk id="24" creationId="{3F52FEED-9721-4756-8715-ED850871DAF0}"/>
          </ac:spMkLst>
        </pc:spChg>
        <pc:spChg chg="add mod">
          <ac:chgData name="SERGIO SPANO'" userId="3abdd0b9-513e-40ac-aad4-56920065037d" providerId="ADAL" clId="{0034361A-9E12-48AC-A38B-9EBE6F5212D0}" dt="2022-04-04T09:16:01.012" v="991" actId="20577"/>
          <ac:spMkLst>
            <pc:docMk/>
            <pc:sldMk cId="3293944411" sldId="267"/>
            <ac:spMk id="25" creationId="{B197D06C-CA05-44D5-AA0C-BBE3FA2E5A4B}"/>
          </ac:spMkLst>
        </pc:spChg>
        <pc:grpChg chg="add del mod">
          <ac:chgData name="SERGIO SPANO'" userId="3abdd0b9-513e-40ac-aad4-56920065037d" providerId="ADAL" clId="{0034361A-9E12-48AC-A38B-9EBE6F5212D0}" dt="2022-04-04T09:15:32.639" v="972" actId="21"/>
          <ac:grpSpMkLst>
            <pc:docMk/>
            <pc:sldMk cId="3293944411" sldId="267"/>
            <ac:grpSpMk id="6" creationId="{69EA47D8-C236-4760-B8D6-5CE9806D2FFC}"/>
          </ac:grpSpMkLst>
        </pc:grpChg>
        <pc:picChg chg="add mod">
          <ac:chgData name="SERGIO SPANO'" userId="3abdd0b9-513e-40ac-aad4-56920065037d" providerId="ADAL" clId="{0034361A-9E12-48AC-A38B-9EBE6F5212D0}" dt="2022-04-04T09:15:39.629" v="975" actId="1076"/>
          <ac:picMkLst>
            <pc:docMk/>
            <pc:sldMk cId="3293944411" sldId="267"/>
            <ac:picMk id="23" creationId="{3FD45608-A77D-4F01-897D-5311701C541E}"/>
          </ac:picMkLst>
        </pc:picChg>
        <pc:cxnChg chg="mod">
          <ac:chgData name="SERGIO SPANO'" userId="3abdd0b9-513e-40ac-aad4-56920065037d" providerId="ADAL" clId="{0034361A-9E12-48AC-A38B-9EBE6F5212D0}" dt="2022-04-04T09:15:30.869" v="970"/>
          <ac:cxnSpMkLst>
            <pc:docMk/>
            <pc:sldMk cId="3293944411" sldId="267"/>
            <ac:cxnSpMk id="8" creationId="{77E110E6-900F-4325-9841-C27D3EFE57C9}"/>
          </ac:cxnSpMkLst>
        </pc:cxnChg>
        <pc:cxnChg chg="mod">
          <ac:chgData name="SERGIO SPANO'" userId="3abdd0b9-513e-40ac-aad4-56920065037d" providerId="ADAL" clId="{0034361A-9E12-48AC-A38B-9EBE6F5212D0}" dt="2022-04-04T09:15:30.869" v="970"/>
          <ac:cxnSpMkLst>
            <pc:docMk/>
            <pc:sldMk cId="3293944411" sldId="267"/>
            <ac:cxnSpMk id="9" creationId="{5688553C-30F3-4E7A-8223-85F4EDD89826}"/>
          </ac:cxnSpMkLst>
        </pc:cxnChg>
        <pc:cxnChg chg="mod">
          <ac:chgData name="SERGIO SPANO'" userId="3abdd0b9-513e-40ac-aad4-56920065037d" providerId="ADAL" clId="{0034361A-9E12-48AC-A38B-9EBE6F5212D0}" dt="2022-04-04T09:15:30.869" v="970"/>
          <ac:cxnSpMkLst>
            <pc:docMk/>
            <pc:sldMk cId="3293944411" sldId="267"/>
            <ac:cxnSpMk id="10" creationId="{9341422A-C490-480F-8BF8-E07F0453D2A1}"/>
          </ac:cxnSpMkLst>
        </pc:cxnChg>
        <pc:cxnChg chg="mod">
          <ac:chgData name="SERGIO SPANO'" userId="3abdd0b9-513e-40ac-aad4-56920065037d" providerId="ADAL" clId="{0034361A-9E12-48AC-A38B-9EBE6F5212D0}" dt="2022-04-04T09:15:30.869" v="970"/>
          <ac:cxnSpMkLst>
            <pc:docMk/>
            <pc:sldMk cId="3293944411" sldId="267"/>
            <ac:cxnSpMk id="11" creationId="{4DEB6F09-93D7-4AA3-B033-F9F9621494BE}"/>
          </ac:cxnSpMkLst>
        </pc:cxnChg>
        <pc:cxnChg chg="mod">
          <ac:chgData name="SERGIO SPANO'" userId="3abdd0b9-513e-40ac-aad4-56920065037d" providerId="ADAL" clId="{0034361A-9E12-48AC-A38B-9EBE6F5212D0}" dt="2022-04-04T09:15:30.869" v="970"/>
          <ac:cxnSpMkLst>
            <pc:docMk/>
            <pc:sldMk cId="3293944411" sldId="267"/>
            <ac:cxnSpMk id="16" creationId="{8D816A1C-9E9C-4F03-BB95-B20678206973}"/>
          </ac:cxnSpMkLst>
        </pc:cxnChg>
        <pc:cxnChg chg="mod">
          <ac:chgData name="SERGIO SPANO'" userId="3abdd0b9-513e-40ac-aad4-56920065037d" providerId="ADAL" clId="{0034361A-9E12-48AC-A38B-9EBE6F5212D0}" dt="2022-04-04T09:15:30.869" v="970"/>
          <ac:cxnSpMkLst>
            <pc:docMk/>
            <pc:sldMk cId="3293944411" sldId="267"/>
            <ac:cxnSpMk id="17" creationId="{4CEAD4B3-1E9C-476A-BACD-B331BC0FAAD0}"/>
          </ac:cxnSpMkLst>
        </pc:cxnChg>
        <pc:cxnChg chg="mod">
          <ac:chgData name="SERGIO SPANO'" userId="3abdd0b9-513e-40ac-aad4-56920065037d" providerId="ADAL" clId="{0034361A-9E12-48AC-A38B-9EBE6F5212D0}" dt="2022-04-04T09:15:30.869" v="970"/>
          <ac:cxnSpMkLst>
            <pc:docMk/>
            <pc:sldMk cId="3293944411" sldId="267"/>
            <ac:cxnSpMk id="18" creationId="{31CC38B2-9F4B-4803-97E7-6CA4DE26FE7E}"/>
          </ac:cxnSpMkLst>
        </pc:cxnChg>
        <pc:cxnChg chg="mod">
          <ac:chgData name="SERGIO SPANO'" userId="3abdd0b9-513e-40ac-aad4-56920065037d" providerId="ADAL" clId="{0034361A-9E12-48AC-A38B-9EBE6F5212D0}" dt="2022-04-04T09:15:30.869" v="970"/>
          <ac:cxnSpMkLst>
            <pc:docMk/>
            <pc:sldMk cId="3293944411" sldId="267"/>
            <ac:cxnSpMk id="21" creationId="{C3729C0A-6FB8-4F33-BEA7-76BD8512B974}"/>
          </ac:cxnSpMkLst>
        </pc:cxnChg>
        <pc:cxnChg chg="mod">
          <ac:chgData name="SERGIO SPANO'" userId="3abdd0b9-513e-40ac-aad4-56920065037d" providerId="ADAL" clId="{0034361A-9E12-48AC-A38B-9EBE6F5212D0}" dt="2022-04-04T09:15:30.869" v="970"/>
          <ac:cxnSpMkLst>
            <pc:docMk/>
            <pc:sldMk cId="3293944411" sldId="267"/>
            <ac:cxnSpMk id="22" creationId="{BA4DA44A-EEAD-47C8-A112-AEBE4DA4637D}"/>
          </ac:cxnSpMkLst>
        </pc:cxnChg>
      </pc:sldChg>
      <pc:sldChg chg="modSp add del mod">
        <pc:chgData name="SERGIO SPANO'" userId="3abdd0b9-513e-40ac-aad4-56920065037d" providerId="ADAL" clId="{0034361A-9E12-48AC-A38B-9EBE6F5212D0}" dt="2022-04-04T09:09:47.005" v="851" actId="47"/>
        <pc:sldMkLst>
          <pc:docMk/>
          <pc:sldMk cId="3521675006" sldId="267"/>
        </pc:sldMkLst>
        <pc:spChg chg="mod">
          <ac:chgData name="SERGIO SPANO'" userId="3abdd0b9-513e-40ac-aad4-56920065037d" providerId="ADAL" clId="{0034361A-9E12-48AC-A38B-9EBE6F5212D0}" dt="2022-04-04T09:08:59.298" v="850" actId="20577"/>
          <ac:spMkLst>
            <pc:docMk/>
            <pc:sldMk cId="3521675006" sldId="267"/>
            <ac:spMk id="2" creationId="{B3EE65AB-37DF-4012-B0CC-79178CF8D0DE}"/>
          </ac:spMkLst>
        </pc:spChg>
      </pc:sldChg>
      <pc:sldChg chg="del">
        <pc:chgData name="SERGIO SPANO'" userId="3abdd0b9-513e-40ac-aad4-56920065037d" providerId="ADAL" clId="{0034361A-9E12-48AC-A38B-9EBE6F5212D0}" dt="2022-04-04T08:26:16.100" v="37" actId="47"/>
        <pc:sldMkLst>
          <pc:docMk/>
          <pc:sldMk cId="3690434877" sldId="267"/>
        </pc:sldMkLst>
      </pc:sldChg>
      <pc:sldChg chg="addSp modSp new mod">
        <pc:chgData name="SERGIO SPANO'" userId="3abdd0b9-513e-40ac-aad4-56920065037d" providerId="ADAL" clId="{0034361A-9E12-48AC-A38B-9EBE6F5212D0}" dt="2022-04-04T09:17:34.863" v="1013" actId="20577"/>
        <pc:sldMkLst>
          <pc:docMk/>
          <pc:sldMk cId="762804557" sldId="268"/>
        </pc:sldMkLst>
        <pc:spChg chg="mod">
          <ac:chgData name="SERGIO SPANO'" userId="3abdd0b9-513e-40ac-aad4-56920065037d" providerId="ADAL" clId="{0034361A-9E12-48AC-A38B-9EBE6F5212D0}" dt="2022-04-04T09:17:34.863" v="1013" actId="20577"/>
          <ac:spMkLst>
            <pc:docMk/>
            <pc:sldMk cId="762804557" sldId="268"/>
            <ac:spMk id="2" creationId="{21824A19-855C-42B0-98F1-C76E25DA1C9E}"/>
          </ac:spMkLst>
        </pc:spChg>
        <pc:spChg chg="mod">
          <ac:chgData name="SERGIO SPANO'" userId="3abdd0b9-513e-40ac-aad4-56920065037d" providerId="ADAL" clId="{0034361A-9E12-48AC-A38B-9EBE6F5212D0}" dt="2022-04-04T09:16:59.368" v="1005" actId="14100"/>
          <ac:spMkLst>
            <pc:docMk/>
            <pc:sldMk cId="762804557" sldId="268"/>
            <ac:spMk id="3" creationId="{603DF71E-90E7-46B4-8A74-9E73957C014E}"/>
          </ac:spMkLst>
        </pc:spChg>
        <pc:picChg chg="add mod">
          <ac:chgData name="SERGIO SPANO'" userId="3abdd0b9-513e-40ac-aad4-56920065037d" providerId="ADAL" clId="{0034361A-9E12-48AC-A38B-9EBE6F5212D0}" dt="2022-04-04T09:17:26.313" v="1009" actId="1076"/>
          <ac:picMkLst>
            <pc:docMk/>
            <pc:sldMk cId="762804557" sldId="268"/>
            <ac:picMk id="6" creationId="{1A8F496C-E8E5-4938-8647-FE9FF26F9D4C}"/>
          </ac:picMkLst>
        </pc:picChg>
      </pc:sldChg>
      <pc:sldChg chg="del">
        <pc:chgData name="SERGIO SPANO'" userId="3abdd0b9-513e-40ac-aad4-56920065037d" providerId="ADAL" clId="{0034361A-9E12-48AC-A38B-9EBE6F5212D0}" dt="2022-04-04T08:26:16.288" v="38" actId="47"/>
        <pc:sldMkLst>
          <pc:docMk/>
          <pc:sldMk cId="1097354484" sldId="268"/>
        </pc:sldMkLst>
      </pc:sldChg>
      <pc:sldChg chg="del">
        <pc:chgData name="SERGIO SPANO'" userId="3abdd0b9-513e-40ac-aad4-56920065037d" providerId="ADAL" clId="{0034361A-9E12-48AC-A38B-9EBE6F5212D0}" dt="2022-04-04T08:26:16.456" v="39" actId="47"/>
        <pc:sldMkLst>
          <pc:docMk/>
          <pc:sldMk cId="16956515" sldId="269"/>
        </pc:sldMkLst>
      </pc:sldChg>
      <pc:sldChg chg="addSp delSp modSp new mod">
        <pc:chgData name="SERGIO SPANO'" userId="3abdd0b9-513e-40ac-aad4-56920065037d" providerId="ADAL" clId="{0034361A-9E12-48AC-A38B-9EBE6F5212D0}" dt="2022-04-04T09:20:07.530" v="1187" actId="1076"/>
        <pc:sldMkLst>
          <pc:docMk/>
          <pc:sldMk cId="1755157505" sldId="269"/>
        </pc:sldMkLst>
        <pc:spChg chg="mod">
          <ac:chgData name="SERGIO SPANO'" userId="3abdd0b9-513e-40ac-aad4-56920065037d" providerId="ADAL" clId="{0034361A-9E12-48AC-A38B-9EBE6F5212D0}" dt="2022-04-04T09:17:46.515" v="1035" actId="20577"/>
          <ac:spMkLst>
            <pc:docMk/>
            <pc:sldMk cId="1755157505" sldId="269"/>
            <ac:spMk id="2" creationId="{90310B7D-7F40-4454-A8D9-A33A5D837E1F}"/>
          </ac:spMkLst>
        </pc:spChg>
        <pc:spChg chg="mod">
          <ac:chgData name="SERGIO SPANO'" userId="3abdd0b9-513e-40ac-aad4-56920065037d" providerId="ADAL" clId="{0034361A-9E12-48AC-A38B-9EBE6F5212D0}" dt="2022-04-04T09:19:39.869" v="1173" actId="20577"/>
          <ac:spMkLst>
            <pc:docMk/>
            <pc:sldMk cId="1755157505" sldId="269"/>
            <ac:spMk id="3" creationId="{E5880180-C1C6-4E57-8BF0-6504B3EE12FF}"/>
          </ac:spMkLst>
        </pc:spChg>
        <pc:spChg chg="mod">
          <ac:chgData name="SERGIO SPANO'" userId="3abdd0b9-513e-40ac-aad4-56920065037d" providerId="ADAL" clId="{0034361A-9E12-48AC-A38B-9EBE6F5212D0}" dt="2022-04-04T09:19:44.451" v="1174"/>
          <ac:spMkLst>
            <pc:docMk/>
            <pc:sldMk cId="1755157505" sldId="269"/>
            <ac:spMk id="8" creationId="{D1DD810A-6894-4371-831B-7E9DE27F76C1}"/>
          </ac:spMkLst>
        </pc:spChg>
        <pc:spChg chg="mod">
          <ac:chgData name="SERGIO SPANO'" userId="3abdd0b9-513e-40ac-aad4-56920065037d" providerId="ADAL" clId="{0034361A-9E12-48AC-A38B-9EBE6F5212D0}" dt="2022-04-04T09:19:44.451" v="1174"/>
          <ac:spMkLst>
            <pc:docMk/>
            <pc:sldMk cId="1755157505" sldId="269"/>
            <ac:spMk id="9" creationId="{F4DD2087-93A3-45A9-BE8D-05C1107DB25B}"/>
          </ac:spMkLst>
        </pc:spChg>
        <pc:spChg chg="mod">
          <ac:chgData name="SERGIO SPANO'" userId="3abdd0b9-513e-40ac-aad4-56920065037d" providerId="ADAL" clId="{0034361A-9E12-48AC-A38B-9EBE6F5212D0}" dt="2022-04-04T09:19:44.451" v="1174"/>
          <ac:spMkLst>
            <pc:docMk/>
            <pc:sldMk cId="1755157505" sldId="269"/>
            <ac:spMk id="12" creationId="{BC878BF1-5ED5-4391-8ABC-C1CA803A9B63}"/>
          </ac:spMkLst>
        </pc:spChg>
        <pc:spChg chg="mod">
          <ac:chgData name="SERGIO SPANO'" userId="3abdd0b9-513e-40ac-aad4-56920065037d" providerId="ADAL" clId="{0034361A-9E12-48AC-A38B-9EBE6F5212D0}" dt="2022-04-04T09:19:44.451" v="1174"/>
          <ac:spMkLst>
            <pc:docMk/>
            <pc:sldMk cId="1755157505" sldId="269"/>
            <ac:spMk id="13" creationId="{9099C626-F992-46AB-812A-41FD03BB2233}"/>
          </ac:spMkLst>
        </pc:spChg>
        <pc:spChg chg="mod">
          <ac:chgData name="SERGIO SPANO'" userId="3abdd0b9-513e-40ac-aad4-56920065037d" providerId="ADAL" clId="{0034361A-9E12-48AC-A38B-9EBE6F5212D0}" dt="2022-04-04T09:19:44.451" v="1174"/>
          <ac:spMkLst>
            <pc:docMk/>
            <pc:sldMk cId="1755157505" sldId="269"/>
            <ac:spMk id="21" creationId="{451DC6CC-B09C-4367-BBF2-434DD244C2B3}"/>
          </ac:spMkLst>
        </pc:spChg>
        <pc:spChg chg="mod">
          <ac:chgData name="SERGIO SPANO'" userId="3abdd0b9-513e-40ac-aad4-56920065037d" providerId="ADAL" clId="{0034361A-9E12-48AC-A38B-9EBE6F5212D0}" dt="2022-04-04T09:19:44.451" v="1174"/>
          <ac:spMkLst>
            <pc:docMk/>
            <pc:sldMk cId="1755157505" sldId="269"/>
            <ac:spMk id="22" creationId="{BD686A4F-1CE5-4C17-9D4E-E6037E087817}"/>
          </ac:spMkLst>
        </pc:spChg>
        <pc:spChg chg="mod">
          <ac:chgData name="SERGIO SPANO'" userId="3abdd0b9-513e-40ac-aad4-56920065037d" providerId="ADAL" clId="{0034361A-9E12-48AC-A38B-9EBE6F5212D0}" dt="2022-04-04T09:19:44.451" v="1174"/>
          <ac:spMkLst>
            <pc:docMk/>
            <pc:sldMk cId="1755157505" sldId="269"/>
            <ac:spMk id="25" creationId="{3E623329-2FA0-4462-BCCC-EF5899828ADB}"/>
          </ac:spMkLst>
        </pc:spChg>
        <pc:spChg chg="mod">
          <ac:chgData name="SERGIO SPANO'" userId="3abdd0b9-513e-40ac-aad4-56920065037d" providerId="ADAL" clId="{0034361A-9E12-48AC-A38B-9EBE6F5212D0}" dt="2022-04-04T09:19:44.451" v="1174"/>
          <ac:spMkLst>
            <pc:docMk/>
            <pc:sldMk cId="1755157505" sldId="269"/>
            <ac:spMk id="26" creationId="{B736857B-EDE2-492D-BF0D-16E4E6BDDA6E}"/>
          </ac:spMkLst>
        </pc:spChg>
        <pc:spChg chg="mod">
          <ac:chgData name="SERGIO SPANO'" userId="3abdd0b9-513e-40ac-aad4-56920065037d" providerId="ADAL" clId="{0034361A-9E12-48AC-A38B-9EBE6F5212D0}" dt="2022-04-04T09:19:44.451" v="1174"/>
          <ac:spMkLst>
            <pc:docMk/>
            <pc:sldMk cId="1755157505" sldId="269"/>
            <ac:spMk id="34" creationId="{5B3EA000-09F8-4CC2-BB0C-8AF0AF488DB4}"/>
          </ac:spMkLst>
        </pc:spChg>
        <pc:spChg chg="mod">
          <ac:chgData name="SERGIO SPANO'" userId="3abdd0b9-513e-40ac-aad4-56920065037d" providerId="ADAL" clId="{0034361A-9E12-48AC-A38B-9EBE6F5212D0}" dt="2022-04-04T09:19:44.451" v="1174"/>
          <ac:spMkLst>
            <pc:docMk/>
            <pc:sldMk cId="1755157505" sldId="269"/>
            <ac:spMk id="35" creationId="{1839CFA0-6679-44DE-81C1-850CFA837D6A}"/>
          </ac:spMkLst>
        </pc:spChg>
        <pc:grpChg chg="add del mod">
          <ac:chgData name="SERGIO SPANO'" userId="3abdd0b9-513e-40ac-aad4-56920065037d" providerId="ADAL" clId="{0034361A-9E12-48AC-A38B-9EBE6F5212D0}" dt="2022-04-04T09:19:49.539" v="1177"/>
          <ac:grpSpMkLst>
            <pc:docMk/>
            <pc:sldMk cId="1755157505" sldId="269"/>
            <ac:grpSpMk id="6" creationId="{5135EDC0-088D-4EA2-B8EA-3B2955036230}"/>
          </ac:grpSpMkLst>
        </pc:grpChg>
        <pc:grpChg chg="mod">
          <ac:chgData name="SERGIO SPANO'" userId="3abdd0b9-513e-40ac-aad4-56920065037d" providerId="ADAL" clId="{0034361A-9E12-48AC-A38B-9EBE6F5212D0}" dt="2022-04-04T09:19:44.451" v="1174"/>
          <ac:grpSpMkLst>
            <pc:docMk/>
            <pc:sldMk cId="1755157505" sldId="269"/>
            <ac:grpSpMk id="19" creationId="{CE559C0B-C759-4703-89D7-12E27F51C00E}"/>
          </ac:grpSpMkLst>
        </pc:grpChg>
        <pc:grpChg chg="mod">
          <ac:chgData name="SERGIO SPANO'" userId="3abdd0b9-513e-40ac-aad4-56920065037d" providerId="ADAL" clId="{0034361A-9E12-48AC-A38B-9EBE6F5212D0}" dt="2022-04-04T09:19:44.451" v="1174"/>
          <ac:grpSpMkLst>
            <pc:docMk/>
            <pc:sldMk cId="1755157505" sldId="269"/>
            <ac:grpSpMk id="32" creationId="{25DF61FA-3700-442F-9074-96752C2422C9}"/>
          </ac:grpSpMkLst>
        </pc:grpChg>
        <pc:grpChg chg="mod">
          <ac:chgData name="SERGIO SPANO'" userId="3abdd0b9-513e-40ac-aad4-56920065037d" providerId="ADAL" clId="{0034361A-9E12-48AC-A38B-9EBE6F5212D0}" dt="2022-04-04T09:19:44.451" v="1174"/>
          <ac:grpSpMkLst>
            <pc:docMk/>
            <pc:sldMk cId="1755157505" sldId="269"/>
            <ac:grpSpMk id="40" creationId="{AC0BBE9B-229E-45B5-AED7-A184B7A1A12E}"/>
          </ac:grpSpMkLst>
        </pc:grpChg>
        <pc:picChg chg="add del mod">
          <ac:chgData name="SERGIO SPANO'" userId="3abdd0b9-513e-40ac-aad4-56920065037d" providerId="ADAL" clId="{0034361A-9E12-48AC-A38B-9EBE6F5212D0}" dt="2022-04-04T09:19:56.589" v="1183"/>
          <ac:picMkLst>
            <pc:docMk/>
            <pc:sldMk cId="1755157505" sldId="269"/>
            <ac:picMk id="57" creationId="{9BF0F1F5-38D1-4ADD-ACD5-D51DF68DBDA9}"/>
          </ac:picMkLst>
        </pc:picChg>
        <pc:picChg chg="add del mod">
          <ac:chgData name="SERGIO SPANO'" userId="3abdd0b9-513e-40ac-aad4-56920065037d" providerId="ADAL" clId="{0034361A-9E12-48AC-A38B-9EBE6F5212D0}" dt="2022-04-04T09:19:56.355" v="1182"/>
          <ac:picMkLst>
            <pc:docMk/>
            <pc:sldMk cId="1755157505" sldId="269"/>
            <ac:picMk id="58" creationId="{40C38A8D-E901-4787-94A7-DE037CB1FCDD}"/>
          </ac:picMkLst>
        </pc:picChg>
        <pc:picChg chg="add mod">
          <ac:chgData name="SERGIO SPANO'" userId="3abdd0b9-513e-40ac-aad4-56920065037d" providerId="ADAL" clId="{0034361A-9E12-48AC-A38B-9EBE6F5212D0}" dt="2022-04-04T09:20:07.530" v="1187" actId="1076"/>
          <ac:picMkLst>
            <pc:docMk/>
            <pc:sldMk cId="1755157505" sldId="269"/>
            <ac:picMk id="59" creationId="{E4109BC0-71AF-486B-B88A-01C801DE3C8B}"/>
          </ac:picMkLst>
        </pc:picChg>
        <pc:cxnChg chg="mod">
          <ac:chgData name="SERGIO SPANO'" userId="3abdd0b9-513e-40ac-aad4-56920065037d" providerId="ADAL" clId="{0034361A-9E12-48AC-A38B-9EBE6F5212D0}" dt="2022-04-04T09:19:44.451" v="1174"/>
          <ac:cxnSpMkLst>
            <pc:docMk/>
            <pc:sldMk cId="1755157505" sldId="269"/>
            <ac:cxnSpMk id="7" creationId="{B15DA9F7-87BB-4364-ADCB-41D3C0B58391}"/>
          </ac:cxnSpMkLst>
        </pc:cxnChg>
        <pc:cxnChg chg="mod">
          <ac:chgData name="SERGIO SPANO'" userId="3abdd0b9-513e-40ac-aad4-56920065037d" providerId="ADAL" clId="{0034361A-9E12-48AC-A38B-9EBE6F5212D0}" dt="2022-04-04T09:19:44.451" v="1174"/>
          <ac:cxnSpMkLst>
            <pc:docMk/>
            <pc:sldMk cId="1755157505" sldId="269"/>
            <ac:cxnSpMk id="10" creationId="{47E33146-BB3E-4E98-9240-A1B74336F9FA}"/>
          </ac:cxnSpMkLst>
        </pc:cxnChg>
        <pc:cxnChg chg="mod">
          <ac:chgData name="SERGIO SPANO'" userId="3abdd0b9-513e-40ac-aad4-56920065037d" providerId="ADAL" clId="{0034361A-9E12-48AC-A38B-9EBE6F5212D0}" dt="2022-04-04T09:19:44.451" v="1174"/>
          <ac:cxnSpMkLst>
            <pc:docMk/>
            <pc:sldMk cId="1755157505" sldId="269"/>
            <ac:cxnSpMk id="11" creationId="{6048E8D2-3247-467C-B3D4-28B0E21EDAC5}"/>
          </ac:cxnSpMkLst>
        </pc:cxnChg>
        <pc:cxnChg chg="mod">
          <ac:chgData name="SERGIO SPANO'" userId="3abdd0b9-513e-40ac-aad4-56920065037d" providerId="ADAL" clId="{0034361A-9E12-48AC-A38B-9EBE6F5212D0}" dt="2022-04-04T09:19:44.451" v="1174"/>
          <ac:cxnSpMkLst>
            <pc:docMk/>
            <pc:sldMk cId="1755157505" sldId="269"/>
            <ac:cxnSpMk id="14" creationId="{5A8F4DE5-0A1B-4FCA-BFE5-D5351732DA55}"/>
          </ac:cxnSpMkLst>
        </pc:cxnChg>
        <pc:cxnChg chg="mod">
          <ac:chgData name="SERGIO SPANO'" userId="3abdd0b9-513e-40ac-aad4-56920065037d" providerId="ADAL" clId="{0034361A-9E12-48AC-A38B-9EBE6F5212D0}" dt="2022-04-04T09:19:44.451" v="1174"/>
          <ac:cxnSpMkLst>
            <pc:docMk/>
            <pc:sldMk cId="1755157505" sldId="269"/>
            <ac:cxnSpMk id="15" creationId="{A847D3C0-C173-4F12-8071-E7E9542A2E8C}"/>
          </ac:cxnSpMkLst>
        </pc:cxnChg>
        <pc:cxnChg chg="mod">
          <ac:chgData name="SERGIO SPANO'" userId="3abdd0b9-513e-40ac-aad4-56920065037d" providerId="ADAL" clId="{0034361A-9E12-48AC-A38B-9EBE6F5212D0}" dt="2022-04-04T09:19:44.451" v="1174"/>
          <ac:cxnSpMkLst>
            <pc:docMk/>
            <pc:sldMk cId="1755157505" sldId="269"/>
            <ac:cxnSpMk id="16" creationId="{E1E2535E-F77A-449F-9F3F-D3DC29D68E43}"/>
          </ac:cxnSpMkLst>
        </pc:cxnChg>
        <pc:cxnChg chg="mod">
          <ac:chgData name="SERGIO SPANO'" userId="3abdd0b9-513e-40ac-aad4-56920065037d" providerId="ADAL" clId="{0034361A-9E12-48AC-A38B-9EBE6F5212D0}" dt="2022-04-04T09:19:44.451" v="1174"/>
          <ac:cxnSpMkLst>
            <pc:docMk/>
            <pc:sldMk cId="1755157505" sldId="269"/>
            <ac:cxnSpMk id="17" creationId="{0604E3A6-EC0A-46DD-8614-F0B134FA708D}"/>
          </ac:cxnSpMkLst>
        </pc:cxnChg>
        <pc:cxnChg chg="mod">
          <ac:chgData name="SERGIO SPANO'" userId="3abdd0b9-513e-40ac-aad4-56920065037d" providerId="ADAL" clId="{0034361A-9E12-48AC-A38B-9EBE6F5212D0}" dt="2022-04-04T09:19:44.451" v="1174"/>
          <ac:cxnSpMkLst>
            <pc:docMk/>
            <pc:sldMk cId="1755157505" sldId="269"/>
            <ac:cxnSpMk id="18" creationId="{BE2E21EA-CC71-4ECC-AEDE-B13BF6AE75EF}"/>
          </ac:cxnSpMkLst>
        </pc:cxnChg>
        <pc:cxnChg chg="mod">
          <ac:chgData name="SERGIO SPANO'" userId="3abdd0b9-513e-40ac-aad4-56920065037d" providerId="ADAL" clId="{0034361A-9E12-48AC-A38B-9EBE6F5212D0}" dt="2022-04-04T09:19:44.451" v="1174"/>
          <ac:cxnSpMkLst>
            <pc:docMk/>
            <pc:sldMk cId="1755157505" sldId="269"/>
            <ac:cxnSpMk id="20" creationId="{61567910-4968-49D3-B8CD-B35AEA908371}"/>
          </ac:cxnSpMkLst>
        </pc:cxnChg>
        <pc:cxnChg chg="mod">
          <ac:chgData name="SERGIO SPANO'" userId="3abdd0b9-513e-40ac-aad4-56920065037d" providerId="ADAL" clId="{0034361A-9E12-48AC-A38B-9EBE6F5212D0}" dt="2022-04-04T09:19:44.451" v="1174"/>
          <ac:cxnSpMkLst>
            <pc:docMk/>
            <pc:sldMk cId="1755157505" sldId="269"/>
            <ac:cxnSpMk id="23" creationId="{CDBE6719-1FE8-4AB7-9756-B9294DA7BB93}"/>
          </ac:cxnSpMkLst>
        </pc:cxnChg>
        <pc:cxnChg chg="mod">
          <ac:chgData name="SERGIO SPANO'" userId="3abdd0b9-513e-40ac-aad4-56920065037d" providerId="ADAL" clId="{0034361A-9E12-48AC-A38B-9EBE6F5212D0}" dt="2022-04-04T09:19:44.451" v="1174"/>
          <ac:cxnSpMkLst>
            <pc:docMk/>
            <pc:sldMk cId="1755157505" sldId="269"/>
            <ac:cxnSpMk id="24" creationId="{AF054128-4DB0-4B50-BAD0-0E719BA88C29}"/>
          </ac:cxnSpMkLst>
        </pc:cxnChg>
        <pc:cxnChg chg="mod">
          <ac:chgData name="SERGIO SPANO'" userId="3abdd0b9-513e-40ac-aad4-56920065037d" providerId="ADAL" clId="{0034361A-9E12-48AC-A38B-9EBE6F5212D0}" dt="2022-04-04T09:19:44.451" v="1174"/>
          <ac:cxnSpMkLst>
            <pc:docMk/>
            <pc:sldMk cId="1755157505" sldId="269"/>
            <ac:cxnSpMk id="27" creationId="{FD99FAA1-C8CD-4ACA-AF61-0A1D41C57663}"/>
          </ac:cxnSpMkLst>
        </pc:cxnChg>
        <pc:cxnChg chg="mod">
          <ac:chgData name="SERGIO SPANO'" userId="3abdd0b9-513e-40ac-aad4-56920065037d" providerId="ADAL" clId="{0034361A-9E12-48AC-A38B-9EBE6F5212D0}" dt="2022-04-04T09:19:44.451" v="1174"/>
          <ac:cxnSpMkLst>
            <pc:docMk/>
            <pc:sldMk cId="1755157505" sldId="269"/>
            <ac:cxnSpMk id="28" creationId="{D6637C63-AA98-4D87-81EC-CF8AEF18ECA5}"/>
          </ac:cxnSpMkLst>
        </pc:cxnChg>
        <pc:cxnChg chg="mod">
          <ac:chgData name="SERGIO SPANO'" userId="3abdd0b9-513e-40ac-aad4-56920065037d" providerId="ADAL" clId="{0034361A-9E12-48AC-A38B-9EBE6F5212D0}" dt="2022-04-04T09:19:44.451" v="1174"/>
          <ac:cxnSpMkLst>
            <pc:docMk/>
            <pc:sldMk cId="1755157505" sldId="269"/>
            <ac:cxnSpMk id="29" creationId="{5AB22DC8-0DA4-434C-919C-37F041D15CFD}"/>
          </ac:cxnSpMkLst>
        </pc:cxnChg>
        <pc:cxnChg chg="mod">
          <ac:chgData name="SERGIO SPANO'" userId="3abdd0b9-513e-40ac-aad4-56920065037d" providerId="ADAL" clId="{0034361A-9E12-48AC-A38B-9EBE6F5212D0}" dt="2022-04-04T09:19:44.451" v="1174"/>
          <ac:cxnSpMkLst>
            <pc:docMk/>
            <pc:sldMk cId="1755157505" sldId="269"/>
            <ac:cxnSpMk id="30" creationId="{439A18C3-F190-4964-8EBE-A20E0892F4FD}"/>
          </ac:cxnSpMkLst>
        </pc:cxnChg>
        <pc:cxnChg chg="mod">
          <ac:chgData name="SERGIO SPANO'" userId="3abdd0b9-513e-40ac-aad4-56920065037d" providerId="ADAL" clId="{0034361A-9E12-48AC-A38B-9EBE6F5212D0}" dt="2022-04-04T09:19:44.451" v="1174"/>
          <ac:cxnSpMkLst>
            <pc:docMk/>
            <pc:sldMk cId="1755157505" sldId="269"/>
            <ac:cxnSpMk id="31" creationId="{1669D74E-5F70-4647-BA30-061DC3630B8B}"/>
          </ac:cxnSpMkLst>
        </pc:cxnChg>
        <pc:cxnChg chg="mod">
          <ac:chgData name="SERGIO SPANO'" userId="3abdd0b9-513e-40ac-aad4-56920065037d" providerId="ADAL" clId="{0034361A-9E12-48AC-A38B-9EBE6F5212D0}" dt="2022-04-04T09:19:44.451" v="1174"/>
          <ac:cxnSpMkLst>
            <pc:docMk/>
            <pc:sldMk cId="1755157505" sldId="269"/>
            <ac:cxnSpMk id="33" creationId="{9AE77922-2653-4C90-BD61-2DE3AA0DBE68}"/>
          </ac:cxnSpMkLst>
        </pc:cxnChg>
        <pc:cxnChg chg="mod">
          <ac:chgData name="SERGIO SPANO'" userId="3abdd0b9-513e-40ac-aad4-56920065037d" providerId="ADAL" clId="{0034361A-9E12-48AC-A38B-9EBE6F5212D0}" dt="2022-04-04T09:19:44.451" v="1174"/>
          <ac:cxnSpMkLst>
            <pc:docMk/>
            <pc:sldMk cId="1755157505" sldId="269"/>
            <ac:cxnSpMk id="36" creationId="{6913FB9D-0E04-4044-A19C-7CD4DF7342CC}"/>
          </ac:cxnSpMkLst>
        </pc:cxnChg>
        <pc:cxnChg chg="mod">
          <ac:chgData name="SERGIO SPANO'" userId="3abdd0b9-513e-40ac-aad4-56920065037d" providerId="ADAL" clId="{0034361A-9E12-48AC-A38B-9EBE6F5212D0}" dt="2022-04-04T09:19:44.451" v="1174"/>
          <ac:cxnSpMkLst>
            <pc:docMk/>
            <pc:sldMk cId="1755157505" sldId="269"/>
            <ac:cxnSpMk id="37" creationId="{3F4718FA-0C06-4E3B-979F-E2F0A0E91DFE}"/>
          </ac:cxnSpMkLst>
        </pc:cxnChg>
        <pc:cxnChg chg="mod">
          <ac:chgData name="SERGIO SPANO'" userId="3abdd0b9-513e-40ac-aad4-56920065037d" providerId="ADAL" clId="{0034361A-9E12-48AC-A38B-9EBE6F5212D0}" dt="2022-04-04T09:19:44.451" v="1174"/>
          <ac:cxnSpMkLst>
            <pc:docMk/>
            <pc:sldMk cId="1755157505" sldId="269"/>
            <ac:cxnSpMk id="38" creationId="{5F4DA7DB-C2A7-4E6B-804E-C82B75734332}"/>
          </ac:cxnSpMkLst>
        </pc:cxnChg>
        <pc:cxnChg chg="mod">
          <ac:chgData name="SERGIO SPANO'" userId="3abdd0b9-513e-40ac-aad4-56920065037d" providerId="ADAL" clId="{0034361A-9E12-48AC-A38B-9EBE6F5212D0}" dt="2022-04-04T09:19:44.451" v="1174"/>
          <ac:cxnSpMkLst>
            <pc:docMk/>
            <pc:sldMk cId="1755157505" sldId="269"/>
            <ac:cxnSpMk id="39" creationId="{8C35C92D-02D3-4DEC-B560-0FE0B66A2F16}"/>
          </ac:cxnSpMkLst>
        </pc:cxnChg>
        <pc:cxnChg chg="mod">
          <ac:chgData name="SERGIO SPANO'" userId="3abdd0b9-513e-40ac-aad4-56920065037d" providerId="ADAL" clId="{0034361A-9E12-48AC-A38B-9EBE6F5212D0}" dt="2022-04-04T09:19:44.451" v="1174"/>
          <ac:cxnSpMkLst>
            <pc:docMk/>
            <pc:sldMk cId="1755157505" sldId="269"/>
            <ac:cxnSpMk id="41" creationId="{CBAB87C7-29DA-451B-B220-E6EC5A6D9429}"/>
          </ac:cxnSpMkLst>
        </pc:cxnChg>
        <pc:cxnChg chg="mod">
          <ac:chgData name="SERGIO SPANO'" userId="3abdd0b9-513e-40ac-aad4-56920065037d" providerId="ADAL" clId="{0034361A-9E12-48AC-A38B-9EBE6F5212D0}" dt="2022-04-04T09:19:44.451" v="1174"/>
          <ac:cxnSpMkLst>
            <pc:docMk/>
            <pc:sldMk cId="1755157505" sldId="269"/>
            <ac:cxnSpMk id="42" creationId="{3C7C3B0D-6281-4412-8E12-4F8CCAB2A16F}"/>
          </ac:cxnSpMkLst>
        </pc:cxnChg>
        <pc:cxnChg chg="mod">
          <ac:chgData name="SERGIO SPANO'" userId="3abdd0b9-513e-40ac-aad4-56920065037d" providerId="ADAL" clId="{0034361A-9E12-48AC-A38B-9EBE6F5212D0}" dt="2022-04-04T09:19:44.451" v="1174"/>
          <ac:cxnSpMkLst>
            <pc:docMk/>
            <pc:sldMk cId="1755157505" sldId="269"/>
            <ac:cxnSpMk id="43" creationId="{5D3FB10E-B441-49EC-874C-8A982F59B11A}"/>
          </ac:cxnSpMkLst>
        </pc:cxnChg>
        <pc:cxnChg chg="mod">
          <ac:chgData name="SERGIO SPANO'" userId="3abdd0b9-513e-40ac-aad4-56920065037d" providerId="ADAL" clId="{0034361A-9E12-48AC-A38B-9EBE6F5212D0}" dt="2022-04-04T09:19:44.451" v="1174"/>
          <ac:cxnSpMkLst>
            <pc:docMk/>
            <pc:sldMk cId="1755157505" sldId="269"/>
            <ac:cxnSpMk id="44" creationId="{C21E4762-7C65-40D7-95A7-5F044FF0EDC6}"/>
          </ac:cxnSpMkLst>
        </pc:cxnChg>
        <pc:cxnChg chg="mod">
          <ac:chgData name="SERGIO SPANO'" userId="3abdd0b9-513e-40ac-aad4-56920065037d" providerId="ADAL" clId="{0034361A-9E12-48AC-A38B-9EBE6F5212D0}" dt="2022-04-04T09:19:44.451" v="1174"/>
          <ac:cxnSpMkLst>
            <pc:docMk/>
            <pc:sldMk cId="1755157505" sldId="269"/>
            <ac:cxnSpMk id="45" creationId="{49B20824-9F99-49B2-BF6B-D1DEF4D221E7}"/>
          </ac:cxnSpMkLst>
        </pc:cxnChg>
        <pc:cxnChg chg="mod">
          <ac:chgData name="SERGIO SPANO'" userId="3abdd0b9-513e-40ac-aad4-56920065037d" providerId="ADAL" clId="{0034361A-9E12-48AC-A38B-9EBE6F5212D0}" dt="2022-04-04T09:19:44.451" v="1174"/>
          <ac:cxnSpMkLst>
            <pc:docMk/>
            <pc:sldMk cId="1755157505" sldId="269"/>
            <ac:cxnSpMk id="46" creationId="{DEDDFC6B-535B-4842-9988-928EC2FD1A76}"/>
          </ac:cxnSpMkLst>
        </pc:cxnChg>
        <pc:cxnChg chg="mod">
          <ac:chgData name="SERGIO SPANO'" userId="3abdd0b9-513e-40ac-aad4-56920065037d" providerId="ADAL" clId="{0034361A-9E12-48AC-A38B-9EBE6F5212D0}" dt="2022-04-04T09:19:44.451" v="1174"/>
          <ac:cxnSpMkLst>
            <pc:docMk/>
            <pc:sldMk cId="1755157505" sldId="269"/>
            <ac:cxnSpMk id="47" creationId="{E6C7AC8B-D7C8-47E1-A746-9C2C45132E61}"/>
          </ac:cxnSpMkLst>
        </pc:cxnChg>
        <pc:cxnChg chg="mod">
          <ac:chgData name="SERGIO SPANO'" userId="3abdd0b9-513e-40ac-aad4-56920065037d" providerId="ADAL" clId="{0034361A-9E12-48AC-A38B-9EBE6F5212D0}" dt="2022-04-04T09:19:44.451" v="1174"/>
          <ac:cxnSpMkLst>
            <pc:docMk/>
            <pc:sldMk cId="1755157505" sldId="269"/>
            <ac:cxnSpMk id="48" creationId="{1CDF41C9-CD90-48D6-8CCB-8087C80E68CF}"/>
          </ac:cxnSpMkLst>
        </pc:cxnChg>
        <pc:cxnChg chg="mod">
          <ac:chgData name="SERGIO SPANO'" userId="3abdd0b9-513e-40ac-aad4-56920065037d" providerId="ADAL" clId="{0034361A-9E12-48AC-A38B-9EBE6F5212D0}" dt="2022-04-04T09:19:44.451" v="1174"/>
          <ac:cxnSpMkLst>
            <pc:docMk/>
            <pc:sldMk cId="1755157505" sldId="269"/>
            <ac:cxnSpMk id="49" creationId="{5264C401-E31E-4E36-941C-AD50BF548D9D}"/>
          </ac:cxnSpMkLst>
        </pc:cxnChg>
        <pc:cxnChg chg="mod">
          <ac:chgData name="SERGIO SPANO'" userId="3abdd0b9-513e-40ac-aad4-56920065037d" providerId="ADAL" clId="{0034361A-9E12-48AC-A38B-9EBE6F5212D0}" dt="2022-04-04T09:19:44.451" v="1174"/>
          <ac:cxnSpMkLst>
            <pc:docMk/>
            <pc:sldMk cId="1755157505" sldId="269"/>
            <ac:cxnSpMk id="50" creationId="{66CE1291-16E5-4480-9FB9-C3133F5AC2FF}"/>
          </ac:cxnSpMkLst>
        </pc:cxnChg>
        <pc:cxnChg chg="mod">
          <ac:chgData name="SERGIO SPANO'" userId="3abdd0b9-513e-40ac-aad4-56920065037d" providerId="ADAL" clId="{0034361A-9E12-48AC-A38B-9EBE6F5212D0}" dt="2022-04-04T09:19:44.451" v="1174"/>
          <ac:cxnSpMkLst>
            <pc:docMk/>
            <pc:sldMk cId="1755157505" sldId="269"/>
            <ac:cxnSpMk id="51" creationId="{900681CC-F3B8-4D0F-9367-6037CC286F57}"/>
          </ac:cxnSpMkLst>
        </pc:cxnChg>
        <pc:cxnChg chg="mod">
          <ac:chgData name="SERGIO SPANO'" userId="3abdd0b9-513e-40ac-aad4-56920065037d" providerId="ADAL" clId="{0034361A-9E12-48AC-A38B-9EBE6F5212D0}" dt="2022-04-04T09:19:44.451" v="1174"/>
          <ac:cxnSpMkLst>
            <pc:docMk/>
            <pc:sldMk cId="1755157505" sldId="269"/>
            <ac:cxnSpMk id="52" creationId="{78F21895-6D96-44A3-96C8-9B9855019808}"/>
          </ac:cxnSpMkLst>
        </pc:cxnChg>
        <pc:cxnChg chg="mod">
          <ac:chgData name="SERGIO SPANO'" userId="3abdd0b9-513e-40ac-aad4-56920065037d" providerId="ADAL" clId="{0034361A-9E12-48AC-A38B-9EBE6F5212D0}" dt="2022-04-04T09:19:44.451" v="1174"/>
          <ac:cxnSpMkLst>
            <pc:docMk/>
            <pc:sldMk cId="1755157505" sldId="269"/>
            <ac:cxnSpMk id="53" creationId="{53D2792E-61D8-4159-90B3-BB0A208D8626}"/>
          </ac:cxnSpMkLst>
        </pc:cxnChg>
        <pc:cxnChg chg="mod">
          <ac:chgData name="SERGIO SPANO'" userId="3abdd0b9-513e-40ac-aad4-56920065037d" providerId="ADAL" clId="{0034361A-9E12-48AC-A38B-9EBE6F5212D0}" dt="2022-04-04T09:19:44.451" v="1174"/>
          <ac:cxnSpMkLst>
            <pc:docMk/>
            <pc:sldMk cId="1755157505" sldId="269"/>
            <ac:cxnSpMk id="54" creationId="{03D7C63A-57AE-4762-A1B2-98734CA6EFA1}"/>
          </ac:cxnSpMkLst>
        </pc:cxnChg>
        <pc:cxnChg chg="mod">
          <ac:chgData name="SERGIO SPANO'" userId="3abdd0b9-513e-40ac-aad4-56920065037d" providerId="ADAL" clId="{0034361A-9E12-48AC-A38B-9EBE6F5212D0}" dt="2022-04-04T09:19:44.451" v="1174"/>
          <ac:cxnSpMkLst>
            <pc:docMk/>
            <pc:sldMk cId="1755157505" sldId="269"/>
            <ac:cxnSpMk id="55" creationId="{45F47078-92C2-4A55-A722-9C099F6E1A85}"/>
          </ac:cxnSpMkLst>
        </pc:cxnChg>
        <pc:cxnChg chg="mod">
          <ac:chgData name="SERGIO SPANO'" userId="3abdd0b9-513e-40ac-aad4-56920065037d" providerId="ADAL" clId="{0034361A-9E12-48AC-A38B-9EBE6F5212D0}" dt="2022-04-04T09:19:44.451" v="1174"/>
          <ac:cxnSpMkLst>
            <pc:docMk/>
            <pc:sldMk cId="1755157505" sldId="269"/>
            <ac:cxnSpMk id="56" creationId="{2BE38B53-C052-4043-8BDF-19F0E0F34887}"/>
          </ac:cxnSpMkLst>
        </pc:cxnChg>
      </pc:sldChg>
      <pc:sldChg chg="addSp modSp new mod">
        <pc:chgData name="SERGIO SPANO'" userId="3abdd0b9-513e-40ac-aad4-56920065037d" providerId="ADAL" clId="{0034361A-9E12-48AC-A38B-9EBE6F5212D0}" dt="2022-04-04T09:21:17.561" v="1253" actId="1076"/>
        <pc:sldMkLst>
          <pc:docMk/>
          <pc:sldMk cId="2035416742" sldId="270"/>
        </pc:sldMkLst>
        <pc:spChg chg="mod">
          <ac:chgData name="SERGIO SPANO'" userId="3abdd0b9-513e-40ac-aad4-56920065037d" providerId="ADAL" clId="{0034361A-9E12-48AC-A38B-9EBE6F5212D0}" dt="2022-04-04T09:20:21.619" v="1200" actId="20577"/>
          <ac:spMkLst>
            <pc:docMk/>
            <pc:sldMk cId="2035416742" sldId="270"/>
            <ac:spMk id="2" creationId="{CA3EC8B6-C57B-443D-8D76-148BE4024C09}"/>
          </ac:spMkLst>
        </pc:spChg>
        <pc:spChg chg="mod">
          <ac:chgData name="SERGIO SPANO'" userId="3abdd0b9-513e-40ac-aad4-56920065037d" providerId="ADAL" clId="{0034361A-9E12-48AC-A38B-9EBE6F5212D0}" dt="2022-04-04T09:21:10.957" v="1249" actId="14100"/>
          <ac:spMkLst>
            <pc:docMk/>
            <pc:sldMk cId="2035416742" sldId="270"/>
            <ac:spMk id="3" creationId="{BB35C2F0-1D7E-4AD8-BF92-189A4AC1AA8B}"/>
          </ac:spMkLst>
        </pc:spChg>
        <pc:picChg chg="add mod">
          <ac:chgData name="SERGIO SPANO'" userId="3abdd0b9-513e-40ac-aad4-56920065037d" providerId="ADAL" clId="{0034361A-9E12-48AC-A38B-9EBE6F5212D0}" dt="2022-04-04T09:21:17.561" v="1253" actId="1076"/>
          <ac:picMkLst>
            <pc:docMk/>
            <pc:sldMk cId="2035416742" sldId="270"/>
            <ac:picMk id="6" creationId="{C3D3ED2C-19C9-42ED-815A-30F2DDA6A116}"/>
          </ac:picMkLst>
        </pc:picChg>
      </pc:sldChg>
      <pc:sldChg chg="del">
        <pc:chgData name="SERGIO SPANO'" userId="3abdd0b9-513e-40ac-aad4-56920065037d" providerId="ADAL" clId="{0034361A-9E12-48AC-A38B-9EBE6F5212D0}" dt="2022-04-04T08:26:16.588" v="40" actId="47"/>
        <pc:sldMkLst>
          <pc:docMk/>
          <pc:sldMk cId="3923275502" sldId="270"/>
        </pc:sldMkLst>
      </pc:sldChg>
      <pc:sldChg chg="addSp modSp new mod">
        <pc:chgData name="SERGIO SPANO'" userId="3abdd0b9-513e-40ac-aad4-56920065037d" providerId="ADAL" clId="{0034361A-9E12-48AC-A38B-9EBE6F5212D0}" dt="2022-04-04T09:22:30.416" v="1273" actId="1076"/>
        <pc:sldMkLst>
          <pc:docMk/>
          <pc:sldMk cId="1379941506" sldId="271"/>
        </pc:sldMkLst>
        <pc:spChg chg="mod">
          <ac:chgData name="SERGIO SPANO'" userId="3abdd0b9-513e-40ac-aad4-56920065037d" providerId="ADAL" clId="{0034361A-9E12-48AC-A38B-9EBE6F5212D0}" dt="2022-04-04T09:21:45.154" v="1256" actId="27636"/>
          <ac:spMkLst>
            <pc:docMk/>
            <pc:sldMk cId="1379941506" sldId="271"/>
            <ac:spMk id="2" creationId="{6421C866-274F-42E7-ABE8-3D60DDB54403}"/>
          </ac:spMkLst>
        </pc:spChg>
        <pc:spChg chg="mod">
          <ac:chgData name="SERGIO SPANO'" userId="3abdd0b9-513e-40ac-aad4-56920065037d" providerId="ADAL" clId="{0034361A-9E12-48AC-A38B-9EBE6F5212D0}" dt="2022-04-04T09:22:26.916" v="1271" actId="14100"/>
          <ac:spMkLst>
            <pc:docMk/>
            <pc:sldMk cId="1379941506" sldId="271"/>
            <ac:spMk id="3" creationId="{1B61F35C-C9A9-4100-9516-1B8EC8DD4BD7}"/>
          </ac:spMkLst>
        </pc:spChg>
        <pc:picChg chg="add mod">
          <ac:chgData name="SERGIO SPANO'" userId="3abdd0b9-513e-40ac-aad4-56920065037d" providerId="ADAL" clId="{0034361A-9E12-48AC-A38B-9EBE6F5212D0}" dt="2022-04-04T09:22:30.416" v="1273" actId="1076"/>
          <ac:picMkLst>
            <pc:docMk/>
            <pc:sldMk cId="1379941506" sldId="271"/>
            <ac:picMk id="6" creationId="{899EB180-DD1C-4A67-943F-02EF7DEF3197}"/>
          </ac:picMkLst>
        </pc:picChg>
      </pc:sldChg>
      <pc:sldChg chg="del">
        <pc:chgData name="SERGIO SPANO'" userId="3abdd0b9-513e-40ac-aad4-56920065037d" providerId="ADAL" clId="{0034361A-9E12-48AC-A38B-9EBE6F5212D0}" dt="2022-04-04T08:26:16.761" v="41" actId="47"/>
        <pc:sldMkLst>
          <pc:docMk/>
          <pc:sldMk cId="2916414287" sldId="271"/>
        </pc:sldMkLst>
      </pc:sldChg>
      <pc:sldChg chg="addSp modSp new mod">
        <pc:chgData name="SERGIO SPANO'" userId="3abdd0b9-513e-40ac-aad4-56920065037d" providerId="ADAL" clId="{0034361A-9E12-48AC-A38B-9EBE6F5212D0}" dt="2022-04-04T09:23:24.257" v="1285" actId="1076"/>
        <pc:sldMkLst>
          <pc:docMk/>
          <pc:sldMk cId="923331695" sldId="272"/>
        </pc:sldMkLst>
        <pc:spChg chg="mod">
          <ac:chgData name="SERGIO SPANO'" userId="3abdd0b9-513e-40ac-aad4-56920065037d" providerId="ADAL" clId="{0034361A-9E12-48AC-A38B-9EBE6F5212D0}" dt="2022-04-04T09:22:57.382" v="1276" actId="27636"/>
          <ac:spMkLst>
            <pc:docMk/>
            <pc:sldMk cId="923331695" sldId="272"/>
            <ac:spMk id="2" creationId="{9E5056C5-516C-4305-9710-EAE175CC86EE}"/>
          </ac:spMkLst>
        </pc:spChg>
        <pc:spChg chg="mod">
          <ac:chgData name="SERGIO SPANO'" userId="3abdd0b9-513e-40ac-aad4-56920065037d" providerId="ADAL" clId="{0034361A-9E12-48AC-A38B-9EBE6F5212D0}" dt="2022-04-04T09:23:20.218" v="1282" actId="14100"/>
          <ac:spMkLst>
            <pc:docMk/>
            <pc:sldMk cId="923331695" sldId="272"/>
            <ac:spMk id="3" creationId="{3C235673-A5C3-41C0-B9D4-2271F4537CFC}"/>
          </ac:spMkLst>
        </pc:spChg>
        <pc:picChg chg="add mod">
          <ac:chgData name="SERGIO SPANO'" userId="3abdd0b9-513e-40ac-aad4-56920065037d" providerId="ADAL" clId="{0034361A-9E12-48AC-A38B-9EBE6F5212D0}" dt="2022-04-04T09:23:24.257" v="1285" actId="1076"/>
          <ac:picMkLst>
            <pc:docMk/>
            <pc:sldMk cId="923331695" sldId="272"/>
            <ac:picMk id="6" creationId="{3F0AF96B-7D5D-491C-B5CB-7A209BF2CD72}"/>
          </ac:picMkLst>
        </pc:picChg>
      </pc:sldChg>
      <pc:sldChg chg="del">
        <pc:chgData name="SERGIO SPANO'" userId="3abdd0b9-513e-40ac-aad4-56920065037d" providerId="ADAL" clId="{0034361A-9E12-48AC-A38B-9EBE6F5212D0}" dt="2022-04-04T08:26:16.930" v="42" actId="47"/>
        <pc:sldMkLst>
          <pc:docMk/>
          <pc:sldMk cId="2503590128" sldId="272"/>
        </pc:sldMkLst>
      </pc:sldChg>
      <pc:sldChg chg="addSp delSp modSp new mod">
        <pc:chgData name="SERGIO SPANO'" userId="3abdd0b9-513e-40ac-aad4-56920065037d" providerId="ADAL" clId="{0034361A-9E12-48AC-A38B-9EBE6F5212D0}" dt="2022-04-04T09:23:54.700" v="1297" actId="14100"/>
        <pc:sldMkLst>
          <pc:docMk/>
          <pc:sldMk cId="1063853208" sldId="273"/>
        </pc:sldMkLst>
        <pc:spChg chg="mod">
          <ac:chgData name="SERGIO SPANO'" userId="3abdd0b9-513e-40ac-aad4-56920065037d" providerId="ADAL" clId="{0034361A-9E12-48AC-A38B-9EBE6F5212D0}" dt="2022-04-04T09:23:41.464" v="1292" actId="20577"/>
          <ac:spMkLst>
            <pc:docMk/>
            <pc:sldMk cId="1063853208" sldId="273"/>
            <ac:spMk id="2" creationId="{8EBFD467-3DD6-428F-97E7-423A53930231}"/>
          </ac:spMkLst>
        </pc:spChg>
        <pc:spChg chg="del">
          <ac:chgData name="SERGIO SPANO'" userId="3abdd0b9-513e-40ac-aad4-56920065037d" providerId="ADAL" clId="{0034361A-9E12-48AC-A38B-9EBE6F5212D0}" dt="2022-04-04T09:23:45.928" v="1293" actId="478"/>
          <ac:spMkLst>
            <pc:docMk/>
            <pc:sldMk cId="1063853208" sldId="273"/>
            <ac:spMk id="3" creationId="{0DB9F73E-9358-4B62-8C8D-E630D6B62410}"/>
          </ac:spMkLst>
        </pc:spChg>
        <pc:picChg chg="add mod">
          <ac:chgData name="SERGIO SPANO'" userId="3abdd0b9-513e-40ac-aad4-56920065037d" providerId="ADAL" clId="{0034361A-9E12-48AC-A38B-9EBE6F5212D0}" dt="2022-04-04T09:23:54.700" v="1297" actId="14100"/>
          <ac:picMkLst>
            <pc:docMk/>
            <pc:sldMk cId="1063853208" sldId="273"/>
            <ac:picMk id="6" creationId="{3095B71E-9BD6-42EA-91C7-F3F1DECC8CBD}"/>
          </ac:picMkLst>
        </pc:picChg>
      </pc:sldChg>
      <pc:sldChg chg="del">
        <pc:chgData name="SERGIO SPANO'" userId="3abdd0b9-513e-40ac-aad4-56920065037d" providerId="ADAL" clId="{0034361A-9E12-48AC-A38B-9EBE6F5212D0}" dt="2022-04-04T08:26:17.432" v="43" actId="47"/>
        <pc:sldMkLst>
          <pc:docMk/>
          <pc:sldMk cId="3168054203" sldId="273"/>
        </pc:sldMkLst>
      </pc:sldChg>
      <pc:sldChg chg="addSp modSp new mod">
        <pc:chgData name="SERGIO SPANO'" userId="3abdd0b9-513e-40ac-aad4-56920065037d" providerId="ADAL" clId="{0034361A-9E12-48AC-A38B-9EBE6F5212D0}" dt="2022-04-04T09:32:01.020" v="1342" actId="1076"/>
        <pc:sldMkLst>
          <pc:docMk/>
          <pc:sldMk cId="1566194581" sldId="274"/>
        </pc:sldMkLst>
        <pc:spChg chg="mod">
          <ac:chgData name="SERGIO SPANO'" userId="3abdd0b9-513e-40ac-aad4-56920065037d" providerId="ADAL" clId="{0034361A-9E12-48AC-A38B-9EBE6F5212D0}" dt="2022-04-04T09:30:29.280" v="1304" actId="20577"/>
          <ac:spMkLst>
            <pc:docMk/>
            <pc:sldMk cId="1566194581" sldId="274"/>
            <ac:spMk id="2" creationId="{33EACE30-7198-41A6-8E7E-C1C44CF731C8}"/>
          </ac:spMkLst>
        </pc:spChg>
        <pc:spChg chg="mod">
          <ac:chgData name="SERGIO SPANO'" userId="3abdd0b9-513e-40ac-aad4-56920065037d" providerId="ADAL" clId="{0034361A-9E12-48AC-A38B-9EBE6F5212D0}" dt="2022-04-04T09:31:44.264" v="1338" actId="14100"/>
          <ac:spMkLst>
            <pc:docMk/>
            <pc:sldMk cId="1566194581" sldId="274"/>
            <ac:spMk id="3" creationId="{5906CC1E-AF10-427D-B541-4E4A560F2AAB}"/>
          </ac:spMkLst>
        </pc:spChg>
        <pc:picChg chg="add mod">
          <ac:chgData name="SERGIO SPANO'" userId="3abdd0b9-513e-40ac-aad4-56920065037d" providerId="ADAL" clId="{0034361A-9E12-48AC-A38B-9EBE6F5212D0}" dt="2022-04-04T09:32:01.020" v="1342" actId="1076"/>
          <ac:picMkLst>
            <pc:docMk/>
            <pc:sldMk cId="1566194581" sldId="274"/>
            <ac:picMk id="6" creationId="{133AD9F0-4437-4EBA-BE9C-83F532D102FD}"/>
          </ac:picMkLst>
        </pc:picChg>
      </pc:sldChg>
      <pc:sldChg chg="del">
        <pc:chgData name="SERGIO SPANO'" userId="3abdd0b9-513e-40ac-aad4-56920065037d" providerId="ADAL" clId="{0034361A-9E12-48AC-A38B-9EBE6F5212D0}" dt="2022-04-04T08:26:17.442" v="44" actId="47"/>
        <pc:sldMkLst>
          <pc:docMk/>
          <pc:sldMk cId="3798802901" sldId="274"/>
        </pc:sldMkLst>
      </pc:sldChg>
      <pc:sldChg chg="del">
        <pc:chgData name="SERGIO SPANO'" userId="3abdd0b9-513e-40ac-aad4-56920065037d" providerId="ADAL" clId="{0034361A-9E12-48AC-A38B-9EBE6F5212D0}" dt="2022-04-04T08:26:17.456" v="45" actId="47"/>
        <pc:sldMkLst>
          <pc:docMk/>
          <pc:sldMk cId="394788787" sldId="275"/>
        </pc:sldMkLst>
      </pc:sldChg>
      <pc:sldChg chg="addSp modSp new del mod">
        <pc:chgData name="SERGIO SPANO'" userId="3abdd0b9-513e-40ac-aad4-56920065037d" providerId="ADAL" clId="{0034361A-9E12-48AC-A38B-9EBE6F5212D0}" dt="2022-04-04T09:36:13.144" v="1369" actId="2696"/>
        <pc:sldMkLst>
          <pc:docMk/>
          <pc:sldMk cId="1696425532" sldId="275"/>
        </pc:sldMkLst>
        <pc:spChg chg="mod">
          <ac:chgData name="SERGIO SPANO'" userId="3abdd0b9-513e-40ac-aad4-56920065037d" providerId="ADAL" clId="{0034361A-9E12-48AC-A38B-9EBE6F5212D0}" dt="2022-04-04T09:32:45.508" v="1345" actId="27636"/>
          <ac:spMkLst>
            <pc:docMk/>
            <pc:sldMk cId="1696425532" sldId="275"/>
            <ac:spMk id="2" creationId="{EB44FE1C-E538-4341-A8F2-8FC32985639F}"/>
          </ac:spMkLst>
        </pc:spChg>
        <pc:spChg chg="mod">
          <ac:chgData name="SERGIO SPANO'" userId="3abdd0b9-513e-40ac-aad4-56920065037d" providerId="ADAL" clId="{0034361A-9E12-48AC-A38B-9EBE6F5212D0}" dt="2022-04-04T09:32:50.040" v="1346"/>
          <ac:spMkLst>
            <pc:docMk/>
            <pc:sldMk cId="1696425532" sldId="275"/>
            <ac:spMk id="3" creationId="{A9BC7EDD-B56B-4894-B464-9C2FF2A0E385}"/>
          </ac:spMkLst>
        </pc:spChg>
        <pc:picChg chg="add mod">
          <ac:chgData name="SERGIO SPANO'" userId="3abdd0b9-513e-40ac-aad4-56920065037d" providerId="ADAL" clId="{0034361A-9E12-48AC-A38B-9EBE6F5212D0}" dt="2022-04-04T09:33:00.228" v="1350" actId="1076"/>
          <ac:picMkLst>
            <pc:docMk/>
            <pc:sldMk cId="1696425532" sldId="275"/>
            <ac:picMk id="6" creationId="{3EC46310-548A-47A3-BA66-8B08752CE772}"/>
          </ac:picMkLst>
        </pc:picChg>
      </pc:sldChg>
      <pc:sldChg chg="add">
        <pc:chgData name="SERGIO SPANO'" userId="3abdd0b9-513e-40ac-aad4-56920065037d" providerId="ADAL" clId="{0034361A-9E12-48AC-A38B-9EBE6F5212D0}" dt="2022-04-04T09:36:16.286" v="1370"/>
        <pc:sldMkLst>
          <pc:docMk/>
          <pc:sldMk cId="3320012960" sldId="275"/>
        </pc:sldMkLst>
      </pc:sldChg>
      <pc:sldChg chg="addSp delSp modSp add mod">
        <pc:chgData name="SERGIO SPANO'" userId="3abdd0b9-513e-40ac-aad4-56920065037d" providerId="ADAL" clId="{0034361A-9E12-48AC-A38B-9EBE6F5212D0}" dt="2022-04-04T09:40:27.361" v="1664" actId="20577"/>
        <pc:sldMkLst>
          <pc:docMk/>
          <pc:sldMk cId="1094222998" sldId="276"/>
        </pc:sldMkLst>
        <pc:spChg chg="mod">
          <ac:chgData name="SERGIO SPANO'" userId="3abdd0b9-513e-40ac-aad4-56920065037d" providerId="ADAL" clId="{0034361A-9E12-48AC-A38B-9EBE6F5212D0}" dt="2022-04-04T09:39:11.145" v="1573" actId="20577"/>
          <ac:spMkLst>
            <pc:docMk/>
            <pc:sldMk cId="1094222998" sldId="276"/>
            <ac:spMk id="2" creationId="{E97ED0AA-9878-460C-B1FD-BE786E9AC193}"/>
          </ac:spMkLst>
        </pc:spChg>
        <pc:spChg chg="del">
          <ac:chgData name="SERGIO SPANO'" userId="3abdd0b9-513e-40ac-aad4-56920065037d" providerId="ADAL" clId="{0034361A-9E12-48AC-A38B-9EBE6F5212D0}" dt="2022-04-04T09:38:25.328" v="1554" actId="478"/>
          <ac:spMkLst>
            <pc:docMk/>
            <pc:sldMk cId="1094222998" sldId="276"/>
            <ac:spMk id="3" creationId="{CEBA63BE-5C00-429D-87F8-68F443AE0D32}"/>
          </ac:spMkLst>
        </pc:spChg>
        <pc:spChg chg="add del mod">
          <ac:chgData name="SERGIO SPANO'" userId="3abdd0b9-513e-40ac-aad4-56920065037d" providerId="ADAL" clId="{0034361A-9E12-48AC-A38B-9EBE6F5212D0}" dt="2022-04-04T09:38:27.852" v="1555" actId="478"/>
          <ac:spMkLst>
            <pc:docMk/>
            <pc:sldMk cId="1094222998" sldId="276"/>
            <ac:spMk id="7" creationId="{3AF23C69-752D-4BE1-8D3F-C31DB83D85BB}"/>
          </ac:spMkLst>
        </pc:spChg>
        <pc:spChg chg="add mod">
          <ac:chgData name="SERGIO SPANO'" userId="3abdd0b9-513e-40ac-aad4-56920065037d" providerId="ADAL" clId="{0034361A-9E12-48AC-A38B-9EBE6F5212D0}" dt="2022-04-04T09:40:27.361" v="1664" actId="20577"/>
          <ac:spMkLst>
            <pc:docMk/>
            <pc:sldMk cId="1094222998" sldId="276"/>
            <ac:spMk id="13" creationId="{00B7C921-DEE8-43E9-9673-50A428E20376}"/>
          </ac:spMkLst>
        </pc:spChg>
        <pc:picChg chg="add mod">
          <ac:chgData name="SERGIO SPANO'" userId="3abdd0b9-513e-40ac-aad4-56920065037d" providerId="ADAL" clId="{0034361A-9E12-48AC-A38B-9EBE6F5212D0}" dt="2022-04-04T09:39:01.752" v="1563" actId="1076"/>
          <ac:picMkLst>
            <pc:docMk/>
            <pc:sldMk cId="1094222998" sldId="276"/>
            <ac:picMk id="9" creationId="{C8BA915E-878B-410F-B9BC-715E56B8FE08}"/>
          </ac:picMkLst>
        </pc:picChg>
        <pc:picChg chg="add del mod">
          <ac:chgData name="SERGIO SPANO'" userId="3abdd0b9-513e-40ac-aad4-56920065037d" providerId="ADAL" clId="{0034361A-9E12-48AC-A38B-9EBE6F5212D0}" dt="2022-04-04T09:38:55.847" v="1559" actId="478"/>
          <ac:picMkLst>
            <pc:docMk/>
            <pc:sldMk cId="1094222998" sldId="276"/>
            <ac:picMk id="10" creationId="{055D6E70-0A4F-412D-B5EA-47EA0E735889}"/>
          </ac:picMkLst>
        </pc:picChg>
        <pc:picChg chg="add mod">
          <ac:chgData name="SERGIO SPANO'" userId="3abdd0b9-513e-40ac-aad4-56920065037d" providerId="ADAL" clId="{0034361A-9E12-48AC-A38B-9EBE6F5212D0}" dt="2022-04-04T09:39:14.822" v="1574" actId="1076"/>
          <ac:picMkLst>
            <pc:docMk/>
            <pc:sldMk cId="1094222998" sldId="276"/>
            <ac:picMk id="11" creationId="{0A2145BA-D1DE-442A-A167-F4D254158969}"/>
          </ac:picMkLst>
        </pc:picChg>
        <pc:picChg chg="del">
          <ac:chgData name="SERGIO SPANO'" userId="3abdd0b9-513e-40ac-aad4-56920065037d" providerId="ADAL" clId="{0034361A-9E12-48AC-A38B-9EBE6F5212D0}" dt="2022-04-04T09:38:22.086" v="1550" actId="478"/>
          <ac:picMkLst>
            <pc:docMk/>
            <pc:sldMk cId="1094222998" sldId="276"/>
            <ac:picMk id="19" creationId="{0EEEB728-8A74-4546-84EA-3A93642A6B74}"/>
          </ac:picMkLst>
        </pc:picChg>
      </pc:sldChg>
      <pc:sldChg chg="del">
        <pc:chgData name="SERGIO SPANO'" userId="3abdd0b9-513e-40ac-aad4-56920065037d" providerId="ADAL" clId="{0034361A-9E12-48AC-A38B-9EBE6F5212D0}" dt="2022-04-04T08:26:17.519" v="46" actId="47"/>
        <pc:sldMkLst>
          <pc:docMk/>
          <pc:sldMk cId="1250271747" sldId="276"/>
        </pc:sldMkLst>
      </pc:sldChg>
      <pc:sldChg chg="addSp delSp modSp new del mod">
        <pc:chgData name="SERGIO SPANO'" userId="3abdd0b9-513e-40ac-aad4-56920065037d" providerId="ADAL" clId="{0034361A-9E12-48AC-A38B-9EBE6F5212D0}" dt="2022-04-04T09:36:13.144" v="1369" actId="2696"/>
        <pc:sldMkLst>
          <pc:docMk/>
          <pc:sldMk cId="1551214867" sldId="276"/>
        </pc:sldMkLst>
        <pc:spChg chg="mod">
          <ac:chgData name="SERGIO SPANO'" userId="3abdd0b9-513e-40ac-aad4-56920065037d" providerId="ADAL" clId="{0034361A-9E12-48AC-A38B-9EBE6F5212D0}" dt="2022-04-04T09:34:52.397" v="1353" actId="27636"/>
          <ac:spMkLst>
            <pc:docMk/>
            <pc:sldMk cId="1551214867" sldId="276"/>
            <ac:spMk id="2" creationId="{E97ED0AA-9878-460C-B1FD-BE786E9AC193}"/>
          </ac:spMkLst>
        </pc:spChg>
        <pc:spChg chg="mod">
          <ac:chgData name="SERGIO SPANO'" userId="3abdd0b9-513e-40ac-aad4-56920065037d" providerId="ADAL" clId="{0034361A-9E12-48AC-A38B-9EBE6F5212D0}" dt="2022-04-04T09:35:11.785" v="1363" actId="14100"/>
          <ac:spMkLst>
            <pc:docMk/>
            <pc:sldMk cId="1551214867" sldId="276"/>
            <ac:spMk id="3" creationId="{CEBA63BE-5C00-429D-87F8-68F443AE0D32}"/>
          </ac:spMkLst>
        </pc:spChg>
        <pc:spChg chg="mod">
          <ac:chgData name="SERGIO SPANO'" userId="3abdd0b9-513e-40ac-aad4-56920065037d" providerId="ADAL" clId="{0034361A-9E12-48AC-A38B-9EBE6F5212D0}" dt="2022-04-04T09:35:17.283" v="1364"/>
          <ac:spMkLst>
            <pc:docMk/>
            <pc:sldMk cId="1551214867" sldId="276"/>
            <ac:spMk id="7" creationId="{E980D56F-B708-4D53-BF72-43ECFBE90235}"/>
          </ac:spMkLst>
        </pc:spChg>
        <pc:spChg chg="mod">
          <ac:chgData name="SERGIO SPANO'" userId="3abdd0b9-513e-40ac-aad4-56920065037d" providerId="ADAL" clId="{0034361A-9E12-48AC-A38B-9EBE6F5212D0}" dt="2022-04-04T09:35:17.283" v="1364"/>
          <ac:spMkLst>
            <pc:docMk/>
            <pc:sldMk cId="1551214867" sldId="276"/>
            <ac:spMk id="8" creationId="{A7ACC4BC-BFB0-4323-B936-09F9E12AA2BC}"/>
          </ac:spMkLst>
        </pc:spChg>
        <pc:spChg chg="mod">
          <ac:chgData name="SERGIO SPANO'" userId="3abdd0b9-513e-40ac-aad4-56920065037d" providerId="ADAL" clId="{0034361A-9E12-48AC-A38B-9EBE6F5212D0}" dt="2022-04-04T09:35:17.283" v="1364"/>
          <ac:spMkLst>
            <pc:docMk/>
            <pc:sldMk cId="1551214867" sldId="276"/>
            <ac:spMk id="9" creationId="{C7CEEB5E-626D-48EF-8BEE-CDF914A0F958}"/>
          </ac:spMkLst>
        </pc:spChg>
        <pc:spChg chg="mod">
          <ac:chgData name="SERGIO SPANO'" userId="3abdd0b9-513e-40ac-aad4-56920065037d" providerId="ADAL" clId="{0034361A-9E12-48AC-A38B-9EBE6F5212D0}" dt="2022-04-04T09:35:17.283" v="1364"/>
          <ac:spMkLst>
            <pc:docMk/>
            <pc:sldMk cId="1551214867" sldId="276"/>
            <ac:spMk id="14" creationId="{A82BC90B-B7AC-4BEA-9BF0-60EE0CAEFE4D}"/>
          </ac:spMkLst>
        </pc:spChg>
        <pc:spChg chg="mod">
          <ac:chgData name="SERGIO SPANO'" userId="3abdd0b9-513e-40ac-aad4-56920065037d" providerId="ADAL" clId="{0034361A-9E12-48AC-A38B-9EBE6F5212D0}" dt="2022-04-04T09:35:17.283" v="1364"/>
          <ac:spMkLst>
            <pc:docMk/>
            <pc:sldMk cId="1551214867" sldId="276"/>
            <ac:spMk id="15" creationId="{FDC8BCE4-13E3-43EA-9D11-52ADDEDAD6B4}"/>
          </ac:spMkLst>
        </pc:spChg>
        <pc:spChg chg="mod">
          <ac:chgData name="SERGIO SPANO'" userId="3abdd0b9-513e-40ac-aad4-56920065037d" providerId="ADAL" clId="{0034361A-9E12-48AC-A38B-9EBE6F5212D0}" dt="2022-04-04T09:35:17.283" v="1364"/>
          <ac:spMkLst>
            <pc:docMk/>
            <pc:sldMk cId="1551214867" sldId="276"/>
            <ac:spMk id="16" creationId="{13B0FBDD-621E-4A9B-A671-6FB5A7C13523}"/>
          </ac:spMkLst>
        </pc:spChg>
        <pc:spChg chg="mod">
          <ac:chgData name="SERGIO SPANO'" userId="3abdd0b9-513e-40ac-aad4-56920065037d" providerId="ADAL" clId="{0034361A-9E12-48AC-A38B-9EBE6F5212D0}" dt="2022-04-04T09:35:17.283" v="1364"/>
          <ac:spMkLst>
            <pc:docMk/>
            <pc:sldMk cId="1551214867" sldId="276"/>
            <ac:spMk id="17" creationId="{B785BE47-8B82-44A2-A13F-C88B76142D3B}"/>
          </ac:spMkLst>
        </pc:spChg>
        <pc:grpChg chg="add del mod">
          <ac:chgData name="SERGIO SPANO'" userId="3abdd0b9-513e-40ac-aad4-56920065037d" providerId="ADAL" clId="{0034361A-9E12-48AC-A38B-9EBE6F5212D0}" dt="2022-04-04T09:35:19.055" v="1365"/>
          <ac:grpSpMkLst>
            <pc:docMk/>
            <pc:sldMk cId="1551214867" sldId="276"/>
            <ac:grpSpMk id="6" creationId="{28E955F0-B2D6-484F-8B69-B27884954527}"/>
          </ac:grpSpMkLst>
        </pc:grpChg>
        <pc:picChg chg="add mod">
          <ac:chgData name="SERGIO SPANO'" userId="3abdd0b9-513e-40ac-aad4-56920065037d" providerId="ADAL" clId="{0034361A-9E12-48AC-A38B-9EBE6F5212D0}" dt="2022-04-04T09:35:23.181" v="1368" actId="1076"/>
          <ac:picMkLst>
            <pc:docMk/>
            <pc:sldMk cId="1551214867" sldId="276"/>
            <ac:picMk id="19" creationId="{0EEEB728-8A74-4546-84EA-3A93642A6B74}"/>
          </ac:picMkLst>
        </pc:picChg>
        <pc:cxnChg chg="mod">
          <ac:chgData name="SERGIO SPANO'" userId="3abdd0b9-513e-40ac-aad4-56920065037d" providerId="ADAL" clId="{0034361A-9E12-48AC-A38B-9EBE6F5212D0}" dt="2022-04-04T09:35:17.283" v="1364"/>
          <ac:cxnSpMkLst>
            <pc:docMk/>
            <pc:sldMk cId="1551214867" sldId="276"/>
            <ac:cxnSpMk id="10" creationId="{59ED55D2-8201-4466-A899-639B7C4EF16A}"/>
          </ac:cxnSpMkLst>
        </pc:cxnChg>
        <pc:cxnChg chg="mod">
          <ac:chgData name="SERGIO SPANO'" userId="3abdd0b9-513e-40ac-aad4-56920065037d" providerId="ADAL" clId="{0034361A-9E12-48AC-A38B-9EBE6F5212D0}" dt="2022-04-04T09:35:17.283" v="1364"/>
          <ac:cxnSpMkLst>
            <pc:docMk/>
            <pc:sldMk cId="1551214867" sldId="276"/>
            <ac:cxnSpMk id="11" creationId="{300B90A6-5B9B-4723-BD46-9C0D9E4F2CFE}"/>
          </ac:cxnSpMkLst>
        </pc:cxnChg>
        <pc:cxnChg chg="mod">
          <ac:chgData name="SERGIO SPANO'" userId="3abdd0b9-513e-40ac-aad4-56920065037d" providerId="ADAL" clId="{0034361A-9E12-48AC-A38B-9EBE6F5212D0}" dt="2022-04-04T09:35:17.283" v="1364"/>
          <ac:cxnSpMkLst>
            <pc:docMk/>
            <pc:sldMk cId="1551214867" sldId="276"/>
            <ac:cxnSpMk id="12" creationId="{B0B52D4B-92E6-4878-9B32-6D2D627AB998}"/>
          </ac:cxnSpMkLst>
        </pc:cxnChg>
        <pc:cxnChg chg="mod">
          <ac:chgData name="SERGIO SPANO'" userId="3abdd0b9-513e-40ac-aad4-56920065037d" providerId="ADAL" clId="{0034361A-9E12-48AC-A38B-9EBE6F5212D0}" dt="2022-04-04T09:35:17.283" v="1364"/>
          <ac:cxnSpMkLst>
            <pc:docMk/>
            <pc:sldMk cId="1551214867" sldId="276"/>
            <ac:cxnSpMk id="13" creationId="{083BBC1C-5E23-49F7-B2ED-DFEA54AE4A2F}"/>
          </ac:cxnSpMkLst>
        </pc:cxnChg>
        <pc:cxnChg chg="mod">
          <ac:chgData name="SERGIO SPANO'" userId="3abdd0b9-513e-40ac-aad4-56920065037d" providerId="ADAL" clId="{0034361A-9E12-48AC-A38B-9EBE6F5212D0}" dt="2022-04-04T09:35:17.283" v="1364"/>
          <ac:cxnSpMkLst>
            <pc:docMk/>
            <pc:sldMk cId="1551214867" sldId="276"/>
            <ac:cxnSpMk id="18" creationId="{EA4E462A-4C44-4F44-B489-CB44FA44B44E}"/>
          </ac:cxnSpMkLst>
        </pc:cxnChg>
      </pc:sldChg>
      <pc:sldChg chg="del">
        <pc:chgData name="SERGIO SPANO'" userId="3abdd0b9-513e-40ac-aad4-56920065037d" providerId="ADAL" clId="{0034361A-9E12-48AC-A38B-9EBE6F5212D0}" dt="2022-04-04T08:26:17.566" v="47" actId="47"/>
        <pc:sldMkLst>
          <pc:docMk/>
          <pc:sldMk cId="1221387922" sldId="277"/>
        </pc:sldMkLst>
      </pc:sldChg>
      <pc:sldChg chg="addSp delSp modSp new mod">
        <pc:chgData name="SERGIO SPANO'" userId="3abdd0b9-513e-40ac-aad4-56920065037d" providerId="ADAL" clId="{0034361A-9E12-48AC-A38B-9EBE6F5212D0}" dt="2022-04-04T09:38:05.713" v="1549" actId="1076"/>
        <pc:sldMkLst>
          <pc:docMk/>
          <pc:sldMk cId="3451030804" sldId="277"/>
        </pc:sldMkLst>
        <pc:spChg chg="mod">
          <ac:chgData name="SERGIO SPANO'" userId="3abdd0b9-513e-40ac-aad4-56920065037d" providerId="ADAL" clId="{0034361A-9E12-48AC-A38B-9EBE6F5212D0}" dt="2022-04-04T09:36:35.176" v="1397" actId="20577"/>
          <ac:spMkLst>
            <pc:docMk/>
            <pc:sldMk cId="3451030804" sldId="277"/>
            <ac:spMk id="2" creationId="{E736685E-995C-411E-90E1-0BEFE58E0EA4}"/>
          </ac:spMkLst>
        </pc:spChg>
        <pc:spChg chg="del">
          <ac:chgData name="SERGIO SPANO'" userId="3abdd0b9-513e-40ac-aad4-56920065037d" providerId="ADAL" clId="{0034361A-9E12-48AC-A38B-9EBE6F5212D0}" dt="2022-04-04T09:36:42.255" v="1398" actId="478"/>
          <ac:spMkLst>
            <pc:docMk/>
            <pc:sldMk cId="3451030804" sldId="277"/>
            <ac:spMk id="3" creationId="{F4B130CE-2792-4AD6-95D9-79D149DC1B57}"/>
          </ac:spMkLst>
        </pc:spChg>
        <pc:spChg chg="mod">
          <ac:chgData name="SERGIO SPANO'" userId="3abdd0b9-513e-40ac-aad4-56920065037d" providerId="ADAL" clId="{0034361A-9E12-48AC-A38B-9EBE6F5212D0}" dt="2022-04-04T09:37:01.930" v="1402"/>
          <ac:spMkLst>
            <pc:docMk/>
            <pc:sldMk cId="3451030804" sldId="277"/>
            <ac:spMk id="8" creationId="{C0BF1651-E1EE-4E39-A5CE-8025012E107B}"/>
          </ac:spMkLst>
        </pc:spChg>
        <pc:spChg chg="mod">
          <ac:chgData name="SERGIO SPANO'" userId="3abdd0b9-513e-40ac-aad4-56920065037d" providerId="ADAL" clId="{0034361A-9E12-48AC-A38B-9EBE6F5212D0}" dt="2022-04-04T09:37:01.930" v="1402"/>
          <ac:spMkLst>
            <pc:docMk/>
            <pc:sldMk cId="3451030804" sldId="277"/>
            <ac:spMk id="9" creationId="{DA4C5FA9-14B8-4FCB-8A1A-2889DCB79DF5}"/>
          </ac:spMkLst>
        </pc:spChg>
        <pc:spChg chg="mod">
          <ac:chgData name="SERGIO SPANO'" userId="3abdd0b9-513e-40ac-aad4-56920065037d" providerId="ADAL" clId="{0034361A-9E12-48AC-A38B-9EBE6F5212D0}" dt="2022-04-04T09:37:01.930" v="1402"/>
          <ac:spMkLst>
            <pc:docMk/>
            <pc:sldMk cId="3451030804" sldId="277"/>
            <ac:spMk id="10" creationId="{471F41E4-115B-4C64-B063-52DE05D676EE}"/>
          </ac:spMkLst>
        </pc:spChg>
        <pc:spChg chg="mod">
          <ac:chgData name="SERGIO SPANO'" userId="3abdd0b9-513e-40ac-aad4-56920065037d" providerId="ADAL" clId="{0034361A-9E12-48AC-A38B-9EBE6F5212D0}" dt="2022-04-04T09:37:01.930" v="1402"/>
          <ac:spMkLst>
            <pc:docMk/>
            <pc:sldMk cId="3451030804" sldId="277"/>
            <ac:spMk id="15" creationId="{27B46950-E61C-4E94-901F-DCB8CF4C5A43}"/>
          </ac:spMkLst>
        </pc:spChg>
        <pc:spChg chg="mod">
          <ac:chgData name="SERGIO SPANO'" userId="3abdd0b9-513e-40ac-aad4-56920065037d" providerId="ADAL" clId="{0034361A-9E12-48AC-A38B-9EBE6F5212D0}" dt="2022-04-04T09:37:01.930" v="1402"/>
          <ac:spMkLst>
            <pc:docMk/>
            <pc:sldMk cId="3451030804" sldId="277"/>
            <ac:spMk id="16" creationId="{49D457A3-D47B-4336-90DC-1DA26B6DD4A5}"/>
          </ac:spMkLst>
        </pc:spChg>
        <pc:spChg chg="mod">
          <ac:chgData name="SERGIO SPANO'" userId="3abdd0b9-513e-40ac-aad4-56920065037d" providerId="ADAL" clId="{0034361A-9E12-48AC-A38B-9EBE6F5212D0}" dt="2022-04-04T09:37:01.930" v="1402"/>
          <ac:spMkLst>
            <pc:docMk/>
            <pc:sldMk cId="3451030804" sldId="277"/>
            <ac:spMk id="17" creationId="{0A1FA84D-0C34-4E82-BFE5-9042C6DC6724}"/>
          </ac:spMkLst>
        </pc:spChg>
        <pc:spChg chg="mod">
          <ac:chgData name="SERGIO SPANO'" userId="3abdd0b9-513e-40ac-aad4-56920065037d" providerId="ADAL" clId="{0034361A-9E12-48AC-A38B-9EBE6F5212D0}" dt="2022-04-04T09:37:01.930" v="1402"/>
          <ac:spMkLst>
            <pc:docMk/>
            <pc:sldMk cId="3451030804" sldId="277"/>
            <ac:spMk id="18" creationId="{001CCF6E-66AF-4D02-AF86-63C55DF7A241}"/>
          </ac:spMkLst>
        </pc:spChg>
        <pc:spChg chg="add mod">
          <ac:chgData name="SERGIO SPANO'" userId="3abdd0b9-513e-40ac-aad4-56920065037d" providerId="ADAL" clId="{0034361A-9E12-48AC-A38B-9EBE6F5212D0}" dt="2022-04-04T09:38:05.713" v="1549" actId="1076"/>
          <ac:spMkLst>
            <pc:docMk/>
            <pc:sldMk cId="3451030804" sldId="277"/>
            <ac:spMk id="21" creationId="{DB03DC57-AACE-4ECA-8D35-181E0B445093}"/>
          </ac:spMkLst>
        </pc:spChg>
        <pc:grpChg chg="add del mod">
          <ac:chgData name="SERGIO SPANO'" userId="3abdd0b9-513e-40ac-aad4-56920065037d" providerId="ADAL" clId="{0034361A-9E12-48AC-A38B-9EBE6F5212D0}" dt="2022-04-04T09:37:03.501" v="1403"/>
          <ac:grpSpMkLst>
            <pc:docMk/>
            <pc:sldMk cId="3451030804" sldId="277"/>
            <ac:grpSpMk id="7" creationId="{9F7982F9-9BF0-4001-89C0-E351F4C562A4}"/>
          </ac:grpSpMkLst>
        </pc:grpChg>
        <pc:picChg chg="add mod">
          <ac:chgData name="SERGIO SPANO'" userId="3abdd0b9-513e-40ac-aad4-56920065037d" providerId="ADAL" clId="{0034361A-9E12-48AC-A38B-9EBE6F5212D0}" dt="2022-04-04T09:37:10.372" v="1407" actId="1076"/>
          <ac:picMkLst>
            <pc:docMk/>
            <pc:sldMk cId="3451030804" sldId="277"/>
            <ac:picMk id="6" creationId="{D113CC74-0D68-4D36-A919-9AB88213422B}"/>
          </ac:picMkLst>
        </pc:picChg>
        <pc:picChg chg="add mod">
          <ac:chgData name="SERGIO SPANO'" userId="3abdd0b9-513e-40ac-aad4-56920065037d" providerId="ADAL" clId="{0034361A-9E12-48AC-A38B-9EBE6F5212D0}" dt="2022-04-04T09:37:11.418" v="1408" actId="1076"/>
          <ac:picMkLst>
            <pc:docMk/>
            <pc:sldMk cId="3451030804" sldId="277"/>
            <ac:picMk id="20" creationId="{24BAD2BE-E7DC-45F6-8C91-BB4C8874A2BF}"/>
          </ac:picMkLst>
        </pc:picChg>
        <pc:cxnChg chg="mod">
          <ac:chgData name="SERGIO SPANO'" userId="3abdd0b9-513e-40ac-aad4-56920065037d" providerId="ADAL" clId="{0034361A-9E12-48AC-A38B-9EBE6F5212D0}" dt="2022-04-04T09:37:01.930" v="1402"/>
          <ac:cxnSpMkLst>
            <pc:docMk/>
            <pc:sldMk cId="3451030804" sldId="277"/>
            <ac:cxnSpMk id="11" creationId="{CA667E03-7760-44A0-918B-D2D4CADCFE8B}"/>
          </ac:cxnSpMkLst>
        </pc:cxnChg>
        <pc:cxnChg chg="mod">
          <ac:chgData name="SERGIO SPANO'" userId="3abdd0b9-513e-40ac-aad4-56920065037d" providerId="ADAL" clId="{0034361A-9E12-48AC-A38B-9EBE6F5212D0}" dt="2022-04-04T09:37:01.930" v="1402"/>
          <ac:cxnSpMkLst>
            <pc:docMk/>
            <pc:sldMk cId="3451030804" sldId="277"/>
            <ac:cxnSpMk id="12" creationId="{D920871D-E707-408B-9348-97EF36491DE3}"/>
          </ac:cxnSpMkLst>
        </pc:cxnChg>
        <pc:cxnChg chg="mod">
          <ac:chgData name="SERGIO SPANO'" userId="3abdd0b9-513e-40ac-aad4-56920065037d" providerId="ADAL" clId="{0034361A-9E12-48AC-A38B-9EBE6F5212D0}" dt="2022-04-04T09:37:01.930" v="1402"/>
          <ac:cxnSpMkLst>
            <pc:docMk/>
            <pc:sldMk cId="3451030804" sldId="277"/>
            <ac:cxnSpMk id="13" creationId="{61B1E902-9287-47B6-A4E7-4A7BB10ECFA8}"/>
          </ac:cxnSpMkLst>
        </pc:cxnChg>
        <pc:cxnChg chg="mod">
          <ac:chgData name="SERGIO SPANO'" userId="3abdd0b9-513e-40ac-aad4-56920065037d" providerId="ADAL" clId="{0034361A-9E12-48AC-A38B-9EBE6F5212D0}" dt="2022-04-04T09:37:01.930" v="1402"/>
          <ac:cxnSpMkLst>
            <pc:docMk/>
            <pc:sldMk cId="3451030804" sldId="277"/>
            <ac:cxnSpMk id="14" creationId="{8B92C023-C230-457F-B50F-0B05D412AF77}"/>
          </ac:cxnSpMkLst>
        </pc:cxnChg>
        <pc:cxnChg chg="mod">
          <ac:chgData name="SERGIO SPANO'" userId="3abdd0b9-513e-40ac-aad4-56920065037d" providerId="ADAL" clId="{0034361A-9E12-48AC-A38B-9EBE6F5212D0}" dt="2022-04-04T09:37:01.930" v="1402"/>
          <ac:cxnSpMkLst>
            <pc:docMk/>
            <pc:sldMk cId="3451030804" sldId="277"/>
            <ac:cxnSpMk id="19" creationId="{E0BA401F-5510-4F10-8991-186D055CA94A}"/>
          </ac:cxnSpMkLst>
        </pc:cxnChg>
      </pc:sldChg>
    </pc:docChg>
  </pc:docChgLst>
  <pc:docChgLst>
    <pc:chgData name="SERGIO SPANO'" userId="3abdd0b9-513e-40ac-aad4-56920065037d" providerId="ADAL" clId="{2DCFDF45-1F6B-4A47-892B-C9094FDD5642}"/>
    <pc:docChg chg="undo redo custSel addSld delSld modSld modMainMaster">
      <pc:chgData name="SERGIO SPANO'" userId="3abdd0b9-513e-40ac-aad4-56920065037d" providerId="ADAL" clId="{2DCFDF45-1F6B-4A47-892B-C9094FDD5642}" dt="2022-03-29T15:09:18.552" v="6977"/>
      <pc:docMkLst>
        <pc:docMk/>
      </pc:docMkLst>
      <pc:sldChg chg="addSp delSp modSp mod modTransition">
        <pc:chgData name="SERGIO SPANO'" userId="3abdd0b9-513e-40ac-aad4-56920065037d" providerId="ADAL" clId="{2DCFDF45-1F6B-4A47-892B-C9094FDD5642}" dt="2022-03-29T15:09:18.552" v="6977"/>
        <pc:sldMkLst>
          <pc:docMk/>
          <pc:sldMk cId="3676927149" sldId="256"/>
        </pc:sldMkLst>
        <pc:spChg chg="mod">
          <ac:chgData name="SERGIO SPANO'" userId="3abdd0b9-513e-40ac-aad4-56920065037d" providerId="ADAL" clId="{2DCFDF45-1F6B-4A47-892B-C9094FDD5642}" dt="2022-03-18T14:06:30.472" v="279" actId="1076"/>
          <ac:spMkLst>
            <pc:docMk/>
            <pc:sldMk cId="3676927149" sldId="256"/>
            <ac:spMk id="2" creationId="{AE5A0156-FA44-4B5E-AA95-BA26FE319EEF}"/>
          </ac:spMkLst>
        </pc:spChg>
        <pc:spChg chg="mod">
          <ac:chgData name="SERGIO SPANO'" userId="3abdd0b9-513e-40ac-aad4-56920065037d" providerId="ADAL" clId="{2DCFDF45-1F6B-4A47-892B-C9094FDD5642}" dt="2022-03-22T09:04:54.957" v="4648" actId="6549"/>
          <ac:spMkLst>
            <pc:docMk/>
            <pc:sldMk cId="3676927149" sldId="256"/>
            <ac:spMk id="3" creationId="{9DAC625A-2F47-4E94-ABBC-7F67DDCC72AE}"/>
          </ac:spMkLst>
        </pc:spChg>
        <pc:spChg chg="add del mod">
          <ac:chgData name="SERGIO SPANO'" userId="3abdd0b9-513e-40ac-aad4-56920065037d" providerId="ADAL" clId="{2DCFDF45-1F6B-4A47-892B-C9094FDD5642}" dt="2022-03-18T14:01:33.943" v="142" actId="478"/>
          <ac:spMkLst>
            <pc:docMk/>
            <pc:sldMk cId="3676927149" sldId="256"/>
            <ac:spMk id="8" creationId="{E14F2558-EEB5-4791-AD6B-7BDE37AA7675}"/>
          </ac:spMkLst>
        </pc:spChg>
        <pc:spChg chg="del">
          <ac:chgData name="SERGIO SPANO'" userId="3abdd0b9-513e-40ac-aad4-56920065037d" providerId="ADAL" clId="{2DCFDF45-1F6B-4A47-892B-C9094FDD5642}" dt="2022-03-18T14:00:49.007" v="66" actId="478"/>
          <ac:spMkLst>
            <pc:docMk/>
            <pc:sldMk cId="3676927149" sldId="256"/>
            <ac:spMk id="9" creationId="{318439EC-548D-4D8A-A188-8D14B752B73D}"/>
          </ac:spMkLst>
        </pc:spChg>
        <pc:spChg chg="mod">
          <ac:chgData name="SERGIO SPANO'" userId="3abdd0b9-513e-40ac-aad4-56920065037d" providerId="ADAL" clId="{2DCFDF45-1F6B-4A47-892B-C9094FDD5642}" dt="2022-03-18T14:01:39.036" v="143" actId="113"/>
          <ac:spMkLst>
            <pc:docMk/>
            <pc:sldMk cId="3676927149" sldId="256"/>
            <ac:spMk id="10" creationId="{1C28BD56-FEA0-4AD1-A103-B45E0AC86A2B}"/>
          </ac:spMkLst>
        </pc:spChg>
        <pc:spChg chg="add mod">
          <ac:chgData name="SERGIO SPANO'" userId="3abdd0b9-513e-40ac-aad4-56920065037d" providerId="ADAL" clId="{2DCFDF45-1F6B-4A47-892B-C9094FDD5642}" dt="2022-03-18T14:02:30.754" v="219" actId="1038"/>
          <ac:spMkLst>
            <pc:docMk/>
            <pc:sldMk cId="3676927149" sldId="256"/>
            <ac:spMk id="11" creationId="{123B7B49-C8BB-4009-A2E6-0B54CF1F761A}"/>
          </ac:spMkLst>
        </pc:spChg>
        <pc:spChg chg="del">
          <ac:chgData name="SERGIO SPANO'" userId="3abdd0b9-513e-40ac-aad4-56920065037d" providerId="ADAL" clId="{2DCFDF45-1F6B-4A47-892B-C9094FDD5642}" dt="2022-03-18T13:55:06.103" v="15" actId="478"/>
          <ac:spMkLst>
            <pc:docMk/>
            <pc:sldMk cId="3676927149" sldId="256"/>
            <ac:spMk id="12" creationId="{8040EDA3-6872-4ECF-8CB6-CC5146A39550}"/>
          </ac:spMkLst>
        </pc:spChg>
        <pc:spChg chg="add mod">
          <ac:chgData name="SERGIO SPANO'" userId="3abdd0b9-513e-40ac-aad4-56920065037d" providerId="ADAL" clId="{2DCFDF45-1F6B-4A47-892B-C9094FDD5642}" dt="2022-03-18T14:07:29.014" v="305" actId="1076"/>
          <ac:spMkLst>
            <pc:docMk/>
            <pc:sldMk cId="3676927149" sldId="256"/>
            <ac:spMk id="13" creationId="{0BF8EE60-99FF-4EAC-B7A2-D59C05E19A25}"/>
          </ac:spMkLst>
        </pc:spChg>
        <pc:spChg chg="add mod">
          <ac:chgData name="SERGIO SPANO'" userId="3abdd0b9-513e-40ac-aad4-56920065037d" providerId="ADAL" clId="{2DCFDF45-1F6B-4A47-892B-C9094FDD5642}" dt="2022-03-21T10:58:57.538" v="1118" actId="114"/>
          <ac:spMkLst>
            <pc:docMk/>
            <pc:sldMk cId="3676927149" sldId="256"/>
            <ac:spMk id="14" creationId="{39EEDCDD-D4EE-46B3-B11D-3DFC26DC2D7E}"/>
          </ac:spMkLst>
        </pc:spChg>
        <pc:picChg chg="del">
          <ac:chgData name="SERGIO SPANO'" userId="3abdd0b9-513e-40ac-aad4-56920065037d" providerId="ADAL" clId="{2DCFDF45-1F6B-4A47-892B-C9094FDD5642}" dt="2022-03-18T13:54:23.373" v="13" actId="478"/>
          <ac:picMkLst>
            <pc:docMk/>
            <pc:sldMk cId="3676927149" sldId="256"/>
            <ac:picMk id="6" creationId="{126A9E0D-5C69-4CAA-AA33-76FF1ABC5F6F}"/>
          </ac:picMkLst>
        </pc:picChg>
      </pc:sldChg>
      <pc:sldChg chg="del">
        <pc:chgData name="SERGIO SPANO'" userId="3abdd0b9-513e-40ac-aad4-56920065037d" providerId="ADAL" clId="{2DCFDF45-1F6B-4A47-892B-C9094FDD5642}" dt="2022-03-18T14:06:55.354" v="280" actId="47"/>
        <pc:sldMkLst>
          <pc:docMk/>
          <pc:sldMk cId="1057790455" sldId="257"/>
        </pc:sldMkLst>
      </pc:sldChg>
      <pc:sldChg chg="modSp new mod modTransition">
        <pc:chgData name="SERGIO SPANO'" userId="3abdd0b9-513e-40ac-aad4-56920065037d" providerId="ADAL" clId="{2DCFDF45-1F6B-4A47-892B-C9094FDD5642}" dt="2022-03-29T15:09:18.552" v="6977"/>
        <pc:sldMkLst>
          <pc:docMk/>
          <pc:sldMk cId="1423266225" sldId="257"/>
        </pc:sldMkLst>
        <pc:spChg chg="mod">
          <ac:chgData name="SERGIO SPANO'" userId="3abdd0b9-513e-40ac-aad4-56920065037d" providerId="ADAL" clId="{2DCFDF45-1F6B-4A47-892B-C9094FDD5642}" dt="2022-03-18T14:12:57.184" v="529" actId="790"/>
          <ac:spMkLst>
            <pc:docMk/>
            <pc:sldMk cId="1423266225" sldId="257"/>
            <ac:spMk id="2" creationId="{98AC5F0D-5B08-4CB5-8AAA-B2F1EED95B55}"/>
          </ac:spMkLst>
        </pc:spChg>
        <pc:spChg chg="mod">
          <ac:chgData name="SERGIO SPANO'" userId="3abdd0b9-513e-40ac-aad4-56920065037d" providerId="ADAL" clId="{2DCFDF45-1F6B-4A47-892B-C9094FDD5642}" dt="2022-03-18T14:16:09.264" v="957" actId="1035"/>
          <ac:spMkLst>
            <pc:docMk/>
            <pc:sldMk cId="1423266225" sldId="257"/>
            <ac:spMk id="3" creationId="{BADD70FC-63BD-4F0F-9793-309F174E9FFE}"/>
          </ac:spMkLst>
        </pc:spChg>
      </pc:sldChg>
      <pc:sldChg chg="addSp delSp modSp new mod modTransition">
        <pc:chgData name="SERGIO SPANO'" userId="3abdd0b9-513e-40ac-aad4-56920065037d" providerId="ADAL" clId="{2DCFDF45-1F6B-4A47-892B-C9094FDD5642}" dt="2022-03-29T15:09:18.552" v="6977"/>
        <pc:sldMkLst>
          <pc:docMk/>
          <pc:sldMk cId="1175821773" sldId="258"/>
        </pc:sldMkLst>
        <pc:spChg chg="mod">
          <ac:chgData name="SERGIO SPANO'" userId="3abdd0b9-513e-40ac-aad4-56920065037d" providerId="ADAL" clId="{2DCFDF45-1F6B-4A47-892B-C9094FDD5642}" dt="2022-03-21T10:21:39.042" v="971" actId="20577"/>
          <ac:spMkLst>
            <pc:docMk/>
            <pc:sldMk cId="1175821773" sldId="258"/>
            <ac:spMk id="2" creationId="{C9E2C8CF-CA54-4290-BEC6-441F0153C4D5}"/>
          </ac:spMkLst>
        </pc:spChg>
        <pc:spChg chg="mod">
          <ac:chgData name="SERGIO SPANO'" userId="3abdd0b9-513e-40ac-aad4-56920065037d" providerId="ADAL" clId="{2DCFDF45-1F6B-4A47-892B-C9094FDD5642}" dt="2022-03-22T10:19:42.293" v="6731" actId="207"/>
          <ac:spMkLst>
            <pc:docMk/>
            <pc:sldMk cId="1175821773" sldId="258"/>
            <ac:spMk id="3" creationId="{F543ABF5-1C45-4027-AD6A-E8818A594816}"/>
          </ac:spMkLst>
        </pc:spChg>
        <pc:spChg chg="mod">
          <ac:chgData name="SERGIO SPANO'" userId="3abdd0b9-513e-40ac-aad4-56920065037d" providerId="ADAL" clId="{2DCFDF45-1F6B-4A47-892B-C9094FDD5642}" dt="2022-03-21T11:08:19.259" v="1310" actId="27803"/>
          <ac:spMkLst>
            <pc:docMk/>
            <pc:sldMk cId="1175821773" sldId="258"/>
            <ac:spMk id="11" creationId="{5B1D928C-5CF6-40EF-8E07-138B23811370}"/>
          </ac:spMkLst>
        </pc:spChg>
        <pc:spChg chg="mod">
          <ac:chgData name="SERGIO SPANO'" userId="3abdd0b9-513e-40ac-aad4-56920065037d" providerId="ADAL" clId="{2DCFDF45-1F6B-4A47-892B-C9094FDD5642}" dt="2022-03-21T11:08:19.259" v="1310" actId="27803"/>
          <ac:spMkLst>
            <pc:docMk/>
            <pc:sldMk cId="1175821773" sldId="258"/>
            <ac:spMk id="12" creationId="{C1620014-24DC-4107-B022-03AB7F00C150}"/>
          </ac:spMkLst>
        </pc:spChg>
        <pc:spChg chg="mod">
          <ac:chgData name="SERGIO SPANO'" userId="3abdd0b9-513e-40ac-aad4-56920065037d" providerId="ADAL" clId="{2DCFDF45-1F6B-4A47-892B-C9094FDD5642}" dt="2022-03-21T11:08:19.259" v="1310" actId="27803"/>
          <ac:spMkLst>
            <pc:docMk/>
            <pc:sldMk cId="1175821773" sldId="258"/>
            <ac:spMk id="13" creationId="{BB17C59C-378A-4E78-B80E-BA718A12589B}"/>
          </ac:spMkLst>
        </pc:spChg>
        <pc:spChg chg="mod">
          <ac:chgData name="SERGIO SPANO'" userId="3abdd0b9-513e-40ac-aad4-56920065037d" providerId="ADAL" clId="{2DCFDF45-1F6B-4A47-892B-C9094FDD5642}" dt="2022-03-21T11:08:19.259" v="1310" actId="27803"/>
          <ac:spMkLst>
            <pc:docMk/>
            <pc:sldMk cId="1175821773" sldId="258"/>
            <ac:spMk id="14" creationId="{8F0B198D-8A16-4505-B531-62519A8A7B6E}"/>
          </ac:spMkLst>
        </pc:spChg>
        <pc:spChg chg="mod">
          <ac:chgData name="SERGIO SPANO'" userId="3abdd0b9-513e-40ac-aad4-56920065037d" providerId="ADAL" clId="{2DCFDF45-1F6B-4A47-892B-C9094FDD5642}" dt="2022-03-21T11:08:19.259" v="1310" actId="27803"/>
          <ac:spMkLst>
            <pc:docMk/>
            <pc:sldMk cId="1175821773" sldId="258"/>
            <ac:spMk id="15" creationId="{8D7BD9C1-A196-49EE-B6DA-DE31E5C72C07}"/>
          </ac:spMkLst>
        </pc:spChg>
        <pc:spChg chg="mod">
          <ac:chgData name="SERGIO SPANO'" userId="3abdd0b9-513e-40ac-aad4-56920065037d" providerId="ADAL" clId="{2DCFDF45-1F6B-4A47-892B-C9094FDD5642}" dt="2022-03-21T11:08:19.259" v="1310" actId="27803"/>
          <ac:spMkLst>
            <pc:docMk/>
            <pc:sldMk cId="1175821773" sldId="258"/>
            <ac:spMk id="16" creationId="{738AD7DB-B453-40B4-B4AD-03C810AA0DBF}"/>
          </ac:spMkLst>
        </pc:spChg>
        <pc:spChg chg="mod">
          <ac:chgData name="SERGIO SPANO'" userId="3abdd0b9-513e-40ac-aad4-56920065037d" providerId="ADAL" clId="{2DCFDF45-1F6B-4A47-892B-C9094FDD5642}" dt="2022-03-21T11:08:19.259" v="1310" actId="27803"/>
          <ac:spMkLst>
            <pc:docMk/>
            <pc:sldMk cId="1175821773" sldId="258"/>
            <ac:spMk id="17" creationId="{4A5F4502-4513-4A5E-8459-6105590C2D3F}"/>
          </ac:spMkLst>
        </pc:spChg>
        <pc:spChg chg="mod">
          <ac:chgData name="SERGIO SPANO'" userId="3abdd0b9-513e-40ac-aad4-56920065037d" providerId="ADAL" clId="{2DCFDF45-1F6B-4A47-892B-C9094FDD5642}" dt="2022-03-21T11:08:19.259" v="1310" actId="27803"/>
          <ac:spMkLst>
            <pc:docMk/>
            <pc:sldMk cId="1175821773" sldId="258"/>
            <ac:spMk id="18" creationId="{3B8A76BD-BF35-4170-A1D5-15D254859642}"/>
          </ac:spMkLst>
        </pc:spChg>
        <pc:spChg chg="mod">
          <ac:chgData name="SERGIO SPANO'" userId="3abdd0b9-513e-40ac-aad4-56920065037d" providerId="ADAL" clId="{2DCFDF45-1F6B-4A47-892B-C9094FDD5642}" dt="2022-03-21T11:08:19.259" v="1310" actId="27803"/>
          <ac:spMkLst>
            <pc:docMk/>
            <pc:sldMk cId="1175821773" sldId="258"/>
            <ac:spMk id="19" creationId="{D6C48E27-F8C2-4F82-B7CF-ABB51D332635}"/>
          </ac:spMkLst>
        </pc:spChg>
        <pc:spChg chg="mod">
          <ac:chgData name="SERGIO SPANO'" userId="3abdd0b9-513e-40ac-aad4-56920065037d" providerId="ADAL" clId="{2DCFDF45-1F6B-4A47-892B-C9094FDD5642}" dt="2022-03-21T11:08:19.259" v="1310" actId="27803"/>
          <ac:spMkLst>
            <pc:docMk/>
            <pc:sldMk cId="1175821773" sldId="258"/>
            <ac:spMk id="20" creationId="{E46F2C4B-DDD8-498C-8D47-3E3D51BDF825}"/>
          </ac:spMkLst>
        </pc:spChg>
        <pc:spChg chg="mod">
          <ac:chgData name="SERGIO SPANO'" userId="3abdd0b9-513e-40ac-aad4-56920065037d" providerId="ADAL" clId="{2DCFDF45-1F6B-4A47-892B-C9094FDD5642}" dt="2022-03-21T11:08:19.259" v="1310" actId="27803"/>
          <ac:spMkLst>
            <pc:docMk/>
            <pc:sldMk cId="1175821773" sldId="258"/>
            <ac:spMk id="21" creationId="{8DD86A68-9B11-4091-93A9-0DF80440C5DC}"/>
          </ac:spMkLst>
        </pc:spChg>
        <pc:spChg chg="mod">
          <ac:chgData name="SERGIO SPANO'" userId="3abdd0b9-513e-40ac-aad4-56920065037d" providerId="ADAL" clId="{2DCFDF45-1F6B-4A47-892B-C9094FDD5642}" dt="2022-03-21T11:08:19.259" v="1310" actId="27803"/>
          <ac:spMkLst>
            <pc:docMk/>
            <pc:sldMk cId="1175821773" sldId="258"/>
            <ac:spMk id="22" creationId="{612A8166-108F-4522-BED4-91C222D3272F}"/>
          </ac:spMkLst>
        </pc:spChg>
        <pc:spChg chg="mod">
          <ac:chgData name="SERGIO SPANO'" userId="3abdd0b9-513e-40ac-aad4-56920065037d" providerId="ADAL" clId="{2DCFDF45-1F6B-4A47-892B-C9094FDD5642}" dt="2022-03-21T11:08:19.259" v="1310" actId="27803"/>
          <ac:spMkLst>
            <pc:docMk/>
            <pc:sldMk cId="1175821773" sldId="258"/>
            <ac:spMk id="23" creationId="{D4F68098-547C-46D8-A3B7-475D7790CD54}"/>
          </ac:spMkLst>
        </pc:spChg>
        <pc:spChg chg="mod">
          <ac:chgData name="SERGIO SPANO'" userId="3abdd0b9-513e-40ac-aad4-56920065037d" providerId="ADAL" clId="{2DCFDF45-1F6B-4A47-892B-C9094FDD5642}" dt="2022-03-21T11:08:19.259" v="1310" actId="27803"/>
          <ac:spMkLst>
            <pc:docMk/>
            <pc:sldMk cId="1175821773" sldId="258"/>
            <ac:spMk id="24" creationId="{B11AFC3A-0DFE-4AE0-A545-F03ED463CD7B}"/>
          </ac:spMkLst>
        </pc:spChg>
        <pc:spChg chg="mod">
          <ac:chgData name="SERGIO SPANO'" userId="3abdd0b9-513e-40ac-aad4-56920065037d" providerId="ADAL" clId="{2DCFDF45-1F6B-4A47-892B-C9094FDD5642}" dt="2022-03-21T11:08:19.259" v="1310" actId="27803"/>
          <ac:spMkLst>
            <pc:docMk/>
            <pc:sldMk cId="1175821773" sldId="258"/>
            <ac:spMk id="25" creationId="{CC32B640-1BFF-40F9-9573-F186C43A6FE6}"/>
          </ac:spMkLst>
        </pc:spChg>
        <pc:spChg chg="mod">
          <ac:chgData name="SERGIO SPANO'" userId="3abdd0b9-513e-40ac-aad4-56920065037d" providerId="ADAL" clId="{2DCFDF45-1F6B-4A47-892B-C9094FDD5642}" dt="2022-03-21T11:08:19.259" v="1310" actId="27803"/>
          <ac:spMkLst>
            <pc:docMk/>
            <pc:sldMk cId="1175821773" sldId="258"/>
            <ac:spMk id="26" creationId="{CC8246ED-BA09-44C4-8AEF-0CAB84C3F920}"/>
          </ac:spMkLst>
        </pc:spChg>
        <pc:spChg chg="mod">
          <ac:chgData name="SERGIO SPANO'" userId="3abdd0b9-513e-40ac-aad4-56920065037d" providerId="ADAL" clId="{2DCFDF45-1F6B-4A47-892B-C9094FDD5642}" dt="2022-03-21T11:08:19.259" v="1310" actId="27803"/>
          <ac:spMkLst>
            <pc:docMk/>
            <pc:sldMk cId="1175821773" sldId="258"/>
            <ac:spMk id="27" creationId="{9183CA1D-6631-4FF6-8969-FDD6CB7E98BA}"/>
          </ac:spMkLst>
        </pc:spChg>
        <pc:spChg chg="mod">
          <ac:chgData name="SERGIO SPANO'" userId="3abdd0b9-513e-40ac-aad4-56920065037d" providerId="ADAL" clId="{2DCFDF45-1F6B-4A47-892B-C9094FDD5642}" dt="2022-03-21T11:08:19.259" v="1310" actId="27803"/>
          <ac:spMkLst>
            <pc:docMk/>
            <pc:sldMk cId="1175821773" sldId="258"/>
            <ac:spMk id="28" creationId="{C808D9ED-F208-4156-B381-E3C334066EAE}"/>
          </ac:spMkLst>
        </pc:spChg>
        <pc:spChg chg="mod">
          <ac:chgData name="SERGIO SPANO'" userId="3abdd0b9-513e-40ac-aad4-56920065037d" providerId="ADAL" clId="{2DCFDF45-1F6B-4A47-892B-C9094FDD5642}" dt="2022-03-21T11:08:19.259" v="1310" actId="27803"/>
          <ac:spMkLst>
            <pc:docMk/>
            <pc:sldMk cId="1175821773" sldId="258"/>
            <ac:spMk id="29" creationId="{AC95F842-AB40-4BE5-B56C-33C63EEC435A}"/>
          </ac:spMkLst>
        </pc:spChg>
        <pc:spChg chg="mod">
          <ac:chgData name="SERGIO SPANO'" userId="3abdd0b9-513e-40ac-aad4-56920065037d" providerId="ADAL" clId="{2DCFDF45-1F6B-4A47-892B-C9094FDD5642}" dt="2022-03-21T11:08:19.259" v="1310" actId="27803"/>
          <ac:spMkLst>
            <pc:docMk/>
            <pc:sldMk cId="1175821773" sldId="258"/>
            <ac:spMk id="30" creationId="{0632EFC4-5D45-4913-8FCB-79E111E20B1D}"/>
          </ac:spMkLst>
        </pc:spChg>
        <pc:spChg chg="mod">
          <ac:chgData name="SERGIO SPANO'" userId="3abdd0b9-513e-40ac-aad4-56920065037d" providerId="ADAL" clId="{2DCFDF45-1F6B-4A47-892B-C9094FDD5642}" dt="2022-03-21T11:08:19.259" v="1310" actId="27803"/>
          <ac:spMkLst>
            <pc:docMk/>
            <pc:sldMk cId="1175821773" sldId="258"/>
            <ac:spMk id="31" creationId="{ECE71F5A-6F5D-4991-AA1B-94EFF0507284}"/>
          </ac:spMkLst>
        </pc:spChg>
        <pc:spChg chg="mod">
          <ac:chgData name="SERGIO SPANO'" userId="3abdd0b9-513e-40ac-aad4-56920065037d" providerId="ADAL" clId="{2DCFDF45-1F6B-4A47-892B-C9094FDD5642}" dt="2022-03-21T11:08:19.259" v="1310" actId="27803"/>
          <ac:spMkLst>
            <pc:docMk/>
            <pc:sldMk cId="1175821773" sldId="258"/>
            <ac:spMk id="32" creationId="{00544062-948B-42C6-9E3E-C1862C9262FF}"/>
          </ac:spMkLst>
        </pc:spChg>
        <pc:spChg chg="mod">
          <ac:chgData name="SERGIO SPANO'" userId="3abdd0b9-513e-40ac-aad4-56920065037d" providerId="ADAL" clId="{2DCFDF45-1F6B-4A47-892B-C9094FDD5642}" dt="2022-03-21T11:08:19.259" v="1310" actId="27803"/>
          <ac:spMkLst>
            <pc:docMk/>
            <pc:sldMk cId="1175821773" sldId="258"/>
            <ac:spMk id="33" creationId="{480B01F0-C576-443C-9A77-35C4A47CBCA1}"/>
          </ac:spMkLst>
        </pc:spChg>
        <pc:spChg chg="mod">
          <ac:chgData name="SERGIO SPANO'" userId="3abdd0b9-513e-40ac-aad4-56920065037d" providerId="ADAL" clId="{2DCFDF45-1F6B-4A47-892B-C9094FDD5642}" dt="2022-03-21T11:08:19.259" v="1310" actId="27803"/>
          <ac:spMkLst>
            <pc:docMk/>
            <pc:sldMk cId="1175821773" sldId="258"/>
            <ac:spMk id="34" creationId="{1CBED42D-0409-4425-AB24-759C816AEBEE}"/>
          </ac:spMkLst>
        </pc:spChg>
        <pc:spChg chg="mod">
          <ac:chgData name="SERGIO SPANO'" userId="3abdd0b9-513e-40ac-aad4-56920065037d" providerId="ADAL" clId="{2DCFDF45-1F6B-4A47-892B-C9094FDD5642}" dt="2022-03-21T11:08:19.259" v="1310" actId="27803"/>
          <ac:spMkLst>
            <pc:docMk/>
            <pc:sldMk cId="1175821773" sldId="258"/>
            <ac:spMk id="35" creationId="{EC9758AE-E95C-4C76-9A6A-D79F1D5816AD}"/>
          </ac:spMkLst>
        </pc:spChg>
        <pc:spChg chg="mod">
          <ac:chgData name="SERGIO SPANO'" userId="3abdd0b9-513e-40ac-aad4-56920065037d" providerId="ADAL" clId="{2DCFDF45-1F6B-4A47-892B-C9094FDD5642}" dt="2022-03-21T11:08:19.259" v="1310" actId="27803"/>
          <ac:spMkLst>
            <pc:docMk/>
            <pc:sldMk cId="1175821773" sldId="258"/>
            <ac:spMk id="36" creationId="{99A8E275-95B3-481D-9DAC-BCF6733421B6}"/>
          </ac:spMkLst>
        </pc:spChg>
        <pc:spChg chg="mod">
          <ac:chgData name="SERGIO SPANO'" userId="3abdd0b9-513e-40ac-aad4-56920065037d" providerId="ADAL" clId="{2DCFDF45-1F6B-4A47-892B-C9094FDD5642}" dt="2022-03-21T11:08:19.259" v="1310" actId="27803"/>
          <ac:spMkLst>
            <pc:docMk/>
            <pc:sldMk cId="1175821773" sldId="258"/>
            <ac:spMk id="37" creationId="{2609EB72-0753-49C4-8A48-9B39099BDC90}"/>
          </ac:spMkLst>
        </pc:spChg>
        <pc:spChg chg="mod">
          <ac:chgData name="SERGIO SPANO'" userId="3abdd0b9-513e-40ac-aad4-56920065037d" providerId="ADAL" clId="{2DCFDF45-1F6B-4A47-892B-C9094FDD5642}" dt="2022-03-21T11:08:19.259" v="1310" actId="27803"/>
          <ac:spMkLst>
            <pc:docMk/>
            <pc:sldMk cId="1175821773" sldId="258"/>
            <ac:spMk id="38" creationId="{557CA508-4C46-42F0-82A7-032E71056809}"/>
          </ac:spMkLst>
        </pc:spChg>
        <pc:spChg chg="mod">
          <ac:chgData name="SERGIO SPANO'" userId="3abdd0b9-513e-40ac-aad4-56920065037d" providerId="ADAL" clId="{2DCFDF45-1F6B-4A47-892B-C9094FDD5642}" dt="2022-03-21T11:08:19.259" v="1310" actId="27803"/>
          <ac:spMkLst>
            <pc:docMk/>
            <pc:sldMk cId="1175821773" sldId="258"/>
            <ac:spMk id="39" creationId="{3B361267-6812-439B-A87F-8A08A7F3EB78}"/>
          </ac:spMkLst>
        </pc:spChg>
        <pc:spChg chg="mod">
          <ac:chgData name="SERGIO SPANO'" userId="3abdd0b9-513e-40ac-aad4-56920065037d" providerId="ADAL" clId="{2DCFDF45-1F6B-4A47-892B-C9094FDD5642}" dt="2022-03-21T11:08:19.259" v="1310" actId="27803"/>
          <ac:spMkLst>
            <pc:docMk/>
            <pc:sldMk cId="1175821773" sldId="258"/>
            <ac:spMk id="40" creationId="{5C00E5BA-FEBF-4A04-B09C-CF9E12B497BA}"/>
          </ac:spMkLst>
        </pc:spChg>
        <pc:spChg chg="mod">
          <ac:chgData name="SERGIO SPANO'" userId="3abdd0b9-513e-40ac-aad4-56920065037d" providerId="ADAL" clId="{2DCFDF45-1F6B-4A47-892B-C9094FDD5642}" dt="2022-03-21T11:08:19.259" v="1310" actId="27803"/>
          <ac:spMkLst>
            <pc:docMk/>
            <pc:sldMk cId="1175821773" sldId="258"/>
            <ac:spMk id="41" creationId="{DA78586C-912B-4157-981C-28E6157A562A}"/>
          </ac:spMkLst>
        </pc:spChg>
        <pc:spChg chg="mod">
          <ac:chgData name="SERGIO SPANO'" userId="3abdd0b9-513e-40ac-aad4-56920065037d" providerId="ADAL" clId="{2DCFDF45-1F6B-4A47-892B-C9094FDD5642}" dt="2022-03-21T11:08:19.259" v="1310" actId="27803"/>
          <ac:spMkLst>
            <pc:docMk/>
            <pc:sldMk cId="1175821773" sldId="258"/>
            <ac:spMk id="42" creationId="{04D2A02A-B5E0-4886-B388-69B2AF5EBBCD}"/>
          </ac:spMkLst>
        </pc:spChg>
        <pc:spChg chg="mod">
          <ac:chgData name="SERGIO SPANO'" userId="3abdd0b9-513e-40ac-aad4-56920065037d" providerId="ADAL" clId="{2DCFDF45-1F6B-4A47-892B-C9094FDD5642}" dt="2022-03-21T11:08:19.259" v="1310" actId="27803"/>
          <ac:spMkLst>
            <pc:docMk/>
            <pc:sldMk cId="1175821773" sldId="258"/>
            <ac:spMk id="43" creationId="{07AE4751-7B09-47BD-8E4C-20397F854F5A}"/>
          </ac:spMkLst>
        </pc:spChg>
        <pc:spChg chg="mod">
          <ac:chgData name="SERGIO SPANO'" userId="3abdd0b9-513e-40ac-aad4-56920065037d" providerId="ADAL" clId="{2DCFDF45-1F6B-4A47-892B-C9094FDD5642}" dt="2022-03-21T11:08:19.259" v="1310" actId="27803"/>
          <ac:spMkLst>
            <pc:docMk/>
            <pc:sldMk cId="1175821773" sldId="258"/>
            <ac:spMk id="44" creationId="{4957F9A5-739E-4FC6-86B9-6D1D5385D297}"/>
          </ac:spMkLst>
        </pc:spChg>
        <pc:spChg chg="mod">
          <ac:chgData name="SERGIO SPANO'" userId="3abdd0b9-513e-40ac-aad4-56920065037d" providerId="ADAL" clId="{2DCFDF45-1F6B-4A47-892B-C9094FDD5642}" dt="2022-03-21T11:08:19.259" v="1310" actId="27803"/>
          <ac:spMkLst>
            <pc:docMk/>
            <pc:sldMk cId="1175821773" sldId="258"/>
            <ac:spMk id="45" creationId="{8F055387-974C-461D-BEE8-1CD12AFC525E}"/>
          </ac:spMkLst>
        </pc:spChg>
        <pc:spChg chg="mod">
          <ac:chgData name="SERGIO SPANO'" userId="3abdd0b9-513e-40ac-aad4-56920065037d" providerId="ADAL" clId="{2DCFDF45-1F6B-4A47-892B-C9094FDD5642}" dt="2022-03-21T11:08:19.259" v="1310" actId="27803"/>
          <ac:spMkLst>
            <pc:docMk/>
            <pc:sldMk cId="1175821773" sldId="258"/>
            <ac:spMk id="46" creationId="{2F0D6078-C2E2-4AB6-9843-A253762B46AE}"/>
          </ac:spMkLst>
        </pc:spChg>
        <pc:spChg chg="mod">
          <ac:chgData name="SERGIO SPANO'" userId="3abdd0b9-513e-40ac-aad4-56920065037d" providerId="ADAL" clId="{2DCFDF45-1F6B-4A47-892B-C9094FDD5642}" dt="2022-03-21T11:08:19.259" v="1310" actId="27803"/>
          <ac:spMkLst>
            <pc:docMk/>
            <pc:sldMk cId="1175821773" sldId="258"/>
            <ac:spMk id="47" creationId="{74613D87-2068-405E-A4BB-DA91FEEE3C35}"/>
          </ac:spMkLst>
        </pc:spChg>
        <pc:spChg chg="mod">
          <ac:chgData name="SERGIO SPANO'" userId="3abdd0b9-513e-40ac-aad4-56920065037d" providerId="ADAL" clId="{2DCFDF45-1F6B-4A47-892B-C9094FDD5642}" dt="2022-03-21T11:08:19.259" v="1310" actId="27803"/>
          <ac:spMkLst>
            <pc:docMk/>
            <pc:sldMk cId="1175821773" sldId="258"/>
            <ac:spMk id="48" creationId="{AE1DA2E0-C49E-48DE-BCF6-27646DACEC3B}"/>
          </ac:spMkLst>
        </pc:spChg>
        <pc:spChg chg="mod">
          <ac:chgData name="SERGIO SPANO'" userId="3abdd0b9-513e-40ac-aad4-56920065037d" providerId="ADAL" clId="{2DCFDF45-1F6B-4A47-892B-C9094FDD5642}" dt="2022-03-21T11:08:19.259" v="1310" actId="27803"/>
          <ac:spMkLst>
            <pc:docMk/>
            <pc:sldMk cId="1175821773" sldId="258"/>
            <ac:spMk id="49" creationId="{3D16BFB1-8497-4C41-830F-2D795F70331E}"/>
          </ac:spMkLst>
        </pc:spChg>
        <pc:spChg chg="mod">
          <ac:chgData name="SERGIO SPANO'" userId="3abdd0b9-513e-40ac-aad4-56920065037d" providerId="ADAL" clId="{2DCFDF45-1F6B-4A47-892B-C9094FDD5642}" dt="2022-03-21T11:08:19.259" v="1310" actId="27803"/>
          <ac:spMkLst>
            <pc:docMk/>
            <pc:sldMk cId="1175821773" sldId="258"/>
            <ac:spMk id="50" creationId="{DFA3F588-5147-46AF-BC90-83BC96C3718C}"/>
          </ac:spMkLst>
        </pc:spChg>
        <pc:spChg chg="mod">
          <ac:chgData name="SERGIO SPANO'" userId="3abdd0b9-513e-40ac-aad4-56920065037d" providerId="ADAL" clId="{2DCFDF45-1F6B-4A47-892B-C9094FDD5642}" dt="2022-03-21T11:08:19.259" v="1310" actId="27803"/>
          <ac:spMkLst>
            <pc:docMk/>
            <pc:sldMk cId="1175821773" sldId="258"/>
            <ac:spMk id="51" creationId="{1F79757A-01AB-44FD-BF91-75D0EE2C63BB}"/>
          </ac:spMkLst>
        </pc:spChg>
        <pc:spChg chg="mod">
          <ac:chgData name="SERGIO SPANO'" userId="3abdd0b9-513e-40ac-aad4-56920065037d" providerId="ADAL" clId="{2DCFDF45-1F6B-4A47-892B-C9094FDD5642}" dt="2022-03-21T11:08:19.259" v="1310" actId="27803"/>
          <ac:spMkLst>
            <pc:docMk/>
            <pc:sldMk cId="1175821773" sldId="258"/>
            <ac:spMk id="52" creationId="{9E3884EF-DF94-402D-B056-ECF39DC679F4}"/>
          </ac:spMkLst>
        </pc:spChg>
        <pc:spChg chg="mod">
          <ac:chgData name="SERGIO SPANO'" userId="3abdd0b9-513e-40ac-aad4-56920065037d" providerId="ADAL" clId="{2DCFDF45-1F6B-4A47-892B-C9094FDD5642}" dt="2022-03-21T11:08:19.259" v="1310" actId="27803"/>
          <ac:spMkLst>
            <pc:docMk/>
            <pc:sldMk cId="1175821773" sldId="258"/>
            <ac:spMk id="53" creationId="{30BD5DD9-CFB5-4984-83F7-79451C6F00AE}"/>
          </ac:spMkLst>
        </pc:spChg>
        <pc:spChg chg="mod">
          <ac:chgData name="SERGIO SPANO'" userId="3abdd0b9-513e-40ac-aad4-56920065037d" providerId="ADAL" clId="{2DCFDF45-1F6B-4A47-892B-C9094FDD5642}" dt="2022-03-21T11:08:19.259" v="1310" actId="27803"/>
          <ac:spMkLst>
            <pc:docMk/>
            <pc:sldMk cId="1175821773" sldId="258"/>
            <ac:spMk id="54" creationId="{A4E46608-24E5-40FB-A938-8F059209730D}"/>
          </ac:spMkLst>
        </pc:spChg>
        <pc:spChg chg="mod">
          <ac:chgData name="SERGIO SPANO'" userId="3abdd0b9-513e-40ac-aad4-56920065037d" providerId="ADAL" clId="{2DCFDF45-1F6B-4A47-892B-C9094FDD5642}" dt="2022-03-21T11:08:19.259" v="1310" actId="27803"/>
          <ac:spMkLst>
            <pc:docMk/>
            <pc:sldMk cId="1175821773" sldId="258"/>
            <ac:spMk id="55" creationId="{E8396276-38D5-4A3B-80A8-8A480DA0F35F}"/>
          </ac:spMkLst>
        </pc:spChg>
        <pc:spChg chg="mod">
          <ac:chgData name="SERGIO SPANO'" userId="3abdd0b9-513e-40ac-aad4-56920065037d" providerId="ADAL" clId="{2DCFDF45-1F6B-4A47-892B-C9094FDD5642}" dt="2022-03-21T11:08:19.259" v="1310" actId="27803"/>
          <ac:spMkLst>
            <pc:docMk/>
            <pc:sldMk cId="1175821773" sldId="258"/>
            <ac:spMk id="56" creationId="{C47F3A54-5B24-439F-9D91-0EBACA4BA41A}"/>
          </ac:spMkLst>
        </pc:spChg>
        <pc:spChg chg="mod">
          <ac:chgData name="SERGIO SPANO'" userId="3abdd0b9-513e-40ac-aad4-56920065037d" providerId="ADAL" clId="{2DCFDF45-1F6B-4A47-892B-C9094FDD5642}" dt="2022-03-21T11:08:19.259" v="1310" actId="27803"/>
          <ac:spMkLst>
            <pc:docMk/>
            <pc:sldMk cId="1175821773" sldId="258"/>
            <ac:spMk id="57" creationId="{EF69AA67-548D-4478-9D80-2F6C52418A14}"/>
          </ac:spMkLst>
        </pc:spChg>
        <pc:spChg chg="mod">
          <ac:chgData name="SERGIO SPANO'" userId="3abdd0b9-513e-40ac-aad4-56920065037d" providerId="ADAL" clId="{2DCFDF45-1F6B-4A47-892B-C9094FDD5642}" dt="2022-03-21T11:08:19.259" v="1310" actId="27803"/>
          <ac:spMkLst>
            <pc:docMk/>
            <pc:sldMk cId="1175821773" sldId="258"/>
            <ac:spMk id="58" creationId="{E6DDAFAC-CE33-4415-BA33-8C21CF1E1D1F}"/>
          </ac:spMkLst>
        </pc:spChg>
        <pc:spChg chg="mod">
          <ac:chgData name="SERGIO SPANO'" userId="3abdd0b9-513e-40ac-aad4-56920065037d" providerId="ADAL" clId="{2DCFDF45-1F6B-4A47-892B-C9094FDD5642}" dt="2022-03-21T11:08:19.259" v="1310" actId="27803"/>
          <ac:spMkLst>
            <pc:docMk/>
            <pc:sldMk cId="1175821773" sldId="258"/>
            <ac:spMk id="59" creationId="{BC45F810-6AB1-4441-9D83-E764BD21034B}"/>
          </ac:spMkLst>
        </pc:spChg>
        <pc:spChg chg="mod">
          <ac:chgData name="SERGIO SPANO'" userId="3abdd0b9-513e-40ac-aad4-56920065037d" providerId="ADAL" clId="{2DCFDF45-1F6B-4A47-892B-C9094FDD5642}" dt="2022-03-21T11:08:19.259" v="1310" actId="27803"/>
          <ac:spMkLst>
            <pc:docMk/>
            <pc:sldMk cId="1175821773" sldId="258"/>
            <ac:spMk id="60" creationId="{1DC799CC-F7FD-4386-988D-0B2054B107DB}"/>
          </ac:spMkLst>
        </pc:spChg>
        <pc:spChg chg="mod">
          <ac:chgData name="SERGIO SPANO'" userId="3abdd0b9-513e-40ac-aad4-56920065037d" providerId="ADAL" clId="{2DCFDF45-1F6B-4A47-892B-C9094FDD5642}" dt="2022-03-21T11:08:19.259" v="1310" actId="27803"/>
          <ac:spMkLst>
            <pc:docMk/>
            <pc:sldMk cId="1175821773" sldId="258"/>
            <ac:spMk id="61" creationId="{14A4450D-4CA7-48D3-B74D-4DE67CC7A98F}"/>
          </ac:spMkLst>
        </pc:spChg>
        <pc:spChg chg="mod">
          <ac:chgData name="SERGIO SPANO'" userId="3abdd0b9-513e-40ac-aad4-56920065037d" providerId="ADAL" clId="{2DCFDF45-1F6B-4A47-892B-C9094FDD5642}" dt="2022-03-21T11:08:19.259" v="1310" actId="27803"/>
          <ac:spMkLst>
            <pc:docMk/>
            <pc:sldMk cId="1175821773" sldId="258"/>
            <ac:spMk id="62" creationId="{4C122949-C3CB-4151-BCFC-1FD1B2BC1BD8}"/>
          </ac:spMkLst>
        </pc:spChg>
        <pc:spChg chg="mod">
          <ac:chgData name="SERGIO SPANO'" userId="3abdd0b9-513e-40ac-aad4-56920065037d" providerId="ADAL" clId="{2DCFDF45-1F6B-4A47-892B-C9094FDD5642}" dt="2022-03-21T11:08:19.259" v="1310" actId="27803"/>
          <ac:spMkLst>
            <pc:docMk/>
            <pc:sldMk cId="1175821773" sldId="258"/>
            <ac:spMk id="63" creationId="{CD2D1FB9-5C75-4818-9EA0-E3A18BC123E5}"/>
          </ac:spMkLst>
        </pc:spChg>
        <pc:spChg chg="mod">
          <ac:chgData name="SERGIO SPANO'" userId="3abdd0b9-513e-40ac-aad4-56920065037d" providerId="ADAL" clId="{2DCFDF45-1F6B-4A47-892B-C9094FDD5642}" dt="2022-03-21T11:08:19.259" v="1310" actId="27803"/>
          <ac:spMkLst>
            <pc:docMk/>
            <pc:sldMk cId="1175821773" sldId="258"/>
            <ac:spMk id="64" creationId="{27E8056B-F980-4A26-8185-BA1E0C040DCB}"/>
          </ac:spMkLst>
        </pc:spChg>
        <pc:spChg chg="mod">
          <ac:chgData name="SERGIO SPANO'" userId="3abdd0b9-513e-40ac-aad4-56920065037d" providerId="ADAL" clId="{2DCFDF45-1F6B-4A47-892B-C9094FDD5642}" dt="2022-03-21T11:08:19.259" v="1310" actId="27803"/>
          <ac:spMkLst>
            <pc:docMk/>
            <pc:sldMk cId="1175821773" sldId="258"/>
            <ac:spMk id="65" creationId="{4613F062-FC55-49D3-B93D-78C18063AC02}"/>
          </ac:spMkLst>
        </pc:spChg>
        <pc:spChg chg="mod">
          <ac:chgData name="SERGIO SPANO'" userId="3abdd0b9-513e-40ac-aad4-56920065037d" providerId="ADAL" clId="{2DCFDF45-1F6B-4A47-892B-C9094FDD5642}" dt="2022-03-21T11:08:19.259" v="1310" actId="27803"/>
          <ac:spMkLst>
            <pc:docMk/>
            <pc:sldMk cId="1175821773" sldId="258"/>
            <ac:spMk id="66" creationId="{B04B5B27-D6DC-4DAD-8D50-54EDD0D1FD3B}"/>
          </ac:spMkLst>
        </pc:spChg>
        <pc:spChg chg="mod">
          <ac:chgData name="SERGIO SPANO'" userId="3abdd0b9-513e-40ac-aad4-56920065037d" providerId="ADAL" clId="{2DCFDF45-1F6B-4A47-892B-C9094FDD5642}" dt="2022-03-21T11:08:19.259" v="1310" actId="27803"/>
          <ac:spMkLst>
            <pc:docMk/>
            <pc:sldMk cId="1175821773" sldId="258"/>
            <ac:spMk id="67" creationId="{FF6D3628-F4F3-4317-9223-5CA9DCB10A6D}"/>
          </ac:spMkLst>
        </pc:spChg>
        <pc:spChg chg="mod">
          <ac:chgData name="SERGIO SPANO'" userId="3abdd0b9-513e-40ac-aad4-56920065037d" providerId="ADAL" clId="{2DCFDF45-1F6B-4A47-892B-C9094FDD5642}" dt="2022-03-21T11:08:19.259" v="1310" actId="27803"/>
          <ac:spMkLst>
            <pc:docMk/>
            <pc:sldMk cId="1175821773" sldId="258"/>
            <ac:spMk id="68" creationId="{F6980932-9A08-46E6-A9BA-7D1495329DD2}"/>
          </ac:spMkLst>
        </pc:spChg>
        <pc:spChg chg="mod">
          <ac:chgData name="SERGIO SPANO'" userId="3abdd0b9-513e-40ac-aad4-56920065037d" providerId="ADAL" clId="{2DCFDF45-1F6B-4A47-892B-C9094FDD5642}" dt="2022-03-21T11:08:19.259" v="1310" actId="27803"/>
          <ac:spMkLst>
            <pc:docMk/>
            <pc:sldMk cId="1175821773" sldId="258"/>
            <ac:spMk id="69" creationId="{327F5E8D-E6F3-420F-80F7-147FA1C0A828}"/>
          </ac:spMkLst>
        </pc:spChg>
        <pc:spChg chg="mod">
          <ac:chgData name="SERGIO SPANO'" userId="3abdd0b9-513e-40ac-aad4-56920065037d" providerId="ADAL" clId="{2DCFDF45-1F6B-4A47-892B-C9094FDD5642}" dt="2022-03-21T11:08:19.259" v="1310" actId="27803"/>
          <ac:spMkLst>
            <pc:docMk/>
            <pc:sldMk cId="1175821773" sldId="258"/>
            <ac:spMk id="70" creationId="{8E6BC20B-29A1-42EE-8E6A-5BBF43A8CD6F}"/>
          </ac:spMkLst>
        </pc:spChg>
        <pc:spChg chg="mod">
          <ac:chgData name="SERGIO SPANO'" userId="3abdd0b9-513e-40ac-aad4-56920065037d" providerId="ADAL" clId="{2DCFDF45-1F6B-4A47-892B-C9094FDD5642}" dt="2022-03-21T11:08:19.259" v="1310" actId="27803"/>
          <ac:spMkLst>
            <pc:docMk/>
            <pc:sldMk cId="1175821773" sldId="258"/>
            <ac:spMk id="71" creationId="{E526E137-F296-4864-A7AE-8EA04BC440CC}"/>
          </ac:spMkLst>
        </pc:spChg>
        <pc:spChg chg="mod">
          <ac:chgData name="SERGIO SPANO'" userId="3abdd0b9-513e-40ac-aad4-56920065037d" providerId="ADAL" clId="{2DCFDF45-1F6B-4A47-892B-C9094FDD5642}" dt="2022-03-21T11:08:19.259" v="1310" actId="27803"/>
          <ac:spMkLst>
            <pc:docMk/>
            <pc:sldMk cId="1175821773" sldId="258"/>
            <ac:spMk id="72" creationId="{DDEC9B60-5BA4-423E-94EA-A8E2CCBC0101}"/>
          </ac:spMkLst>
        </pc:spChg>
        <pc:spChg chg="mod">
          <ac:chgData name="SERGIO SPANO'" userId="3abdd0b9-513e-40ac-aad4-56920065037d" providerId="ADAL" clId="{2DCFDF45-1F6B-4A47-892B-C9094FDD5642}" dt="2022-03-21T11:08:19.259" v="1310" actId="27803"/>
          <ac:spMkLst>
            <pc:docMk/>
            <pc:sldMk cId="1175821773" sldId="258"/>
            <ac:spMk id="73" creationId="{49BE143E-462A-43CB-A749-32BC0CDBE004}"/>
          </ac:spMkLst>
        </pc:spChg>
        <pc:spChg chg="mod">
          <ac:chgData name="SERGIO SPANO'" userId="3abdd0b9-513e-40ac-aad4-56920065037d" providerId="ADAL" clId="{2DCFDF45-1F6B-4A47-892B-C9094FDD5642}" dt="2022-03-21T11:08:19.259" v="1310" actId="27803"/>
          <ac:spMkLst>
            <pc:docMk/>
            <pc:sldMk cId="1175821773" sldId="258"/>
            <ac:spMk id="74" creationId="{994AE068-B2EF-4E6A-9B1B-3D50E9E309A7}"/>
          </ac:spMkLst>
        </pc:spChg>
        <pc:spChg chg="mod">
          <ac:chgData name="SERGIO SPANO'" userId="3abdd0b9-513e-40ac-aad4-56920065037d" providerId="ADAL" clId="{2DCFDF45-1F6B-4A47-892B-C9094FDD5642}" dt="2022-03-21T11:08:19.259" v="1310" actId="27803"/>
          <ac:spMkLst>
            <pc:docMk/>
            <pc:sldMk cId="1175821773" sldId="258"/>
            <ac:spMk id="75" creationId="{6B9511C7-42A4-49E1-945E-41C112BBC557}"/>
          </ac:spMkLst>
        </pc:spChg>
        <pc:spChg chg="mod">
          <ac:chgData name="SERGIO SPANO'" userId="3abdd0b9-513e-40ac-aad4-56920065037d" providerId="ADAL" clId="{2DCFDF45-1F6B-4A47-892B-C9094FDD5642}" dt="2022-03-21T11:08:19.259" v="1310" actId="27803"/>
          <ac:spMkLst>
            <pc:docMk/>
            <pc:sldMk cId="1175821773" sldId="258"/>
            <ac:spMk id="76" creationId="{7715010C-0B9F-43B3-9DD4-352E3E7188C5}"/>
          </ac:spMkLst>
        </pc:spChg>
        <pc:spChg chg="mod">
          <ac:chgData name="SERGIO SPANO'" userId="3abdd0b9-513e-40ac-aad4-56920065037d" providerId="ADAL" clId="{2DCFDF45-1F6B-4A47-892B-C9094FDD5642}" dt="2022-03-21T11:08:19.259" v="1310" actId="27803"/>
          <ac:spMkLst>
            <pc:docMk/>
            <pc:sldMk cId="1175821773" sldId="258"/>
            <ac:spMk id="77" creationId="{600F5CAB-C733-4BE7-A16A-60B6699A753F}"/>
          </ac:spMkLst>
        </pc:spChg>
        <pc:spChg chg="mod">
          <ac:chgData name="SERGIO SPANO'" userId="3abdd0b9-513e-40ac-aad4-56920065037d" providerId="ADAL" clId="{2DCFDF45-1F6B-4A47-892B-C9094FDD5642}" dt="2022-03-21T11:08:19.259" v="1310" actId="27803"/>
          <ac:spMkLst>
            <pc:docMk/>
            <pc:sldMk cId="1175821773" sldId="258"/>
            <ac:spMk id="78" creationId="{917853AA-53F5-40CD-AA9C-02E49BB592B7}"/>
          </ac:spMkLst>
        </pc:spChg>
        <pc:spChg chg="mod">
          <ac:chgData name="SERGIO SPANO'" userId="3abdd0b9-513e-40ac-aad4-56920065037d" providerId="ADAL" clId="{2DCFDF45-1F6B-4A47-892B-C9094FDD5642}" dt="2022-03-21T11:08:19.259" v="1310" actId="27803"/>
          <ac:spMkLst>
            <pc:docMk/>
            <pc:sldMk cId="1175821773" sldId="258"/>
            <ac:spMk id="79" creationId="{49E9B045-452D-4DA3-9F9F-156FC12C4452}"/>
          </ac:spMkLst>
        </pc:spChg>
        <pc:spChg chg="mod">
          <ac:chgData name="SERGIO SPANO'" userId="3abdd0b9-513e-40ac-aad4-56920065037d" providerId="ADAL" clId="{2DCFDF45-1F6B-4A47-892B-C9094FDD5642}" dt="2022-03-21T11:08:19.259" v="1310" actId="27803"/>
          <ac:spMkLst>
            <pc:docMk/>
            <pc:sldMk cId="1175821773" sldId="258"/>
            <ac:spMk id="80" creationId="{85F5F7B0-BC5B-425B-A622-EE6D4AE7EFCC}"/>
          </ac:spMkLst>
        </pc:spChg>
        <pc:spChg chg="mod">
          <ac:chgData name="SERGIO SPANO'" userId="3abdd0b9-513e-40ac-aad4-56920065037d" providerId="ADAL" clId="{2DCFDF45-1F6B-4A47-892B-C9094FDD5642}" dt="2022-03-21T11:08:19.259" v="1310" actId="27803"/>
          <ac:spMkLst>
            <pc:docMk/>
            <pc:sldMk cId="1175821773" sldId="258"/>
            <ac:spMk id="81" creationId="{7621D34C-7504-4F04-A4E7-B12AD0EBDBB1}"/>
          </ac:spMkLst>
        </pc:spChg>
        <pc:spChg chg="mod">
          <ac:chgData name="SERGIO SPANO'" userId="3abdd0b9-513e-40ac-aad4-56920065037d" providerId="ADAL" clId="{2DCFDF45-1F6B-4A47-892B-C9094FDD5642}" dt="2022-03-21T11:08:19.259" v="1310" actId="27803"/>
          <ac:spMkLst>
            <pc:docMk/>
            <pc:sldMk cId="1175821773" sldId="258"/>
            <ac:spMk id="82" creationId="{AD2BC603-5CE7-48C1-85BC-E79D6B24B9CF}"/>
          </ac:spMkLst>
        </pc:spChg>
        <pc:spChg chg="mod">
          <ac:chgData name="SERGIO SPANO'" userId="3abdd0b9-513e-40ac-aad4-56920065037d" providerId="ADAL" clId="{2DCFDF45-1F6B-4A47-892B-C9094FDD5642}" dt="2022-03-21T11:08:19.259" v="1310" actId="27803"/>
          <ac:spMkLst>
            <pc:docMk/>
            <pc:sldMk cId="1175821773" sldId="258"/>
            <ac:spMk id="83" creationId="{559BBC18-3729-4C3F-B322-EAB0748268AB}"/>
          </ac:spMkLst>
        </pc:spChg>
        <pc:spChg chg="mod">
          <ac:chgData name="SERGIO SPANO'" userId="3abdd0b9-513e-40ac-aad4-56920065037d" providerId="ADAL" clId="{2DCFDF45-1F6B-4A47-892B-C9094FDD5642}" dt="2022-03-21T11:08:19.259" v="1310" actId="27803"/>
          <ac:spMkLst>
            <pc:docMk/>
            <pc:sldMk cId="1175821773" sldId="258"/>
            <ac:spMk id="84" creationId="{101CACD7-B123-4B06-BDEE-827F3CC50B00}"/>
          </ac:spMkLst>
        </pc:spChg>
        <pc:spChg chg="mod">
          <ac:chgData name="SERGIO SPANO'" userId="3abdd0b9-513e-40ac-aad4-56920065037d" providerId="ADAL" clId="{2DCFDF45-1F6B-4A47-892B-C9094FDD5642}" dt="2022-03-21T11:08:19.259" v="1310" actId="27803"/>
          <ac:spMkLst>
            <pc:docMk/>
            <pc:sldMk cId="1175821773" sldId="258"/>
            <ac:spMk id="85" creationId="{93E86C41-5FC8-4A2C-BFD0-5AA9AD64A546}"/>
          </ac:spMkLst>
        </pc:spChg>
        <pc:spChg chg="mod">
          <ac:chgData name="SERGIO SPANO'" userId="3abdd0b9-513e-40ac-aad4-56920065037d" providerId="ADAL" clId="{2DCFDF45-1F6B-4A47-892B-C9094FDD5642}" dt="2022-03-21T11:08:19.259" v="1310" actId="27803"/>
          <ac:spMkLst>
            <pc:docMk/>
            <pc:sldMk cId="1175821773" sldId="258"/>
            <ac:spMk id="86" creationId="{4F003354-97B0-4852-B113-D4A2393C7335}"/>
          </ac:spMkLst>
        </pc:spChg>
        <pc:spChg chg="mod">
          <ac:chgData name="SERGIO SPANO'" userId="3abdd0b9-513e-40ac-aad4-56920065037d" providerId="ADAL" clId="{2DCFDF45-1F6B-4A47-892B-C9094FDD5642}" dt="2022-03-21T11:08:19.259" v="1310" actId="27803"/>
          <ac:spMkLst>
            <pc:docMk/>
            <pc:sldMk cId="1175821773" sldId="258"/>
            <ac:spMk id="87" creationId="{BD3EAE36-257E-4CE8-9E04-B48414FF10CB}"/>
          </ac:spMkLst>
        </pc:spChg>
        <pc:spChg chg="mod">
          <ac:chgData name="SERGIO SPANO'" userId="3abdd0b9-513e-40ac-aad4-56920065037d" providerId="ADAL" clId="{2DCFDF45-1F6B-4A47-892B-C9094FDD5642}" dt="2022-03-21T11:08:19.259" v="1310" actId="27803"/>
          <ac:spMkLst>
            <pc:docMk/>
            <pc:sldMk cId="1175821773" sldId="258"/>
            <ac:spMk id="88" creationId="{C86251EE-1202-4B0E-8211-287E613FB0BA}"/>
          </ac:spMkLst>
        </pc:spChg>
        <pc:spChg chg="mod">
          <ac:chgData name="SERGIO SPANO'" userId="3abdd0b9-513e-40ac-aad4-56920065037d" providerId="ADAL" clId="{2DCFDF45-1F6B-4A47-892B-C9094FDD5642}" dt="2022-03-21T11:08:19.259" v="1310" actId="27803"/>
          <ac:spMkLst>
            <pc:docMk/>
            <pc:sldMk cId="1175821773" sldId="258"/>
            <ac:spMk id="89" creationId="{32F5C002-877D-45AC-8785-0A93C832B673}"/>
          </ac:spMkLst>
        </pc:spChg>
        <pc:spChg chg="mod">
          <ac:chgData name="SERGIO SPANO'" userId="3abdd0b9-513e-40ac-aad4-56920065037d" providerId="ADAL" clId="{2DCFDF45-1F6B-4A47-892B-C9094FDD5642}" dt="2022-03-21T11:08:19.259" v="1310" actId="27803"/>
          <ac:spMkLst>
            <pc:docMk/>
            <pc:sldMk cId="1175821773" sldId="258"/>
            <ac:spMk id="90" creationId="{FB5825A3-BD76-4744-BDCE-821AE2A04F95}"/>
          </ac:spMkLst>
        </pc:spChg>
        <pc:spChg chg="mod">
          <ac:chgData name="SERGIO SPANO'" userId="3abdd0b9-513e-40ac-aad4-56920065037d" providerId="ADAL" clId="{2DCFDF45-1F6B-4A47-892B-C9094FDD5642}" dt="2022-03-21T11:08:19.259" v="1310" actId="27803"/>
          <ac:spMkLst>
            <pc:docMk/>
            <pc:sldMk cId="1175821773" sldId="258"/>
            <ac:spMk id="91" creationId="{7C6292A5-23BB-489F-8F33-6E9C20F49275}"/>
          </ac:spMkLst>
        </pc:spChg>
        <pc:spChg chg="mod">
          <ac:chgData name="SERGIO SPANO'" userId="3abdd0b9-513e-40ac-aad4-56920065037d" providerId="ADAL" clId="{2DCFDF45-1F6B-4A47-892B-C9094FDD5642}" dt="2022-03-21T11:08:19.259" v="1310" actId="27803"/>
          <ac:spMkLst>
            <pc:docMk/>
            <pc:sldMk cId="1175821773" sldId="258"/>
            <ac:spMk id="92" creationId="{26306585-14C0-41DB-BFBE-61C50F0DAB5F}"/>
          </ac:spMkLst>
        </pc:spChg>
        <pc:spChg chg="mod">
          <ac:chgData name="SERGIO SPANO'" userId="3abdd0b9-513e-40ac-aad4-56920065037d" providerId="ADAL" clId="{2DCFDF45-1F6B-4A47-892B-C9094FDD5642}" dt="2022-03-21T11:08:19.259" v="1310" actId="27803"/>
          <ac:spMkLst>
            <pc:docMk/>
            <pc:sldMk cId="1175821773" sldId="258"/>
            <ac:spMk id="93" creationId="{982E8330-1408-44A7-8C2C-F20503AF4061}"/>
          </ac:spMkLst>
        </pc:spChg>
        <pc:spChg chg="mod">
          <ac:chgData name="SERGIO SPANO'" userId="3abdd0b9-513e-40ac-aad4-56920065037d" providerId="ADAL" clId="{2DCFDF45-1F6B-4A47-892B-C9094FDD5642}" dt="2022-03-21T11:08:19.259" v="1310" actId="27803"/>
          <ac:spMkLst>
            <pc:docMk/>
            <pc:sldMk cId="1175821773" sldId="258"/>
            <ac:spMk id="94" creationId="{A43B789C-1163-47C3-AF4E-F9B7FCB5746A}"/>
          </ac:spMkLst>
        </pc:spChg>
        <pc:spChg chg="mod">
          <ac:chgData name="SERGIO SPANO'" userId="3abdd0b9-513e-40ac-aad4-56920065037d" providerId="ADAL" clId="{2DCFDF45-1F6B-4A47-892B-C9094FDD5642}" dt="2022-03-21T11:08:19.259" v="1310" actId="27803"/>
          <ac:spMkLst>
            <pc:docMk/>
            <pc:sldMk cId="1175821773" sldId="258"/>
            <ac:spMk id="95" creationId="{53E89C99-C5D4-495E-A271-A73CDFEE06D3}"/>
          </ac:spMkLst>
        </pc:spChg>
        <pc:spChg chg="mod">
          <ac:chgData name="SERGIO SPANO'" userId="3abdd0b9-513e-40ac-aad4-56920065037d" providerId="ADAL" clId="{2DCFDF45-1F6B-4A47-892B-C9094FDD5642}" dt="2022-03-21T11:08:19.259" v="1310" actId="27803"/>
          <ac:spMkLst>
            <pc:docMk/>
            <pc:sldMk cId="1175821773" sldId="258"/>
            <ac:spMk id="96" creationId="{B146BF70-1B91-442C-A739-9A4C5448EBD4}"/>
          </ac:spMkLst>
        </pc:spChg>
        <pc:spChg chg="mod">
          <ac:chgData name="SERGIO SPANO'" userId="3abdd0b9-513e-40ac-aad4-56920065037d" providerId="ADAL" clId="{2DCFDF45-1F6B-4A47-892B-C9094FDD5642}" dt="2022-03-21T11:08:19.259" v="1310" actId="27803"/>
          <ac:spMkLst>
            <pc:docMk/>
            <pc:sldMk cId="1175821773" sldId="258"/>
            <ac:spMk id="97" creationId="{7A4F5294-4D7D-4FCB-B19D-4710AAD2D8FF}"/>
          </ac:spMkLst>
        </pc:spChg>
        <pc:spChg chg="mod">
          <ac:chgData name="SERGIO SPANO'" userId="3abdd0b9-513e-40ac-aad4-56920065037d" providerId="ADAL" clId="{2DCFDF45-1F6B-4A47-892B-C9094FDD5642}" dt="2022-03-21T11:08:19.259" v="1310" actId="27803"/>
          <ac:spMkLst>
            <pc:docMk/>
            <pc:sldMk cId="1175821773" sldId="258"/>
            <ac:spMk id="98" creationId="{18212AFE-B5C1-4A0A-9286-3B8D176583BF}"/>
          </ac:spMkLst>
        </pc:spChg>
        <pc:spChg chg="mod">
          <ac:chgData name="SERGIO SPANO'" userId="3abdd0b9-513e-40ac-aad4-56920065037d" providerId="ADAL" clId="{2DCFDF45-1F6B-4A47-892B-C9094FDD5642}" dt="2022-03-21T11:08:19.259" v="1310" actId="27803"/>
          <ac:spMkLst>
            <pc:docMk/>
            <pc:sldMk cId="1175821773" sldId="258"/>
            <ac:spMk id="99" creationId="{3661968D-3497-47B6-A995-F41D38EBDE89}"/>
          </ac:spMkLst>
        </pc:spChg>
        <pc:spChg chg="mod">
          <ac:chgData name="SERGIO SPANO'" userId="3abdd0b9-513e-40ac-aad4-56920065037d" providerId="ADAL" clId="{2DCFDF45-1F6B-4A47-892B-C9094FDD5642}" dt="2022-03-21T11:08:19.259" v="1310" actId="27803"/>
          <ac:spMkLst>
            <pc:docMk/>
            <pc:sldMk cId="1175821773" sldId="258"/>
            <ac:spMk id="100" creationId="{3F75457E-C93F-4892-9A32-C18C9047620C}"/>
          </ac:spMkLst>
        </pc:spChg>
        <pc:spChg chg="mod">
          <ac:chgData name="SERGIO SPANO'" userId="3abdd0b9-513e-40ac-aad4-56920065037d" providerId="ADAL" clId="{2DCFDF45-1F6B-4A47-892B-C9094FDD5642}" dt="2022-03-21T11:08:19.259" v="1310" actId="27803"/>
          <ac:spMkLst>
            <pc:docMk/>
            <pc:sldMk cId="1175821773" sldId="258"/>
            <ac:spMk id="101" creationId="{BCC300D5-3074-428F-B363-E45189E3E075}"/>
          </ac:spMkLst>
        </pc:spChg>
        <pc:spChg chg="mod">
          <ac:chgData name="SERGIO SPANO'" userId="3abdd0b9-513e-40ac-aad4-56920065037d" providerId="ADAL" clId="{2DCFDF45-1F6B-4A47-892B-C9094FDD5642}" dt="2022-03-21T11:08:19.259" v="1310" actId="27803"/>
          <ac:spMkLst>
            <pc:docMk/>
            <pc:sldMk cId="1175821773" sldId="258"/>
            <ac:spMk id="102" creationId="{1375D57C-749D-4FE9-88D5-3421D8BA9278}"/>
          </ac:spMkLst>
        </pc:spChg>
        <pc:spChg chg="mod">
          <ac:chgData name="SERGIO SPANO'" userId="3abdd0b9-513e-40ac-aad4-56920065037d" providerId="ADAL" clId="{2DCFDF45-1F6B-4A47-892B-C9094FDD5642}" dt="2022-03-21T11:08:19.259" v="1310" actId="27803"/>
          <ac:spMkLst>
            <pc:docMk/>
            <pc:sldMk cId="1175821773" sldId="258"/>
            <ac:spMk id="103" creationId="{0BCE3AAB-1009-4472-A0D1-FE0DC2D6865A}"/>
          </ac:spMkLst>
        </pc:spChg>
        <pc:spChg chg="mod">
          <ac:chgData name="SERGIO SPANO'" userId="3abdd0b9-513e-40ac-aad4-56920065037d" providerId="ADAL" clId="{2DCFDF45-1F6B-4A47-892B-C9094FDD5642}" dt="2022-03-21T11:08:19.259" v="1310" actId="27803"/>
          <ac:spMkLst>
            <pc:docMk/>
            <pc:sldMk cId="1175821773" sldId="258"/>
            <ac:spMk id="104" creationId="{DC26377E-CBAD-4765-A19A-C52F6521344D}"/>
          </ac:spMkLst>
        </pc:spChg>
        <pc:spChg chg="mod">
          <ac:chgData name="SERGIO SPANO'" userId="3abdd0b9-513e-40ac-aad4-56920065037d" providerId="ADAL" clId="{2DCFDF45-1F6B-4A47-892B-C9094FDD5642}" dt="2022-03-21T11:08:19.259" v="1310" actId="27803"/>
          <ac:spMkLst>
            <pc:docMk/>
            <pc:sldMk cId="1175821773" sldId="258"/>
            <ac:spMk id="105" creationId="{978071B6-CD69-474B-9B9A-19FC0B4EBB02}"/>
          </ac:spMkLst>
        </pc:spChg>
        <pc:spChg chg="mod">
          <ac:chgData name="SERGIO SPANO'" userId="3abdd0b9-513e-40ac-aad4-56920065037d" providerId="ADAL" clId="{2DCFDF45-1F6B-4A47-892B-C9094FDD5642}" dt="2022-03-21T11:08:19.259" v="1310" actId="27803"/>
          <ac:spMkLst>
            <pc:docMk/>
            <pc:sldMk cId="1175821773" sldId="258"/>
            <ac:spMk id="106" creationId="{24A39A34-9BE2-4EE5-9453-39967FDBCE81}"/>
          </ac:spMkLst>
        </pc:spChg>
        <pc:spChg chg="mod">
          <ac:chgData name="SERGIO SPANO'" userId="3abdd0b9-513e-40ac-aad4-56920065037d" providerId="ADAL" clId="{2DCFDF45-1F6B-4A47-892B-C9094FDD5642}" dt="2022-03-21T11:08:19.259" v="1310" actId="27803"/>
          <ac:spMkLst>
            <pc:docMk/>
            <pc:sldMk cId="1175821773" sldId="258"/>
            <ac:spMk id="107" creationId="{F6A27732-623B-4BDA-BFE3-2B937768E3CA}"/>
          </ac:spMkLst>
        </pc:spChg>
        <pc:spChg chg="mod">
          <ac:chgData name="SERGIO SPANO'" userId="3abdd0b9-513e-40ac-aad4-56920065037d" providerId="ADAL" clId="{2DCFDF45-1F6B-4A47-892B-C9094FDD5642}" dt="2022-03-21T11:08:19.259" v="1310" actId="27803"/>
          <ac:spMkLst>
            <pc:docMk/>
            <pc:sldMk cId="1175821773" sldId="258"/>
            <ac:spMk id="108" creationId="{FFCFE257-9166-463E-B7FC-209C883C6F0D}"/>
          </ac:spMkLst>
        </pc:spChg>
        <pc:spChg chg="mod">
          <ac:chgData name="SERGIO SPANO'" userId="3abdd0b9-513e-40ac-aad4-56920065037d" providerId="ADAL" clId="{2DCFDF45-1F6B-4A47-892B-C9094FDD5642}" dt="2022-03-21T11:08:19.259" v="1310" actId="27803"/>
          <ac:spMkLst>
            <pc:docMk/>
            <pc:sldMk cId="1175821773" sldId="258"/>
            <ac:spMk id="109" creationId="{B1988A12-1117-4781-BA73-E57DDF74C982}"/>
          </ac:spMkLst>
        </pc:spChg>
        <pc:spChg chg="mod">
          <ac:chgData name="SERGIO SPANO'" userId="3abdd0b9-513e-40ac-aad4-56920065037d" providerId="ADAL" clId="{2DCFDF45-1F6B-4A47-892B-C9094FDD5642}" dt="2022-03-21T11:08:19.259" v="1310" actId="27803"/>
          <ac:spMkLst>
            <pc:docMk/>
            <pc:sldMk cId="1175821773" sldId="258"/>
            <ac:spMk id="110" creationId="{D7AD59C4-2D8D-4B7E-993E-A3791501BA3E}"/>
          </ac:spMkLst>
        </pc:spChg>
        <pc:spChg chg="mod">
          <ac:chgData name="SERGIO SPANO'" userId="3abdd0b9-513e-40ac-aad4-56920065037d" providerId="ADAL" clId="{2DCFDF45-1F6B-4A47-892B-C9094FDD5642}" dt="2022-03-21T11:08:19.259" v="1310" actId="27803"/>
          <ac:spMkLst>
            <pc:docMk/>
            <pc:sldMk cId="1175821773" sldId="258"/>
            <ac:spMk id="111" creationId="{FF3A7D9D-56FD-4561-B65A-6B8BA8931168}"/>
          </ac:spMkLst>
        </pc:spChg>
        <pc:spChg chg="mod">
          <ac:chgData name="SERGIO SPANO'" userId="3abdd0b9-513e-40ac-aad4-56920065037d" providerId="ADAL" clId="{2DCFDF45-1F6B-4A47-892B-C9094FDD5642}" dt="2022-03-21T11:08:19.259" v="1310" actId="27803"/>
          <ac:spMkLst>
            <pc:docMk/>
            <pc:sldMk cId="1175821773" sldId="258"/>
            <ac:spMk id="112" creationId="{B50004FE-032A-4CCC-AC31-49DA1F973AC9}"/>
          </ac:spMkLst>
        </pc:spChg>
        <pc:spChg chg="mod">
          <ac:chgData name="SERGIO SPANO'" userId="3abdd0b9-513e-40ac-aad4-56920065037d" providerId="ADAL" clId="{2DCFDF45-1F6B-4A47-892B-C9094FDD5642}" dt="2022-03-21T11:08:19.259" v="1310" actId="27803"/>
          <ac:spMkLst>
            <pc:docMk/>
            <pc:sldMk cId="1175821773" sldId="258"/>
            <ac:spMk id="113" creationId="{AC734CE0-B8D5-47A2-ADC7-09A5C80599FB}"/>
          </ac:spMkLst>
        </pc:spChg>
        <pc:spChg chg="mod">
          <ac:chgData name="SERGIO SPANO'" userId="3abdd0b9-513e-40ac-aad4-56920065037d" providerId="ADAL" clId="{2DCFDF45-1F6B-4A47-892B-C9094FDD5642}" dt="2022-03-21T11:08:19.259" v="1310" actId="27803"/>
          <ac:spMkLst>
            <pc:docMk/>
            <pc:sldMk cId="1175821773" sldId="258"/>
            <ac:spMk id="114" creationId="{5540152F-4876-4892-8DF3-9A4DDEBB7B8F}"/>
          </ac:spMkLst>
        </pc:spChg>
        <pc:spChg chg="mod">
          <ac:chgData name="SERGIO SPANO'" userId="3abdd0b9-513e-40ac-aad4-56920065037d" providerId="ADAL" clId="{2DCFDF45-1F6B-4A47-892B-C9094FDD5642}" dt="2022-03-21T11:08:19.259" v="1310" actId="27803"/>
          <ac:spMkLst>
            <pc:docMk/>
            <pc:sldMk cId="1175821773" sldId="258"/>
            <ac:spMk id="115" creationId="{691A6BF5-D26C-4D2A-8261-68C7C0AEF797}"/>
          </ac:spMkLst>
        </pc:spChg>
        <pc:spChg chg="mod">
          <ac:chgData name="SERGIO SPANO'" userId="3abdd0b9-513e-40ac-aad4-56920065037d" providerId="ADAL" clId="{2DCFDF45-1F6B-4A47-892B-C9094FDD5642}" dt="2022-03-21T11:08:19.259" v="1310" actId="27803"/>
          <ac:spMkLst>
            <pc:docMk/>
            <pc:sldMk cId="1175821773" sldId="258"/>
            <ac:spMk id="116" creationId="{4AC9AD96-0189-4BB7-AE06-0AFE78DEDDAC}"/>
          </ac:spMkLst>
        </pc:spChg>
        <pc:spChg chg="mod">
          <ac:chgData name="SERGIO SPANO'" userId="3abdd0b9-513e-40ac-aad4-56920065037d" providerId="ADAL" clId="{2DCFDF45-1F6B-4A47-892B-C9094FDD5642}" dt="2022-03-21T11:08:19.259" v="1310" actId="27803"/>
          <ac:spMkLst>
            <pc:docMk/>
            <pc:sldMk cId="1175821773" sldId="258"/>
            <ac:spMk id="117" creationId="{A3BB4A7E-BA49-4913-82C8-944E8DBC1CA0}"/>
          </ac:spMkLst>
        </pc:spChg>
        <pc:spChg chg="mod">
          <ac:chgData name="SERGIO SPANO'" userId="3abdd0b9-513e-40ac-aad4-56920065037d" providerId="ADAL" clId="{2DCFDF45-1F6B-4A47-892B-C9094FDD5642}" dt="2022-03-21T11:08:19.259" v="1310" actId="27803"/>
          <ac:spMkLst>
            <pc:docMk/>
            <pc:sldMk cId="1175821773" sldId="258"/>
            <ac:spMk id="118" creationId="{7166EA68-AEB9-47BD-BD52-EEAA41A7807C}"/>
          </ac:spMkLst>
        </pc:spChg>
        <pc:spChg chg="mod">
          <ac:chgData name="SERGIO SPANO'" userId="3abdd0b9-513e-40ac-aad4-56920065037d" providerId="ADAL" clId="{2DCFDF45-1F6B-4A47-892B-C9094FDD5642}" dt="2022-03-21T11:08:19.259" v="1310" actId="27803"/>
          <ac:spMkLst>
            <pc:docMk/>
            <pc:sldMk cId="1175821773" sldId="258"/>
            <ac:spMk id="119" creationId="{53DB499E-461A-4022-89D6-5C71B96D4FE9}"/>
          </ac:spMkLst>
        </pc:spChg>
        <pc:spChg chg="mod">
          <ac:chgData name="SERGIO SPANO'" userId="3abdd0b9-513e-40ac-aad4-56920065037d" providerId="ADAL" clId="{2DCFDF45-1F6B-4A47-892B-C9094FDD5642}" dt="2022-03-21T11:08:19.259" v="1310" actId="27803"/>
          <ac:spMkLst>
            <pc:docMk/>
            <pc:sldMk cId="1175821773" sldId="258"/>
            <ac:spMk id="120" creationId="{3DD6F24A-2D00-4EED-961B-5A8D0147276F}"/>
          </ac:spMkLst>
        </pc:spChg>
        <pc:spChg chg="mod">
          <ac:chgData name="SERGIO SPANO'" userId="3abdd0b9-513e-40ac-aad4-56920065037d" providerId="ADAL" clId="{2DCFDF45-1F6B-4A47-892B-C9094FDD5642}" dt="2022-03-21T11:08:19.259" v="1310" actId="27803"/>
          <ac:spMkLst>
            <pc:docMk/>
            <pc:sldMk cId="1175821773" sldId="258"/>
            <ac:spMk id="121" creationId="{B664986F-4284-4246-8164-4600D2ECCB4C}"/>
          </ac:spMkLst>
        </pc:spChg>
        <pc:spChg chg="mod">
          <ac:chgData name="SERGIO SPANO'" userId="3abdd0b9-513e-40ac-aad4-56920065037d" providerId="ADAL" clId="{2DCFDF45-1F6B-4A47-892B-C9094FDD5642}" dt="2022-03-21T11:08:19.259" v="1310" actId="27803"/>
          <ac:spMkLst>
            <pc:docMk/>
            <pc:sldMk cId="1175821773" sldId="258"/>
            <ac:spMk id="122" creationId="{C5160721-F883-49D9-A9E5-73C685763E20}"/>
          </ac:spMkLst>
        </pc:spChg>
        <pc:spChg chg="mod">
          <ac:chgData name="SERGIO SPANO'" userId="3abdd0b9-513e-40ac-aad4-56920065037d" providerId="ADAL" clId="{2DCFDF45-1F6B-4A47-892B-C9094FDD5642}" dt="2022-03-21T11:08:19.259" v="1310" actId="27803"/>
          <ac:spMkLst>
            <pc:docMk/>
            <pc:sldMk cId="1175821773" sldId="258"/>
            <ac:spMk id="123" creationId="{4FFE2E1B-10E5-4376-AD39-F021EDC5025E}"/>
          </ac:spMkLst>
        </pc:spChg>
        <pc:spChg chg="mod">
          <ac:chgData name="SERGIO SPANO'" userId="3abdd0b9-513e-40ac-aad4-56920065037d" providerId="ADAL" clId="{2DCFDF45-1F6B-4A47-892B-C9094FDD5642}" dt="2022-03-21T11:08:19.259" v="1310" actId="27803"/>
          <ac:spMkLst>
            <pc:docMk/>
            <pc:sldMk cId="1175821773" sldId="258"/>
            <ac:spMk id="124" creationId="{E8835A4D-4B1D-4630-8A18-17E6EFD92DB7}"/>
          </ac:spMkLst>
        </pc:spChg>
        <pc:spChg chg="mod">
          <ac:chgData name="SERGIO SPANO'" userId="3abdd0b9-513e-40ac-aad4-56920065037d" providerId="ADAL" clId="{2DCFDF45-1F6B-4A47-892B-C9094FDD5642}" dt="2022-03-21T11:08:19.259" v="1310" actId="27803"/>
          <ac:spMkLst>
            <pc:docMk/>
            <pc:sldMk cId="1175821773" sldId="258"/>
            <ac:spMk id="125" creationId="{31B96448-F4ED-4D2F-8B39-855A8CE47BF4}"/>
          </ac:spMkLst>
        </pc:spChg>
        <pc:spChg chg="mod">
          <ac:chgData name="SERGIO SPANO'" userId="3abdd0b9-513e-40ac-aad4-56920065037d" providerId="ADAL" clId="{2DCFDF45-1F6B-4A47-892B-C9094FDD5642}" dt="2022-03-21T11:08:19.259" v="1310" actId="27803"/>
          <ac:spMkLst>
            <pc:docMk/>
            <pc:sldMk cId="1175821773" sldId="258"/>
            <ac:spMk id="126" creationId="{61F1C08A-C08F-41FB-9DEF-9E87021A9C97}"/>
          </ac:spMkLst>
        </pc:spChg>
        <pc:spChg chg="mod">
          <ac:chgData name="SERGIO SPANO'" userId="3abdd0b9-513e-40ac-aad4-56920065037d" providerId="ADAL" clId="{2DCFDF45-1F6B-4A47-892B-C9094FDD5642}" dt="2022-03-21T11:08:19.259" v="1310" actId="27803"/>
          <ac:spMkLst>
            <pc:docMk/>
            <pc:sldMk cId="1175821773" sldId="258"/>
            <ac:spMk id="127" creationId="{36756753-DB1D-4758-884B-BF9EFE736A26}"/>
          </ac:spMkLst>
        </pc:spChg>
        <pc:spChg chg="mod">
          <ac:chgData name="SERGIO SPANO'" userId="3abdd0b9-513e-40ac-aad4-56920065037d" providerId="ADAL" clId="{2DCFDF45-1F6B-4A47-892B-C9094FDD5642}" dt="2022-03-21T11:08:19.259" v="1310" actId="27803"/>
          <ac:spMkLst>
            <pc:docMk/>
            <pc:sldMk cId="1175821773" sldId="258"/>
            <ac:spMk id="128" creationId="{4A5DA33D-0DA9-4E64-B702-EAF78D41E5EA}"/>
          </ac:spMkLst>
        </pc:spChg>
        <pc:spChg chg="mod">
          <ac:chgData name="SERGIO SPANO'" userId="3abdd0b9-513e-40ac-aad4-56920065037d" providerId="ADAL" clId="{2DCFDF45-1F6B-4A47-892B-C9094FDD5642}" dt="2022-03-21T11:08:19.259" v="1310" actId="27803"/>
          <ac:spMkLst>
            <pc:docMk/>
            <pc:sldMk cId="1175821773" sldId="258"/>
            <ac:spMk id="129" creationId="{893D79DF-28C8-4042-BDE8-6A24D8708D30}"/>
          </ac:spMkLst>
        </pc:spChg>
        <pc:spChg chg="mod">
          <ac:chgData name="SERGIO SPANO'" userId="3abdd0b9-513e-40ac-aad4-56920065037d" providerId="ADAL" clId="{2DCFDF45-1F6B-4A47-892B-C9094FDD5642}" dt="2022-03-21T11:08:19.259" v="1310" actId="27803"/>
          <ac:spMkLst>
            <pc:docMk/>
            <pc:sldMk cId="1175821773" sldId="258"/>
            <ac:spMk id="130" creationId="{7E24A1C7-AED1-449F-AA12-5C0798FD5A73}"/>
          </ac:spMkLst>
        </pc:spChg>
        <pc:spChg chg="mod">
          <ac:chgData name="SERGIO SPANO'" userId="3abdd0b9-513e-40ac-aad4-56920065037d" providerId="ADAL" clId="{2DCFDF45-1F6B-4A47-892B-C9094FDD5642}" dt="2022-03-21T11:08:19.259" v="1310" actId="27803"/>
          <ac:spMkLst>
            <pc:docMk/>
            <pc:sldMk cId="1175821773" sldId="258"/>
            <ac:spMk id="131" creationId="{BDBCA0A4-B042-488A-99F2-0B2DE24AD3C2}"/>
          </ac:spMkLst>
        </pc:spChg>
        <pc:spChg chg="mod">
          <ac:chgData name="SERGIO SPANO'" userId="3abdd0b9-513e-40ac-aad4-56920065037d" providerId="ADAL" clId="{2DCFDF45-1F6B-4A47-892B-C9094FDD5642}" dt="2022-03-21T11:08:19.259" v="1310" actId="27803"/>
          <ac:spMkLst>
            <pc:docMk/>
            <pc:sldMk cId="1175821773" sldId="258"/>
            <ac:spMk id="132" creationId="{880DF75C-0131-4B26-9DF4-7FEEC01DAB1A}"/>
          </ac:spMkLst>
        </pc:spChg>
        <pc:spChg chg="mod">
          <ac:chgData name="SERGIO SPANO'" userId="3abdd0b9-513e-40ac-aad4-56920065037d" providerId="ADAL" clId="{2DCFDF45-1F6B-4A47-892B-C9094FDD5642}" dt="2022-03-21T11:08:19.259" v="1310" actId="27803"/>
          <ac:spMkLst>
            <pc:docMk/>
            <pc:sldMk cId="1175821773" sldId="258"/>
            <ac:spMk id="133" creationId="{31887B48-9C04-4D8E-B261-298FB54933C3}"/>
          </ac:spMkLst>
        </pc:spChg>
        <pc:spChg chg="mod">
          <ac:chgData name="SERGIO SPANO'" userId="3abdd0b9-513e-40ac-aad4-56920065037d" providerId="ADAL" clId="{2DCFDF45-1F6B-4A47-892B-C9094FDD5642}" dt="2022-03-21T11:08:19.259" v="1310" actId="27803"/>
          <ac:spMkLst>
            <pc:docMk/>
            <pc:sldMk cId="1175821773" sldId="258"/>
            <ac:spMk id="134" creationId="{FDAC512E-151D-4E9D-B241-E7C782C18718}"/>
          </ac:spMkLst>
        </pc:spChg>
        <pc:spChg chg="mod">
          <ac:chgData name="SERGIO SPANO'" userId="3abdd0b9-513e-40ac-aad4-56920065037d" providerId="ADAL" clId="{2DCFDF45-1F6B-4A47-892B-C9094FDD5642}" dt="2022-03-21T11:08:19.259" v="1310" actId="27803"/>
          <ac:spMkLst>
            <pc:docMk/>
            <pc:sldMk cId="1175821773" sldId="258"/>
            <ac:spMk id="135" creationId="{CFEA14C8-E7E9-4179-B99F-56458B41C9AE}"/>
          </ac:spMkLst>
        </pc:spChg>
        <pc:spChg chg="mod">
          <ac:chgData name="SERGIO SPANO'" userId="3abdd0b9-513e-40ac-aad4-56920065037d" providerId="ADAL" clId="{2DCFDF45-1F6B-4A47-892B-C9094FDD5642}" dt="2022-03-21T11:08:19.259" v="1310" actId="27803"/>
          <ac:spMkLst>
            <pc:docMk/>
            <pc:sldMk cId="1175821773" sldId="258"/>
            <ac:spMk id="136" creationId="{938D78B3-8A60-4FF5-B6CA-CC7ADC497B70}"/>
          </ac:spMkLst>
        </pc:spChg>
        <pc:spChg chg="mod">
          <ac:chgData name="SERGIO SPANO'" userId="3abdd0b9-513e-40ac-aad4-56920065037d" providerId="ADAL" clId="{2DCFDF45-1F6B-4A47-892B-C9094FDD5642}" dt="2022-03-21T11:08:19.259" v="1310" actId="27803"/>
          <ac:spMkLst>
            <pc:docMk/>
            <pc:sldMk cId="1175821773" sldId="258"/>
            <ac:spMk id="137" creationId="{5C470738-D93A-40B3-B4DF-16EC6C61920D}"/>
          </ac:spMkLst>
        </pc:spChg>
        <pc:spChg chg="mod">
          <ac:chgData name="SERGIO SPANO'" userId="3abdd0b9-513e-40ac-aad4-56920065037d" providerId="ADAL" clId="{2DCFDF45-1F6B-4A47-892B-C9094FDD5642}" dt="2022-03-21T11:08:19.259" v="1310" actId="27803"/>
          <ac:spMkLst>
            <pc:docMk/>
            <pc:sldMk cId="1175821773" sldId="258"/>
            <ac:spMk id="138" creationId="{8DFB8E25-3D53-4D5C-BF71-E9C86D7AAEB3}"/>
          </ac:spMkLst>
        </pc:spChg>
        <pc:spChg chg="mod">
          <ac:chgData name="SERGIO SPANO'" userId="3abdd0b9-513e-40ac-aad4-56920065037d" providerId="ADAL" clId="{2DCFDF45-1F6B-4A47-892B-C9094FDD5642}" dt="2022-03-21T11:08:19.259" v="1310" actId="27803"/>
          <ac:spMkLst>
            <pc:docMk/>
            <pc:sldMk cId="1175821773" sldId="258"/>
            <ac:spMk id="139" creationId="{DA5AED9F-84E7-4131-B319-0D0C4FAEDF48}"/>
          </ac:spMkLst>
        </pc:spChg>
        <pc:spChg chg="mod">
          <ac:chgData name="SERGIO SPANO'" userId="3abdd0b9-513e-40ac-aad4-56920065037d" providerId="ADAL" clId="{2DCFDF45-1F6B-4A47-892B-C9094FDD5642}" dt="2022-03-21T11:08:19.259" v="1310" actId="27803"/>
          <ac:spMkLst>
            <pc:docMk/>
            <pc:sldMk cId="1175821773" sldId="258"/>
            <ac:spMk id="140" creationId="{60F75D7D-EEA4-4090-B202-1E17D76AC269}"/>
          </ac:spMkLst>
        </pc:spChg>
        <pc:spChg chg="mod">
          <ac:chgData name="SERGIO SPANO'" userId="3abdd0b9-513e-40ac-aad4-56920065037d" providerId="ADAL" clId="{2DCFDF45-1F6B-4A47-892B-C9094FDD5642}" dt="2022-03-21T11:08:19.259" v="1310" actId="27803"/>
          <ac:spMkLst>
            <pc:docMk/>
            <pc:sldMk cId="1175821773" sldId="258"/>
            <ac:spMk id="141" creationId="{DFB748CE-98DD-46D0-8AE0-B93A5BC50026}"/>
          </ac:spMkLst>
        </pc:spChg>
        <pc:spChg chg="mod">
          <ac:chgData name="SERGIO SPANO'" userId="3abdd0b9-513e-40ac-aad4-56920065037d" providerId="ADAL" clId="{2DCFDF45-1F6B-4A47-892B-C9094FDD5642}" dt="2022-03-21T11:08:19.259" v="1310" actId="27803"/>
          <ac:spMkLst>
            <pc:docMk/>
            <pc:sldMk cId="1175821773" sldId="258"/>
            <ac:spMk id="142" creationId="{73AD5DB1-9763-4C18-BA6A-D9359C1FB50B}"/>
          </ac:spMkLst>
        </pc:spChg>
        <pc:spChg chg="mod">
          <ac:chgData name="SERGIO SPANO'" userId="3abdd0b9-513e-40ac-aad4-56920065037d" providerId="ADAL" clId="{2DCFDF45-1F6B-4A47-892B-C9094FDD5642}" dt="2022-03-21T11:08:19.259" v="1310" actId="27803"/>
          <ac:spMkLst>
            <pc:docMk/>
            <pc:sldMk cId="1175821773" sldId="258"/>
            <ac:spMk id="143" creationId="{05B6765A-9316-4A7B-B185-2C33A44E7A80}"/>
          </ac:spMkLst>
        </pc:spChg>
        <pc:spChg chg="mod">
          <ac:chgData name="SERGIO SPANO'" userId="3abdd0b9-513e-40ac-aad4-56920065037d" providerId="ADAL" clId="{2DCFDF45-1F6B-4A47-892B-C9094FDD5642}" dt="2022-03-21T11:08:19.259" v="1310" actId="27803"/>
          <ac:spMkLst>
            <pc:docMk/>
            <pc:sldMk cId="1175821773" sldId="258"/>
            <ac:spMk id="144" creationId="{E689E8F8-5E31-40F4-9EAE-972F98ED1753}"/>
          </ac:spMkLst>
        </pc:spChg>
        <pc:spChg chg="mod">
          <ac:chgData name="SERGIO SPANO'" userId="3abdd0b9-513e-40ac-aad4-56920065037d" providerId="ADAL" clId="{2DCFDF45-1F6B-4A47-892B-C9094FDD5642}" dt="2022-03-21T11:08:19.259" v="1310" actId="27803"/>
          <ac:spMkLst>
            <pc:docMk/>
            <pc:sldMk cId="1175821773" sldId="258"/>
            <ac:spMk id="145" creationId="{86B1417B-B73A-4033-B2F3-6379B953676C}"/>
          </ac:spMkLst>
        </pc:spChg>
        <pc:spChg chg="mod">
          <ac:chgData name="SERGIO SPANO'" userId="3abdd0b9-513e-40ac-aad4-56920065037d" providerId="ADAL" clId="{2DCFDF45-1F6B-4A47-892B-C9094FDD5642}" dt="2022-03-21T11:08:19.259" v="1310" actId="27803"/>
          <ac:spMkLst>
            <pc:docMk/>
            <pc:sldMk cId="1175821773" sldId="258"/>
            <ac:spMk id="146" creationId="{EFBF7221-D095-4A1A-B4E7-7F0E2D02D4B8}"/>
          </ac:spMkLst>
        </pc:spChg>
        <pc:spChg chg="mod">
          <ac:chgData name="SERGIO SPANO'" userId="3abdd0b9-513e-40ac-aad4-56920065037d" providerId="ADAL" clId="{2DCFDF45-1F6B-4A47-892B-C9094FDD5642}" dt="2022-03-21T11:08:19.259" v="1310" actId="27803"/>
          <ac:spMkLst>
            <pc:docMk/>
            <pc:sldMk cId="1175821773" sldId="258"/>
            <ac:spMk id="147" creationId="{82C3C7E3-A5EA-48AC-8D25-B39C041F6421}"/>
          </ac:spMkLst>
        </pc:spChg>
        <pc:spChg chg="mod">
          <ac:chgData name="SERGIO SPANO'" userId="3abdd0b9-513e-40ac-aad4-56920065037d" providerId="ADAL" clId="{2DCFDF45-1F6B-4A47-892B-C9094FDD5642}" dt="2022-03-21T11:08:19.259" v="1310" actId="27803"/>
          <ac:spMkLst>
            <pc:docMk/>
            <pc:sldMk cId="1175821773" sldId="258"/>
            <ac:spMk id="148" creationId="{6AC89274-35DB-4EB4-AE31-275DA54F6126}"/>
          </ac:spMkLst>
        </pc:spChg>
        <pc:spChg chg="mod">
          <ac:chgData name="SERGIO SPANO'" userId="3abdd0b9-513e-40ac-aad4-56920065037d" providerId="ADAL" clId="{2DCFDF45-1F6B-4A47-892B-C9094FDD5642}" dt="2022-03-21T11:08:19.259" v="1310" actId="27803"/>
          <ac:spMkLst>
            <pc:docMk/>
            <pc:sldMk cId="1175821773" sldId="258"/>
            <ac:spMk id="149" creationId="{874BC9B2-EE3E-41C7-9593-8E9CC47F6D31}"/>
          </ac:spMkLst>
        </pc:spChg>
        <pc:spChg chg="mod">
          <ac:chgData name="SERGIO SPANO'" userId="3abdd0b9-513e-40ac-aad4-56920065037d" providerId="ADAL" clId="{2DCFDF45-1F6B-4A47-892B-C9094FDD5642}" dt="2022-03-21T11:08:19.259" v="1310" actId="27803"/>
          <ac:spMkLst>
            <pc:docMk/>
            <pc:sldMk cId="1175821773" sldId="258"/>
            <ac:spMk id="150" creationId="{0A9B5DF9-4BBE-4055-BBE4-CC7E21FBE4EF}"/>
          </ac:spMkLst>
        </pc:spChg>
        <pc:spChg chg="mod">
          <ac:chgData name="SERGIO SPANO'" userId="3abdd0b9-513e-40ac-aad4-56920065037d" providerId="ADAL" clId="{2DCFDF45-1F6B-4A47-892B-C9094FDD5642}" dt="2022-03-21T11:08:19.259" v="1310" actId="27803"/>
          <ac:spMkLst>
            <pc:docMk/>
            <pc:sldMk cId="1175821773" sldId="258"/>
            <ac:spMk id="151" creationId="{998C9CBF-A92C-4B7B-91FC-5CC689B00A15}"/>
          </ac:spMkLst>
        </pc:spChg>
        <pc:spChg chg="mod">
          <ac:chgData name="SERGIO SPANO'" userId="3abdd0b9-513e-40ac-aad4-56920065037d" providerId="ADAL" clId="{2DCFDF45-1F6B-4A47-892B-C9094FDD5642}" dt="2022-03-21T11:08:19.259" v="1310" actId="27803"/>
          <ac:spMkLst>
            <pc:docMk/>
            <pc:sldMk cId="1175821773" sldId="258"/>
            <ac:spMk id="152" creationId="{8FC986B9-D7CA-4925-BD8B-1D71F4BA0329}"/>
          </ac:spMkLst>
        </pc:spChg>
        <pc:spChg chg="mod">
          <ac:chgData name="SERGIO SPANO'" userId="3abdd0b9-513e-40ac-aad4-56920065037d" providerId="ADAL" clId="{2DCFDF45-1F6B-4A47-892B-C9094FDD5642}" dt="2022-03-21T11:08:19.259" v="1310" actId="27803"/>
          <ac:spMkLst>
            <pc:docMk/>
            <pc:sldMk cId="1175821773" sldId="258"/>
            <ac:spMk id="153" creationId="{633F6268-AC20-40B8-A9C0-94C364237128}"/>
          </ac:spMkLst>
        </pc:spChg>
        <pc:spChg chg="mod">
          <ac:chgData name="SERGIO SPANO'" userId="3abdd0b9-513e-40ac-aad4-56920065037d" providerId="ADAL" clId="{2DCFDF45-1F6B-4A47-892B-C9094FDD5642}" dt="2022-03-21T11:08:19.259" v="1310" actId="27803"/>
          <ac:spMkLst>
            <pc:docMk/>
            <pc:sldMk cId="1175821773" sldId="258"/>
            <ac:spMk id="154" creationId="{4356A823-9A29-4E69-916C-9E8F01D37074}"/>
          </ac:spMkLst>
        </pc:spChg>
        <pc:spChg chg="mod">
          <ac:chgData name="SERGIO SPANO'" userId="3abdd0b9-513e-40ac-aad4-56920065037d" providerId="ADAL" clId="{2DCFDF45-1F6B-4A47-892B-C9094FDD5642}" dt="2022-03-21T11:08:19.259" v="1310" actId="27803"/>
          <ac:spMkLst>
            <pc:docMk/>
            <pc:sldMk cId="1175821773" sldId="258"/>
            <ac:spMk id="155" creationId="{20C78A11-C818-4E81-876B-06ED7D8DE544}"/>
          </ac:spMkLst>
        </pc:spChg>
        <pc:spChg chg="mod">
          <ac:chgData name="SERGIO SPANO'" userId="3abdd0b9-513e-40ac-aad4-56920065037d" providerId="ADAL" clId="{2DCFDF45-1F6B-4A47-892B-C9094FDD5642}" dt="2022-03-21T11:08:19.259" v="1310" actId="27803"/>
          <ac:spMkLst>
            <pc:docMk/>
            <pc:sldMk cId="1175821773" sldId="258"/>
            <ac:spMk id="156" creationId="{314C54A3-5410-46FE-8AF4-7E0FCA4250D8}"/>
          </ac:spMkLst>
        </pc:spChg>
        <pc:spChg chg="mod">
          <ac:chgData name="SERGIO SPANO'" userId="3abdd0b9-513e-40ac-aad4-56920065037d" providerId="ADAL" clId="{2DCFDF45-1F6B-4A47-892B-C9094FDD5642}" dt="2022-03-21T11:08:19.259" v="1310" actId="27803"/>
          <ac:spMkLst>
            <pc:docMk/>
            <pc:sldMk cId="1175821773" sldId="258"/>
            <ac:spMk id="157" creationId="{ADEF6765-3F6E-4647-8167-FE421203BF2D}"/>
          </ac:spMkLst>
        </pc:spChg>
        <pc:spChg chg="mod">
          <ac:chgData name="SERGIO SPANO'" userId="3abdd0b9-513e-40ac-aad4-56920065037d" providerId="ADAL" clId="{2DCFDF45-1F6B-4A47-892B-C9094FDD5642}" dt="2022-03-21T11:08:19.259" v="1310" actId="27803"/>
          <ac:spMkLst>
            <pc:docMk/>
            <pc:sldMk cId="1175821773" sldId="258"/>
            <ac:spMk id="158" creationId="{0CD977EF-793C-4D53-BABF-0DC0C162871C}"/>
          </ac:spMkLst>
        </pc:spChg>
        <pc:spChg chg="mod">
          <ac:chgData name="SERGIO SPANO'" userId="3abdd0b9-513e-40ac-aad4-56920065037d" providerId="ADAL" clId="{2DCFDF45-1F6B-4A47-892B-C9094FDD5642}" dt="2022-03-21T11:08:19.259" v="1310" actId="27803"/>
          <ac:spMkLst>
            <pc:docMk/>
            <pc:sldMk cId="1175821773" sldId="258"/>
            <ac:spMk id="159" creationId="{0A7D0C22-3BD8-4325-9C04-1A803C4343F7}"/>
          </ac:spMkLst>
        </pc:spChg>
        <pc:spChg chg="mod">
          <ac:chgData name="SERGIO SPANO'" userId="3abdd0b9-513e-40ac-aad4-56920065037d" providerId="ADAL" clId="{2DCFDF45-1F6B-4A47-892B-C9094FDD5642}" dt="2022-03-21T11:08:19.259" v="1310" actId="27803"/>
          <ac:spMkLst>
            <pc:docMk/>
            <pc:sldMk cId="1175821773" sldId="258"/>
            <ac:spMk id="160" creationId="{829FCC0E-0D55-46BD-9124-1D20775D6EC3}"/>
          </ac:spMkLst>
        </pc:spChg>
        <pc:spChg chg="mod">
          <ac:chgData name="SERGIO SPANO'" userId="3abdd0b9-513e-40ac-aad4-56920065037d" providerId="ADAL" clId="{2DCFDF45-1F6B-4A47-892B-C9094FDD5642}" dt="2022-03-21T11:08:19.259" v="1310" actId="27803"/>
          <ac:spMkLst>
            <pc:docMk/>
            <pc:sldMk cId="1175821773" sldId="258"/>
            <ac:spMk id="161" creationId="{725CF644-D21F-4B87-96A7-9D57AF5D7714}"/>
          </ac:spMkLst>
        </pc:spChg>
        <pc:spChg chg="mod">
          <ac:chgData name="SERGIO SPANO'" userId="3abdd0b9-513e-40ac-aad4-56920065037d" providerId="ADAL" clId="{2DCFDF45-1F6B-4A47-892B-C9094FDD5642}" dt="2022-03-21T11:08:19.259" v="1310" actId="27803"/>
          <ac:spMkLst>
            <pc:docMk/>
            <pc:sldMk cId="1175821773" sldId="258"/>
            <ac:spMk id="162" creationId="{F367C3A3-E55A-4AE1-ABE9-2595BB054C75}"/>
          </ac:spMkLst>
        </pc:spChg>
        <pc:spChg chg="mod">
          <ac:chgData name="SERGIO SPANO'" userId="3abdd0b9-513e-40ac-aad4-56920065037d" providerId="ADAL" clId="{2DCFDF45-1F6B-4A47-892B-C9094FDD5642}" dt="2022-03-21T11:08:19.259" v="1310" actId="27803"/>
          <ac:spMkLst>
            <pc:docMk/>
            <pc:sldMk cId="1175821773" sldId="258"/>
            <ac:spMk id="163" creationId="{7EC8A088-B57D-4F66-9722-BD7B09895C0F}"/>
          </ac:spMkLst>
        </pc:spChg>
        <pc:spChg chg="mod">
          <ac:chgData name="SERGIO SPANO'" userId="3abdd0b9-513e-40ac-aad4-56920065037d" providerId="ADAL" clId="{2DCFDF45-1F6B-4A47-892B-C9094FDD5642}" dt="2022-03-21T11:08:19.259" v="1310" actId="27803"/>
          <ac:spMkLst>
            <pc:docMk/>
            <pc:sldMk cId="1175821773" sldId="258"/>
            <ac:spMk id="164" creationId="{B31FB5A5-C3BF-452D-8856-439C5ABABC79}"/>
          </ac:spMkLst>
        </pc:spChg>
        <pc:spChg chg="mod">
          <ac:chgData name="SERGIO SPANO'" userId="3abdd0b9-513e-40ac-aad4-56920065037d" providerId="ADAL" clId="{2DCFDF45-1F6B-4A47-892B-C9094FDD5642}" dt="2022-03-21T11:08:19.259" v="1310" actId="27803"/>
          <ac:spMkLst>
            <pc:docMk/>
            <pc:sldMk cId="1175821773" sldId="258"/>
            <ac:spMk id="165" creationId="{203AAE94-7AEC-4C57-9AA6-B091671F5DE6}"/>
          </ac:spMkLst>
        </pc:spChg>
        <pc:spChg chg="mod">
          <ac:chgData name="SERGIO SPANO'" userId="3abdd0b9-513e-40ac-aad4-56920065037d" providerId="ADAL" clId="{2DCFDF45-1F6B-4A47-892B-C9094FDD5642}" dt="2022-03-21T11:08:19.259" v="1310" actId="27803"/>
          <ac:spMkLst>
            <pc:docMk/>
            <pc:sldMk cId="1175821773" sldId="258"/>
            <ac:spMk id="166" creationId="{CA21607E-4690-4E2C-B0F2-54FDC7531CBB}"/>
          </ac:spMkLst>
        </pc:spChg>
        <pc:spChg chg="mod">
          <ac:chgData name="SERGIO SPANO'" userId="3abdd0b9-513e-40ac-aad4-56920065037d" providerId="ADAL" clId="{2DCFDF45-1F6B-4A47-892B-C9094FDD5642}" dt="2022-03-21T11:08:19.259" v="1310" actId="27803"/>
          <ac:spMkLst>
            <pc:docMk/>
            <pc:sldMk cId="1175821773" sldId="258"/>
            <ac:spMk id="167" creationId="{77601BB4-D64D-4169-AAD0-62A3FD6A7CC3}"/>
          </ac:spMkLst>
        </pc:spChg>
        <pc:spChg chg="mod">
          <ac:chgData name="SERGIO SPANO'" userId="3abdd0b9-513e-40ac-aad4-56920065037d" providerId="ADAL" clId="{2DCFDF45-1F6B-4A47-892B-C9094FDD5642}" dt="2022-03-21T11:08:19.259" v="1310" actId="27803"/>
          <ac:spMkLst>
            <pc:docMk/>
            <pc:sldMk cId="1175821773" sldId="258"/>
            <ac:spMk id="168" creationId="{FA5B9C04-FFDA-4B4D-AFB3-2924DCF8D3FC}"/>
          </ac:spMkLst>
        </pc:spChg>
        <pc:spChg chg="mod">
          <ac:chgData name="SERGIO SPANO'" userId="3abdd0b9-513e-40ac-aad4-56920065037d" providerId="ADAL" clId="{2DCFDF45-1F6B-4A47-892B-C9094FDD5642}" dt="2022-03-21T11:08:19.259" v="1310" actId="27803"/>
          <ac:spMkLst>
            <pc:docMk/>
            <pc:sldMk cId="1175821773" sldId="258"/>
            <ac:spMk id="169" creationId="{81B5F5F3-EF3D-4C86-B750-04FF780C6FBE}"/>
          </ac:spMkLst>
        </pc:spChg>
        <pc:spChg chg="mod">
          <ac:chgData name="SERGIO SPANO'" userId="3abdd0b9-513e-40ac-aad4-56920065037d" providerId="ADAL" clId="{2DCFDF45-1F6B-4A47-892B-C9094FDD5642}" dt="2022-03-21T11:08:19.259" v="1310" actId="27803"/>
          <ac:spMkLst>
            <pc:docMk/>
            <pc:sldMk cId="1175821773" sldId="258"/>
            <ac:spMk id="170" creationId="{1543BC40-BB59-4933-B799-1663D76E6CD5}"/>
          </ac:spMkLst>
        </pc:spChg>
        <pc:spChg chg="mod">
          <ac:chgData name="SERGIO SPANO'" userId="3abdd0b9-513e-40ac-aad4-56920065037d" providerId="ADAL" clId="{2DCFDF45-1F6B-4A47-892B-C9094FDD5642}" dt="2022-03-21T11:08:19.259" v="1310" actId="27803"/>
          <ac:spMkLst>
            <pc:docMk/>
            <pc:sldMk cId="1175821773" sldId="258"/>
            <ac:spMk id="171" creationId="{256E2A3C-9ED2-4DF9-ADE2-778863808166}"/>
          </ac:spMkLst>
        </pc:spChg>
        <pc:spChg chg="mod">
          <ac:chgData name="SERGIO SPANO'" userId="3abdd0b9-513e-40ac-aad4-56920065037d" providerId="ADAL" clId="{2DCFDF45-1F6B-4A47-892B-C9094FDD5642}" dt="2022-03-21T11:08:19.259" v="1310" actId="27803"/>
          <ac:spMkLst>
            <pc:docMk/>
            <pc:sldMk cId="1175821773" sldId="258"/>
            <ac:spMk id="172" creationId="{C3F3C555-237C-44AB-BB37-3CBA7721FC27}"/>
          </ac:spMkLst>
        </pc:spChg>
        <pc:spChg chg="mod">
          <ac:chgData name="SERGIO SPANO'" userId="3abdd0b9-513e-40ac-aad4-56920065037d" providerId="ADAL" clId="{2DCFDF45-1F6B-4A47-892B-C9094FDD5642}" dt="2022-03-21T11:08:19.259" v="1310" actId="27803"/>
          <ac:spMkLst>
            <pc:docMk/>
            <pc:sldMk cId="1175821773" sldId="258"/>
            <ac:spMk id="173" creationId="{5FD6EAF4-2F56-4961-A971-30958B282CAD}"/>
          </ac:spMkLst>
        </pc:spChg>
        <pc:spChg chg="mod">
          <ac:chgData name="SERGIO SPANO'" userId="3abdd0b9-513e-40ac-aad4-56920065037d" providerId="ADAL" clId="{2DCFDF45-1F6B-4A47-892B-C9094FDD5642}" dt="2022-03-21T11:08:19.259" v="1310" actId="27803"/>
          <ac:spMkLst>
            <pc:docMk/>
            <pc:sldMk cId="1175821773" sldId="258"/>
            <ac:spMk id="174" creationId="{0001DA9B-56D9-4367-96B3-3BAC6C080E12}"/>
          </ac:spMkLst>
        </pc:spChg>
        <pc:spChg chg="mod">
          <ac:chgData name="SERGIO SPANO'" userId="3abdd0b9-513e-40ac-aad4-56920065037d" providerId="ADAL" clId="{2DCFDF45-1F6B-4A47-892B-C9094FDD5642}" dt="2022-03-21T11:08:19.259" v="1310" actId="27803"/>
          <ac:spMkLst>
            <pc:docMk/>
            <pc:sldMk cId="1175821773" sldId="258"/>
            <ac:spMk id="175" creationId="{447A84F4-3C55-4CDF-9F75-C923AD2239E3}"/>
          </ac:spMkLst>
        </pc:spChg>
        <pc:spChg chg="mod">
          <ac:chgData name="SERGIO SPANO'" userId="3abdd0b9-513e-40ac-aad4-56920065037d" providerId="ADAL" clId="{2DCFDF45-1F6B-4A47-892B-C9094FDD5642}" dt="2022-03-21T11:08:19.259" v="1310" actId="27803"/>
          <ac:spMkLst>
            <pc:docMk/>
            <pc:sldMk cId="1175821773" sldId="258"/>
            <ac:spMk id="176" creationId="{446448A6-672A-4D21-B9D8-491B5BEB6017}"/>
          </ac:spMkLst>
        </pc:spChg>
        <pc:spChg chg="mod">
          <ac:chgData name="SERGIO SPANO'" userId="3abdd0b9-513e-40ac-aad4-56920065037d" providerId="ADAL" clId="{2DCFDF45-1F6B-4A47-892B-C9094FDD5642}" dt="2022-03-21T11:08:19.259" v="1310" actId="27803"/>
          <ac:spMkLst>
            <pc:docMk/>
            <pc:sldMk cId="1175821773" sldId="258"/>
            <ac:spMk id="177" creationId="{B68E1F9A-6568-4B16-A0E8-D877EDFF5D27}"/>
          </ac:spMkLst>
        </pc:spChg>
        <pc:spChg chg="mod">
          <ac:chgData name="SERGIO SPANO'" userId="3abdd0b9-513e-40ac-aad4-56920065037d" providerId="ADAL" clId="{2DCFDF45-1F6B-4A47-892B-C9094FDD5642}" dt="2022-03-21T11:08:19.259" v="1310" actId="27803"/>
          <ac:spMkLst>
            <pc:docMk/>
            <pc:sldMk cId="1175821773" sldId="258"/>
            <ac:spMk id="178" creationId="{D103CCB2-2876-4E3E-A509-94457B70A9AF}"/>
          </ac:spMkLst>
        </pc:spChg>
        <pc:spChg chg="mod">
          <ac:chgData name="SERGIO SPANO'" userId="3abdd0b9-513e-40ac-aad4-56920065037d" providerId="ADAL" clId="{2DCFDF45-1F6B-4A47-892B-C9094FDD5642}" dt="2022-03-21T11:08:19.259" v="1310" actId="27803"/>
          <ac:spMkLst>
            <pc:docMk/>
            <pc:sldMk cId="1175821773" sldId="258"/>
            <ac:spMk id="179" creationId="{5CB348E1-92CE-4546-AB8F-AAF055D3F206}"/>
          </ac:spMkLst>
        </pc:spChg>
        <pc:spChg chg="mod">
          <ac:chgData name="SERGIO SPANO'" userId="3abdd0b9-513e-40ac-aad4-56920065037d" providerId="ADAL" clId="{2DCFDF45-1F6B-4A47-892B-C9094FDD5642}" dt="2022-03-21T11:08:19.259" v="1310" actId="27803"/>
          <ac:spMkLst>
            <pc:docMk/>
            <pc:sldMk cId="1175821773" sldId="258"/>
            <ac:spMk id="180" creationId="{8C394B8C-7CAE-45E8-8491-6B07DD012312}"/>
          </ac:spMkLst>
        </pc:spChg>
        <pc:spChg chg="mod">
          <ac:chgData name="SERGIO SPANO'" userId="3abdd0b9-513e-40ac-aad4-56920065037d" providerId="ADAL" clId="{2DCFDF45-1F6B-4A47-892B-C9094FDD5642}" dt="2022-03-21T11:08:19.259" v="1310" actId="27803"/>
          <ac:spMkLst>
            <pc:docMk/>
            <pc:sldMk cId="1175821773" sldId="258"/>
            <ac:spMk id="181" creationId="{03FFDA13-668A-4202-973F-B6CA82D60D8A}"/>
          </ac:spMkLst>
        </pc:spChg>
        <pc:spChg chg="mod">
          <ac:chgData name="SERGIO SPANO'" userId="3abdd0b9-513e-40ac-aad4-56920065037d" providerId="ADAL" clId="{2DCFDF45-1F6B-4A47-892B-C9094FDD5642}" dt="2022-03-21T11:08:19.259" v="1310" actId="27803"/>
          <ac:spMkLst>
            <pc:docMk/>
            <pc:sldMk cId="1175821773" sldId="258"/>
            <ac:spMk id="182" creationId="{3736E66F-DF74-451A-A4A2-B89ED77F117E}"/>
          </ac:spMkLst>
        </pc:spChg>
        <pc:spChg chg="mod">
          <ac:chgData name="SERGIO SPANO'" userId="3abdd0b9-513e-40ac-aad4-56920065037d" providerId="ADAL" clId="{2DCFDF45-1F6B-4A47-892B-C9094FDD5642}" dt="2022-03-21T11:08:19.259" v="1310" actId="27803"/>
          <ac:spMkLst>
            <pc:docMk/>
            <pc:sldMk cId="1175821773" sldId="258"/>
            <ac:spMk id="183" creationId="{5200380D-D991-4519-8F34-4120AAB75F22}"/>
          </ac:spMkLst>
        </pc:spChg>
        <pc:spChg chg="mod">
          <ac:chgData name="SERGIO SPANO'" userId="3abdd0b9-513e-40ac-aad4-56920065037d" providerId="ADAL" clId="{2DCFDF45-1F6B-4A47-892B-C9094FDD5642}" dt="2022-03-21T11:08:19.259" v="1310" actId="27803"/>
          <ac:spMkLst>
            <pc:docMk/>
            <pc:sldMk cId="1175821773" sldId="258"/>
            <ac:spMk id="184" creationId="{1E118F54-7EAA-418D-9EBD-735D84A5512F}"/>
          </ac:spMkLst>
        </pc:spChg>
        <pc:spChg chg="mod">
          <ac:chgData name="SERGIO SPANO'" userId="3abdd0b9-513e-40ac-aad4-56920065037d" providerId="ADAL" clId="{2DCFDF45-1F6B-4A47-892B-C9094FDD5642}" dt="2022-03-21T11:08:19.259" v="1310" actId="27803"/>
          <ac:spMkLst>
            <pc:docMk/>
            <pc:sldMk cId="1175821773" sldId="258"/>
            <ac:spMk id="185" creationId="{1F9989F2-3AD6-43BB-9860-5DA764701966}"/>
          </ac:spMkLst>
        </pc:spChg>
        <pc:spChg chg="mod">
          <ac:chgData name="SERGIO SPANO'" userId="3abdd0b9-513e-40ac-aad4-56920065037d" providerId="ADAL" clId="{2DCFDF45-1F6B-4A47-892B-C9094FDD5642}" dt="2022-03-21T11:08:19.259" v="1310" actId="27803"/>
          <ac:spMkLst>
            <pc:docMk/>
            <pc:sldMk cId="1175821773" sldId="258"/>
            <ac:spMk id="186" creationId="{97D86175-C96A-40A8-9369-D1D1754E7E57}"/>
          </ac:spMkLst>
        </pc:spChg>
        <pc:spChg chg="mod">
          <ac:chgData name="SERGIO SPANO'" userId="3abdd0b9-513e-40ac-aad4-56920065037d" providerId="ADAL" clId="{2DCFDF45-1F6B-4A47-892B-C9094FDD5642}" dt="2022-03-21T11:08:19.259" v="1310" actId="27803"/>
          <ac:spMkLst>
            <pc:docMk/>
            <pc:sldMk cId="1175821773" sldId="258"/>
            <ac:spMk id="187" creationId="{154DE797-79CF-4D19-A6FA-92F0B52892E9}"/>
          </ac:spMkLst>
        </pc:spChg>
        <pc:spChg chg="mod">
          <ac:chgData name="SERGIO SPANO'" userId="3abdd0b9-513e-40ac-aad4-56920065037d" providerId="ADAL" clId="{2DCFDF45-1F6B-4A47-892B-C9094FDD5642}" dt="2022-03-21T11:08:19.259" v="1310" actId="27803"/>
          <ac:spMkLst>
            <pc:docMk/>
            <pc:sldMk cId="1175821773" sldId="258"/>
            <ac:spMk id="188" creationId="{23F5022D-57D4-4A06-B43E-CB9119070318}"/>
          </ac:spMkLst>
        </pc:spChg>
        <pc:spChg chg="mod">
          <ac:chgData name="SERGIO SPANO'" userId="3abdd0b9-513e-40ac-aad4-56920065037d" providerId="ADAL" clId="{2DCFDF45-1F6B-4A47-892B-C9094FDD5642}" dt="2022-03-21T11:08:19.259" v="1310" actId="27803"/>
          <ac:spMkLst>
            <pc:docMk/>
            <pc:sldMk cId="1175821773" sldId="258"/>
            <ac:spMk id="189" creationId="{28D82360-F7CB-4923-A784-219176D9E9E4}"/>
          </ac:spMkLst>
        </pc:spChg>
        <pc:spChg chg="mod">
          <ac:chgData name="SERGIO SPANO'" userId="3abdd0b9-513e-40ac-aad4-56920065037d" providerId="ADAL" clId="{2DCFDF45-1F6B-4A47-892B-C9094FDD5642}" dt="2022-03-21T11:08:19.259" v="1310" actId="27803"/>
          <ac:spMkLst>
            <pc:docMk/>
            <pc:sldMk cId="1175821773" sldId="258"/>
            <ac:spMk id="190" creationId="{29653EF3-F896-4BBD-9177-0D2387EDE13A}"/>
          </ac:spMkLst>
        </pc:spChg>
        <pc:spChg chg="mod">
          <ac:chgData name="SERGIO SPANO'" userId="3abdd0b9-513e-40ac-aad4-56920065037d" providerId="ADAL" clId="{2DCFDF45-1F6B-4A47-892B-C9094FDD5642}" dt="2022-03-21T11:08:19.259" v="1310" actId="27803"/>
          <ac:spMkLst>
            <pc:docMk/>
            <pc:sldMk cId="1175821773" sldId="258"/>
            <ac:spMk id="191" creationId="{062A7E6F-1A45-4D1A-B277-15ED07F0AB40}"/>
          </ac:spMkLst>
        </pc:spChg>
        <pc:spChg chg="mod">
          <ac:chgData name="SERGIO SPANO'" userId="3abdd0b9-513e-40ac-aad4-56920065037d" providerId="ADAL" clId="{2DCFDF45-1F6B-4A47-892B-C9094FDD5642}" dt="2022-03-21T11:08:19.259" v="1310" actId="27803"/>
          <ac:spMkLst>
            <pc:docMk/>
            <pc:sldMk cId="1175821773" sldId="258"/>
            <ac:spMk id="192" creationId="{C4745AD5-E5A7-4ADC-8A65-596DAA4EFC42}"/>
          </ac:spMkLst>
        </pc:spChg>
        <pc:spChg chg="mod">
          <ac:chgData name="SERGIO SPANO'" userId="3abdd0b9-513e-40ac-aad4-56920065037d" providerId="ADAL" clId="{2DCFDF45-1F6B-4A47-892B-C9094FDD5642}" dt="2022-03-21T11:08:19.259" v="1310" actId="27803"/>
          <ac:spMkLst>
            <pc:docMk/>
            <pc:sldMk cId="1175821773" sldId="258"/>
            <ac:spMk id="193" creationId="{DC6ECE1D-B76D-488A-A8F1-A7E048F53ED2}"/>
          </ac:spMkLst>
        </pc:spChg>
        <pc:spChg chg="mod">
          <ac:chgData name="SERGIO SPANO'" userId="3abdd0b9-513e-40ac-aad4-56920065037d" providerId="ADAL" clId="{2DCFDF45-1F6B-4A47-892B-C9094FDD5642}" dt="2022-03-21T11:08:19.259" v="1310" actId="27803"/>
          <ac:spMkLst>
            <pc:docMk/>
            <pc:sldMk cId="1175821773" sldId="258"/>
            <ac:spMk id="194" creationId="{0195427B-5F6E-42CD-AF07-78430D8715DB}"/>
          </ac:spMkLst>
        </pc:spChg>
        <pc:spChg chg="mod">
          <ac:chgData name="SERGIO SPANO'" userId="3abdd0b9-513e-40ac-aad4-56920065037d" providerId="ADAL" clId="{2DCFDF45-1F6B-4A47-892B-C9094FDD5642}" dt="2022-03-21T11:08:19.259" v="1310" actId="27803"/>
          <ac:spMkLst>
            <pc:docMk/>
            <pc:sldMk cId="1175821773" sldId="258"/>
            <ac:spMk id="195" creationId="{D809870D-AB98-4175-A474-B4FD5A6B5093}"/>
          </ac:spMkLst>
        </pc:spChg>
        <pc:spChg chg="mod">
          <ac:chgData name="SERGIO SPANO'" userId="3abdd0b9-513e-40ac-aad4-56920065037d" providerId="ADAL" clId="{2DCFDF45-1F6B-4A47-892B-C9094FDD5642}" dt="2022-03-21T11:08:19.259" v="1310" actId="27803"/>
          <ac:spMkLst>
            <pc:docMk/>
            <pc:sldMk cId="1175821773" sldId="258"/>
            <ac:spMk id="196" creationId="{74634400-4C2D-4F1C-8895-C831A3D7680E}"/>
          </ac:spMkLst>
        </pc:spChg>
        <pc:spChg chg="mod">
          <ac:chgData name="SERGIO SPANO'" userId="3abdd0b9-513e-40ac-aad4-56920065037d" providerId="ADAL" clId="{2DCFDF45-1F6B-4A47-892B-C9094FDD5642}" dt="2022-03-21T11:08:19.259" v="1310" actId="27803"/>
          <ac:spMkLst>
            <pc:docMk/>
            <pc:sldMk cId="1175821773" sldId="258"/>
            <ac:spMk id="197" creationId="{553AED2A-9AF6-4B61-828E-BC81B5927488}"/>
          </ac:spMkLst>
        </pc:spChg>
        <pc:spChg chg="mod">
          <ac:chgData name="SERGIO SPANO'" userId="3abdd0b9-513e-40ac-aad4-56920065037d" providerId="ADAL" clId="{2DCFDF45-1F6B-4A47-892B-C9094FDD5642}" dt="2022-03-21T11:08:19.259" v="1310" actId="27803"/>
          <ac:spMkLst>
            <pc:docMk/>
            <pc:sldMk cId="1175821773" sldId="258"/>
            <ac:spMk id="198" creationId="{F1687283-5572-4B43-9734-B3E69327160D}"/>
          </ac:spMkLst>
        </pc:spChg>
        <pc:spChg chg="mod">
          <ac:chgData name="SERGIO SPANO'" userId="3abdd0b9-513e-40ac-aad4-56920065037d" providerId="ADAL" clId="{2DCFDF45-1F6B-4A47-892B-C9094FDD5642}" dt="2022-03-21T11:08:19.259" v="1310" actId="27803"/>
          <ac:spMkLst>
            <pc:docMk/>
            <pc:sldMk cId="1175821773" sldId="258"/>
            <ac:spMk id="199" creationId="{B7D627D1-A56C-4A09-A37B-1A4B837974DA}"/>
          </ac:spMkLst>
        </pc:spChg>
        <pc:spChg chg="mod">
          <ac:chgData name="SERGIO SPANO'" userId="3abdd0b9-513e-40ac-aad4-56920065037d" providerId="ADAL" clId="{2DCFDF45-1F6B-4A47-892B-C9094FDD5642}" dt="2022-03-21T11:08:19.259" v="1310" actId="27803"/>
          <ac:spMkLst>
            <pc:docMk/>
            <pc:sldMk cId="1175821773" sldId="258"/>
            <ac:spMk id="200" creationId="{B3B05153-B187-4C0E-B701-764265079163}"/>
          </ac:spMkLst>
        </pc:spChg>
        <pc:spChg chg="mod">
          <ac:chgData name="SERGIO SPANO'" userId="3abdd0b9-513e-40ac-aad4-56920065037d" providerId="ADAL" clId="{2DCFDF45-1F6B-4A47-892B-C9094FDD5642}" dt="2022-03-21T11:08:19.259" v="1310" actId="27803"/>
          <ac:spMkLst>
            <pc:docMk/>
            <pc:sldMk cId="1175821773" sldId="258"/>
            <ac:spMk id="201" creationId="{131BDB76-86FD-4FE2-B763-DC19F6D727D2}"/>
          </ac:spMkLst>
        </pc:spChg>
        <pc:spChg chg="mod">
          <ac:chgData name="SERGIO SPANO'" userId="3abdd0b9-513e-40ac-aad4-56920065037d" providerId="ADAL" clId="{2DCFDF45-1F6B-4A47-892B-C9094FDD5642}" dt="2022-03-21T11:08:19.259" v="1310" actId="27803"/>
          <ac:spMkLst>
            <pc:docMk/>
            <pc:sldMk cId="1175821773" sldId="258"/>
            <ac:spMk id="202" creationId="{D7A74FA5-415D-49FF-AF37-7227AE169E12}"/>
          </ac:spMkLst>
        </pc:spChg>
        <pc:spChg chg="mod">
          <ac:chgData name="SERGIO SPANO'" userId="3abdd0b9-513e-40ac-aad4-56920065037d" providerId="ADAL" clId="{2DCFDF45-1F6B-4A47-892B-C9094FDD5642}" dt="2022-03-21T11:08:19.259" v="1310" actId="27803"/>
          <ac:spMkLst>
            <pc:docMk/>
            <pc:sldMk cId="1175821773" sldId="258"/>
            <ac:spMk id="203" creationId="{816E2668-8707-478B-887C-2B7CB09293BA}"/>
          </ac:spMkLst>
        </pc:spChg>
        <pc:spChg chg="mod">
          <ac:chgData name="SERGIO SPANO'" userId="3abdd0b9-513e-40ac-aad4-56920065037d" providerId="ADAL" clId="{2DCFDF45-1F6B-4A47-892B-C9094FDD5642}" dt="2022-03-21T11:08:19.259" v="1310" actId="27803"/>
          <ac:spMkLst>
            <pc:docMk/>
            <pc:sldMk cId="1175821773" sldId="258"/>
            <ac:spMk id="204" creationId="{508A5763-1F2D-4DCC-8D7D-D7CB5120BCC8}"/>
          </ac:spMkLst>
        </pc:spChg>
        <pc:spChg chg="mod">
          <ac:chgData name="SERGIO SPANO'" userId="3abdd0b9-513e-40ac-aad4-56920065037d" providerId="ADAL" clId="{2DCFDF45-1F6B-4A47-892B-C9094FDD5642}" dt="2022-03-21T11:08:19.259" v="1310" actId="27803"/>
          <ac:spMkLst>
            <pc:docMk/>
            <pc:sldMk cId="1175821773" sldId="258"/>
            <ac:spMk id="205" creationId="{B15A8BD9-E0C4-4322-9D07-66FBA534A201}"/>
          </ac:spMkLst>
        </pc:spChg>
        <pc:spChg chg="mod">
          <ac:chgData name="SERGIO SPANO'" userId="3abdd0b9-513e-40ac-aad4-56920065037d" providerId="ADAL" clId="{2DCFDF45-1F6B-4A47-892B-C9094FDD5642}" dt="2022-03-21T11:08:19.259" v="1310" actId="27803"/>
          <ac:spMkLst>
            <pc:docMk/>
            <pc:sldMk cId="1175821773" sldId="258"/>
            <ac:spMk id="206" creationId="{7DBEB167-C8C7-4BA4-9205-7C3F3C234669}"/>
          </ac:spMkLst>
        </pc:spChg>
        <pc:spChg chg="mod">
          <ac:chgData name="SERGIO SPANO'" userId="3abdd0b9-513e-40ac-aad4-56920065037d" providerId="ADAL" clId="{2DCFDF45-1F6B-4A47-892B-C9094FDD5642}" dt="2022-03-21T11:08:19.259" v="1310" actId="27803"/>
          <ac:spMkLst>
            <pc:docMk/>
            <pc:sldMk cId="1175821773" sldId="258"/>
            <ac:spMk id="207" creationId="{178E8F5F-7636-48B7-A309-6A61E85002DE}"/>
          </ac:spMkLst>
        </pc:spChg>
        <pc:spChg chg="mod">
          <ac:chgData name="SERGIO SPANO'" userId="3abdd0b9-513e-40ac-aad4-56920065037d" providerId="ADAL" clId="{2DCFDF45-1F6B-4A47-892B-C9094FDD5642}" dt="2022-03-21T11:08:19.259" v="1310" actId="27803"/>
          <ac:spMkLst>
            <pc:docMk/>
            <pc:sldMk cId="1175821773" sldId="258"/>
            <ac:spMk id="208" creationId="{90C81726-657C-4C8D-B036-415543BEAAB9}"/>
          </ac:spMkLst>
        </pc:spChg>
        <pc:spChg chg="mod">
          <ac:chgData name="SERGIO SPANO'" userId="3abdd0b9-513e-40ac-aad4-56920065037d" providerId="ADAL" clId="{2DCFDF45-1F6B-4A47-892B-C9094FDD5642}" dt="2022-03-21T11:08:19.259" v="1310" actId="27803"/>
          <ac:spMkLst>
            <pc:docMk/>
            <pc:sldMk cId="1175821773" sldId="258"/>
            <ac:spMk id="209" creationId="{23FF1DF3-AF36-4E8C-89AA-7B46FDE057BF}"/>
          </ac:spMkLst>
        </pc:spChg>
        <pc:spChg chg="mod">
          <ac:chgData name="SERGIO SPANO'" userId="3abdd0b9-513e-40ac-aad4-56920065037d" providerId="ADAL" clId="{2DCFDF45-1F6B-4A47-892B-C9094FDD5642}" dt="2022-03-21T11:08:19.259" v="1310" actId="27803"/>
          <ac:spMkLst>
            <pc:docMk/>
            <pc:sldMk cId="1175821773" sldId="258"/>
            <ac:spMk id="210" creationId="{E0E323C2-8217-4AD6-9105-C92D6F376E10}"/>
          </ac:spMkLst>
        </pc:spChg>
        <pc:spChg chg="mod">
          <ac:chgData name="SERGIO SPANO'" userId="3abdd0b9-513e-40ac-aad4-56920065037d" providerId="ADAL" clId="{2DCFDF45-1F6B-4A47-892B-C9094FDD5642}" dt="2022-03-21T11:08:19.259" v="1310" actId="27803"/>
          <ac:spMkLst>
            <pc:docMk/>
            <pc:sldMk cId="1175821773" sldId="258"/>
            <ac:spMk id="211" creationId="{EE97E07B-8D25-4D32-A67F-BABE717E095A}"/>
          </ac:spMkLst>
        </pc:spChg>
        <pc:spChg chg="mod">
          <ac:chgData name="SERGIO SPANO'" userId="3abdd0b9-513e-40ac-aad4-56920065037d" providerId="ADAL" clId="{2DCFDF45-1F6B-4A47-892B-C9094FDD5642}" dt="2022-03-21T11:08:19.259" v="1310" actId="27803"/>
          <ac:spMkLst>
            <pc:docMk/>
            <pc:sldMk cId="1175821773" sldId="258"/>
            <ac:spMk id="212" creationId="{720A4D0D-9BF2-45E3-81A0-A0EFF68D32A4}"/>
          </ac:spMkLst>
        </pc:spChg>
        <pc:spChg chg="mod">
          <ac:chgData name="SERGIO SPANO'" userId="3abdd0b9-513e-40ac-aad4-56920065037d" providerId="ADAL" clId="{2DCFDF45-1F6B-4A47-892B-C9094FDD5642}" dt="2022-03-21T11:08:19.259" v="1310" actId="27803"/>
          <ac:spMkLst>
            <pc:docMk/>
            <pc:sldMk cId="1175821773" sldId="258"/>
            <ac:spMk id="213" creationId="{4A6C3E1B-3A7A-4725-8F36-9E54114DD5B3}"/>
          </ac:spMkLst>
        </pc:spChg>
        <pc:spChg chg="mod">
          <ac:chgData name="SERGIO SPANO'" userId="3abdd0b9-513e-40ac-aad4-56920065037d" providerId="ADAL" clId="{2DCFDF45-1F6B-4A47-892B-C9094FDD5642}" dt="2022-03-21T11:08:19.259" v="1310" actId="27803"/>
          <ac:spMkLst>
            <pc:docMk/>
            <pc:sldMk cId="1175821773" sldId="258"/>
            <ac:spMk id="214" creationId="{3565C579-9C26-40FE-9296-CB9C5CF4AE46}"/>
          </ac:spMkLst>
        </pc:spChg>
        <pc:spChg chg="mod">
          <ac:chgData name="SERGIO SPANO'" userId="3abdd0b9-513e-40ac-aad4-56920065037d" providerId="ADAL" clId="{2DCFDF45-1F6B-4A47-892B-C9094FDD5642}" dt="2022-03-21T11:08:19.259" v="1310" actId="27803"/>
          <ac:spMkLst>
            <pc:docMk/>
            <pc:sldMk cId="1175821773" sldId="258"/>
            <ac:spMk id="215" creationId="{CDB80160-2535-4019-AAAA-DB9BB0357D7C}"/>
          </ac:spMkLst>
        </pc:spChg>
        <pc:spChg chg="mod">
          <ac:chgData name="SERGIO SPANO'" userId="3abdd0b9-513e-40ac-aad4-56920065037d" providerId="ADAL" clId="{2DCFDF45-1F6B-4A47-892B-C9094FDD5642}" dt="2022-03-21T11:08:19.259" v="1310" actId="27803"/>
          <ac:spMkLst>
            <pc:docMk/>
            <pc:sldMk cId="1175821773" sldId="258"/>
            <ac:spMk id="216" creationId="{286C6D5C-71DC-44EB-82F5-A4858B82535E}"/>
          </ac:spMkLst>
        </pc:spChg>
        <pc:spChg chg="mod">
          <ac:chgData name="SERGIO SPANO'" userId="3abdd0b9-513e-40ac-aad4-56920065037d" providerId="ADAL" clId="{2DCFDF45-1F6B-4A47-892B-C9094FDD5642}" dt="2022-03-21T11:08:19.259" v="1310" actId="27803"/>
          <ac:spMkLst>
            <pc:docMk/>
            <pc:sldMk cId="1175821773" sldId="258"/>
            <ac:spMk id="217" creationId="{036E5657-9984-46E4-A5C7-E3DF9F53A2B7}"/>
          </ac:spMkLst>
        </pc:spChg>
        <pc:spChg chg="mod">
          <ac:chgData name="SERGIO SPANO'" userId="3abdd0b9-513e-40ac-aad4-56920065037d" providerId="ADAL" clId="{2DCFDF45-1F6B-4A47-892B-C9094FDD5642}" dt="2022-03-21T11:08:19.259" v="1310" actId="27803"/>
          <ac:spMkLst>
            <pc:docMk/>
            <pc:sldMk cId="1175821773" sldId="258"/>
            <ac:spMk id="218" creationId="{39E44CC3-055B-45DF-B130-29BA6AA27FE7}"/>
          </ac:spMkLst>
        </pc:spChg>
        <pc:spChg chg="mod">
          <ac:chgData name="SERGIO SPANO'" userId="3abdd0b9-513e-40ac-aad4-56920065037d" providerId="ADAL" clId="{2DCFDF45-1F6B-4A47-892B-C9094FDD5642}" dt="2022-03-21T11:08:19.259" v="1310" actId="27803"/>
          <ac:spMkLst>
            <pc:docMk/>
            <pc:sldMk cId="1175821773" sldId="258"/>
            <ac:spMk id="219" creationId="{22350616-8B3B-4B34-83C1-9B1AE38D1009}"/>
          </ac:spMkLst>
        </pc:spChg>
        <pc:spChg chg="mod">
          <ac:chgData name="SERGIO SPANO'" userId="3abdd0b9-513e-40ac-aad4-56920065037d" providerId="ADAL" clId="{2DCFDF45-1F6B-4A47-892B-C9094FDD5642}" dt="2022-03-21T11:08:19.259" v="1310" actId="27803"/>
          <ac:spMkLst>
            <pc:docMk/>
            <pc:sldMk cId="1175821773" sldId="258"/>
            <ac:spMk id="220" creationId="{3E054776-BF58-4C74-A58F-C7FB0477F8E7}"/>
          </ac:spMkLst>
        </pc:spChg>
        <pc:spChg chg="mod">
          <ac:chgData name="SERGIO SPANO'" userId="3abdd0b9-513e-40ac-aad4-56920065037d" providerId="ADAL" clId="{2DCFDF45-1F6B-4A47-892B-C9094FDD5642}" dt="2022-03-21T11:08:19.259" v="1310" actId="27803"/>
          <ac:spMkLst>
            <pc:docMk/>
            <pc:sldMk cId="1175821773" sldId="258"/>
            <ac:spMk id="221" creationId="{3F852A44-5AFA-40A3-9DE6-69435D99692F}"/>
          </ac:spMkLst>
        </pc:spChg>
        <pc:spChg chg="mod">
          <ac:chgData name="SERGIO SPANO'" userId="3abdd0b9-513e-40ac-aad4-56920065037d" providerId="ADAL" clId="{2DCFDF45-1F6B-4A47-892B-C9094FDD5642}" dt="2022-03-21T11:08:19.259" v="1310" actId="27803"/>
          <ac:spMkLst>
            <pc:docMk/>
            <pc:sldMk cId="1175821773" sldId="258"/>
            <ac:spMk id="222" creationId="{90198210-AF10-4780-923E-B6226C93BB87}"/>
          </ac:spMkLst>
        </pc:spChg>
        <pc:spChg chg="mod">
          <ac:chgData name="SERGIO SPANO'" userId="3abdd0b9-513e-40ac-aad4-56920065037d" providerId="ADAL" clId="{2DCFDF45-1F6B-4A47-892B-C9094FDD5642}" dt="2022-03-21T11:08:19.259" v="1310" actId="27803"/>
          <ac:spMkLst>
            <pc:docMk/>
            <pc:sldMk cId="1175821773" sldId="258"/>
            <ac:spMk id="223" creationId="{204BABFA-57EA-4457-87C4-88175EC40FAA}"/>
          </ac:spMkLst>
        </pc:spChg>
        <pc:spChg chg="mod">
          <ac:chgData name="SERGIO SPANO'" userId="3abdd0b9-513e-40ac-aad4-56920065037d" providerId="ADAL" clId="{2DCFDF45-1F6B-4A47-892B-C9094FDD5642}" dt="2022-03-21T11:08:19.259" v="1310" actId="27803"/>
          <ac:spMkLst>
            <pc:docMk/>
            <pc:sldMk cId="1175821773" sldId="258"/>
            <ac:spMk id="224" creationId="{B1B11D32-1F93-43F8-8D70-FFFC1CDB44D2}"/>
          </ac:spMkLst>
        </pc:spChg>
        <pc:spChg chg="mod">
          <ac:chgData name="SERGIO SPANO'" userId="3abdd0b9-513e-40ac-aad4-56920065037d" providerId="ADAL" clId="{2DCFDF45-1F6B-4A47-892B-C9094FDD5642}" dt="2022-03-21T11:08:19.259" v="1310" actId="27803"/>
          <ac:spMkLst>
            <pc:docMk/>
            <pc:sldMk cId="1175821773" sldId="258"/>
            <ac:spMk id="225" creationId="{4A76DB28-1192-4EDD-8262-B17B868EF6EF}"/>
          </ac:spMkLst>
        </pc:spChg>
        <pc:spChg chg="mod">
          <ac:chgData name="SERGIO SPANO'" userId="3abdd0b9-513e-40ac-aad4-56920065037d" providerId="ADAL" clId="{2DCFDF45-1F6B-4A47-892B-C9094FDD5642}" dt="2022-03-21T11:08:19.259" v="1310" actId="27803"/>
          <ac:spMkLst>
            <pc:docMk/>
            <pc:sldMk cId="1175821773" sldId="258"/>
            <ac:spMk id="226" creationId="{DC9776C6-E372-45F6-A99B-35E8F9F2BCE8}"/>
          </ac:spMkLst>
        </pc:spChg>
        <pc:spChg chg="mod">
          <ac:chgData name="SERGIO SPANO'" userId="3abdd0b9-513e-40ac-aad4-56920065037d" providerId="ADAL" clId="{2DCFDF45-1F6B-4A47-892B-C9094FDD5642}" dt="2022-03-21T11:08:19.259" v="1310" actId="27803"/>
          <ac:spMkLst>
            <pc:docMk/>
            <pc:sldMk cId="1175821773" sldId="258"/>
            <ac:spMk id="227" creationId="{862151F2-C07D-4303-B368-2AB2D4B6F3A5}"/>
          </ac:spMkLst>
        </pc:spChg>
        <pc:spChg chg="mod">
          <ac:chgData name="SERGIO SPANO'" userId="3abdd0b9-513e-40ac-aad4-56920065037d" providerId="ADAL" clId="{2DCFDF45-1F6B-4A47-892B-C9094FDD5642}" dt="2022-03-21T11:08:19.259" v="1310" actId="27803"/>
          <ac:spMkLst>
            <pc:docMk/>
            <pc:sldMk cId="1175821773" sldId="258"/>
            <ac:spMk id="228" creationId="{83CE474C-91EE-45A5-A309-1D33517E4D61}"/>
          </ac:spMkLst>
        </pc:spChg>
        <pc:spChg chg="mod">
          <ac:chgData name="SERGIO SPANO'" userId="3abdd0b9-513e-40ac-aad4-56920065037d" providerId="ADAL" clId="{2DCFDF45-1F6B-4A47-892B-C9094FDD5642}" dt="2022-03-21T11:08:19.259" v="1310" actId="27803"/>
          <ac:spMkLst>
            <pc:docMk/>
            <pc:sldMk cId="1175821773" sldId="258"/>
            <ac:spMk id="229" creationId="{6284E770-1F40-4E28-95DE-8BE37588821F}"/>
          </ac:spMkLst>
        </pc:spChg>
        <pc:spChg chg="mod">
          <ac:chgData name="SERGIO SPANO'" userId="3abdd0b9-513e-40ac-aad4-56920065037d" providerId="ADAL" clId="{2DCFDF45-1F6B-4A47-892B-C9094FDD5642}" dt="2022-03-21T11:08:19.259" v="1310" actId="27803"/>
          <ac:spMkLst>
            <pc:docMk/>
            <pc:sldMk cId="1175821773" sldId="258"/>
            <ac:spMk id="230" creationId="{DEF2CA3F-4754-488C-8EFE-4A669C97C889}"/>
          </ac:spMkLst>
        </pc:spChg>
        <pc:spChg chg="mod">
          <ac:chgData name="SERGIO SPANO'" userId="3abdd0b9-513e-40ac-aad4-56920065037d" providerId="ADAL" clId="{2DCFDF45-1F6B-4A47-892B-C9094FDD5642}" dt="2022-03-21T11:08:19.259" v="1310" actId="27803"/>
          <ac:spMkLst>
            <pc:docMk/>
            <pc:sldMk cId="1175821773" sldId="258"/>
            <ac:spMk id="231" creationId="{972FEFC0-949B-4E6E-AAB2-470F6AE5FF3C}"/>
          </ac:spMkLst>
        </pc:spChg>
        <pc:spChg chg="mod">
          <ac:chgData name="SERGIO SPANO'" userId="3abdd0b9-513e-40ac-aad4-56920065037d" providerId="ADAL" clId="{2DCFDF45-1F6B-4A47-892B-C9094FDD5642}" dt="2022-03-21T11:08:19.259" v="1310" actId="27803"/>
          <ac:spMkLst>
            <pc:docMk/>
            <pc:sldMk cId="1175821773" sldId="258"/>
            <ac:spMk id="232" creationId="{FF0AB48E-E3CB-4D8C-8DA0-9A2D0CC163CF}"/>
          </ac:spMkLst>
        </pc:spChg>
        <pc:spChg chg="mod">
          <ac:chgData name="SERGIO SPANO'" userId="3abdd0b9-513e-40ac-aad4-56920065037d" providerId="ADAL" clId="{2DCFDF45-1F6B-4A47-892B-C9094FDD5642}" dt="2022-03-21T11:08:19.259" v="1310" actId="27803"/>
          <ac:spMkLst>
            <pc:docMk/>
            <pc:sldMk cId="1175821773" sldId="258"/>
            <ac:spMk id="233" creationId="{D5A99D19-EE8D-4F50-B3CC-D9D87F5D73AD}"/>
          </ac:spMkLst>
        </pc:spChg>
        <pc:spChg chg="mod">
          <ac:chgData name="SERGIO SPANO'" userId="3abdd0b9-513e-40ac-aad4-56920065037d" providerId="ADAL" clId="{2DCFDF45-1F6B-4A47-892B-C9094FDD5642}" dt="2022-03-21T11:08:19.259" v="1310" actId="27803"/>
          <ac:spMkLst>
            <pc:docMk/>
            <pc:sldMk cId="1175821773" sldId="258"/>
            <ac:spMk id="234" creationId="{F310BD27-2226-41E1-8E83-B5B266C3F8AD}"/>
          </ac:spMkLst>
        </pc:spChg>
        <pc:spChg chg="mod">
          <ac:chgData name="SERGIO SPANO'" userId="3abdd0b9-513e-40ac-aad4-56920065037d" providerId="ADAL" clId="{2DCFDF45-1F6B-4A47-892B-C9094FDD5642}" dt="2022-03-21T11:08:19.259" v="1310" actId="27803"/>
          <ac:spMkLst>
            <pc:docMk/>
            <pc:sldMk cId="1175821773" sldId="258"/>
            <ac:spMk id="235" creationId="{74B16F9D-C4A2-41D5-AAB7-8E722EBB4CB2}"/>
          </ac:spMkLst>
        </pc:spChg>
        <pc:spChg chg="mod">
          <ac:chgData name="SERGIO SPANO'" userId="3abdd0b9-513e-40ac-aad4-56920065037d" providerId="ADAL" clId="{2DCFDF45-1F6B-4A47-892B-C9094FDD5642}" dt="2022-03-21T11:08:19.259" v="1310" actId="27803"/>
          <ac:spMkLst>
            <pc:docMk/>
            <pc:sldMk cId="1175821773" sldId="258"/>
            <ac:spMk id="236" creationId="{3F59A896-F2D9-461F-A495-28AB649543E1}"/>
          </ac:spMkLst>
        </pc:spChg>
        <pc:spChg chg="mod">
          <ac:chgData name="SERGIO SPANO'" userId="3abdd0b9-513e-40ac-aad4-56920065037d" providerId="ADAL" clId="{2DCFDF45-1F6B-4A47-892B-C9094FDD5642}" dt="2022-03-21T11:08:19.259" v="1310" actId="27803"/>
          <ac:spMkLst>
            <pc:docMk/>
            <pc:sldMk cId="1175821773" sldId="258"/>
            <ac:spMk id="237" creationId="{6CC899A4-29E0-4368-8E97-E22500E87920}"/>
          </ac:spMkLst>
        </pc:spChg>
        <pc:spChg chg="mod">
          <ac:chgData name="SERGIO SPANO'" userId="3abdd0b9-513e-40ac-aad4-56920065037d" providerId="ADAL" clId="{2DCFDF45-1F6B-4A47-892B-C9094FDD5642}" dt="2022-03-21T11:08:19.259" v="1310" actId="27803"/>
          <ac:spMkLst>
            <pc:docMk/>
            <pc:sldMk cId="1175821773" sldId="258"/>
            <ac:spMk id="238" creationId="{90F2FA47-1673-4F51-8968-B25233023A33}"/>
          </ac:spMkLst>
        </pc:spChg>
        <pc:spChg chg="mod">
          <ac:chgData name="SERGIO SPANO'" userId="3abdd0b9-513e-40ac-aad4-56920065037d" providerId="ADAL" clId="{2DCFDF45-1F6B-4A47-892B-C9094FDD5642}" dt="2022-03-21T11:08:19.259" v="1310" actId="27803"/>
          <ac:spMkLst>
            <pc:docMk/>
            <pc:sldMk cId="1175821773" sldId="258"/>
            <ac:spMk id="239" creationId="{2131BAC4-E75B-4F36-BABA-F1E513735041}"/>
          </ac:spMkLst>
        </pc:spChg>
        <pc:spChg chg="mod">
          <ac:chgData name="SERGIO SPANO'" userId="3abdd0b9-513e-40ac-aad4-56920065037d" providerId="ADAL" clId="{2DCFDF45-1F6B-4A47-892B-C9094FDD5642}" dt="2022-03-21T11:08:19.259" v="1310" actId="27803"/>
          <ac:spMkLst>
            <pc:docMk/>
            <pc:sldMk cId="1175821773" sldId="258"/>
            <ac:spMk id="240" creationId="{5296B80E-0AC0-4B10-86A3-22231B66B5A6}"/>
          </ac:spMkLst>
        </pc:spChg>
        <pc:spChg chg="mod">
          <ac:chgData name="SERGIO SPANO'" userId="3abdd0b9-513e-40ac-aad4-56920065037d" providerId="ADAL" clId="{2DCFDF45-1F6B-4A47-892B-C9094FDD5642}" dt="2022-03-21T11:08:19.259" v="1310" actId="27803"/>
          <ac:spMkLst>
            <pc:docMk/>
            <pc:sldMk cId="1175821773" sldId="258"/>
            <ac:spMk id="241" creationId="{D44FD8FA-81FE-4718-B247-7048B823A1EF}"/>
          </ac:spMkLst>
        </pc:spChg>
        <pc:spChg chg="mod">
          <ac:chgData name="SERGIO SPANO'" userId="3abdd0b9-513e-40ac-aad4-56920065037d" providerId="ADAL" clId="{2DCFDF45-1F6B-4A47-892B-C9094FDD5642}" dt="2022-03-21T11:08:19.259" v="1310" actId="27803"/>
          <ac:spMkLst>
            <pc:docMk/>
            <pc:sldMk cId="1175821773" sldId="258"/>
            <ac:spMk id="242" creationId="{65ABD723-74A7-408C-9289-E28F2E5BAE36}"/>
          </ac:spMkLst>
        </pc:spChg>
        <pc:spChg chg="mod">
          <ac:chgData name="SERGIO SPANO'" userId="3abdd0b9-513e-40ac-aad4-56920065037d" providerId="ADAL" clId="{2DCFDF45-1F6B-4A47-892B-C9094FDD5642}" dt="2022-03-21T11:08:19.259" v="1310" actId="27803"/>
          <ac:spMkLst>
            <pc:docMk/>
            <pc:sldMk cId="1175821773" sldId="258"/>
            <ac:spMk id="243" creationId="{218F1652-74B7-4B4A-B021-B9D69F8EE9C6}"/>
          </ac:spMkLst>
        </pc:spChg>
        <pc:spChg chg="mod">
          <ac:chgData name="SERGIO SPANO'" userId="3abdd0b9-513e-40ac-aad4-56920065037d" providerId="ADAL" clId="{2DCFDF45-1F6B-4A47-892B-C9094FDD5642}" dt="2022-03-21T11:08:19.259" v="1310" actId="27803"/>
          <ac:spMkLst>
            <pc:docMk/>
            <pc:sldMk cId="1175821773" sldId="258"/>
            <ac:spMk id="244" creationId="{3D58E276-29AE-4017-9118-1730A46425BC}"/>
          </ac:spMkLst>
        </pc:spChg>
        <pc:spChg chg="mod">
          <ac:chgData name="SERGIO SPANO'" userId="3abdd0b9-513e-40ac-aad4-56920065037d" providerId="ADAL" clId="{2DCFDF45-1F6B-4A47-892B-C9094FDD5642}" dt="2022-03-21T11:08:19.259" v="1310" actId="27803"/>
          <ac:spMkLst>
            <pc:docMk/>
            <pc:sldMk cId="1175821773" sldId="258"/>
            <ac:spMk id="245" creationId="{BFADD116-9072-475E-8933-08324CDBB8E0}"/>
          </ac:spMkLst>
        </pc:spChg>
        <pc:spChg chg="mod">
          <ac:chgData name="SERGIO SPANO'" userId="3abdd0b9-513e-40ac-aad4-56920065037d" providerId="ADAL" clId="{2DCFDF45-1F6B-4A47-892B-C9094FDD5642}" dt="2022-03-21T11:08:19.259" v="1310" actId="27803"/>
          <ac:spMkLst>
            <pc:docMk/>
            <pc:sldMk cId="1175821773" sldId="258"/>
            <ac:spMk id="246" creationId="{C52EA533-8823-4B56-9718-8D6E5C52F6FC}"/>
          </ac:spMkLst>
        </pc:spChg>
        <pc:spChg chg="mod">
          <ac:chgData name="SERGIO SPANO'" userId="3abdd0b9-513e-40ac-aad4-56920065037d" providerId="ADAL" clId="{2DCFDF45-1F6B-4A47-892B-C9094FDD5642}" dt="2022-03-21T11:08:19.259" v="1310" actId="27803"/>
          <ac:spMkLst>
            <pc:docMk/>
            <pc:sldMk cId="1175821773" sldId="258"/>
            <ac:spMk id="247" creationId="{007E7017-4CC4-4980-A92B-803F82277A92}"/>
          </ac:spMkLst>
        </pc:spChg>
        <pc:spChg chg="mod">
          <ac:chgData name="SERGIO SPANO'" userId="3abdd0b9-513e-40ac-aad4-56920065037d" providerId="ADAL" clId="{2DCFDF45-1F6B-4A47-892B-C9094FDD5642}" dt="2022-03-21T11:08:19.259" v="1310" actId="27803"/>
          <ac:spMkLst>
            <pc:docMk/>
            <pc:sldMk cId="1175821773" sldId="258"/>
            <ac:spMk id="248" creationId="{980824DF-43FE-4FEA-90FB-5AA234556554}"/>
          </ac:spMkLst>
        </pc:spChg>
        <pc:spChg chg="mod">
          <ac:chgData name="SERGIO SPANO'" userId="3abdd0b9-513e-40ac-aad4-56920065037d" providerId="ADAL" clId="{2DCFDF45-1F6B-4A47-892B-C9094FDD5642}" dt="2022-03-21T11:08:19.259" v="1310" actId="27803"/>
          <ac:spMkLst>
            <pc:docMk/>
            <pc:sldMk cId="1175821773" sldId="258"/>
            <ac:spMk id="249" creationId="{D268EFBE-BAE7-419C-97E2-0152877CFCC9}"/>
          </ac:spMkLst>
        </pc:spChg>
        <pc:spChg chg="mod">
          <ac:chgData name="SERGIO SPANO'" userId="3abdd0b9-513e-40ac-aad4-56920065037d" providerId="ADAL" clId="{2DCFDF45-1F6B-4A47-892B-C9094FDD5642}" dt="2022-03-21T11:08:19.259" v="1310" actId="27803"/>
          <ac:spMkLst>
            <pc:docMk/>
            <pc:sldMk cId="1175821773" sldId="258"/>
            <ac:spMk id="250" creationId="{D6C6BFCA-5AC6-4F5E-A1DC-BF4190264E26}"/>
          </ac:spMkLst>
        </pc:spChg>
        <pc:spChg chg="mod">
          <ac:chgData name="SERGIO SPANO'" userId="3abdd0b9-513e-40ac-aad4-56920065037d" providerId="ADAL" clId="{2DCFDF45-1F6B-4A47-892B-C9094FDD5642}" dt="2022-03-21T11:08:19.259" v="1310" actId="27803"/>
          <ac:spMkLst>
            <pc:docMk/>
            <pc:sldMk cId="1175821773" sldId="258"/>
            <ac:spMk id="251" creationId="{08DF78EC-C4C2-4654-8535-0B309C40807A}"/>
          </ac:spMkLst>
        </pc:spChg>
        <pc:spChg chg="mod">
          <ac:chgData name="SERGIO SPANO'" userId="3abdd0b9-513e-40ac-aad4-56920065037d" providerId="ADAL" clId="{2DCFDF45-1F6B-4A47-892B-C9094FDD5642}" dt="2022-03-21T11:08:19.259" v="1310" actId="27803"/>
          <ac:spMkLst>
            <pc:docMk/>
            <pc:sldMk cId="1175821773" sldId="258"/>
            <ac:spMk id="252" creationId="{CB47E527-9889-4EEF-BB52-B1CEA4181D6C}"/>
          </ac:spMkLst>
        </pc:spChg>
        <pc:spChg chg="mod">
          <ac:chgData name="SERGIO SPANO'" userId="3abdd0b9-513e-40ac-aad4-56920065037d" providerId="ADAL" clId="{2DCFDF45-1F6B-4A47-892B-C9094FDD5642}" dt="2022-03-21T11:08:19.259" v="1310" actId="27803"/>
          <ac:spMkLst>
            <pc:docMk/>
            <pc:sldMk cId="1175821773" sldId="258"/>
            <ac:spMk id="253" creationId="{AB8B0B2E-65CD-4134-9B2A-3BFE583D56E3}"/>
          </ac:spMkLst>
        </pc:spChg>
        <pc:spChg chg="mod">
          <ac:chgData name="SERGIO SPANO'" userId="3abdd0b9-513e-40ac-aad4-56920065037d" providerId="ADAL" clId="{2DCFDF45-1F6B-4A47-892B-C9094FDD5642}" dt="2022-03-21T11:08:19.259" v="1310" actId="27803"/>
          <ac:spMkLst>
            <pc:docMk/>
            <pc:sldMk cId="1175821773" sldId="258"/>
            <ac:spMk id="254" creationId="{D57898C5-4E1F-458C-82BC-C4DEAC247D57}"/>
          </ac:spMkLst>
        </pc:spChg>
        <pc:spChg chg="mod">
          <ac:chgData name="SERGIO SPANO'" userId="3abdd0b9-513e-40ac-aad4-56920065037d" providerId="ADAL" clId="{2DCFDF45-1F6B-4A47-892B-C9094FDD5642}" dt="2022-03-21T11:08:19.259" v="1310" actId="27803"/>
          <ac:spMkLst>
            <pc:docMk/>
            <pc:sldMk cId="1175821773" sldId="258"/>
            <ac:spMk id="255" creationId="{6D832DE0-E635-4330-90CB-927A77938E73}"/>
          </ac:spMkLst>
        </pc:spChg>
        <pc:spChg chg="mod">
          <ac:chgData name="SERGIO SPANO'" userId="3abdd0b9-513e-40ac-aad4-56920065037d" providerId="ADAL" clId="{2DCFDF45-1F6B-4A47-892B-C9094FDD5642}" dt="2022-03-21T11:08:19.259" v="1310" actId="27803"/>
          <ac:spMkLst>
            <pc:docMk/>
            <pc:sldMk cId="1175821773" sldId="258"/>
            <ac:spMk id="256" creationId="{73C26596-4D25-4C0C-BC27-9CCA618455F2}"/>
          </ac:spMkLst>
        </pc:spChg>
        <pc:spChg chg="mod">
          <ac:chgData name="SERGIO SPANO'" userId="3abdd0b9-513e-40ac-aad4-56920065037d" providerId="ADAL" clId="{2DCFDF45-1F6B-4A47-892B-C9094FDD5642}" dt="2022-03-21T11:08:19.259" v="1310" actId="27803"/>
          <ac:spMkLst>
            <pc:docMk/>
            <pc:sldMk cId="1175821773" sldId="258"/>
            <ac:spMk id="257" creationId="{F24C67C5-6B9B-4CCE-9A47-45E8F4B7F596}"/>
          </ac:spMkLst>
        </pc:spChg>
        <pc:spChg chg="mod">
          <ac:chgData name="SERGIO SPANO'" userId="3abdd0b9-513e-40ac-aad4-56920065037d" providerId="ADAL" clId="{2DCFDF45-1F6B-4A47-892B-C9094FDD5642}" dt="2022-03-21T11:08:19.259" v="1310" actId="27803"/>
          <ac:spMkLst>
            <pc:docMk/>
            <pc:sldMk cId="1175821773" sldId="258"/>
            <ac:spMk id="258" creationId="{9CC0B425-0BCE-4827-9976-5B715F5846E6}"/>
          </ac:spMkLst>
        </pc:spChg>
        <pc:spChg chg="mod">
          <ac:chgData name="SERGIO SPANO'" userId="3abdd0b9-513e-40ac-aad4-56920065037d" providerId="ADAL" clId="{2DCFDF45-1F6B-4A47-892B-C9094FDD5642}" dt="2022-03-21T11:08:19.259" v="1310" actId="27803"/>
          <ac:spMkLst>
            <pc:docMk/>
            <pc:sldMk cId="1175821773" sldId="258"/>
            <ac:spMk id="259" creationId="{9DCDA0A3-1052-4993-90AA-D575EED1B64B}"/>
          </ac:spMkLst>
        </pc:spChg>
        <pc:spChg chg="mod">
          <ac:chgData name="SERGIO SPANO'" userId="3abdd0b9-513e-40ac-aad4-56920065037d" providerId="ADAL" clId="{2DCFDF45-1F6B-4A47-892B-C9094FDD5642}" dt="2022-03-21T11:08:19.259" v="1310" actId="27803"/>
          <ac:spMkLst>
            <pc:docMk/>
            <pc:sldMk cId="1175821773" sldId="258"/>
            <ac:spMk id="260" creationId="{23667171-E8EE-4FAA-8EDE-99463B18604A}"/>
          </ac:spMkLst>
        </pc:spChg>
        <pc:spChg chg="mod">
          <ac:chgData name="SERGIO SPANO'" userId="3abdd0b9-513e-40ac-aad4-56920065037d" providerId="ADAL" clId="{2DCFDF45-1F6B-4A47-892B-C9094FDD5642}" dt="2022-03-21T11:08:19.259" v="1310" actId="27803"/>
          <ac:spMkLst>
            <pc:docMk/>
            <pc:sldMk cId="1175821773" sldId="258"/>
            <ac:spMk id="261" creationId="{09D8358A-B36F-4C2E-9C44-89E7CFC04C49}"/>
          </ac:spMkLst>
        </pc:spChg>
        <pc:spChg chg="mod">
          <ac:chgData name="SERGIO SPANO'" userId="3abdd0b9-513e-40ac-aad4-56920065037d" providerId="ADAL" clId="{2DCFDF45-1F6B-4A47-892B-C9094FDD5642}" dt="2022-03-21T11:08:19.259" v="1310" actId="27803"/>
          <ac:spMkLst>
            <pc:docMk/>
            <pc:sldMk cId="1175821773" sldId="258"/>
            <ac:spMk id="262" creationId="{46876CAD-7EDE-4FEF-8126-DEA5055BCA22}"/>
          </ac:spMkLst>
        </pc:spChg>
        <pc:spChg chg="mod">
          <ac:chgData name="SERGIO SPANO'" userId="3abdd0b9-513e-40ac-aad4-56920065037d" providerId="ADAL" clId="{2DCFDF45-1F6B-4A47-892B-C9094FDD5642}" dt="2022-03-21T11:08:19.259" v="1310" actId="27803"/>
          <ac:spMkLst>
            <pc:docMk/>
            <pc:sldMk cId="1175821773" sldId="258"/>
            <ac:spMk id="263" creationId="{6E0BC0A1-2676-4A95-9F24-C2403CDC87FF}"/>
          </ac:spMkLst>
        </pc:spChg>
        <pc:spChg chg="mod">
          <ac:chgData name="SERGIO SPANO'" userId="3abdd0b9-513e-40ac-aad4-56920065037d" providerId="ADAL" clId="{2DCFDF45-1F6B-4A47-892B-C9094FDD5642}" dt="2022-03-21T11:08:19.259" v="1310" actId="27803"/>
          <ac:spMkLst>
            <pc:docMk/>
            <pc:sldMk cId="1175821773" sldId="258"/>
            <ac:spMk id="264" creationId="{0174ED91-3A38-4EDF-85A6-E6B26714D1CF}"/>
          </ac:spMkLst>
        </pc:spChg>
        <pc:spChg chg="mod">
          <ac:chgData name="SERGIO SPANO'" userId="3abdd0b9-513e-40ac-aad4-56920065037d" providerId="ADAL" clId="{2DCFDF45-1F6B-4A47-892B-C9094FDD5642}" dt="2022-03-21T11:08:19.259" v="1310" actId="27803"/>
          <ac:spMkLst>
            <pc:docMk/>
            <pc:sldMk cId="1175821773" sldId="258"/>
            <ac:spMk id="265" creationId="{13FED8BB-4B22-4851-8253-4D235E49B80B}"/>
          </ac:spMkLst>
        </pc:spChg>
        <pc:spChg chg="mod">
          <ac:chgData name="SERGIO SPANO'" userId="3abdd0b9-513e-40ac-aad4-56920065037d" providerId="ADAL" clId="{2DCFDF45-1F6B-4A47-892B-C9094FDD5642}" dt="2022-03-21T11:08:19.259" v="1310" actId="27803"/>
          <ac:spMkLst>
            <pc:docMk/>
            <pc:sldMk cId="1175821773" sldId="258"/>
            <ac:spMk id="266" creationId="{BE20CE4E-0F13-448C-B6DE-291A9621C1E9}"/>
          </ac:spMkLst>
        </pc:spChg>
        <pc:spChg chg="mod">
          <ac:chgData name="SERGIO SPANO'" userId="3abdd0b9-513e-40ac-aad4-56920065037d" providerId="ADAL" clId="{2DCFDF45-1F6B-4A47-892B-C9094FDD5642}" dt="2022-03-21T11:08:19.259" v="1310" actId="27803"/>
          <ac:spMkLst>
            <pc:docMk/>
            <pc:sldMk cId="1175821773" sldId="258"/>
            <ac:spMk id="267" creationId="{40A7F0A1-D38E-400D-8282-FF4E3341A3AC}"/>
          </ac:spMkLst>
        </pc:spChg>
        <pc:spChg chg="mod">
          <ac:chgData name="SERGIO SPANO'" userId="3abdd0b9-513e-40ac-aad4-56920065037d" providerId="ADAL" clId="{2DCFDF45-1F6B-4A47-892B-C9094FDD5642}" dt="2022-03-21T11:08:19.259" v="1310" actId="27803"/>
          <ac:spMkLst>
            <pc:docMk/>
            <pc:sldMk cId="1175821773" sldId="258"/>
            <ac:spMk id="268" creationId="{7DCEABA0-8270-4B59-BDDC-1B2C75D21E30}"/>
          </ac:spMkLst>
        </pc:spChg>
        <pc:spChg chg="mod">
          <ac:chgData name="SERGIO SPANO'" userId="3abdd0b9-513e-40ac-aad4-56920065037d" providerId="ADAL" clId="{2DCFDF45-1F6B-4A47-892B-C9094FDD5642}" dt="2022-03-21T11:08:19.259" v="1310" actId="27803"/>
          <ac:spMkLst>
            <pc:docMk/>
            <pc:sldMk cId="1175821773" sldId="258"/>
            <ac:spMk id="269" creationId="{BAB51B93-BD32-4464-9490-A9EF5F98CE01}"/>
          </ac:spMkLst>
        </pc:spChg>
        <pc:spChg chg="mod">
          <ac:chgData name="SERGIO SPANO'" userId="3abdd0b9-513e-40ac-aad4-56920065037d" providerId="ADAL" clId="{2DCFDF45-1F6B-4A47-892B-C9094FDD5642}" dt="2022-03-21T11:08:19.259" v="1310" actId="27803"/>
          <ac:spMkLst>
            <pc:docMk/>
            <pc:sldMk cId="1175821773" sldId="258"/>
            <ac:spMk id="270" creationId="{6D02401D-83EB-4FAB-8A29-F7AEF33993A4}"/>
          </ac:spMkLst>
        </pc:spChg>
        <pc:spChg chg="mod">
          <ac:chgData name="SERGIO SPANO'" userId="3abdd0b9-513e-40ac-aad4-56920065037d" providerId="ADAL" clId="{2DCFDF45-1F6B-4A47-892B-C9094FDD5642}" dt="2022-03-21T11:08:19.259" v="1310" actId="27803"/>
          <ac:spMkLst>
            <pc:docMk/>
            <pc:sldMk cId="1175821773" sldId="258"/>
            <ac:spMk id="271" creationId="{03DCC9F2-1386-40C1-BA7D-99F902A06DF0}"/>
          </ac:spMkLst>
        </pc:spChg>
        <pc:spChg chg="mod">
          <ac:chgData name="SERGIO SPANO'" userId="3abdd0b9-513e-40ac-aad4-56920065037d" providerId="ADAL" clId="{2DCFDF45-1F6B-4A47-892B-C9094FDD5642}" dt="2022-03-21T11:08:19.259" v="1310" actId="27803"/>
          <ac:spMkLst>
            <pc:docMk/>
            <pc:sldMk cId="1175821773" sldId="258"/>
            <ac:spMk id="272" creationId="{8D7F2CBB-B850-4A68-913F-FECC8E114DA2}"/>
          </ac:spMkLst>
        </pc:spChg>
        <pc:spChg chg="mod">
          <ac:chgData name="SERGIO SPANO'" userId="3abdd0b9-513e-40ac-aad4-56920065037d" providerId="ADAL" clId="{2DCFDF45-1F6B-4A47-892B-C9094FDD5642}" dt="2022-03-21T11:08:19.259" v="1310" actId="27803"/>
          <ac:spMkLst>
            <pc:docMk/>
            <pc:sldMk cId="1175821773" sldId="258"/>
            <ac:spMk id="273" creationId="{98A3FD2C-5D94-4B47-BF9C-782989BBA95C}"/>
          </ac:spMkLst>
        </pc:spChg>
        <pc:spChg chg="mod">
          <ac:chgData name="SERGIO SPANO'" userId="3abdd0b9-513e-40ac-aad4-56920065037d" providerId="ADAL" clId="{2DCFDF45-1F6B-4A47-892B-C9094FDD5642}" dt="2022-03-21T11:08:19.259" v="1310" actId="27803"/>
          <ac:spMkLst>
            <pc:docMk/>
            <pc:sldMk cId="1175821773" sldId="258"/>
            <ac:spMk id="274" creationId="{D92781B3-DF53-49CC-BEC2-96D65A11D941}"/>
          </ac:spMkLst>
        </pc:spChg>
        <pc:spChg chg="mod">
          <ac:chgData name="SERGIO SPANO'" userId="3abdd0b9-513e-40ac-aad4-56920065037d" providerId="ADAL" clId="{2DCFDF45-1F6B-4A47-892B-C9094FDD5642}" dt="2022-03-21T11:08:19.259" v="1310" actId="27803"/>
          <ac:spMkLst>
            <pc:docMk/>
            <pc:sldMk cId="1175821773" sldId="258"/>
            <ac:spMk id="275" creationId="{9FE738EE-2FD8-48AA-B53F-B348F0F9A581}"/>
          </ac:spMkLst>
        </pc:spChg>
        <pc:spChg chg="mod">
          <ac:chgData name="SERGIO SPANO'" userId="3abdd0b9-513e-40ac-aad4-56920065037d" providerId="ADAL" clId="{2DCFDF45-1F6B-4A47-892B-C9094FDD5642}" dt="2022-03-21T11:08:19.259" v="1310" actId="27803"/>
          <ac:spMkLst>
            <pc:docMk/>
            <pc:sldMk cId="1175821773" sldId="258"/>
            <ac:spMk id="276" creationId="{E643B547-4ED6-43D9-990C-9EFC38C49024}"/>
          </ac:spMkLst>
        </pc:spChg>
        <pc:spChg chg="mod">
          <ac:chgData name="SERGIO SPANO'" userId="3abdd0b9-513e-40ac-aad4-56920065037d" providerId="ADAL" clId="{2DCFDF45-1F6B-4A47-892B-C9094FDD5642}" dt="2022-03-21T11:08:19.259" v="1310" actId="27803"/>
          <ac:spMkLst>
            <pc:docMk/>
            <pc:sldMk cId="1175821773" sldId="258"/>
            <ac:spMk id="277" creationId="{9B5376D5-168E-4417-A1FD-3E19FF4E2FC9}"/>
          </ac:spMkLst>
        </pc:spChg>
        <pc:spChg chg="mod">
          <ac:chgData name="SERGIO SPANO'" userId="3abdd0b9-513e-40ac-aad4-56920065037d" providerId="ADAL" clId="{2DCFDF45-1F6B-4A47-892B-C9094FDD5642}" dt="2022-03-21T11:08:19.259" v="1310" actId="27803"/>
          <ac:spMkLst>
            <pc:docMk/>
            <pc:sldMk cId="1175821773" sldId="258"/>
            <ac:spMk id="278" creationId="{8F33ED46-8578-4C64-8051-10B7A71E38C3}"/>
          </ac:spMkLst>
        </pc:spChg>
        <pc:spChg chg="mod">
          <ac:chgData name="SERGIO SPANO'" userId="3abdd0b9-513e-40ac-aad4-56920065037d" providerId="ADAL" clId="{2DCFDF45-1F6B-4A47-892B-C9094FDD5642}" dt="2022-03-21T11:08:19.259" v="1310" actId="27803"/>
          <ac:spMkLst>
            <pc:docMk/>
            <pc:sldMk cId="1175821773" sldId="258"/>
            <ac:spMk id="279" creationId="{924BB3B3-48E6-430E-AEE3-BF8C4EF5AA41}"/>
          </ac:spMkLst>
        </pc:spChg>
        <pc:spChg chg="mod">
          <ac:chgData name="SERGIO SPANO'" userId="3abdd0b9-513e-40ac-aad4-56920065037d" providerId="ADAL" clId="{2DCFDF45-1F6B-4A47-892B-C9094FDD5642}" dt="2022-03-21T11:08:19.259" v="1310" actId="27803"/>
          <ac:spMkLst>
            <pc:docMk/>
            <pc:sldMk cId="1175821773" sldId="258"/>
            <ac:spMk id="280" creationId="{32B08204-7F66-41BC-9228-94A7F9528692}"/>
          </ac:spMkLst>
        </pc:spChg>
        <pc:spChg chg="mod">
          <ac:chgData name="SERGIO SPANO'" userId="3abdd0b9-513e-40ac-aad4-56920065037d" providerId="ADAL" clId="{2DCFDF45-1F6B-4A47-892B-C9094FDD5642}" dt="2022-03-21T11:08:19.259" v="1310" actId="27803"/>
          <ac:spMkLst>
            <pc:docMk/>
            <pc:sldMk cId="1175821773" sldId="258"/>
            <ac:spMk id="281" creationId="{8E9E004F-B60B-4422-8567-22D74C6A7B4B}"/>
          </ac:spMkLst>
        </pc:spChg>
        <pc:spChg chg="mod">
          <ac:chgData name="SERGIO SPANO'" userId="3abdd0b9-513e-40ac-aad4-56920065037d" providerId="ADAL" clId="{2DCFDF45-1F6B-4A47-892B-C9094FDD5642}" dt="2022-03-21T11:08:19.259" v="1310" actId="27803"/>
          <ac:spMkLst>
            <pc:docMk/>
            <pc:sldMk cId="1175821773" sldId="258"/>
            <ac:spMk id="282" creationId="{4FCA34B4-2837-43DB-BB58-1DDF55DEC04F}"/>
          </ac:spMkLst>
        </pc:spChg>
        <pc:spChg chg="mod">
          <ac:chgData name="SERGIO SPANO'" userId="3abdd0b9-513e-40ac-aad4-56920065037d" providerId="ADAL" clId="{2DCFDF45-1F6B-4A47-892B-C9094FDD5642}" dt="2022-03-21T11:08:19.259" v="1310" actId="27803"/>
          <ac:spMkLst>
            <pc:docMk/>
            <pc:sldMk cId="1175821773" sldId="258"/>
            <ac:spMk id="283" creationId="{AC8BBFB5-09DA-4DEA-99FC-CBDBAD84E3EC}"/>
          </ac:spMkLst>
        </pc:spChg>
        <pc:spChg chg="mod">
          <ac:chgData name="SERGIO SPANO'" userId="3abdd0b9-513e-40ac-aad4-56920065037d" providerId="ADAL" clId="{2DCFDF45-1F6B-4A47-892B-C9094FDD5642}" dt="2022-03-21T11:08:19.259" v="1310" actId="27803"/>
          <ac:spMkLst>
            <pc:docMk/>
            <pc:sldMk cId="1175821773" sldId="258"/>
            <ac:spMk id="284" creationId="{88E56772-155D-48FA-AF05-3C88C76C4B84}"/>
          </ac:spMkLst>
        </pc:spChg>
        <pc:spChg chg="mod">
          <ac:chgData name="SERGIO SPANO'" userId="3abdd0b9-513e-40ac-aad4-56920065037d" providerId="ADAL" clId="{2DCFDF45-1F6B-4A47-892B-C9094FDD5642}" dt="2022-03-21T11:08:19.259" v="1310" actId="27803"/>
          <ac:spMkLst>
            <pc:docMk/>
            <pc:sldMk cId="1175821773" sldId="258"/>
            <ac:spMk id="285" creationId="{77F7EE95-C88E-4E53-AACF-DF8CC3011CF2}"/>
          </ac:spMkLst>
        </pc:spChg>
        <pc:spChg chg="mod">
          <ac:chgData name="SERGIO SPANO'" userId="3abdd0b9-513e-40ac-aad4-56920065037d" providerId="ADAL" clId="{2DCFDF45-1F6B-4A47-892B-C9094FDD5642}" dt="2022-03-21T11:08:19.259" v="1310" actId="27803"/>
          <ac:spMkLst>
            <pc:docMk/>
            <pc:sldMk cId="1175821773" sldId="258"/>
            <ac:spMk id="286" creationId="{2952F3AF-8BA7-4EF6-95AE-0A4C49365272}"/>
          </ac:spMkLst>
        </pc:spChg>
        <pc:spChg chg="mod">
          <ac:chgData name="SERGIO SPANO'" userId="3abdd0b9-513e-40ac-aad4-56920065037d" providerId="ADAL" clId="{2DCFDF45-1F6B-4A47-892B-C9094FDD5642}" dt="2022-03-21T11:08:19.259" v="1310" actId="27803"/>
          <ac:spMkLst>
            <pc:docMk/>
            <pc:sldMk cId="1175821773" sldId="258"/>
            <ac:spMk id="287" creationId="{0FD12FFB-9656-45BC-8121-CEB16A06244F}"/>
          </ac:spMkLst>
        </pc:spChg>
        <pc:spChg chg="mod">
          <ac:chgData name="SERGIO SPANO'" userId="3abdd0b9-513e-40ac-aad4-56920065037d" providerId="ADAL" clId="{2DCFDF45-1F6B-4A47-892B-C9094FDD5642}" dt="2022-03-21T11:08:19.259" v="1310" actId="27803"/>
          <ac:spMkLst>
            <pc:docMk/>
            <pc:sldMk cId="1175821773" sldId="258"/>
            <ac:spMk id="288" creationId="{2F77B79D-E66B-48C4-B32C-2CF90D51035E}"/>
          </ac:spMkLst>
        </pc:spChg>
        <pc:spChg chg="mod">
          <ac:chgData name="SERGIO SPANO'" userId="3abdd0b9-513e-40ac-aad4-56920065037d" providerId="ADAL" clId="{2DCFDF45-1F6B-4A47-892B-C9094FDD5642}" dt="2022-03-21T11:08:19.259" v="1310" actId="27803"/>
          <ac:spMkLst>
            <pc:docMk/>
            <pc:sldMk cId="1175821773" sldId="258"/>
            <ac:spMk id="289" creationId="{AA0CF13E-5C1D-4733-B1DF-BDF57B806EE4}"/>
          </ac:spMkLst>
        </pc:spChg>
        <pc:spChg chg="mod">
          <ac:chgData name="SERGIO SPANO'" userId="3abdd0b9-513e-40ac-aad4-56920065037d" providerId="ADAL" clId="{2DCFDF45-1F6B-4A47-892B-C9094FDD5642}" dt="2022-03-21T11:08:19.259" v="1310" actId="27803"/>
          <ac:spMkLst>
            <pc:docMk/>
            <pc:sldMk cId="1175821773" sldId="258"/>
            <ac:spMk id="290" creationId="{5CAF4E72-1EF3-40BD-8A18-32910E43F3B3}"/>
          </ac:spMkLst>
        </pc:spChg>
        <pc:spChg chg="mod">
          <ac:chgData name="SERGIO SPANO'" userId="3abdd0b9-513e-40ac-aad4-56920065037d" providerId="ADAL" clId="{2DCFDF45-1F6B-4A47-892B-C9094FDD5642}" dt="2022-03-21T11:08:19.259" v="1310" actId="27803"/>
          <ac:spMkLst>
            <pc:docMk/>
            <pc:sldMk cId="1175821773" sldId="258"/>
            <ac:spMk id="291" creationId="{2362D920-17EC-4822-959A-EB1C8A4CCAC4}"/>
          </ac:spMkLst>
        </pc:spChg>
        <pc:spChg chg="mod">
          <ac:chgData name="SERGIO SPANO'" userId="3abdd0b9-513e-40ac-aad4-56920065037d" providerId="ADAL" clId="{2DCFDF45-1F6B-4A47-892B-C9094FDD5642}" dt="2022-03-21T11:08:19.259" v="1310" actId="27803"/>
          <ac:spMkLst>
            <pc:docMk/>
            <pc:sldMk cId="1175821773" sldId="258"/>
            <ac:spMk id="292" creationId="{4F8CB6BD-285B-438C-92D3-974A3565C100}"/>
          </ac:spMkLst>
        </pc:spChg>
        <pc:spChg chg="mod">
          <ac:chgData name="SERGIO SPANO'" userId="3abdd0b9-513e-40ac-aad4-56920065037d" providerId="ADAL" clId="{2DCFDF45-1F6B-4A47-892B-C9094FDD5642}" dt="2022-03-21T11:08:19.259" v="1310" actId="27803"/>
          <ac:spMkLst>
            <pc:docMk/>
            <pc:sldMk cId="1175821773" sldId="258"/>
            <ac:spMk id="293" creationId="{A1D09F7E-D499-4C1E-A3F7-CA37A3503225}"/>
          </ac:spMkLst>
        </pc:spChg>
        <pc:spChg chg="mod">
          <ac:chgData name="SERGIO SPANO'" userId="3abdd0b9-513e-40ac-aad4-56920065037d" providerId="ADAL" clId="{2DCFDF45-1F6B-4A47-892B-C9094FDD5642}" dt="2022-03-21T11:08:19.259" v="1310" actId="27803"/>
          <ac:spMkLst>
            <pc:docMk/>
            <pc:sldMk cId="1175821773" sldId="258"/>
            <ac:spMk id="294" creationId="{6D8C0C0F-F97D-47B5-ABF2-DB5E8426B2BB}"/>
          </ac:spMkLst>
        </pc:spChg>
        <pc:spChg chg="mod">
          <ac:chgData name="SERGIO SPANO'" userId="3abdd0b9-513e-40ac-aad4-56920065037d" providerId="ADAL" clId="{2DCFDF45-1F6B-4A47-892B-C9094FDD5642}" dt="2022-03-21T11:08:19.259" v="1310" actId="27803"/>
          <ac:spMkLst>
            <pc:docMk/>
            <pc:sldMk cId="1175821773" sldId="258"/>
            <ac:spMk id="295" creationId="{1F63AF4C-C893-40E8-9B72-30C70E79E7A4}"/>
          </ac:spMkLst>
        </pc:spChg>
        <pc:spChg chg="mod">
          <ac:chgData name="SERGIO SPANO'" userId="3abdd0b9-513e-40ac-aad4-56920065037d" providerId="ADAL" clId="{2DCFDF45-1F6B-4A47-892B-C9094FDD5642}" dt="2022-03-21T11:08:19.259" v="1310" actId="27803"/>
          <ac:spMkLst>
            <pc:docMk/>
            <pc:sldMk cId="1175821773" sldId="258"/>
            <ac:spMk id="296" creationId="{C6360087-6277-46B2-B53C-9AFF384903CC}"/>
          </ac:spMkLst>
        </pc:spChg>
        <pc:spChg chg="mod">
          <ac:chgData name="SERGIO SPANO'" userId="3abdd0b9-513e-40ac-aad4-56920065037d" providerId="ADAL" clId="{2DCFDF45-1F6B-4A47-892B-C9094FDD5642}" dt="2022-03-21T11:08:19.259" v="1310" actId="27803"/>
          <ac:spMkLst>
            <pc:docMk/>
            <pc:sldMk cId="1175821773" sldId="258"/>
            <ac:spMk id="297" creationId="{C0F65AA1-1BC1-4F31-89C5-070FC7AA870C}"/>
          </ac:spMkLst>
        </pc:spChg>
        <pc:spChg chg="mod">
          <ac:chgData name="SERGIO SPANO'" userId="3abdd0b9-513e-40ac-aad4-56920065037d" providerId="ADAL" clId="{2DCFDF45-1F6B-4A47-892B-C9094FDD5642}" dt="2022-03-21T11:08:19.259" v="1310" actId="27803"/>
          <ac:spMkLst>
            <pc:docMk/>
            <pc:sldMk cId="1175821773" sldId="258"/>
            <ac:spMk id="298" creationId="{7605B24F-B4EB-47ED-A3D5-C0AA7E2DDA62}"/>
          </ac:spMkLst>
        </pc:spChg>
        <pc:spChg chg="mod">
          <ac:chgData name="SERGIO SPANO'" userId="3abdd0b9-513e-40ac-aad4-56920065037d" providerId="ADAL" clId="{2DCFDF45-1F6B-4A47-892B-C9094FDD5642}" dt="2022-03-21T11:08:19.259" v="1310" actId="27803"/>
          <ac:spMkLst>
            <pc:docMk/>
            <pc:sldMk cId="1175821773" sldId="258"/>
            <ac:spMk id="299" creationId="{C2E0966D-349F-4B61-BDDF-8F126E8EB36D}"/>
          </ac:spMkLst>
        </pc:spChg>
        <pc:spChg chg="mod">
          <ac:chgData name="SERGIO SPANO'" userId="3abdd0b9-513e-40ac-aad4-56920065037d" providerId="ADAL" clId="{2DCFDF45-1F6B-4A47-892B-C9094FDD5642}" dt="2022-03-21T11:08:19.259" v="1310" actId="27803"/>
          <ac:spMkLst>
            <pc:docMk/>
            <pc:sldMk cId="1175821773" sldId="258"/>
            <ac:spMk id="300" creationId="{5F346713-5F4B-448E-ABDB-BFFC539C7A14}"/>
          </ac:spMkLst>
        </pc:spChg>
        <pc:spChg chg="mod">
          <ac:chgData name="SERGIO SPANO'" userId="3abdd0b9-513e-40ac-aad4-56920065037d" providerId="ADAL" clId="{2DCFDF45-1F6B-4A47-892B-C9094FDD5642}" dt="2022-03-21T11:08:19.259" v="1310" actId="27803"/>
          <ac:spMkLst>
            <pc:docMk/>
            <pc:sldMk cId="1175821773" sldId="258"/>
            <ac:spMk id="301" creationId="{1A6D82DA-E5A8-440D-8C34-E4F7C9F735E3}"/>
          </ac:spMkLst>
        </pc:spChg>
        <pc:spChg chg="mod">
          <ac:chgData name="SERGIO SPANO'" userId="3abdd0b9-513e-40ac-aad4-56920065037d" providerId="ADAL" clId="{2DCFDF45-1F6B-4A47-892B-C9094FDD5642}" dt="2022-03-21T11:08:19.259" v="1310" actId="27803"/>
          <ac:spMkLst>
            <pc:docMk/>
            <pc:sldMk cId="1175821773" sldId="258"/>
            <ac:spMk id="302" creationId="{5DDE37C0-82E0-4BD9-8815-794DC2D154AC}"/>
          </ac:spMkLst>
        </pc:spChg>
        <pc:spChg chg="mod">
          <ac:chgData name="SERGIO SPANO'" userId="3abdd0b9-513e-40ac-aad4-56920065037d" providerId="ADAL" clId="{2DCFDF45-1F6B-4A47-892B-C9094FDD5642}" dt="2022-03-21T11:08:19.259" v="1310" actId="27803"/>
          <ac:spMkLst>
            <pc:docMk/>
            <pc:sldMk cId="1175821773" sldId="258"/>
            <ac:spMk id="303" creationId="{ACDAB4AC-3DE3-467D-A0BB-EC80F395A50F}"/>
          </ac:spMkLst>
        </pc:spChg>
        <pc:spChg chg="mod">
          <ac:chgData name="SERGIO SPANO'" userId="3abdd0b9-513e-40ac-aad4-56920065037d" providerId="ADAL" clId="{2DCFDF45-1F6B-4A47-892B-C9094FDD5642}" dt="2022-03-21T11:08:19.259" v="1310" actId="27803"/>
          <ac:spMkLst>
            <pc:docMk/>
            <pc:sldMk cId="1175821773" sldId="258"/>
            <ac:spMk id="304" creationId="{DCBF7E22-43A9-4191-88DF-CEE7EA1AEEF6}"/>
          </ac:spMkLst>
        </pc:spChg>
        <pc:spChg chg="mod">
          <ac:chgData name="SERGIO SPANO'" userId="3abdd0b9-513e-40ac-aad4-56920065037d" providerId="ADAL" clId="{2DCFDF45-1F6B-4A47-892B-C9094FDD5642}" dt="2022-03-21T11:08:19.259" v="1310" actId="27803"/>
          <ac:spMkLst>
            <pc:docMk/>
            <pc:sldMk cId="1175821773" sldId="258"/>
            <ac:spMk id="305" creationId="{2691A86E-768B-4463-A83A-15EF092408C7}"/>
          </ac:spMkLst>
        </pc:spChg>
        <pc:spChg chg="mod">
          <ac:chgData name="SERGIO SPANO'" userId="3abdd0b9-513e-40ac-aad4-56920065037d" providerId="ADAL" clId="{2DCFDF45-1F6B-4A47-892B-C9094FDD5642}" dt="2022-03-21T11:08:19.259" v="1310" actId="27803"/>
          <ac:spMkLst>
            <pc:docMk/>
            <pc:sldMk cId="1175821773" sldId="258"/>
            <ac:spMk id="306" creationId="{2CBC918F-E71E-4B30-84A6-621A8F9B3153}"/>
          </ac:spMkLst>
        </pc:spChg>
        <pc:spChg chg="mod">
          <ac:chgData name="SERGIO SPANO'" userId="3abdd0b9-513e-40ac-aad4-56920065037d" providerId="ADAL" clId="{2DCFDF45-1F6B-4A47-892B-C9094FDD5642}" dt="2022-03-21T11:08:19.259" v="1310" actId="27803"/>
          <ac:spMkLst>
            <pc:docMk/>
            <pc:sldMk cId="1175821773" sldId="258"/>
            <ac:spMk id="307" creationId="{102F7E74-080E-4D08-B291-68A9C68D3FA7}"/>
          </ac:spMkLst>
        </pc:spChg>
        <pc:spChg chg="mod">
          <ac:chgData name="SERGIO SPANO'" userId="3abdd0b9-513e-40ac-aad4-56920065037d" providerId="ADAL" clId="{2DCFDF45-1F6B-4A47-892B-C9094FDD5642}" dt="2022-03-21T11:08:19.259" v="1310" actId="27803"/>
          <ac:spMkLst>
            <pc:docMk/>
            <pc:sldMk cId="1175821773" sldId="258"/>
            <ac:spMk id="308" creationId="{C49FEE1E-6610-492D-B0C1-7013444F92FE}"/>
          </ac:spMkLst>
        </pc:spChg>
        <pc:spChg chg="mod">
          <ac:chgData name="SERGIO SPANO'" userId="3abdd0b9-513e-40ac-aad4-56920065037d" providerId="ADAL" clId="{2DCFDF45-1F6B-4A47-892B-C9094FDD5642}" dt="2022-03-21T11:08:19.259" v="1310" actId="27803"/>
          <ac:spMkLst>
            <pc:docMk/>
            <pc:sldMk cId="1175821773" sldId="258"/>
            <ac:spMk id="309" creationId="{60300948-7E29-4F64-B2FF-066DD65ABC48}"/>
          </ac:spMkLst>
        </pc:spChg>
        <pc:spChg chg="mod">
          <ac:chgData name="SERGIO SPANO'" userId="3abdd0b9-513e-40ac-aad4-56920065037d" providerId="ADAL" clId="{2DCFDF45-1F6B-4A47-892B-C9094FDD5642}" dt="2022-03-21T11:08:19.259" v="1310" actId="27803"/>
          <ac:spMkLst>
            <pc:docMk/>
            <pc:sldMk cId="1175821773" sldId="258"/>
            <ac:spMk id="310" creationId="{4DF7E536-4336-49A0-AD00-49FEFD101852}"/>
          </ac:spMkLst>
        </pc:spChg>
        <pc:spChg chg="mod">
          <ac:chgData name="SERGIO SPANO'" userId="3abdd0b9-513e-40ac-aad4-56920065037d" providerId="ADAL" clId="{2DCFDF45-1F6B-4A47-892B-C9094FDD5642}" dt="2022-03-21T11:08:19.259" v="1310" actId="27803"/>
          <ac:spMkLst>
            <pc:docMk/>
            <pc:sldMk cId="1175821773" sldId="258"/>
            <ac:spMk id="311" creationId="{42E38C02-A121-4282-8287-EB97503F49F9}"/>
          </ac:spMkLst>
        </pc:spChg>
        <pc:spChg chg="mod">
          <ac:chgData name="SERGIO SPANO'" userId="3abdd0b9-513e-40ac-aad4-56920065037d" providerId="ADAL" clId="{2DCFDF45-1F6B-4A47-892B-C9094FDD5642}" dt="2022-03-21T11:08:19.259" v="1310" actId="27803"/>
          <ac:spMkLst>
            <pc:docMk/>
            <pc:sldMk cId="1175821773" sldId="258"/>
            <ac:spMk id="312" creationId="{6558EFE8-DBB2-453B-BC47-F14BAB35B8EC}"/>
          </ac:spMkLst>
        </pc:spChg>
        <pc:spChg chg="mod">
          <ac:chgData name="SERGIO SPANO'" userId="3abdd0b9-513e-40ac-aad4-56920065037d" providerId="ADAL" clId="{2DCFDF45-1F6B-4A47-892B-C9094FDD5642}" dt="2022-03-21T11:08:19.259" v="1310" actId="27803"/>
          <ac:spMkLst>
            <pc:docMk/>
            <pc:sldMk cId="1175821773" sldId="258"/>
            <ac:spMk id="313" creationId="{14653221-884F-4FB6-A432-EB9B1DA5B99F}"/>
          </ac:spMkLst>
        </pc:spChg>
        <pc:spChg chg="mod">
          <ac:chgData name="SERGIO SPANO'" userId="3abdd0b9-513e-40ac-aad4-56920065037d" providerId="ADAL" clId="{2DCFDF45-1F6B-4A47-892B-C9094FDD5642}" dt="2022-03-21T11:08:19.259" v="1310" actId="27803"/>
          <ac:spMkLst>
            <pc:docMk/>
            <pc:sldMk cId="1175821773" sldId="258"/>
            <ac:spMk id="314" creationId="{A6EABAF9-B581-47C6-89D3-D939E91876F4}"/>
          </ac:spMkLst>
        </pc:spChg>
        <pc:spChg chg="mod">
          <ac:chgData name="SERGIO SPANO'" userId="3abdd0b9-513e-40ac-aad4-56920065037d" providerId="ADAL" clId="{2DCFDF45-1F6B-4A47-892B-C9094FDD5642}" dt="2022-03-21T11:08:19.259" v="1310" actId="27803"/>
          <ac:spMkLst>
            <pc:docMk/>
            <pc:sldMk cId="1175821773" sldId="258"/>
            <ac:spMk id="315" creationId="{F337452F-4D66-4E19-A5C5-ED2F61C5B2C2}"/>
          </ac:spMkLst>
        </pc:spChg>
        <pc:spChg chg="mod">
          <ac:chgData name="SERGIO SPANO'" userId="3abdd0b9-513e-40ac-aad4-56920065037d" providerId="ADAL" clId="{2DCFDF45-1F6B-4A47-892B-C9094FDD5642}" dt="2022-03-21T11:08:19.259" v="1310" actId="27803"/>
          <ac:spMkLst>
            <pc:docMk/>
            <pc:sldMk cId="1175821773" sldId="258"/>
            <ac:spMk id="316" creationId="{118EF1BD-3DBC-4382-BC27-2E5F7348CC3B}"/>
          </ac:spMkLst>
        </pc:spChg>
        <pc:spChg chg="mod">
          <ac:chgData name="SERGIO SPANO'" userId="3abdd0b9-513e-40ac-aad4-56920065037d" providerId="ADAL" clId="{2DCFDF45-1F6B-4A47-892B-C9094FDD5642}" dt="2022-03-21T11:08:19.259" v="1310" actId="27803"/>
          <ac:spMkLst>
            <pc:docMk/>
            <pc:sldMk cId="1175821773" sldId="258"/>
            <ac:spMk id="317" creationId="{33091273-34CB-4C50-8307-7318818A1077}"/>
          </ac:spMkLst>
        </pc:spChg>
        <pc:spChg chg="mod">
          <ac:chgData name="SERGIO SPANO'" userId="3abdd0b9-513e-40ac-aad4-56920065037d" providerId="ADAL" clId="{2DCFDF45-1F6B-4A47-892B-C9094FDD5642}" dt="2022-03-21T11:08:19.259" v="1310" actId="27803"/>
          <ac:spMkLst>
            <pc:docMk/>
            <pc:sldMk cId="1175821773" sldId="258"/>
            <ac:spMk id="318" creationId="{6BB70D5E-6869-4CA3-8C9B-EE517D88646D}"/>
          </ac:spMkLst>
        </pc:spChg>
        <pc:spChg chg="mod">
          <ac:chgData name="SERGIO SPANO'" userId="3abdd0b9-513e-40ac-aad4-56920065037d" providerId="ADAL" clId="{2DCFDF45-1F6B-4A47-892B-C9094FDD5642}" dt="2022-03-21T11:08:19.259" v="1310" actId="27803"/>
          <ac:spMkLst>
            <pc:docMk/>
            <pc:sldMk cId="1175821773" sldId="258"/>
            <ac:spMk id="319" creationId="{90AF48AF-7C6E-4AAB-A873-EE83A06B12F7}"/>
          </ac:spMkLst>
        </pc:spChg>
        <pc:spChg chg="mod">
          <ac:chgData name="SERGIO SPANO'" userId="3abdd0b9-513e-40ac-aad4-56920065037d" providerId="ADAL" clId="{2DCFDF45-1F6B-4A47-892B-C9094FDD5642}" dt="2022-03-21T11:08:19.259" v="1310" actId="27803"/>
          <ac:spMkLst>
            <pc:docMk/>
            <pc:sldMk cId="1175821773" sldId="258"/>
            <ac:spMk id="320" creationId="{F281D36C-6DE4-4E87-BAC2-FD0A68E7B610}"/>
          </ac:spMkLst>
        </pc:spChg>
        <pc:spChg chg="mod">
          <ac:chgData name="SERGIO SPANO'" userId="3abdd0b9-513e-40ac-aad4-56920065037d" providerId="ADAL" clId="{2DCFDF45-1F6B-4A47-892B-C9094FDD5642}" dt="2022-03-21T11:08:19.259" v="1310" actId="27803"/>
          <ac:spMkLst>
            <pc:docMk/>
            <pc:sldMk cId="1175821773" sldId="258"/>
            <ac:spMk id="321" creationId="{DA1C3F22-5BA1-4154-AC03-31ABDFD95A57}"/>
          </ac:spMkLst>
        </pc:spChg>
        <pc:spChg chg="mod">
          <ac:chgData name="SERGIO SPANO'" userId="3abdd0b9-513e-40ac-aad4-56920065037d" providerId="ADAL" clId="{2DCFDF45-1F6B-4A47-892B-C9094FDD5642}" dt="2022-03-21T11:08:19.259" v="1310" actId="27803"/>
          <ac:spMkLst>
            <pc:docMk/>
            <pc:sldMk cId="1175821773" sldId="258"/>
            <ac:spMk id="322" creationId="{7B0765EF-62F9-4356-8F92-00CC0DF08005}"/>
          </ac:spMkLst>
        </pc:spChg>
        <pc:spChg chg="mod">
          <ac:chgData name="SERGIO SPANO'" userId="3abdd0b9-513e-40ac-aad4-56920065037d" providerId="ADAL" clId="{2DCFDF45-1F6B-4A47-892B-C9094FDD5642}" dt="2022-03-21T11:08:19.259" v="1310" actId="27803"/>
          <ac:spMkLst>
            <pc:docMk/>
            <pc:sldMk cId="1175821773" sldId="258"/>
            <ac:spMk id="323" creationId="{F93150DF-B2B8-49A3-8FEA-EC19FA4DEB34}"/>
          </ac:spMkLst>
        </pc:spChg>
        <pc:spChg chg="mod">
          <ac:chgData name="SERGIO SPANO'" userId="3abdd0b9-513e-40ac-aad4-56920065037d" providerId="ADAL" clId="{2DCFDF45-1F6B-4A47-892B-C9094FDD5642}" dt="2022-03-21T11:08:19.259" v="1310" actId="27803"/>
          <ac:spMkLst>
            <pc:docMk/>
            <pc:sldMk cId="1175821773" sldId="258"/>
            <ac:spMk id="324" creationId="{87BB3A7E-417D-41EE-AA8B-8901ACE79C49}"/>
          </ac:spMkLst>
        </pc:spChg>
        <pc:spChg chg="mod">
          <ac:chgData name="SERGIO SPANO'" userId="3abdd0b9-513e-40ac-aad4-56920065037d" providerId="ADAL" clId="{2DCFDF45-1F6B-4A47-892B-C9094FDD5642}" dt="2022-03-21T11:08:19.259" v="1310" actId="27803"/>
          <ac:spMkLst>
            <pc:docMk/>
            <pc:sldMk cId="1175821773" sldId="258"/>
            <ac:spMk id="325" creationId="{A0406326-F243-4DF9-927C-E247AB2FAB20}"/>
          </ac:spMkLst>
        </pc:spChg>
        <pc:spChg chg="mod">
          <ac:chgData name="SERGIO SPANO'" userId="3abdd0b9-513e-40ac-aad4-56920065037d" providerId="ADAL" clId="{2DCFDF45-1F6B-4A47-892B-C9094FDD5642}" dt="2022-03-21T11:08:19.259" v="1310" actId="27803"/>
          <ac:spMkLst>
            <pc:docMk/>
            <pc:sldMk cId="1175821773" sldId="258"/>
            <ac:spMk id="326" creationId="{61DDDAAF-6B95-4F1F-BFCC-2850A4A932E8}"/>
          </ac:spMkLst>
        </pc:spChg>
        <pc:spChg chg="mod">
          <ac:chgData name="SERGIO SPANO'" userId="3abdd0b9-513e-40ac-aad4-56920065037d" providerId="ADAL" clId="{2DCFDF45-1F6B-4A47-892B-C9094FDD5642}" dt="2022-03-21T11:08:19.259" v="1310" actId="27803"/>
          <ac:spMkLst>
            <pc:docMk/>
            <pc:sldMk cId="1175821773" sldId="258"/>
            <ac:spMk id="327" creationId="{099FDDEA-1546-4F4F-8F36-3A8D57459B8A}"/>
          </ac:spMkLst>
        </pc:spChg>
        <pc:spChg chg="mod">
          <ac:chgData name="SERGIO SPANO'" userId="3abdd0b9-513e-40ac-aad4-56920065037d" providerId="ADAL" clId="{2DCFDF45-1F6B-4A47-892B-C9094FDD5642}" dt="2022-03-21T11:08:19.259" v="1310" actId="27803"/>
          <ac:spMkLst>
            <pc:docMk/>
            <pc:sldMk cId="1175821773" sldId="258"/>
            <ac:spMk id="328" creationId="{82AB5569-3CEA-4FCA-9FFC-847897457DE9}"/>
          </ac:spMkLst>
        </pc:spChg>
        <pc:spChg chg="mod">
          <ac:chgData name="SERGIO SPANO'" userId="3abdd0b9-513e-40ac-aad4-56920065037d" providerId="ADAL" clId="{2DCFDF45-1F6B-4A47-892B-C9094FDD5642}" dt="2022-03-21T11:08:19.259" v="1310" actId="27803"/>
          <ac:spMkLst>
            <pc:docMk/>
            <pc:sldMk cId="1175821773" sldId="258"/>
            <ac:spMk id="329" creationId="{78724F6D-E8EE-4DCA-B916-01294B96E22C}"/>
          </ac:spMkLst>
        </pc:spChg>
        <pc:spChg chg="mod">
          <ac:chgData name="SERGIO SPANO'" userId="3abdd0b9-513e-40ac-aad4-56920065037d" providerId="ADAL" clId="{2DCFDF45-1F6B-4A47-892B-C9094FDD5642}" dt="2022-03-21T11:08:19.259" v="1310" actId="27803"/>
          <ac:spMkLst>
            <pc:docMk/>
            <pc:sldMk cId="1175821773" sldId="258"/>
            <ac:spMk id="330" creationId="{986F9922-86F4-4BD3-BA78-630E2936D457}"/>
          </ac:spMkLst>
        </pc:spChg>
        <pc:spChg chg="mod">
          <ac:chgData name="SERGIO SPANO'" userId="3abdd0b9-513e-40ac-aad4-56920065037d" providerId="ADAL" clId="{2DCFDF45-1F6B-4A47-892B-C9094FDD5642}" dt="2022-03-21T11:08:19.259" v="1310" actId="27803"/>
          <ac:spMkLst>
            <pc:docMk/>
            <pc:sldMk cId="1175821773" sldId="258"/>
            <ac:spMk id="331" creationId="{51CDE558-5E29-4AAD-8175-93E22060FB41}"/>
          </ac:spMkLst>
        </pc:spChg>
        <pc:spChg chg="mod">
          <ac:chgData name="SERGIO SPANO'" userId="3abdd0b9-513e-40ac-aad4-56920065037d" providerId="ADAL" clId="{2DCFDF45-1F6B-4A47-892B-C9094FDD5642}" dt="2022-03-21T11:08:19.259" v="1310" actId="27803"/>
          <ac:spMkLst>
            <pc:docMk/>
            <pc:sldMk cId="1175821773" sldId="258"/>
            <ac:spMk id="332" creationId="{3B6A57B4-A4DE-4241-A42B-214EDA5100E3}"/>
          </ac:spMkLst>
        </pc:spChg>
        <pc:spChg chg="mod">
          <ac:chgData name="SERGIO SPANO'" userId="3abdd0b9-513e-40ac-aad4-56920065037d" providerId="ADAL" clId="{2DCFDF45-1F6B-4A47-892B-C9094FDD5642}" dt="2022-03-21T11:08:19.259" v="1310" actId="27803"/>
          <ac:spMkLst>
            <pc:docMk/>
            <pc:sldMk cId="1175821773" sldId="258"/>
            <ac:spMk id="333" creationId="{FB1B55EC-67B4-45A7-B0DB-72683F3CFCEF}"/>
          </ac:spMkLst>
        </pc:spChg>
        <pc:spChg chg="mod">
          <ac:chgData name="SERGIO SPANO'" userId="3abdd0b9-513e-40ac-aad4-56920065037d" providerId="ADAL" clId="{2DCFDF45-1F6B-4A47-892B-C9094FDD5642}" dt="2022-03-21T11:08:19.259" v="1310" actId="27803"/>
          <ac:spMkLst>
            <pc:docMk/>
            <pc:sldMk cId="1175821773" sldId="258"/>
            <ac:spMk id="334" creationId="{9AD446E7-FEE7-4E1A-AF37-863A83081D95}"/>
          </ac:spMkLst>
        </pc:spChg>
        <pc:spChg chg="mod">
          <ac:chgData name="SERGIO SPANO'" userId="3abdd0b9-513e-40ac-aad4-56920065037d" providerId="ADAL" clId="{2DCFDF45-1F6B-4A47-892B-C9094FDD5642}" dt="2022-03-21T11:08:19.259" v="1310" actId="27803"/>
          <ac:spMkLst>
            <pc:docMk/>
            <pc:sldMk cId="1175821773" sldId="258"/>
            <ac:spMk id="335" creationId="{247D1021-328F-4931-A48F-7FE164560E77}"/>
          </ac:spMkLst>
        </pc:spChg>
        <pc:spChg chg="mod">
          <ac:chgData name="SERGIO SPANO'" userId="3abdd0b9-513e-40ac-aad4-56920065037d" providerId="ADAL" clId="{2DCFDF45-1F6B-4A47-892B-C9094FDD5642}" dt="2022-03-21T11:08:19.259" v="1310" actId="27803"/>
          <ac:spMkLst>
            <pc:docMk/>
            <pc:sldMk cId="1175821773" sldId="258"/>
            <ac:spMk id="336" creationId="{CC9BF387-C69B-40CE-93D0-A96802D97D7B}"/>
          </ac:spMkLst>
        </pc:spChg>
        <pc:spChg chg="mod">
          <ac:chgData name="SERGIO SPANO'" userId="3abdd0b9-513e-40ac-aad4-56920065037d" providerId="ADAL" clId="{2DCFDF45-1F6B-4A47-892B-C9094FDD5642}" dt="2022-03-21T11:08:19.259" v="1310" actId="27803"/>
          <ac:spMkLst>
            <pc:docMk/>
            <pc:sldMk cId="1175821773" sldId="258"/>
            <ac:spMk id="337" creationId="{A2B5F6DE-8F06-46F8-BE06-0E21E1472D39}"/>
          </ac:spMkLst>
        </pc:spChg>
        <pc:spChg chg="mod">
          <ac:chgData name="SERGIO SPANO'" userId="3abdd0b9-513e-40ac-aad4-56920065037d" providerId="ADAL" clId="{2DCFDF45-1F6B-4A47-892B-C9094FDD5642}" dt="2022-03-21T11:08:19.259" v="1310" actId="27803"/>
          <ac:spMkLst>
            <pc:docMk/>
            <pc:sldMk cId="1175821773" sldId="258"/>
            <ac:spMk id="338" creationId="{B46E96E7-DA32-4916-B39B-8E55683C6BA0}"/>
          </ac:spMkLst>
        </pc:spChg>
        <pc:spChg chg="mod">
          <ac:chgData name="SERGIO SPANO'" userId="3abdd0b9-513e-40ac-aad4-56920065037d" providerId="ADAL" clId="{2DCFDF45-1F6B-4A47-892B-C9094FDD5642}" dt="2022-03-21T11:08:19.259" v="1310" actId="27803"/>
          <ac:spMkLst>
            <pc:docMk/>
            <pc:sldMk cId="1175821773" sldId="258"/>
            <ac:spMk id="339" creationId="{8D3E1EB1-F8DA-4BA6-9FBC-79F6E6F40CE9}"/>
          </ac:spMkLst>
        </pc:spChg>
        <pc:spChg chg="mod">
          <ac:chgData name="SERGIO SPANO'" userId="3abdd0b9-513e-40ac-aad4-56920065037d" providerId="ADAL" clId="{2DCFDF45-1F6B-4A47-892B-C9094FDD5642}" dt="2022-03-21T11:08:19.259" v="1310" actId="27803"/>
          <ac:spMkLst>
            <pc:docMk/>
            <pc:sldMk cId="1175821773" sldId="258"/>
            <ac:spMk id="340" creationId="{D48CEDA3-914D-4342-9795-64904F7151AD}"/>
          </ac:spMkLst>
        </pc:spChg>
        <pc:spChg chg="mod">
          <ac:chgData name="SERGIO SPANO'" userId="3abdd0b9-513e-40ac-aad4-56920065037d" providerId="ADAL" clId="{2DCFDF45-1F6B-4A47-892B-C9094FDD5642}" dt="2022-03-21T11:08:19.259" v="1310" actId="27803"/>
          <ac:spMkLst>
            <pc:docMk/>
            <pc:sldMk cId="1175821773" sldId="258"/>
            <ac:spMk id="341" creationId="{7FDC3123-1E37-480A-B54B-73C78D08022B}"/>
          </ac:spMkLst>
        </pc:spChg>
        <pc:spChg chg="mod">
          <ac:chgData name="SERGIO SPANO'" userId="3abdd0b9-513e-40ac-aad4-56920065037d" providerId="ADAL" clId="{2DCFDF45-1F6B-4A47-892B-C9094FDD5642}" dt="2022-03-21T11:08:19.259" v="1310" actId="27803"/>
          <ac:spMkLst>
            <pc:docMk/>
            <pc:sldMk cId="1175821773" sldId="258"/>
            <ac:spMk id="342" creationId="{05E216AE-8EB8-4470-9B3D-A0D57A973842}"/>
          </ac:spMkLst>
        </pc:spChg>
        <pc:spChg chg="mod">
          <ac:chgData name="SERGIO SPANO'" userId="3abdd0b9-513e-40ac-aad4-56920065037d" providerId="ADAL" clId="{2DCFDF45-1F6B-4A47-892B-C9094FDD5642}" dt="2022-03-21T11:08:19.259" v="1310" actId="27803"/>
          <ac:spMkLst>
            <pc:docMk/>
            <pc:sldMk cId="1175821773" sldId="258"/>
            <ac:spMk id="343" creationId="{DD9437F1-8462-4DC6-B259-EAF6F0577120}"/>
          </ac:spMkLst>
        </pc:spChg>
        <pc:spChg chg="mod">
          <ac:chgData name="SERGIO SPANO'" userId="3abdd0b9-513e-40ac-aad4-56920065037d" providerId="ADAL" clId="{2DCFDF45-1F6B-4A47-892B-C9094FDD5642}" dt="2022-03-21T11:08:19.259" v="1310" actId="27803"/>
          <ac:spMkLst>
            <pc:docMk/>
            <pc:sldMk cId="1175821773" sldId="258"/>
            <ac:spMk id="344" creationId="{BB1B1851-2312-4FD6-87F7-0ED20C6A170C}"/>
          </ac:spMkLst>
        </pc:spChg>
        <pc:spChg chg="mod">
          <ac:chgData name="SERGIO SPANO'" userId="3abdd0b9-513e-40ac-aad4-56920065037d" providerId="ADAL" clId="{2DCFDF45-1F6B-4A47-892B-C9094FDD5642}" dt="2022-03-21T11:08:19.259" v="1310" actId="27803"/>
          <ac:spMkLst>
            <pc:docMk/>
            <pc:sldMk cId="1175821773" sldId="258"/>
            <ac:spMk id="345" creationId="{F49ABE0E-1427-41D2-BFD5-ABA45625605B}"/>
          </ac:spMkLst>
        </pc:spChg>
        <pc:spChg chg="mod">
          <ac:chgData name="SERGIO SPANO'" userId="3abdd0b9-513e-40ac-aad4-56920065037d" providerId="ADAL" clId="{2DCFDF45-1F6B-4A47-892B-C9094FDD5642}" dt="2022-03-21T11:08:19.259" v="1310" actId="27803"/>
          <ac:spMkLst>
            <pc:docMk/>
            <pc:sldMk cId="1175821773" sldId="258"/>
            <ac:spMk id="346" creationId="{38D305CF-D652-4F51-997A-DAFEC302F002}"/>
          </ac:spMkLst>
        </pc:spChg>
        <pc:spChg chg="mod">
          <ac:chgData name="SERGIO SPANO'" userId="3abdd0b9-513e-40ac-aad4-56920065037d" providerId="ADAL" clId="{2DCFDF45-1F6B-4A47-892B-C9094FDD5642}" dt="2022-03-21T11:08:19.259" v="1310" actId="27803"/>
          <ac:spMkLst>
            <pc:docMk/>
            <pc:sldMk cId="1175821773" sldId="258"/>
            <ac:spMk id="347" creationId="{362A3374-00DA-4080-B03B-CA90A80AAB9E}"/>
          </ac:spMkLst>
        </pc:spChg>
        <pc:spChg chg="mod">
          <ac:chgData name="SERGIO SPANO'" userId="3abdd0b9-513e-40ac-aad4-56920065037d" providerId="ADAL" clId="{2DCFDF45-1F6B-4A47-892B-C9094FDD5642}" dt="2022-03-21T11:08:19.259" v="1310" actId="27803"/>
          <ac:spMkLst>
            <pc:docMk/>
            <pc:sldMk cId="1175821773" sldId="258"/>
            <ac:spMk id="348" creationId="{8A386B4B-1054-4D1F-BE25-8580BA1BD310}"/>
          </ac:spMkLst>
        </pc:spChg>
        <pc:spChg chg="mod">
          <ac:chgData name="SERGIO SPANO'" userId="3abdd0b9-513e-40ac-aad4-56920065037d" providerId="ADAL" clId="{2DCFDF45-1F6B-4A47-892B-C9094FDD5642}" dt="2022-03-21T11:08:19.259" v="1310" actId="27803"/>
          <ac:spMkLst>
            <pc:docMk/>
            <pc:sldMk cId="1175821773" sldId="258"/>
            <ac:spMk id="349" creationId="{87B66903-C6A0-40E2-AC7B-9999AB376AEF}"/>
          </ac:spMkLst>
        </pc:spChg>
        <pc:spChg chg="mod">
          <ac:chgData name="SERGIO SPANO'" userId="3abdd0b9-513e-40ac-aad4-56920065037d" providerId="ADAL" clId="{2DCFDF45-1F6B-4A47-892B-C9094FDD5642}" dt="2022-03-21T11:08:19.259" v="1310" actId="27803"/>
          <ac:spMkLst>
            <pc:docMk/>
            <pc:sldMk cId="1175821773" sldId="258"/>
            <ac:spMk id="350" creationId="{9A630DCC-042B-436C-A9D0-EC273E280A5D}"/>
          </ac:spMkLst>
        </pc:spChg>
        <pc:spChg chg="mod">
          <ac:chgData name="SERGIO SPANO'" userId="3abdd0b9-513e-40ac-aad4-56920065037d" providerId="ADAL" clId="{2DCFDF45-1F6B-4A47-892B-C9094FDD5642}" dt="2022-03-21T11:08:19.259" v="1310" actId="27803"/>
          <ac:spMkLst>
            <pc:docMk/>
            <pc:sldMk cId="1175821773" sldId="258"/>
            <ac:spMk id="351" creationId="{7E4F519D-E9F9-425C-BBCC-2AFE708B197D}"/>
          </ac:spMkLst>
        </pc:spChg>
        <pc:spChg chg="mod">
          <ac:chgData name="SERGIO SPANO'" userId="3abdd0b9-513e-40ac-aad4-56920065037d" providerId="ADAL" clId="{2DCFDF45-1F6B-4A47-892B-C9094FDD5642}" dt="2022-03-21T11:08:19.259" v="1310" actId="27803"/>
          <ac:spMkLst>
            <pc:docMk/>
            <pc:sldMk cId="1175821773" sldId="258"/>
            <ac:spMk id="352" creationId="{EA8F4E67-F474-4A99-96C5-811513DA605E}"/>
          </ac:spMkLst>
        </pc:spChg>
        <pc:spChg chg="mod">
          <ac:chgData name="SERGIO SPANO'" userId="3abdd0b9-513e-40ac-aad4-56920065037d" providerId="ADAL" clId="{2DCFDF45-1F6B-4A47-892B-C9094FDD5642}" dt="2022-03-21T11:08:19.259" v="1310" actId="27803"/>
          <ac:spMkLst>
            <pc:docMk/>
            <pc:sldMk cId="1175821773" sldId="258"/>
            <ac:spMk id="353" creationId="{7399A187-E7FD-4E8A-A701-757D3700CB72}"/>
          </ac:spMkLst>
        </pc:spChg>
        <pc:spChg chg="mod">
          <ac:chgData name="SERGIO SPANO'" userId="3abdd0b9-513e-40ac-aad4-56920065037d" providerId="ADAL" clId="{2DCFDF45-1F6B-4A47-892B-C9094FDD5642}" dt="2022-03-21T11:08:19.259" v="1310" actId="27803"/>
          <ac:spMkLst>
            <pc:docMk/>
            <pc:sldMk cId="1175821773" sldId="258"/>
            <ac:spMk id="354" creationId="{91129141-A8E2-46B6-9A81-518E4F5055BE}"/>
          </ac:spMkLst>
        </pc:spChg>
        <pc:spChg chg="mod">
          <ac:chgData name="SERGIO SPANO'" userId="3abdd0b9-513e-40ac-aad4-56920065037d" providerId="ADAL" clId="{2DCFDF45-1F6B-4A47-892B-C9094FDD5642}" dt="2022-03-21T11:08:19.259" v="1310" actId="27803"/>
          <ac:spMkLst>
            <pc:docMk/>
            <pc:sldMk cId="1175821773" sldId="258"/>
            <ac:spMk id="355" creationId="{9C0DBB97-3CC4-402F-8BE0-64B73E2DAECD}"/>
          </ac:spMkLst>
        </pc:spChg>
        <pc:spChg chg="mod">
          <ac:chgData name="SERGIO SPANO'" userId="3abdd0b9-513e-40ac-aad4-56920065037d" providerId="ADAL" clId="{2DCFDF45-1F6B-4A47-892B-C9094FDD5642}" dt="2022-03-21T11:08:19.259" v="1310" actId="27803"/>
          <ac:spMkLst>
            <pc:docMk/>
            <pc:sldMk cId="1175821773" sldId="258"/>
            <ac:spMk id="356" creationId="{21B839FF-5544-470D-9F6F-E09F681D7B69}"/>
          </ac:spMkLst>
        </pc:spChg>
        <pc:spChg chg="mod">
          <ac:chgData name="SERGIO SPANO'" userId="3abdd0b9-513e-40ac-aad4-56920065037d" providerId="ADAL" clId="{2DCFDF45-1F6B-4A47-892B-C9094FDD5642}" dt="2022-03-21T11:08:19.259" v="1310" actId="27803"/>
          <ac:spMkLst>
            <pc:docMk/>
            <pc:sldMk cId="1175821773" sldId="258"/>
            <ac:spMk id="357" creationId="{A73DA253-E2EB-41E3-960E-0FB32B5A24A6}"/>
          </ac:spMkLst>
        </pc:spChg>
        <pc:spChg chg="mod">
          <ac:chgData name="SERGIO SPANO'" userId="3abdd0b9-513e-40ac-aad4-56920065037d" providerId="ADAL" clId="{2DCFDF45-1F6B-4A47-892B-C9094FDD5642}" dt="2022-03-21T11:08:19.259" v="1310" actId="27803"/>
          <ac:spMkLst>
            <pc:docMk/>
            <pc:sldMk cId="1175821773" sldId="258"/>
            <ac:spMk id="358" creationId="{C1F9E7D8-456F-416D-80B7-1674D7CF4DF0}"/>
          </ac:spMkLst>
        </pc:spChg>
        <pc:spChg chg="mod">
          <ac:chgData name="SERGIO SPANO'" userId="3abdd0b9-513e-40ac-aad4-56920065037d" providerId="ADAL" clId="{2DCFDF45-1F6B-4A47-892B-C9094FDD5642}" dt="2022-03-21T11:08:19.259" v="1310" actId="27803"/>
          <ac:spMkLst>
            <pc:docMk/>
            <pc:sldMk cId="1175821773" sldId="258"/>
            <ac:spMk id="359" creationId="{180C2F85-707C-4D76-B371-A881059E35AB}"/>
          </ac:spMkLst>
        </pc:spChg>
        <pc:spChg chg="mod">
          <ac:chgData name="SERGIO SPANO'" userId="3abdd0b9-513e-40ac-aad4-56920065037d" providerId="ADAL" clId="{2DCFDF45-1F6B-4A47-892B-C9094FDD5642}" dt="2022-03-21T11:08:19.259" v="1310" actId="27803"/>
          <ac:spMkLst>
            <pc:docMk/>
            <pc:sldMk cId="1175821773" sldId="258"/>
            <ac:spMk id="360" creationId="{D5F36545-002F-4A4B-9BC1-B48085A60FDA}"/>
          </ac:spMkLst>
        </pc:spChg>
        <pc:spChg chg="mod">
          <ac:chgData name="SERGIO SPANO'" userId="3abdd0b9-513e-40ac-aad4-56920065037d" providerId="ADAL" clId="{2DCFDF45-1F6B-4A47-892B-C9094FDD5642}" dt="2022-03-21T11:08:19.259" v="1310" actId="27803"/>
          <ac:spMkLst>
            <pc:docMk/>
            <pc:sldMk cId="1175821773" sldId="258"/>
            <ac:spMk id="361" creationId="{7285D24F-04E8-47AB-AC9C-802EEB7257E8}"/>
          </ac:spMkLst>
        </pc:spChg>
        <pc:spChg chg="mod">
          <ac:chgData name="SERGIO SPANO'" userId="3abdd0b9-513e-40ac-aad4-56920065037d" providerId="ADAL" clId="{2DCFDF45-1F6B-4A47-892B-C9094FDD5642}" dt="2022-03-21T11:08:19.259" v="1310" actId="27803"/>
          <ac:spMkLst>
            <pc:docMk/>
            <pc:sldMk cId="1175821773" sldId="258"/>
            <ac:spMk id="362" creationId="{B1DE4B5D-1CB3-4888-A2D9-C82B25BC18C3}"/>
          </ac:spMkLst>
        </pc:spChg>
        <pc:spChg chg="mod">
          <ac:chgData name="SERGIO SPANO'" userId="3abdd0b9-513e-40ac-aad4-56920065037d" providerId="ADAL" clId="{2DCFDF45-1F6B-4A47-892B-C9094FDD5642}" dt="2022-03-21T11:08:19.259" v="1310" actId="27803"/>
          <ac:spMkLst>
            <pc:docMk/>
            <pc:sldMk cId="1175821773" sldId="258"/>
            <ac:spMk id="363" creationId="{C05EEF9B-905F-4EF5-965C-2DD95FFCA49C}"/>
          </ac:spMkLst>
        </pc:spChg>
        <pc:spChg chg="mod">
          <ac:chgData name="SERGIO SPANO'" userId="3abdd0b9-513e-40ac-aad4-56920065037d" providerId="ADAL" clId="{2DCFDF45-1F6B-4A47-892B-C9094FDD5642}" dt="2022-03-21T11:08:19.259" v="1310" actId="27803"/>
          <ac:spMkLst>
            <pc:docMk/>
            <pc:sldMk cId="1175821773" sldId="258"/>
            <ac:spMk id="364" creationId="{0C3CA922-A1D0-4ABB-92AF-4AF6D9860ECD}"/>
          </ac:spMkLst>
        </pc:spChg>
        <pc:spChg chg="mod">
          <ac:chgData name="SERGIO SPANO'" userId="3abdd0b9-513e-40ac-aad4-56920065037d" providerId="ADAL" clId="{2DCFDF45-1F6B-4A47-892B-C9094FDD5642}" dt="2022-03-21T11:08:19.259" v="1310" actId="27803"/>
          <ac:spMkLst>
            <pc:docMk/>
            <pc:sldMk cId="1175821773" sldId="258"/>
            <ac:spMk id="365" creationId="{85CB80C8-6C17-4D69-8F8B-F98201E84EF9}"/>
          </ac:spMkLst>
        </pc:spChg>
        <pc:spChg chg="mod">
          <ac:chgData name="SERGIO SPANO'" userId="3abdd0b9-513e-40ac-aad4-56920065037d" providerId="ADAL" clId="{2DCFDF45-1F6B-4A47-892B-C9094FDD5642}" dt="2022-03-21T11:08:19.259" v="1310" actId="27803"/>
          <ac:spMkLst>
            <pc:docMk/>
            <pc:sldMk cId="1175821773" sldId="258"/>
            <ac:spMk id="366" creationId="{F07C47C4-9D21-4684-AE4F-AEE64E086A4C}"/>
          </ac:spMkLst>
        </pc:spChg>
        <pc:spChg chg="mod">
          <ac:chgData name="SERGIO SPANO'" userId="3abdd0b9-513e-40ac-aad4-56920065037d" providerId="ADAL" clId="{2DCFDF45-1F6B-4A47-892B-C9094FDD5642}" dt="2022-03-21T11:08:19.259" v="1310" actId="27803"/>
          <ac:spMkLst>
            <pc:docMk/>
            <pc:sldMk cId="1175821773" sldId="258"/>
            <ac:spMk id="367" creationId="{17F02F35-41B3-4A51-952D-84DFCA2BB0DD}"/>
          </ac:spMkLst>
        </pc:spChg>
        <pc:spChg chg="mod">
          <ac:chgData name="SERGIO SPANO'" userId="3abdd0b9-513e-40ac-aad4-56920065037d" providerId="ADAL" clId="{2DCFDF45-1F6B-4A47-892B-C9094FDD5642}" dt="2022-03-21T11:08:19.259" v="1310" actId="27803"/>
          <ac:spMkLst>
            <pc:docMk/>
            <pc:sldMk cId="1175821773" sldId="258"/>
            <ac:spMk id="368" creationId="{E200916D-1B04-42C6-9D17-77CC8ED5C992}"/>
          </ac:spMkLst>
        </pc:spChg>
        <pc:spChg chg="mod">
          <ac:chgData name="SERGIO SPANO'" userId="3abdd0b9-513e-40ac-aad4-56920065037d" providerId="ADAL" clId="{2DCFDF45-1F6B-4A47-892B-C9094FDD5642}" dt="2022-03-21T11:08:19.259" v="1310" actId="27803"/>
          <ac:spMkLst>
            <pc:docMk/>
            <pc:sldMk cId="1175821773" sldId="258"/>
            <ac:spMk id="369" creationId="{8D70F2FA-6007-4E85-B8C1-86B95704D433}"/>
          </ac:spMkLst>
        </pc:spChg>
        <pc:spChg chg="mod">
          <ac:chgData name="SERGIO SPANO'" userId="3abdd0b9-513e-40ac-aad4-56920065037d" providerId="ADAL" clId="{2DCFDF45-1F6B-4A47-892B-C9094FDD5642}" dt="2022-03-21T11:08:19.259" v="1310" actId="27803"/>
          <ac:spMkLst>
            <pc:docMk/>
            <pc:sldMk cId="1175821773" sldId="258"/>
            <ac:spMk id="370" creationId="{5E9E1F6C-CDF9-491D-AC6C-AA7ACB238E6A}"/>
          </ac:spMkLst>
        </pc:spChg>
        <pc:spChg chg="mod">
          <ac:chgData name="SERGIO SPANO'" userId="3abdd0b9-513e-40ac-aad4-56920065037d" providerId="ADAL" clId="{2DCFDF45-1F6B-4A47-892B-C9094FDD5642}" dt="2022-03-21T11:08:19.259" v="1310" actId="27803"/>
          <ac:spMkLst>
            <pc:docMk/>
            <pc:sldMk cId="1175821773" sldId="258"/>
            <ac:spMk id="371" creationId="{BF5D574E-9A94-4A3D-A306-2A461BE36FD8}"/>
          </ac:spMkLst>
        </pc:spChg>
        <pc:spChg chg="mod">
          <ac:chgData name="SERGIO SPANO'" userId="3abdd0b9-513e-40ac-aad4-56920065037d" providerId="ADAL" clId="{2DCFDF45-1F6B-4A47-892B-C9094FDD5642}" dt="2022-03-21T11:08:19.259" v="1310" actId="27803"/>
          <ac:spMkLst>
            <pc:docMk/>
            <pc:sldMk cId="1175821773" sldId="258"/>
            <ac:spMk id="372" creationId="{86CAF103-B5DB-46FD-B9D7-7F2F13A1F7DD}"/>
          </ac:spMkLst>
        </pc:spChg>
        <pc:spChg chg="mod">
          <ac:chgData name="SERGIO SPANO'" userId="3abdd0b9-513e-40ac-aad4-56920065037d" providerId="ADAL" clId="{2DCFDF45-1F6B-4A47-892B-C9094FDD5642}" dt="2022-03-21T11:08:19.259" v="1310" actId="27803"/>
          <ac:spMkLst>
            <pc:docMk/>
            <pc:sldMk cId="1175821773" sldId="258"/>
            <ac:spMk id="373" creationId="{81259329-FB54-4001-A310-C5A2688BE7A8}"/>
          </ac:spMkLst>
        </pc:spChg>
        <pc:spChg chg="mod">
          <ac:chgData name="SERGIO SPANO'" userId="3abdd0b9-513e-40ac-aad4-56920065037d" providerId="ADAL" clId="{2DCFDF45-1F6B-4A47-892B-C9094FDD5642}" dt="2022-03-21T11:08:19.259" v="1310" actId="27803"/>
          <ac:spMkLst>
            <pc:docMk/>
            <pc:sldMk cId="1175821773" sldId="258"/>
            <ac:spMk id="374" creationId="{2048DF76-8F14-4755-958A-3709ED1B0B1B}"/>
          </ac:spMkLst>
        </pc:spChg>
        <pc:spChg chg="mod">
          <ac:chgData name="SERGIO SPANO'" userId="3abdd0b9-513e-40ac-aad4-56920065037d" providerId="ADAL" clId="{2DCFDF45-1F6B-4A47-892B-C9094FDD5642}" dt="2022-03-21T11:08:19.259" v="1310" actId="27803"/>
          <ac:spMkLst>
            <pc:docMk/>
            <pc:sldMk cId="1175821773" sldId="258"/>
            <ac:spMk id="375" creationId="{60098216-DD50-401B-B4BE-8E455C8284D0}"/>
          </ac:spMkLst>
        </pc:spChg>
        <pc:spChg chg="mod">
          <ac:chgData name="SERGIO SPANO'" userId="3abdd0b9-513e-40ac-aad4-56920065037d" providerId="ADAL" clId="{2DCFDF45-1F6B-4A47-892B-C9094FDD5642}" dt="2022-03-21T11:08:19.259" v="1310" actId="27803"/>
          <ac:spMkLst>
            <pc:docMk/>
            <pc:sldMk cId="1175821773" sldId="258"/>
            <ac:spMk id="376" creationId="{07E6B775-10FA-407A-8046-2D3989A5F94E}"/>
          </ac:spMkLst>
        </pc:spChg>
        <pc:spChg chg="mod">
          <ac:chgData name="SERGIO SPANO'" userId="3abdd0b9-513e-40ac-aad4-56920065037d" providerId="ADAL" clId="{2DCFDF45-1F6B-4A47-892B-C9094FDD5642}" dt="2022-03-21T11:08:19.259" v="1310" actId="27803"/>
          <ac:spMkLst>
            <pc:docMk/>
            <pc:sldMk cId="1175821773" sldId="258"/>
            <ac:spMk id="377" creationId="{FDD3766A-92C6-463E-87ED-25BC0A3CC4AF}"/>
          </ac:spMkLst>
        </pc:spChg>
        <pc:spChg chg="mod">
          <ac:chgData name="SERGIO SPANO'" userId="3abdd0b9-513e-40ac-aad4-56920065037d" providerId="ADAL" clId="{2DCFDF45-1F6B-4A47-892B-C9094FDD5642}" dt="2022-03-21T11:08:19.259" v="1310" actId="27803"/>
          <ac:spMkLst>
            <pc:docMk/>
            <pc:sldMk cId="1175821773" sldId="258"/>
            <ac:spMk id="378" creationId="{1CB8666A-C3EB-4D4A-83C5-655CA76805B2}"/>
          </ac:spMkLst>
        </pc:spChg>
        <pc:spChg chg="mod">
          <ac:chgData name="SERGIO SPANO'" userId="3abdd0b9-513e-40ac-aad4-56920065037d" providerId="ADAL" clId="{2DCFDF45-1F6B-4A47-892B-C9094FDD5642}" dt="2022-03-21T11:08:19.259" v="1310" actId="27803"/>
          <ac:spMkLst>
            <pc:docMk/>
            <pc:sldMk cId="1175821773" sldId="258"/>
            <ac:spMk id="379" creationId="{4C210165-5061-4F84-AA07-B17AB4F0B3E8}"/>
          </ac:spMkLst>
        </pc:spChg>
        <pc:spChg chg="mod">
          <ac:chgData name="SERGIO SPANO'" userId="3abdd0b9-513e-40ac-aad4-56920065037d" providerId="ADAL" clId="{2DCFDF45-1F6B-4A47-892B-C9094FDD5642}" dt="2022-03-21T11:08:19.259" v="1310" actId="27803"/>
          <ac:spMkLst>
            <pc:docMk/>
            <pc:sldMk cId="1175821773" sldId="258"/>
            <ac:spMk id="380" creationId="{BAD427D9-E8C6-46EE-B3D4-318F316A5487}"/>
          </ac:spMkLst>
        </pc:spChg>
        <pc:spChg chg="mod">
          <ac:chgData name="SERGIO SPANO'" userId="3abdd0b9-513e-40ac-aad4-56920065037d" providerId="ADAL" clId="{2DCFDF45-1F6B-4A47-892B-C9094FDD5642}" dt="2022-03-21T11:08:19.259" v="1310" actId="27803"/>
          <ac:spMkLst>
            <pc:docMk/>
            <pc:sldMk cId="1175821773" sldId="258"/>
            <ac:spMk id="381" creationId="{E72AB28E-0154-4FA1-A7C2-F1D7FF5DE42C}"/>
          </ac:spMkLst>
        </pc:spChg>
        <pc:spChg chg="mod">
          <ac:chgData name="SERGIO SPANO'" userId="3abdd0b9-513e-40ac-aad4-56920065037d" providerId="ADAL" clId="{2DCFDF45-1F6B-4A47-892B-C9094FDD5642}" dt="2022-03-21T11:08:19.259" v="1310" actId="27803"/>
          <ac:spMkLst>
            <pc:docMk/>
            <pc:sldMk cId="1175821773" sldId="258"/>
            <ac:spMk id="382" creationId="{DC59EDEC-1254-4EE8-B06D-0B693E96B93C}"/>
          </ac:spMkLst>
        </pc:spChg>
        <pc:spChg chg="mod">
          <ac:chgData name="SERGIO SPANO'" userId="3abdd0b9-513e-40ac-aad4-56920065037d" providerId="ADAL" clId="{2DCFDF45-1F6B-4A47-892B-C9094FDD5642}" dt="2022-03-21T11:08:19.259" v="1310" actId="27803"/>
          <ac:spMkLst>
            <pc:docMk/>
            <pc:sldMk cId="1175821773" sldId="258"/>
            <ac:spMk id="383" creationId="{9142474E-7731-4A68-BE02-8AA3352022A5}"/>
          </ac:spMkLst>
        </pc:spChg>
        <pc:spChg chg="mod">
          <ac:chgData name="SERGIO SPANO'" userId="3abdd0b9-513e-40ac-aad4-56920065037d" providerId="ADAL" clId="{2DCFDF45-1F6B-4A47-892B-C9094FDD5642}" dt="2022-03-21T11:08:19.259" v="1310" actId="27803"/>
          <ac:spMkLst>
            <pc:docMk/>
            <pc:sldMk cId="1175821773" sldId="258"/>
            <ac:spMk id="384" creationId="{A8B438A0-5393-40E4-9936-863FC7283DF8}"/>
          </ac:spMkLst>
        </pc:spChg>
        <pc:spChg chg="mod">
          <ac:chgData name="SERGIO SPANO'" userId="3abdd0b9-513e-40ac-aad4-56920065037d" providerId="ADAL" clId="{2DCFDF45-1F6B-4A47-892B-C9094FDD5642}" dt="2022-03-21T11:08:19.259" v="1310" actId="27803"/>
          <ac:spMkLst>
            <pc:docMk/>
            <pc:sldMk cId="1175821773" sldId="258"/>
            <ac:spMk id="385" creationId="{986B07D5-D138-4B35-BD55-2FEEF678E1B0}"/>
          </ac:spMkLst>
        </pc:spChg>
        <pc:spChg chg="mod">
          <ac:chgData name="SERGIO SPANO'" userId="3abdd0b9-513e-40ac-aad4-56920065037d" providerId="ADAL" clId="{2DCFDF45-1F6B-4A47-892B-C9094FDD5642}" dt="2022-03-21T11:08:19.259" v="1310" actId="27803"/>
          <ac:spMkLst>
            <pc:docMk/>
            <pc:sldMk cId="1175821773" sldId="258"/>
            <ac:spMk id="386" creationId="{7A14F9BA-640C-48FB-ADEA-997A78C95286}"/>
          </ac:spMkLst>
        </pc:spChg>
        <pc:spChg chg="mod">
          <ac:chgData name="SERGIO SPANO'" userId="3abdd0b9-513e-40ac-aad4-56920065037d" providerId="ADAL" clId="{2DCFDF45-1F6B-4A47-892B-C9094FDD5642}" dt="2022-03-21T11:08:19.259" v="1310" actId="27803"/>
          <ac:spMkLst>
            <pc:docMk/>
            <pc:sldMk cId="1175821773" sldId="258"/>
            <ac:spMk id="387" creationId="{6F146C8A-4358-4BAB-8F61-5037E1BC155F}"/>
          </ac:spMkLst>
        </pc:spChg>
        <pc:spChg chg="mod">
          <ac:chgData name="SERGIO SPANO'" userId="3abdd0b9-513e-40ac-aad4-56920065037d" providerId="ADAL" clId="{2DCFDF45-1F6B-4A47-892B-C9094FDD5642}" dt="2022-03-21T11:08:19.259" v="1310" actId="27803"/>
          <ac:spMkLst>
            <pc:docMk/>
            <pc:sldMk cId="1175821773" sldId="258"/>
            <ac:spMk id="388" creationId="{0D56C661-DA0B-4980-9623-831D56F07E30}"/>
          </ac:spMkLst>
        </pc:spChg>
        <pc:spChg chg="mod">
          <ac:chgData name="SERGIO SPANO'" userId="3abdd0b9-513e-40ac-aad4-56920065037d" providerId="ADAL" clId="{2DCFDF45-1F6B-4A47-892B-C9094FDD5642}" dt="2022-03-21T11:08:19.259" v="1310" actId="27803"/>
          <ac:spMkLst>
            <pc:docMk/>
            <pc:sldMk cId="1175821773" sldId="258"/>
            <ac:spMk id="389" creationId="{2C43BD70-1EDA-4C88-B4F1-FDBDB5D5F3D5}"/>
          </ac:spMkLst>
        </pc:spChg>
        <pc:spChg chg="mod">
          <ac:chgData name="SERGIO SPANO'" userId="3abdd0b9-513e-40ac-aad4-56920065037d" providerId="ADAL" clId="{2DCFDF45-1F6B-4A47-892B-C9094FDD5642}" dt="2022-03-21T11:08:19.259" v="1310" actId="27803"/>
          <ac:spMkLst>
            <pc:docMk/>
            <pc:sldMk cId="1175821773" sldId="258"/>
            <ac:spMk id="390" creationId="{54BB4305-1EEB-4416-B39D-E5BCAE5429C9}"/>
          </ac:spMkLst>
        </pc:spChg>
        <pc:spChg chg="mod">
          <ac:chgData name="SERGIO SPANO'" userId="3abdd0b9-513e-40ac-aad4-56920065037d" providerId="ADAL" clId="{2DCFDF45-1F6B-4A47-892B-C9094FDD5642}" dt="2022-03-21T11:08:19.259" v="1310" actId="27803"/>
          <ac:spMkLst>
            <pc:docMk/>
            <pc:sldMk cId="1175821773" sldId="258"/>
            <ac:spMk id="391" creationId="{5C13F9EB-386B-4B8D-A011-D8F99BAA6CE8}"/>
          </ac:spMkLst>
        </pc:spChg>
        <pc:spChg chg="mod">
          <ac:chgData name="SERGIO SPANO'" userId="3abdd0b9-513e-40ac-aad4-56920065037d" providerId="ADAL" clId="{2DCFDF45-1F6B-4A47-892B-C9094FDD5642}" dt="2022-03-21T11:08:19.259" v="1310" actId="27803"/>
          <ac:spMkLst>
            <pc:docMk/>
            <pc:sldMk cId="1175821773" sldId="258"/>
            <ac:spMk id="392" creationId="{59A39748-A1F6-4948-A6BB-771A85D9CD70}"/>
          </ac:spMkLst>
        </pc:spChg>
        <pc:spChg chg="mod">
          <ac:chgData name="SERGIO SPANO'" userId="3abdd0b9-513e-40ac-aad4-56920065037d" providerId="ADAL" clId="{2DCFDF45-1F6B-4A47-892B-C9094FDD5642}" dt="2022-03-21T11:08:19.259" v="1310" actId="27803"/>
          <ac:spMkLst>
            <pc:docMk/>
            <pc:sldMk cId="1175821773" sldId="258"/>
            <ac:spMk id="393" creationId="{37DB4957-2C9A-432F-8E8F-C1DD8EE91D39}"/>
          </ac:spMkLst>
        </pc:spChg>
        <pc:spChg chg="mod">
          <ac:chgData name="SERGIO SPANO'" userId="3abdd0b9-513e-40ac-aad4-56920065037d" providerId="ADAL" clId="{2DCFDF45-1F6B-4A47-892B-C9094FDD5642}" dt="2022-03-21T11:08:19.259" v="1310" actId="27803"/>
          <ac:spMkLst>
            <pc:docMk/>
            <pc:sldMk cId="1175821773" sldId="258"/>
            <ac:spMk id="394" creationId="{0E0B3C16-C46E-4D38-A2A1-06AA2BE42E4C}"/>
          </ac:spMkLst>
        </pc:spChg>
        <pc:spChg chg="mod">
          <ac:chgData name="SERGIO SPANO'" userId="3abdd0b9-513e-40ac-aad4-56920065037d" providerId="ADAL" clId="{2DCFDF45-1F6B-4A47-892B-C9094FDD5642}" dt="2022-03-21T11:08:19.259" v="1310" actId="27803"/>
          <ac:spMkLst>
            <pc:docMk/>
            <pc:sldMk cId="1175821773" sldId="258"/>
            <ac:spMk id="395" creationId="{4B5C438D-E1C2-4484-BBEA-F4499D27D36B}"/>
          </ac:spMkLst>
        </pc:spChg>
        <pc:spChg chg="mod">
          <ac:chgData name="SERGIO SPANO'" userId="3abdd0b9-513e-40ac-aad4-56920065037d" providerId="ADAL" clId="{2DCFDF45-1F6B-4A47-892B-C9094FDD5642}" dt="2022-03-21T11:08:19.259" v="1310" actId="27803"/>
          <ac:spMkLst>
            <pc:docMk/>
            <pc:sldMk cId="1175821773" sldId="258"/>
            <ac:spMk id="396" creationId="{840C2753-B702-4784-AC96-7805FFEAFA20}"/>
          </ac:spMkLst>
        </pc:spChg>
        <pc:spChg chg="mod">
          <ac:chgData name="SERGIO SPANO'" userId="3abdd0b9-513e-40ac-aad4-56920065037d" providerId="ADAL" clId="{2DCFDF45-1F6B-4A47-892B-C9094FDD5642}" dt="2022-03-21T11:08:19.259" v="1310" actId="27803"/>
          <ac:spMkLst>
            <pc:docMk/>
            <pc:sldMk cId="1175821773" sldId="258"/>
            <ac:spMk id="397" creationId="{D0F7070C-836F-4DAA-919D-71CEB5F796A0}"/>
          </ac:spMkLst>
        </pc:spChg>
        <pc:spChg chg="mod">
          <ac:chgData name="SERGIO SPANO'" userId="3abdd0b9-513e-40ac-aad4-56920065037d" providerId="ADAL" clId="{2DCFDF45-1F6B-4A47-892B-C9094FDD5642}" dt="2022-03-21T11:08:19.259" v="1310" actId="27803"/>
          <ac:spMkLst>
            <pc:docMk/>
            <pc:sldMk cId="1175821773" sldId="258"/>
            <ac:spMk id="398" creationId="{EB855DE1-5DA9-4859-986F-CA024654DC17}"/>
          </ac:spMkLst>
        </pc:spChg>
        <pc:spChg chg="mod">
          <ac:chgData name="SERGIO SPANO'" userId="3abdd0b9-513e-40ac-aad4-56920065037d" providerId="ADAL" clId="{2DCFDF45-1F6B-4A47-892B-C9094FDD5642}" dt="2022-03-21T11:08:19.259" v="1310" actId="27803"/>
          <ac:spMkLst>
            <pc:docMk/>
            <pc:sldMk cId="1175821773" sldId="258"/>
            <ac:spMk id="399" creationId="{0BB240FE-B32E-4B3D-99BD-27FB2978E351}"/>
          </ac:spMkLst>
        </pc:spChg>
        <pc:spChg chg="mod">
          <ac:chgData name="SERGIO SPANO'" userId="3abdd0b9-513e-40ac-aad4-56920065037d" providerId="ADAL" clId="{2DCFDF45-1F6B-4A47-892B-C9094FDD5642}" dt="2022-03-21T11:08:19.259" v="1310" actId="27803"/>
          <ac:spMkLst>
            <pc:docMk/>
            <pc:sldMk cId="1175821773" sldId="258"/>
            <ac:spMk id="400" creationId="{F2D073F1-1B0C-47EA-A42D-6A247E2F27CF}"/>
          </ac:spMkLst>
        </pc:spChg>
        <pc:spChg chg="mod">
          <ac:chgData name="SERGIO SPANO'" userId="3abdd0b9-513e-40ac-aad4-56920065037d" providerId="ADAL" clId="{2DCFDF45-1F6B-4A47-892B-C9094FDD5642}" dt="2022-03-21T11:08:19.259" v="1310" actId="27803"/>
          <ac:spMkLst>
            <pc:docMk/>
            <pc:sldMk cId="1175821773" sldId="258"/>
            <ac:spMk id="401" creationId="{3B72177B-8BD2-404F-8867-7023CF87294B}"/>
          </ac:spMkLst>
        </pc:spChg>
        <pc:spChg chg="mod">
          <ac:chgData name="SERGIO SPANO'" userId="3abdd0b9-513e-40ac-aad4-56920065037d" providerId="ADAL" clId="{2DCFDF45-1F6B-4A47-892B-C9094FDD5642}" dt="2022-03-21T11:08:19.259" v="1310" actId="27803"/>
          <ac:spMkLst>
            <pc:docMk/>
            <pc:sldMk cId="1175821773" sldId="258"/>
            <ac:spMk id="402" creationId="{65052826-D62B-4DDC-BEF2-2E9D7BA0EA69}"/>
          </ac:spMkLst>
        </pc:spChg>
        <pc:spChg chg="mod">
          <ac:chgData name="SERGIO SPANO'" userId="3abdd0b9-513e-40ac-aad4-56920065037d" providerId="ADAL" clId="{2DCFDF45-1F6B-4A47-892B-C9094FDD5642}" dt="2022-03-21T11:08:19.259" v="1310" actId="27803"/>
          <ac:spMkLst>
            <pc:docMk/>
            <pc:sldMk cId="1175821773" sldId="258"/>
            <ac:spMk id="403" creationId="{FB6F3EB8-A510-40AE-AC5F-DC3E4DB98A53}"/>
          </ac:spMkLst>
        </pc:spChg>
        <pc:spChg chg="mod">
          <ac:chgData name="SERGIO SPANO'" userId="3abdd0b9-513e-40ac-aad4-56920065037d" providerId="ADAL" clId="{2DCFDF45-1F6B-4A47-892B-C9094FDD5642}" dt="2022-03-21T11:08:19.259" v="1310" actId="27803"/>
          <ac:spMkLst>
            <pc:docMk/>
            <pc:sldMk cId="1175821773" sldId="258"/>
            <ac:spMk id="404" creationId="{51F24BA6-9CDE-48DF-A437-BB1F1ECA33AB}"/>
          </ac:spMkLst>
        </pc:spChg>
        <pc:spChg chg="mod">
          <ac:chgData name="SERGIO SPANO'" userId="3abdd0b9-513e-40ac-aad4-56920065037d" providerId="ADAL" clId="{2DCFDF45-1F6B-4A47-892B-C9094FDD5642}" dt="2022-03-21T11:08:19.259" v="1310" actId="27803"/>
          <ac:spMkLst>
            <pc:docMk/>
            <pc:sldMk cId="1175821773" sldId="258"/>
            <ac:spMk id="405" creationId="{805038D6-75C7-4C20-BDD4-80CE1DBED422}"/>
          </ac:spMkLst>
        </pc:spChg>
        <pc:spChg chg="mod">
          <ac:chgData name="SERGIO SPANO'" userId="3abdd0b9-513e-40ac-aad4-56920065037d" providerId="ADAL" clId="{2DCFDF45-1F6B-4A47-892B-C9094FDD5642}" dt="2022-03-21T11:08:19.259" v="1310" actId="27803"/>
          <ac:spMkLst>
            <pc:docMk/>
            <pc:sldMk cId="1175821773" sldId="258"/>
            <ac:spMk id="406" creationId="{27E0C9D3-C776-4EE8-AD98-9C27A4F11A01}"/>
          </ac:spMkLst>
        </pc:spChg>
        <pc:spChg chg="mod">
          <ac:chgData name="SERGIO SPANO'" userId="3abdd0b9-513e-40ac-aad4-56920065037d" providerId="ADAL" clId="{2DCFDF45-1F6B-4A47-892B-C9094FDD5642}" dt="2022-03-21T11:08:19.259" v="1310" actId="27803"/>
          <ac:spMkLst>
            <pc:docMk/>
            <pc:sldMk cId="1175821773" sldId="258"/>
            <ac:spMk id="407" creationId="{A9A78A67-D276-4317-B4BA-B7A5BB994C4F}"/>
          </ac:spMkLst>
        </pc:spChg>
        <pc:spChg chg="mod">
          <ac:chgData name="SERGIO SPANO'" userId="3abdd0b9-513e-40ac-aad4-56920065037d" providerId="ADAL" clId="{2DCFDF45-1F6B-4A47-892B-C9094FDD5642}" dt="2022-03-21T11:08:19.259" v="1310" actId="27803"/>
          <ac:spMkLst>
            <pc:docMk/>
            <pc:sldMk cId="1175821773" sldId="258"/>
            <ac:spMk id="408" creationId="{DFA3212C-CBEF-445F-B376-859810BACF64}"/>
          </ac:spMkLst>
        </pc:spChg>
        <pc:spChg chg="mod">
          <ac:chgData name="SERGIO SPANO'" userId="3abdd0b9-513e-40ac-aad4-56920065037d" providerId="ADAL" clId="{2DCFDF45-1F6B-4A47-892B-C9094FDD5642}" dt="2022-03-21T11:08:19.259" v="1310" actId="27803"/>
          <ac:spMkLst>
            <pc:docMk/>
            <pc:sldMk cId="1175821773" sldId="258"/>
            <ac:spMk id="409" creationId="{F348DF42-C133-4F5C-BEA9-539FE376EA3B}"/>
          </ac:spMkLst>
        </pc:spChg>
        <pc:spChg chg="mod">
          <ac:chgData name="SERGIO SPANO'" userId="3abdd0b9-513e-40ac-aad4-56920065037d" providerId="ADAL" clId="{2DCFDF45-1F6B-4A47-892B-C9094FDD5642}" dt="2022-03-21T11:08:19.259" v="1310" actId="27803"/>
          <ac:spMkLst>
            <pc:docMk/>
            <pc:sldMk cId="1175821773" sldId="258"/>
            <ac:spMk id="410" creationId="{6E685C4A-CBCB-448F-9B2B-556ADAC28C3F}"/>
          </ac:spMkLst>
        </pc:spChg>
        <pc:spChg chg="mod">
          <ac:chgData name="SERGIO SPANO'" userId="3abdd0b9-513e-40ac-aad4-56920065037d" providerId="ADAL" clId="{2DCFDF45-1F6B-4A47-892B-C9094FDD5642}" dt="2022-03-21T11:08:19.259" v="1310" actId="27803"/>
          <ac:spMkLst>
            <pc:docMk/>
            <pc:sldMk cId="1175821773" sldId="258"/>
            <ac:spMk id="411" creationId="{C05BB901-06DD-4003-A122-0F8E9227809C}"/>
          </ac:spMkLst>
        </pc:spChg>
        <pc:spChg chg="mod">
          <ac:chgData name="SERGIO SPANO'" userId="3abdd0b9-513e-40ac-aad4-56920065037d" providerId="ADAL" clId="{2DCFDF45-1F6B-4A47-892B-C9094FDD5642}" dt="2022-03-21T11:08:19.259" v="1310" actId="27803"/>
          <ac:spMkLst>
            <pc:docMk/>
            <pc:sldMk cId="1175821773" sldId="258"/>
            <ac:spMk id="412" creationId="{72BD741C-B895-4F8B-A3E6-C8FF2D0D5DDE}"/>
          </ac:spMkLst>
        </pc:spChg>
        <pc:spChg chg="mod">
          <ac:chgData name="SERGIO SPANO'" userId="3abdd0b9-513e-40ac-aad4-56920065037d" providerId="ADAL" clId="{2DCFDF45-1F6B-4A47-892B-C9094FDD5642}" dt="2022-03-21T11:08:19.259" v="1310" actId="27803"/>
          <ac:spMkLst>
            <pc:docMk/>
            <pc:sldMk cId="1175821773" sldId="258"/>
            <ac:spMk id="413" creationId="{5ABF15DF-30A7-4747-98DB-1F2119D20AFC}"/>
          </ac:spMkLst>
        </pc:spChg>
        <pc:spChg chg="mod">
          <ac:chgData name="SERGIO SPANO'" userId="3abdd0b9-513e-40ac-aad4-56920065037d" providerId="ADAL" clId="{2DCFDF45-1F6B-4A47-892B-C9094FDD5642}" dt="2022-03-21T11:08:19.259" v="1310" actId="27803"/>
          <ac:spMkLst>
            <pc:docMk/>
            <pc:sldMk cId="1175821773" sldId="258"/>
            <ac:spMk id="414" creationId="{6A26C424-7476-4676-B779-85F3642D5633}"/>
          </ac:spMkLst>
        </pc:spChg>
        <pc:spChg chg="mod">
          <ac:chgData name="SERGIO SPANO'" userId="3abdd0b9-513e-40ac-aad4-56920065037d" providerId="ADAL" clId="{2DCFDF45-1F6B-4A47-892B-C9094FDD5642}" dt="2022-03-21T11:08:19.259" v="1310" actId="27803"/>
          <ac:spMkLst>
            <pc:docMk/>
            <pc:sldMk cId="1175821773" sldId="258"/>
            <ac:spMk id="415" creationId="{C139E93B-459A-4012-8E87-088C7AF7191B}"/>
          </ac:spMkLst>
        </pc:spChg>
        <pc:spChg chg="mod">
          <ac:chgData name="SERGIO SPANO'" userId="3abdd0b9-513e-40ac-aad4-56920065037d" providerId="ADAL" clId="{2DCFDF45-1F6B-4A47-892B-C9094FDD5642}" dt="2022-03-21T11:08:19.259" v="1310" actId="27803"/>
          <ac:spMkLst>
            <pc:docMk/>
            <pc:sldMk cId="1175821773" sldId="258"/>
            <ac:spMk id="416" creationId="{1A3B8B05-65BD-454F-83FC-3B0376A62868}"/>
          </ac:spMkLst>
        </pc:spChg>
        <pc:spChg chg="mod">
          <ac:chgData name="SERGIO SPANO'" userId="3abdd0b9-513e-40ac-aad4-56920065037d" providerId="ADAL" clId="{2DCFDF45-1F6B-4A47-892B-C9094FDD5642}" dt="2022-03-21T11:08:19.259" v="1310" actId="27803"/>
          <ac:spMkLst>
            <pc:docMk/>
            <pc:sldMk cId="1175821773" sldId="258"/>
            <ac:spMk id="417" creationId="{F2AD92D6-9F25-4504-AC40-2770305FFDCA}"/>
          </ac:spMkLst>
        </pc:spChg>
        <pc:spChg chg="mod">
          <ac:chgData name="SERGIO SPANO'" userId="3abdd0b9-513e-40ac-aad4-56920065037d" providerId="ADAL" clId="{2DCFDF45-1F6B-4A47-892B-C9094FDD5642}" dt="2022-03-21T11:08:19.259" v="1310" actId="27803"/>
          <ac:spMkLst>
            <pc:docMk/>
            <pc:sldMk cId="1175821773" sldId="258"/>
            <ac:spMk id="418" creationId="{1D0FEE79-4503-4AED-A8FB-E0FDDFCC2EB9}"/>
          </ac:spMkLst>
        </pc:spChg>
        <pc:spChg chg="mod">
          <ac:chgData name="SERGIO SPANO'" userId="3abdd0b9-513e-40ac-aad4-56920065037d" providerId="ADAL" clId="{2DCFDF45-1F6B-4A47-892B-C9094FDD5642}" dt="2022-03-21T11:08:19.259" v="1310" actId="27803"/>
          <ac:spMkLst>
            <pc:docMk/>
            <pc:sldMk cId="1175821773" sldId="258"/>
            <ac:spMk id="419" creationId="{BD8A3DD4-D7A3-484D-AA18-12F1F70133D2}"/>
          </ac:spMkLst>
        </pc:spChg>
        <pc:spChg chg="mod">
          <ac:chgData name="SERGIO SPANO'" userId="3abdd0b9-513e-40ac-aad4-56920065037d" providerId="ADAL" clId="{2DCFDF45-1F6B-4A47-892B-C9094FDD5642}" dt="2022-03-21T11:08:19.259" v="1310" actId="27803"/>
          <ac:spMkLst>
            <pc:docMk/>
            <pc:sldMk cId="1175821773" sldId="258"/>
            <ac:spMk id="420" creationId="{125B06C6-BEBA-4D52-8259-1251953C67DB}"/>
          </ac:spMkLst>
        </pc:spChg>
        <pc:spChg chg="mod">
          <ac:chgData name="SERGIO SPANO'" userId="3abdd0b9-513e-40ac-aad4-56920065037d" providerId="ADAL" clId="{2DCFDF45-1F6B-4A47-892B-C9094FDD5642}" dt="2022-03-21T11:08:19.259" v="1310" actId="27803"/>
          <ac:spMkLst>
            <pc:docMk/>
            <pc:sldMk cId="1175821773" sldId="258"/>
            <ac:spMk id="421" creationId="{1542D56E-7708-4AB5-BC57-D76B27F44204}"/>
          </ac:spMkLst>
        </pc:spChg>
        <pc:spChg chg="mod">
          <ac:chgData name="SERGIO SPANO'" userId="3abdd0b9-513e-40ac-aad4-56920065037d" providerId="ADAL" clId="{2DCFDF45-1F6B-4A47-892B-C9094FDD5642}" dt="2022-03-21T11:08:19.259" v="1310" actId="27803"/>
          <ac:spMkLst>
            <pc:docMk/>
            <pc:sldMk cId="1175821773" sldId="258"/>
            <ac:spMk id="422" creationId="{905F07C8-167D-457D-87BF-1C231DDE9388}"/>
          </ac:spMkLst>
        </pc:spChg>
        <pc:spChg chg="mod">
          <ac:chgData name="SERGIO SPANO'" userId="3abdd0b9-513e-40ac-aad4-56920065037d" providerId="ADAL" clId="{2DCFDF45-1F6B-4A47-892B-C9094FDD5642}" dt="2022-03-21T11:08:19.259" v="1310" actId="27803"/>
          <ac:spMkLst>
            <pc:docMk/>
            <pc:sldMk cId="1175821773" sldId="258"/>
            <ac:spMk id="423" creationId="{42C5B8E4-DAD6-4337-B23E-DE522230C862}"/>
          </ac:spMkLst>
        </pc:spChg>
        <pc:spChg chg="mod">
          <ac:chgData name="SERGIO SPANO'" userId="3abdd0b9-513e-40ac-aad4-56920065037d" providerId="ADAL" clId="{2DCFDF45-1F6B-4A47-892B-C9094FDD5642}" dt="2022-03-21T11:08:19.259" v="1310" actId="27803"/>
          <ac:spMkLst>
            <pc:docMk/>
            <pc:sldMk cId="1175821773" sldId="258"/>
            <ac:spMk id="424" creationId="{6281325E-6FB6-4D5A-B739-9B5BFFEF2418}"/>
          </ac:spMkLst>
        </pc:spChg>
        <pc:spChg chg="mod">
          <ac:chgData name="SERGIO SPANO'" userId="3abdd0b9-513e-40ac-aad4-56920065037d" providerId="ADAL" clId="{2DCFDF45-1F6B-4A47-892B-C9094FDD5642}" dt="2022-03-21T11:08:19.259" v="1310" actId="27803"/>
          <ac:spMkLst>
            <pc:docMk/>
            <pc:sldMk cId="1175821773" sldId="258"/>
            <ac:spMk id="425" creationId="{AF0195F4-B453-4B27-876A-E92CD2A92A76}"/>
          </ac:spMkLst>
        </pc:spChg>
        <pc:spChg chg="mod">
          <ac:chgData name="SERGIO SPANO'" userId="3abdd0b9-513e-40ac-aad4-56920065037d" providerId="ADAL" clId="{2DCFDF45-1F6B-4A47-892B-C9094FDD5642}" dt="2022-03-21T11:08:19.259" v="1310" actId="27803"/>
          <ac:spMkLst>
            <pc:docMk/>
            <pc:sldMk cId="1175821773" sldId="258"/>
            <ac:spMk id="426" creationId="{EBB53D4E-EF72-4D35-B793-6EC2637A6A18}"/>
          </ac:spMkLst>
        </pc:spChg>
        <pc:spChg chg="mod">
          <ac:chgData name="SERGIO SPANO'" userId="3abdd0b9-513e-40ac-aad4-56920065037d" providerId="ADAL" clId="{2DCFDF45-1F6B-4A47-892B-C9094FDD5642}" dt="2022-03-21T11:08:19.259" v="1310" actId="27803"/>
          <ac:spMkLst>
            <pc:docMk/>
            <pc:sldMk cId="1175821773" sldId="258"/>
            <ac:spMk id="427" creationId="{A4079F4B-D7B7-49B7-822E-26FCF191CE5A}"/>
          </ac:spMkLst>
        </pc:spChg>
        <pc:spChg chg="mod">
          <ac:chgData name="SERGIO SPANO'" userId="3abdd0b9-513e-40ac-aad4-56920065037d" providerId="ADAL" clId="{2DCFDF45-1F6B-4A47-892B-C9094FDD5642}" dt="2022-03-21T11:08:19.259" v="1310" actId="27803"/>
          <ac:spMkLst>
            <pc:docMk/>
            <pc:sldMk cId="1175821773" sldId="258"/>
            <ac:spMk id="428" creationId="{47359317-E754-4B1E-B456-E544EE816E0A}"/>
          </ac:spMkLst>
        </pc:spChg>
        <pc:spChg chg="mod">
          <ac:chgData name="SERGIO SPANO'" userId="3abdd0b9-513e-40ac-aad4-56920065037d" providerId="ADAL" clId="{2DCFDF45-1F6B-4A47-892B-C9094FDD5642}" dt="2022-03-21T11:08:19.259" v="1310" actId="27803"/>
          <ac:spMkLst>
            <pc:docMk/>
            <pc:sldMk cId="1175821773" sldId="258"/>
            <ac:spMk id="429" creationId="{170658F5-82A4-4265-8390-0EA5C7E073DB}"/>
          </ac:spMkLst>
        </pc:spChg>
        <pc:spChg chg="mod">
          <ac:chgData name="SERGIO SPANO'" userId="3abdd0b9-513e-40ac-aad4-56920065037d" providerId="ADAL" clId="{2DCFDF45-1F6B-4A47-892B-C9094FDD5642}" dt="2022-03-21T11:08:19.259" v="1310" actId="27803"/>
          <ac:spMkLst>
            <pc:docMk/>
            <pc:sldMk cId="1175821773" sldId="258"/>
            <ac:spMk id="430" creationId="{37381F0D-FB67-4854-96AA-34EF33178256}"/>
          </ac:spMkLst>
        </pc:spChg>
        <pc:spChg chg="mod">
          <ac:chgData name="SERGIO SPANO'" userId="3abdd0b9-513e-40ac-aad4-56920065037d" providerId="ADAL" clId="{2DCFDF45-1F6B-4A47-892B-C9094FDD5642}" dt="2022-03-21T11:08:19.259" v="1310" actId="27803"/>
          <ac:spMkLst>
            <pc:docMk/>
            <pc:sldMk cId="1175821773" sldId="258"/>
            <ac:spMk id="431" creationId="{18E5332C-7951-402F-9698-7E60DC14C3D6}"/>
          </ac:spMkLst>
        </pc:spChg>
        <pc:spChg chg="mod">
          <ac:chgData name="SERGIO SPANO'" userId="3abdd0b9-513e-40ac-aad4-56920065037d" providerId="ADAL" clId="{2DCFDF45-1F6B-4A47-892B-C9094FDD5642}" dt="2022-03-21T11:08:19.259" v="1310" actId="27803"/>
          <ac:spMkLst>
            <pc:docMk/>
            <pc:sldMk cId="1175821773" sldId="258"/>
            <ac:spMk id="432" creationId="{D225E2CC-1134-41BD-B7B8-25DAF69EBC96}"/>
          </ac:spMkLst>
        </pc:spChg>
        <pc:spChg chg="mod">
          <ac:chgData name="SERGIO SPANO'" userId="3abdd0b9-513e-40ac-aad4-56920065037d" providerId="ADAL" clId="{2DCFDF45-1F6B-4A47-892B-C9094FDD5642}" dt="2022-03-21T11:08:19.259" v="1310" actId="27803"/>
          <ac:spMkLst>
            <pc:docMk/>
            <pc:sldMk cId="1175821773" sldId="258"/>
            <ac:spMk id="433" creationId="{CDD4811F-1D6B-4918-BB82-561A16511E8F}"/>
          </ac:spMkLst>
        </pc:spChg>
        <pc:spChg chg="mod">
          <ac:chgData name="SERGIO SPANO'" userId="3abdd0b9-513e-40ac-aad4-56920065037d" providerId="ADAL" clId="{2DCFDF45-1F6B-4A47-892B-C9094FDD5642}" dt="2022-03-21T11:08:19.259" v="1310" actId="27803"/>
          <ac:spMkLst>
            <pc:docMk/>
            <pc:sldMk cId="1175821773" sldId="258"/>
            <ac:spMk id="434" creationId="{1E886256-47A9-4EEB-9469-143298A18E10}"/>
          </ac:spMkLst>
        </pc:spChg>
        <pc:spChg chg="mod">
          <ac:chgData name="SERGIO SPANO'" userId="3abdd0b9-513e-40ac-aad4-56920065037d" providerId="ADAL" clId="{2DCFDF45-1F6B-4A47-892B-C9094FDD5642}" dt="2022-03-21T11:08:19.259" v="1310" actId="27803"/>
          <ac:spMkLst>
            <pc:docMk/>
            <pc:sldMk cId="1175821773" sldId="258"/>
            <ac:spMk id="435" creationId="{76B0A0C3-4625-420D-A472-5E27EE2053E3}"/>
          </ac:spMkLst>
        </pc:spChg>
        <pc:spChg chg="mod">
          <ac:chgData name="SERGIO SPANO'" userId="3abdd0b9-513e-40ac-aad4-56920065037d" providerId="ADAL" clId="{2DCFDF45-1F6B-4A47-892B-C9094FDD5642}" dt="2022-03-21T11:08:19.259" v="1310" actId="27803"/>
          <ac:spMkLst>
            <pc:docMk/>
            <pc:sldMk cId="1175821773" sldId="258"/>
            <ac:spMk id="436" creationId="{994531A4-9784-419B-91F0-449AB1F9CBBD}"/>
          </ac:spMkLst>
        </pc:spChg>
        <pc:spChg chg="mod">
          <ac:chgData name="SERGIO SPANO'" userId="3abdd0b9-513e-40ac-aad4-56920065037d" providerId="ADAL" clId="{2DCFDF45-1F6B-4A47-892B-C9094FDD5642}" dt="2022-03-21T11:08:19.259" v="1310" actId="27803"/>
          <ac:spMkLst>
            <pc:docMk/>
            <pc:sldMk cId="1175821773" sldId="258"/>
            <ac:spMk id="437" creationId="{94A59BA2-D162-4DF2-9BA0-4DEEFFA1F69E}"/>
          </ac:spMkLst>
        </pc:spChg>
        <pc:spChg chg="mod">
          <ac:chgData name="SERGIO SPANO'" userId="3abdd0b9-513e-40ac-aad4-56920065037d" providerId="ADAL" clId="{2DCFDF45-1F6B-4A47-892B-C9094FDD5642}" dt="2022-03-21T11:08:19.259" v="1310" actId="27803"/>
          <ac:spMkLst>
            <pc:docMk/>
            <pc:sldMk cId="1175821773" sldId="258"/>
            <ac:spMk id="438" creationId="{BE17D3DE-AAF5-4746-9840-4BBA69B28481}"/>
          </ac:spMkLst>
        </pc:spChg>
        <pc:spChg chg="mod">
          <ac:chgData name="SERGIO SPANO'" userId="3abdd0b9-513e-40ac-aad4-56920065037d" providerId="ADAL" clId="{2DCFDF45-1F6B-4A47-892B-C9094FDD5642}" dt="2022-03-21T11:08:19.259" v="1310" actId="27803"/>
          <ac:spMkLst>
            <pc:docMk/>
            <pc:sldMk cId="1175821773" sldId="258"/>
            <ac:spMk id="439" creationId="{654B8A20-12E5-44A8-A62A-E44FD153D485}"/>
          </ac:spMkLst>
        </pc:spChg>
        <pc:spChg chg="mod">
          <ac:chgData name="SERGIO SPANO'" userId="3abdd0b9-513e-40ac-aad4-56920065037d" providerId="ADAL" clId="{2DCFDF45-1F6B-4A47-892B-C9094FDD5642}" dt="2022-03-21T11:08:19.259" v="1310" actId="27803"/>
          <ac:spMkLst>
            <pc:docMk/>
            <pc:sldMk cId="1175821773" sldId="258"/>
            <ac:spMk id="440" creationId="{3CB7311C-B72D-4E72-AFA9-1EEED6312C13}"/>
          </ac:spMkLst>
        </pc:spChg>
        <pc:spChg chg="mod">
          <ac:chgData name="SERGIO SPANO'" userId="3abdd0b9-513e-40ac-aad4-56920065037d" providerId="ADAL" clId="{2DCFDF45-1F6B-4A47-892B-C9094FDD5642}" dt="2022-03-21T11:08:19.259" v="1310" actId="27803"/>
          <ac:spMkLst>
            <pc:docMk/>
            <pc:sldMk cId="1175821773" sldId="258"/>
            <ac:spMk id="441" creationId="{CC217185-EAB1-40FB-881A-C03EB37F4FF7}"/>
          </ac:spMkLst>
        </pc:spChg>
        <pc:spChg chg="mod">
          <ac:chgData name="SERGIO SPANO'" userId="3abdd0b9-513e-40ac-aad4-56920065037d" providerId="ADAL" clId="{2DCFDF45-1F6B-4A47-892B-C9094FDD5642}" dt="2022-03-21T11:08:19.259" v="1310" actId="27803"/>
          <ac:spMkLst>
            <pc:docMk/>
            <pc:sldMk cId="1175821773" sldId="258"/>
            <ac:spMk id="442" creationId="{8157DF4C-0209-4DF6-9C94-FDA342966919}"/>
          </ac:spMkLst>
        </pc:spChg>
        <pc:spChg chg="mod">
          <ac:chgData name="SERGIO SPANO'" userId="3abdd0b9-513e-40ac-aad4-56920065037d" providerId="ADAL" clId="{2DCFDF45-1F6B-4A47-892B-C9094FDD5642}" dt="2022-03-21T11:08:19.259" v="1310" actId="27803"/>
          <ac:spMkLst>
            <pc:docMk/>
            <pc:sldMk cId="1175821773" sldId="258"/>
            <ac:spMk id="443" creationId="{7A42A525-649F-4998-93C2-F011071939CC}"/>
          </ac:spMkLst>
        </pc:spChg>
        <pc:spChg chg="mod">
          <ac:chgData name="SERGIO SPANO'" userId="3abdd0b9-513e-40ac-aad4-56920065037d" providerId="ADAL" clId="{2DCFDF45-1F6B-4A47-892B-C9094FDD5642}" dt="2022-03-21T11:08:19.259" v="1310" actId="27803"/>
          <ac:spMkLst>
            <pc:docMk/>
            <pc:sldMk cId="1175821773" sldId="258"/>
            <ac:spMk id="444" creationId="{26E42159-AEE3-42C5-A273-5503079F7592}"/>
          </ac:spMkLst>
        </pc:spChg>
        <pc:spChg chg="mod">
          <ac:chgData name="SERGIO SPANO'" userId="3abdd0b9-513e-40ac-aad4-56920065037d" providerId="ADAL" clId="{2DCFDF45-1F6B-4A47-892B-C9094FDD5642}" dt="2022-03-21T11:08:19.259" v="1310" actId="27803"/>
          <ac:spMkLst>
            <pc:docMk/>
            <pc:sldMk cId="1175821773" sldId="258"/>
            <ac:spMk id="445" creationId="{B7E755ED-A71F-42E7-9392-C3BDB2434DB8}"/>
          </ac:spMkLst>
        </pc:spChg>
        <pc:spChg chg="mod">
          <ac:chgData name="SERGIO SPANO'" userId="3abdd0b9-513e-40ac-aad4-56920065037d" providerId="ADAL" clId="{2DCFDF45-1F6B-4A47-892B-C9094FDD5642}" dt="2022-03-21T11:08:19.259" v="1310" actId="27803"/>
          <ac:spMkLst>
            <pc:docMk/>
            <pc:sldMk cId="1175821773" sldId="258"/>
            <ac:spMk id="446" creationId="{29E9788D-A51E-4483-BDF5-C0093C4865DA}"/>
          </ac:spMkLst>
        </pc:spChg>
        <pc:spChg chg="mod">
          <ac:chgData name="SERGIO SPANO'" userId="3abdd0b9-513e-40ac-aad4-56920065037d" providerId="ADAL" clId="{2DCFDF45-1F6B-4A47-892B-C9094FDD5642}" dt="2022-03-21T11:08:19.259" v="1310" actId="27803"/>
          <ac:spMkLst>
            <pc:docMk/>
            <pc:sldMk cId="1175821773" sldId="258"/>
            <ac:spMk id="447" creationId="{FA0B2CC6-A35C-44C6-923B-CEF048C07F6B}"/>
          </ac:spMkLst>
        </pc:spChg>
        <pc:spChg chg="mod">
          <ac:chgData name="SERGIO SPANO'" userId="3abdd0b9-513e-40ac-aad4-56920065037d" providerId="ADAL" clId="{2DCFDF45-1F6B-4A47-892B-C9094FDD5642}" dt="2022-03-21T11:08:19.259" v="1310" actId="27803"/>
          <ac:spMkLst>
            <pc:docMk/>
            <pc:sldMk cId="1175821773" sldId="258"/>
            <ac:spMk id="448" creationId="{FDC5632E-AC04-437D-B2D3-434442920EEA}"/>
          </ac:spMkLst>
        </pc:spChg>
        <pc:spChg chg="mod">
          <ac:chgData name="SERGIO SPANO'" userId="3abdd0b9-513e-40ac-aad4-56920065037d" providerId="ADAL" clId="{2DCFDF45-1F6B-4A47-892B-C9094FDD5642}" dt="2022-03-21T11:08:19.259" v="1310" actId="27803"/>
          <ac:spMkLst>
            <pc:docMk/>
            <pc:sldMk cId="1175821773" sldId="258"/>
            <ac:spMk id="449" creationId="{3FD1EBA6-3917-414F-8886-23C66A50456F}"/>
          </ac:spMkLst>
        </pc:spChg>
        <pc:spChg chg="mod">
          <ac:chgData name="SERGIO SPANO'" userId="3abdd0b9-513e-40ac-aad4-56920065037d" providerId="ADAL" clId="{2DCFDF45-1F6B-4A47-892B-C9094FDD5642}" dt="2022-03-21T11:08:19.259" v="1310" actId="27803"/>
          <ac:spMkLst>
            <pc:docMk/>
            <pc:sldMk cId="1175821773" sldId="258"/>
            <ac:spMk id="450" creationId="{4E7B88B0-D230-43DE-A2FC-F4E7C5FE21C6}"/>
          </ac:spMkLst>
        </pc:spChg>
        <pc:spChg chg="mod">
          <ac:chgData name="SERGIO SPANO'" userId="3abdd0b9-513e-40ac-aad4-56920065037d" providerId="ADAL" clId="{2DCFDF45-1F6B-4A47-892B-C9094FDD5642}" dt="2022-03-21T11:08:19.259" v="1310" actId="27803"/>
          <ac:spMkLst>
            <pc:docMk/>
            <pc:sldMk cId="1175821773" sldId="258"/>
            <ac:spMk id="451" creationId="{97C03117-12AE-42FF-832B-46ADEE709AB4}"/>
          </ac:spMkLst>
        </pc:spChg>
        <pc:spChg chg="mod">
          <ac:chgData name="SERGIO SPANO'" userId="3abdd0b9-513e-40ac-aad4-56920065037d" providerId="ADAL" clId="{2DCFDF45-1F6B-4A47-892B-C9094FDD5642}" dt="2022-03-21T11:08:19.259" v="1310" actId="27803"/>
          <ac:spMkLst>
            <pc:docMk/>
            <pc:sldMk cId="1175821773" sldId="258"/>
            <ac:spMk id="452" creationId="{485B5AAD-5A29-4028-B2B6-DF5CBCBED588}"/>
          </ac:spMkLst>
        </pc:spChg>
        <pc:spChg chg="mod">
          <ac:chgData name="SERGIO SPANO'" userId="3abdd0b9-513e-40ac-aad4-56920065037d" providerId="ADAL" clId="{2DCFDF45-1F6B-4A47-892B-C9094FDD5642}" dt="2022-03-21T11:08:19.259" v="1310" actId="27803"/>
          <ac:spMkLst>
            <pc:docMk/>
            <pc:sldMk cId="1175821773" sldId="258"/>
            <ac:spMk id="453" creationId="{85626043-7D0B-4AC7-A0A7-039C83E4FB6E}"/>
          </ac:spMkLst>
        </pc:spChg>
        <pc:spChg chg="mod">
          <ac:chgData name="SERGIO SPANO'" userId="3abdd0b9-513e-40ac-aad4-56920065037d" providerId="ADAL" clId="{2DCFDF45-1F6B-4A47-892B-C9094FDD5642}" dt="2022-03-21T11:08:19.259" v="1310" actId="27803"/>
          <ac:spMkLst>
            <pc:docMk/>
            <pc:sldMk cId="1175821773" sldId="258"/>
            <ac:spMk id="454" creationId="{0AA8C83F-CA1A-4C6B-BA96-9B6E60E3D454}"/>
          </ac:spMkLst>
        </pc:spChg>
        <pc:spChg chg="mod">
          <ac:chgData name="SERGIO SPANO'" userId="3abdd0b9-513e-40ac-aad4-56920065037d" providerId="ADAL" clId="{2DCFDF45-1F6B-4A47-892B-C9094FDD5642}" dt="2022-03-21T11:08:19.259" v="1310" actId="27803"/>
          <ac:spMkLst>
            <pc:docMk/>
            <pc:sldMk cId="1175821773" sldId="258"/>
            <ac:spMk id="455" creationId="{032F1961-1333-4640-9E45-CEBFEB8A4611}"/>
          </ac:spMkLst>
        </pc:spChg>
        <pc:spChg chg="mod">
          <ac:chgData name="SERGIO SPANO'" userId="3abdd0b9-513e-40ac-aad4-56920065037d" providerId="ADAL" clId="{2DCFDF45-1F6B-4A47-892B-C9094FDD5642}" dt="2022-03-21T11:08:19.259" v="1310" actId="27803"/>
          <ac:spMkLst>
            <pc:docMk/>
            <pc:sldMk cId="1175821773" sldId="258"/>
            <ac:spMk id="456" creationId="{16C872FC-9EE9-4011-BCD0-1F263F2712BA}"/>
          </ac:spMkLst>
        </pc:spChg>
        <pc:spChg chg="mod">
          <ac:chgData name="SERGIO SPANO'" userId="3abdd0b9-513e-40ac-aad4-56920065037d" providerId="ADAL" clId="{2DCFDF45-1F6B-4A47-892B-C9094FDD5642}" dt="2022-03-21T11:08:19.259" v="1310" actId="27803"/>
          <ac:spMkLst>
            <pc:docMk/>
            <pc:sldMk cId="1175821773" sldId="258"/>
            <ac:spMk id="457" creationId="{A6EF2FE0-3521-4566-99B3-07541741C994}"/>
          </ac:spMkLst>
        </pc:spChg>
        <pc:spChg chg="mod">
          <ac:chgData name="SERGIO SPANO'" userId="3abdd0b9-513e-40ac-aad4-56920065037d" providerId="ADAL" clId="{2DCFDF45-1F6B-4A47-892B-C9094FDD5642}" dt="2022-03-21T11:08:19.259" v="1310" actId="27803"/>
          <ac:spMkLst>
            <pc:docMk/>
            <pc:sldMk cId="1175821773" sldId="258"/>
            <ac:spMk id="458" creationId="{C26E7BB2-1F56-41EC-AFD5-656590C6CB5C}"/>
          </ac:spMkLst>
        </pc:spChg>
        <pc:spChg chg="mod">
          <ac:chgData name="SERGIO SPANO'" userId="3abdd0b9-513e-40ac-aad4-56920065037d" providerId="ADAL" clId="{2DCFDF45-1F6B-4A47-892B-C9094FDD5642}" dt="2022-03-21T11:08:19.259" v="1310" actId="27803"/>
          <ac:spMkLst>
            <pc:docMk/>
            <pc:sldMk cId="1175821773" sldId="258"/>
            <ac:spMk id="459" creationId="{D4645FFE-A906-4D76-9C38-0C93465EB6AC}"/>
          </ac:spMkLst>
        </pc:spChg>
        <pc:spChg chg="mod">
          <ac:chgData name="SERGIO SPANO'" userId="3abdd0b9-513e-40ac-aad4-56920065037d" providerId="ADAL" clId="{2DCFDF45-1F6B-4A47-892B-C9094FDD5642}" dt="2022-03-21T11:08:19.259" v="1310" actId="27803"/>
          <ac:spMkLst>
            <pc:docMk/>
            <pc:sldMk cId="1175821773" sldId="258"/>
            <ac:spMk id="460" creationId="{0E11A702-645B-4FD9-87E8-89A8325D9F80}"/>
          </ac:spMkLst>
        </pc:spChg>
        <pc:spChg chg="mod">
          <ac:chgData name="SERGIO SPANO'" userId="3abdd0b9-513e-40ac-aad4-56920065037d" providerId="ADAL" clId="{2DCFDF45-1F6B-4A47-892B-C9094FDD5642}" dt="2022-03-21T11:08:19.259" v="1310" actId="27803"/>
          <ac:spMkLst>
            <pc:docMk/>
            <pc:sldMk cId="1175821773" sldId="258"/>
            <ac:spMk id="461" creationId="{3FD94CE3-E411-4968-91B0-EE83BFBD670B}"/>
          </ac:spMkLst>
        </pc:spChg>
        <pc:spChg chg="mod">
          <ac:chgData name="SERGIO SPANO'" userId="3abdd0b9-513e-40ac-aad4-56920065037d" providerId="ADAL" clId="{2DCFDF45-1F6B-4A47-892B-C9094FDD5642}" dt="2022-03-21T11:08:19.259" v="1310" actId="27803"/>
          <ac:spMkLst>
            <pc:docMk/>
            <pc:sldMk cId="1175821773" sldId="258"/>
            <ac:spMk id="462" creationId="{414A0CC3-6C38-4B86-B094-377600A38D5A}"/>
          </ac:spMkLst>
        </pc:spChg>
        <pc:spChg chg="mod">
          <ac:chgData name="SERGIO SPANO'" userId="3abdd0b9-513e-40ac-aad4-56920065037d" providerId="ADAL" clId="{2DCFDF45-1F6B-4A47-892B-C9094FDD5642}" dt="2022-03-21T11:08:19.259" v="1310" actId="27803"/>
          <ac:spMkLst>
            <pc:docMk/>
            <pc:sldMk cId="1175821773" sldId="258"/>
            <ac:spMk id="463" creationId="{B1BB63AF-031C-417D-969B-0B00294D0910}"/>
          </ac:spMkLst>
        </pc:spChg>
        <pc:spChg chg="mod">
          <ac:chgData name="SERGIO SPANO'" userId="3abdd0b9-513e-40ac-aad4-56920065037d" providerId="ADAL" clId="{2DCFDF45-1F6B-4A47-892B-C9094FDD5642}" dt="2022-03-21T11:08:19.259" v="1310" actId="27803"/>
          <ac:spMkLst>
            <pc:docMk/>
            <pc:sldMk cId="1175821773" sldId="258"/>
            <ac:spMk id="464" creationId="{8E5D5982-95B0-4909-BA9A-61FE68FD503B}"/>
          </ac:spMkLst>
        </pc:spChg>
        <pc:spChg chg="mod">
          <ac:chgData name="SERGIO SPANO'" userId="3abdd0b9-513e-40ac-aad4-56920065037d" providerId="ADAL" clId="{2DCFDF45-1F6B-4A47-892B-C9094FDD5642}" dt="2022-03-21T11:08:19.259" v="1310" actId="27803"/>
          <ac:spMkLst>
            <pc:docMk/>
            <pc:sldMk cId="1175821773" sldId="258"/>
            <ac:spMk id="465" creationId="{8E729F71-F54D-4DAA-9D43-510B65E76369}"/>
          </ac:spMkLst>
        </pc:spChg>
        <pc:spChg chg="mod">
          <ac:chgData name="SERGIO SPANO'" userId="3abdd0b9-513e-40ac-aad4-56920065037d" providerId="ADAL" clId="{2DCFDF45-1F6B-4A47-892B-C9094FDD5642}" dt="2022-03-21T11:08:19.259" v="1310" actId="27803"/>
          <ac:spMkLst>
            <pc:docMk/>
            <pc:sldMk cId="1175821773" sldId="258"/>
            <ac:spMk id="466" creationId="{189EB871-72F3-4973-945E-80E2D2D89020}"/>
          </ac:spMkLst>
        </pc:spChg>
        <pc:spChg chg="mod">
          <ac:chgData name="SERGIO SPANO'" userId="3abdd0b9-513e-40ac-aad4-56920065037d" providerId="ADAL" clId="{2DCFDF45-1F6B-4A47-892B-C9094FDD5642}" dt="2022-03-21T11:08:19.259" v="1310" actId="27803"/>
          <ac:spMkLst>
            <pc:docMk/>
            <pc:sldMk cId="1175821773" sldId="258"/>
            <ac:spMk id="467" creationId="{F350BCA3-46F6-41AC-A5E9-A1C6AE34B324}"/>
          </ac:spMkLst>
        </pc:spChg>
        <pc:spChg chg="mod">
          <ac:chgData name="SERGIO SPANO'" userId="3abdd0b9-513e-40ac-aad4-56920065037d" providerId="ADAL" clId="{2DCFDF45-1F6B-4A47-892B-C9094FDD5642}" dt="2022-03-21T11:08:19.259" v="1310" actId="27803"/>
          <ac:spMkLst>
            <pc:docMk/>
            <pc:sldMk cId="1175821773" sldId="258"/>
            <ac:spMk id="468" creationId="{7B13CAED-4396-4F81-8EA8-8686259DCF6C}"/>
          </ac:spMkLst>
        </pc:spChg>
        <pc:spChg chg="mod">
          <ac:chgData name="SERGIO SPANO'" userId="3abdd0b9-513e-40ac-aad4-56920065037d" providerId="ADAL" clId="{2DCFDF45-1F6B-4A47-892B-C9094FDD5642}" dt="2022-03-21T11:08:19.259" v="1310" actId="27803"/>
          <ac:spMkLst>
            <pc:docMk/>
            <pc:sldMk cId="1175821773" sldId="258"/>
            <ac:spMk id="469" creationId="{47352162-3794-4AFD-9210-3088269211DC}"/>
          </ac:spMkLst>
        </pc:spChg>
        <pc:spChg chg="mod">
          <ac:chgData name="SERGIO SPANO'" userId="3abdd0b9-513e-40ac-aad4-56920065037d" providerId="ADAL" clId="{2DCFDF45-1F6B-4A47-892B-C9094FDD5642}" dt="2022-03-21T11:08:19.259" v="1310" actId="27803"/>
          <ac:spMkLst>
            <pc:docMk/>
            <pc:sldMk cId="1175821773" sldId="258"/>
            <ac:spMk id="470" creationId="{370EAF88-FE24-48DF-A106-7A6BFEB08DC7}"/>
          </ac:spMkLst>
        </pc:spChg>
        <pc:spChg chg="mod">
          <ac:chgData name="SERGIO SPANO'" userId="3abdd0b9-513e-40ac-aad4-56920065037d" providerId="ADAL" clId="{2DCFDF45-1F6B-4A47-892B-C9094FDD5642}" dt="2022-03-21T11:08:19.259" v="1310" actId="27803"/>
          <ac:spMkLst>
            <pc:docMk/>
            <pc:sldMk cId="1175821773" sldId="258"/>
            <ac:spMk id="471" creationId="{DDE3CDA0-C906-48F1-B192-57A1BE8987CF}"/>
          </ac:spMkLst>
        </pc:spChg>
        <pc:spChg chg="mod">
          <ac:chgData name="SERGIO SPANO'" userId="3abdd0b9-513e-40ac-aad4-56920065037d" providerId="ADAL" clId="{2DCFDF45-1F6B-4A47-892B-C9094FDD5642}" dt="2022-03-21T11:08:19.259" v="1310" actId="27803"/>
          <ac:spMkLst>
            <pc:docMk/>
            <pc:sldMk cId="1175821773" sldId="258"/>
            <ac:spMk id="472" creationId="{1AED78C5-958B-41B6-8E20-4E6E1662F508}"/>
          </ac:spMkLst>
        </pc:spChg>
        <pc:spChg chg="mod">
          <ac:chgData name="SERGIO SPANO'" userId="3abdd0b9-513e-40ac-aad4-56920065037d" providerId="ADAL" clId="{2DCFDF45-1F6B-4A47-892B-C9094FDD5642}" dt="2022-03-21T11:08:19.259" v="1310" actId="27803"/>
          <ac:spMkLst>
            <pc:docMk/>
            <pc:sldMk cId="1175821773" sldId="258"/>
            <ac:spMk id="473" creationId="{3C4B3049-AA8C-49FE-8A20-ED8B72D3216C}"/>
          </ac:spMkLst>
        </pc:spChg>
        <pc:spChg chg="mod">
          <ac:chgData name="SERGIO SPANO'" userId="3abdd0b9-513e-40ac-aad4-56920065037d" providerId="ADAL" clId="{2DCFDF45-1F6B-4A47-892B-C9094FDD5642}" dt="2022-03-21T11:08:19.259" v="1310" actId="27803"/>
          <ac:spMkLst>
            <pc:docMk/>
            <pc:sldMk cId="1175821773" sldId="258"/>
            <ac:spMk id="474" creationId="{7643995C-0D42-4441-93B1-2D1128E2B051}"/>
          </ac:spMkLst>
        </pc:spChg>
        <pc:spChg chg="mod">
          <ac:chgData name="SERGIO SPANO'" userId="3abdd0b9-513e-40ac-aad4-56920065037d" providerId="ADAL" clId="{2DCFDF45-1F6B-4A47-892B-C9094FDD5642}" dt="2022-03-21T11:08:19.259" v="1310" actId="27803"/>
          <ac:spMkLst>
            <pc:docMk/>
            <pc:sldMk cId="1175821773" sldId="258"/>
            <ac:spMk id="475" creationId="{CCC66DE2-D473-48F5-9CCE-F5EF62672083}"/>
          </ac:spMkLst>
        </pc:spChg>
        <pc:spChg chg="mod">
          <ac:chgData name="SERGIO SPANO'" userId="3abdd0b9-513e-40ac-aad4-56920065037d" providerId="ADAL" clId="{2DCFDF45-1F6B-4A47-892B-C9094FDD5642}" dt="2022-03-21T11:08:19.259" v="1310" actId="27803"/>
          <ac:spMkLst>
            <pc:docMk/>
            <pc:sldMk cId="1175821773" sldId="258"/>
            <ac:spMk id="476" creationId="{9A4BB02B-6596-4316-B642-982E4888F1D3}"/>
          </ac:spMkLst>
        </pc:spChg>
        <pc:spChg chg="mod">
          <ac:chgData name="SERGIO SPANO'" userId="3abdd0b9-513e-40ac-aad4-56920065037d" providerId="ADAL" clId="{2DCFDF45-1F6B-4A47-892B-C9094FDD5642}" dt="2022-03-21T11:08:19.259" v="1310" actId="27803"/>
          <ac:spMkLst>
            <pc:docMk/>
            <pc:sldMk cId="1175821773" sldId="258"/>
            <ac:spMk id="477" creationId="{EF057BCE-20D7-434E-B04F-0F096B57C157}"/>
          </ac:spMkLst>
        </pc:spChg>
        <pc:spChg chg="mod">
          <ac:chgData name="SERGIO SPANO'" userId="3abdd0b9-513e-40ac-aad4-56920065037d" providerId="ADAL" clId="{2DCFDF45-1F6B-4A47-892B-C9094FDD5642}" dt="2022-03-21T11:08:19.259" v="1310" actId="27803"/>
          <ac:spMkLst>
            <pc:docMk/>
            <pc:sldMk cId="1175821773" sldId="258"/>
            <ac:spMk id="478" creationId="{F4D8D99A-B8DA-4634-B381-3077F9C9F972}"/>
          </ac:spMkLst>
        </pc:spChg>
        <pc:spChg chg="mod">
          <ac:chgData name="SERGIO SPANO'" userId="3abdd0b9-513e-40ac-aad4-56920065037d" providerId="ADAL" clId="{2DCFDF45-1F6B-4A47-892B-C9094FDD5642}" dt="2022-03-21T11:08:19.259" v="1310" actId="27803"/>
          <ac:spMkLst>
            <pc:docMk/>
            <pc:sldMk cId="1175821773" sldId="258"/>
            <ac:spMk id="479" creationId="{A54AFD4B-79AB-4605-BC41-6672A81F786E}"/>
          </ac:spMkLst>
        </pc:spChg>
        <pc:spChg chg="mod">
          <ac:chgData name="SERGIO SPANO'" userId="3abdd0b9-513e-40ac-aad4-56920065037d" providerId="ADAL" clId="{2DCFDF45-1F6B-4A47-892B-C9094FDD5642}" dt="2022-03-21T11:08:19.259" v="1310" actId="27803"/>
          <ac:spMkLst>
            <pc:docMk/>
            <pc:sldMk cId="1175821773" sldId="258"/>
            <ac:spMk id="480" creationId="{99252516-773B-4E5A-8A7C-E2295EEF7787}"/>
          </ac:spMkLst>
        </pc:spChg>
        <pc:spChg chg="mod">
          <ac:chgData name="SERGIO SPANO'" userId="3abdd0b9-513e-40ac-aad4-56920065037d" providerId="ADAL" clId="{2DCFDF45-1F6B-4A47-892B-C9094FDD5642}" dt="2022-03-21T11:08:19.259" v="1310" actId="27803"/>
          <ac:spMkLst>
            <pc:docMk/>
            <pc:sldMk cId="1175821773" sldId="258"/>
            <ac:spMk id="481" creationId="{DE94BBE7-FD2A-4E0C-A068-3502209AACBB}"/>
          </ac:spMkLst>
        </pc:spChg>
        <pc:spChg chg="mod">
          <ac:chgData name="SERGIO SPANO'" userId="3abdd0b9-513e-40ac-aad4-56920065037d" providerId="ADAL" clId="{2DCFDF45-1F6B-4A47-892B-C9094FDD5642}" dt="2022-03-21T11:08:19.259" v="1310" actId="27803"/>
          <ac:spMkLst>
            <pc:docMk/>
            <pc:sldMk cId="1175821773" sldId="258"/>
            <ac:spMk id="482" creationId="{D6088D8C-38ED-4346-BF7B-889E9807E3FE}"/>
          </ac:spMkLst>
        </pc:spChg>
        <pc:spChg chg="mod">
          <ac:chgData name="SERGIO SPANO'" userId="3abdd0b9-513e-40ac-aad4-56920065037d" providerId="ADAL" clId="{2DCFDF45-1F6B-4A47-892B-C9094FDD5642}" dt="2022-03-21T11:08:19.259" v="1310" actId="27803"/>
          <ac:spMkLst>
            <pc:docMk/>
            <pc:sldMk cId="1175821773" sldId="258"/>
            <ac:spMk id="483" creationId="{92318A8E-7FE9-4E39-AA38-A33927FC3CC9}"/>
          </ac:spMkLst>
        </pc:spChg>
        <pc:spChg chg="mod">
          <ac:chgData name="SERGIO SPANO'" userId="3abdd0b9-513e-40ac-aad4-56920065037d" providerId="ADAL" clId="{2DCFDF45-1F6B-4A47-892B-C9094FDD5642}" dt="2022-03-21T11:08:19.259" v="1310" actId="27803"/>
          <ac:spMkLst>
            <pc:docMk/>
            <pc:sldMk cId="1175821773" sldId="258"/>
            <ac:spMk id="484" creationId="{664C926B-098A-41BE-80B2-F7D0334CE55A}"/>
          </ac:spMkLst>
        </pc:spChg>
        <pc:spChg chg="mod">
          <ac:chgData name="SERGIO SPANO'" userId="3abdd0b9-513e-40ac-aad4-56920065037d" providerId="ADAL" clId="{2DCFDF45-1F6B-4A47-892B-C9094FDD5642}" dt="2022-03-21T11:08:19.259" v="1310" actId="27803"/>
          <ac:spMkLst>
            <pc:docMk/>
            <pc:sldMk cId="1175821773" sldId="258"/>
            <ac:spMk id="485" creationId="{184DF376-4313-42D3-99AD-54B1C44775A2}"/>
          </ac:spMkLst>
        </pc:spChg>
        <pc:spChg chg="mod">
          <ac:chgData name="SERGIO SPANO'" userId="3abdd0b9-513e-40ac-aad4-56920065037d" providerId="ADAL" clId="{2DCFDF45-1F6B-4A47-892B-C9094FDD5642}" dt="2022-03-21T11:08:19.259" v="1310" actId="27803"/>
          <ac:spMkLst>
            <pc:docMk/>
            <pc:sldMk cId="1175821773" sldId="258"/>
            <ac:spMk id="486" creationId="{50E0F876-04CC-4643-9D9C-F6563850A517}"/>
          </ac:spMkLst>
        </pc:spChg>
        <pc:spChg chg="mod">
          <ac:chgData name="SERGIO SPANO'" userId="3abdd0b9-513e-40ac-aad4-56920065037d" providerId="ADAL" clId="{2DCFDF45-1F6B-4A47-892B-C9094FDD5642}" dt="2022-03-21T11:08:19.259" v="1310" actId="27803"/>
          <ac:spMkLst>
            <pc:docMk/>
            <pc:sldMk cId="1175821773" sldId="258"/>
            <ac:spMk id="487" creationId="{0C15A3C5-A7E8-45B4-9602-D94345DC3CFC}"/>
          </ac:spMkLst>
        </pc:spChg>
        <pc:spChg chg="mod">
          <ac:chgData name="SERGIO SPANO'" userId="3abdd0b9-513e-40ac-aad4-56920065037d" providerId="ADAL" clId="{2DCFDF45-1F6B-4A47-892B-C9094FDD5642}" dt="2022-03-21T11:08:19.259" v="1310" actId="27803"/>
          <ac:spMkLst>
            <pc:docMk/>
            <pc:sldMk cId="1175821773" sldId="258"/>
            <ac:spMk id="488" creationId="{8274B132-9DAC-4F52-A429-17809F1D9D90}"/>
          </ac:spMkLst>
        </pc:spChg>
        <pc:spChg chg="mod">
          <ac:chgData name="SERGIO SPANO'" userId="3abdd0b9-513e-40ac-aad4-56920065037d" providerId="ADAL" clId="{2DCFDF45-1F6B-4A47-892B-C9094FDD5642}" dt="2022-03-21T11:08:19.259" v="1310" actId="27803"/>
          <ac:spMkLst>
            <pc:docMk/>
            <pc:sldMk cId="1175821773" sldId="258"/>
            <ac:spMk id="489" creationId="{1CAF0132-9B95-4869-A00D-DBDF6ACF4E4A}"/>
          </ac:spMkLst>
        </pc:spChg>
        <pc:spChg chg="mod">
          <ac:chgData name="SERGIO SPANO'" userId="3abdd0b9-513e-40ac-aad4-56920065037d" providerId="ADAL" clId="{2DCFDF45-1F6B-4A47-892B-C9094FDD5642}" dt="2022-03-21T11:08:19.259" v="1310" actId="27803"/>
          <ac:spMkLst>
            <pc:docMk/>
            <pc:sldMk cId="1175821773" sldId="258"/>
            <ac:spMk id="490" creationId="{7F37938C-F89D-4292-9D1E-0F14C69A93A3}"/>
          </ac:spMkLst>
        </pc:spChg>
        <pc:spChg chg="mod">
          <ac:chgData name="SERGIO SPANO'" userId="3abdd0b9-513e-40ac-aad4-56920065037d" providerId="ADAL" clId="{2DCFDF45-1F6B-4A47-892B-C9094FDD5642}" dt="2022-03-21T11:08:19.259" v="1310" actId="27803"/>
          <ac:spMkLst>
            <pc:docMk/>
            <pc:sldMk cId="1175821773" sldId="258"/>
            <ac:spMk id="491" creationId="{478A542E-5BF9-4288-BC35-55A9E3DE741C}"/>
          </ac:spMkLst>
        </pc:spChg>
        <pc:spChg chg="mod">
          <ac:chgData name="SERGIO SPANO'" userId="3abdd0b9-513e-40ac-aad4-56920065037d" providerId="ADAL" clId="{2DCFDF45-1F6B-4A47-892B-C9094FDD5642}" dt="2022-03-21T11:08:19.259" v="1310" actId="27803"/>
          <ac:spMkLst>
            <pc:docMk/>
            <pc:sldMk cId="1175821773" sldId="258"/>
            <ac:spMk id="492" creationId="{B6F86515-153C-4DE1-A2A3-D35891DF6089}"/>
          </ac:spMkLst>
        </pc:spChg>
        <pc:spChg chg="mod">
          <ac:chgData name="SERGIO SPANO'" userId="3abdd0b9-513e-40ac-aad4-56920065037d" providerId="ADAL" clId="{2DCFDF45-1F6B-4A47-892B-C9094FDD5642}" dt="2022-03-21T11:08:19.259" v="1310" actId="27803"/>
          <ac:spMkLst>
            <pc:docMk/>
            <pc:sldMk cId="1175821773" sldId="258"/>
            <ac:spMk id="493" creationId="{8D524FB9-A626-44F8-B434-557BFED22E49}"/>
          </ac:spMkLst>
        </pc:spChg>
        <pc:spChg chg="mod">
          <ac:chgData name="SERGIO SPANO'" userId="3abdd0b9-513e-40ac-aad4-56920065037d" providerId="ADAL" clId="{2DCFDF45-1F6B-4A47-892B-C9094FDD5642}" dt="2022-03-21T11:08:19.259" v="1310" actId="27803"/>
          <ac:spMkLst>
            <pc:docMk/>
            <pc:sldMk cId="1175821773" sldId="258"/>
            <ac:spMk id="494" creationId="{CBAAB055-3DD4-4B7C-8B71-21B697922AE8}"/>
          </ac:spMkLst>
        </pc:spChg>
        <pc:spChg chg="mod">
          <ac:chgData name="SERGIO SPANO'" userId="3abdd0b9-513e-40ac-aad4-56920065037d" providerId="ADAL" clId="{2DCFDF45-1F6B-4A47-892B-C9094FDD5642}" dt="2022-03-21T11:08:19.259" v="1310" actId="27803"/>
          <ac:spMkLst>
            <pc:docMk/>
            <pc:sldMk cId="1175821773" sldId="258"/>
            <ac:spMk id="495" creationId="{667ABFB3-1324-4562-8F3A-35532B0AF94C}"/>
          </ac:spMkLst>
        </pc:spChg>
        <pc:spChg chg="mod">
          <ac:chgData name="SERGIO SPANO'" userId="3abdd0b9-513e-40ac-aad4-56920065037d" providerId="ADAL" clId="{2DCFDF45-1F6B-4A47-892B-C9094FDD5642}" dt="2022-03-21T11:08:19.259" v="1310" actId="27803"/>
          <ac:spMkLst>
            <pc:docMk/>
            <pc:sldMk cId="1175821773" sldId="258"/>
            <ac:spMk id="496" creationId="{2FDAC19F-F07D-4229-8903-81B733D6A53A}"/>
          </ac:spMkLst>
        </pc:spChg>
        <pc:spChg chg="mod">
          <ac:chgData name="SERGIO SPANO'" userId="3abdd0b9-513e-40ac-aad4-56920065037d" providerId="ADAL" clId="{2DCFDF45-1F6B-4A47-892B-C9094FDD5642}" dt="2022-03-21T11:08:19.259" v="1310" actId="27803"/>
          <ac:spMkLst>
            <pc:docMk/>
            <pc:sldMk cId="1175821773" sldId="258"/>
            <ac:spMk id="497" creationId="{66C246DD-1FB8-45A0-A80A-AD60F3FCAE4D}"/>
          </ac:spMkLst>
        </pc:spChg>
        <pc:spChg chg="mod">
          <ac:chgData name="SERGIO SPANO'" userId="3abdd0b9-513e-40ac-aad4-56920065037d" providerId="ADAL" clId="{2DCFDF45-1F6B-4A47-892B-C9094FDD5642}" dt="2022-03-21T11:08:19.259" v="1310" actId="27803"/>
          <ac:spMkLst>
            <pc:docMk/>
            <pc:sldMk cId="1175821773" sldId="258"/>
            <ac:spMk id="498" creationId="{C1F59466-E867-45EC-AC09-11B4FD41BC23}"/>
          </ac:spMkLst>
        </pc:spChg>
        <pc:spChg chg="mod">
          <ac:chgData name="SERGIO SPANO'" userId="3abdd0b9-513e-40ac-aad4-56920065037d" providerId="ADAL" clId="{2DCFDF45-1F6B-4A47-892B-C9094FDD5642}" dt="2022-03-21T11:08:19.259" v="1310" actId="27803"/>
          <ac:spMkLst>
            <pc:docMk/>
            <pc:sldMk cId="1175821773" sldId="258"/>
            <ac:spMk id="499" creationId="{1CDD8EBC-FEE5-4E74-9B92-14C82FD63D28}"/>
          </ac:spMkLst>
        </pc:spChg>
        <pc:spChg chg="mod">
          <ac:chgData name="SERGIO SPANO'" userId="3abdd0b9-513e-40ac-aad4-56920065037d" providerId="ADAL" clId="{2DCFDF45-1F6B-4A47-892B-C9094FDD5642}" dt="2022-03-21T11:08:19.259" v="1310" actId="27803"/>
          <ac:spMkLst>
            <pc:docMk/>
            <pc:sldMk cId="1175821773" sldId="258"/>
            <ac:spMk id="500" creationId="{8CCB0B55-E70E-49C0-A569-1B7186792A6C}"/>
          </ac:spMkLst>
        </pc:spChg>
        <pc:spChg chg="mod">
          <ac:chgData name="SERGIO SPANO'" userId="3abdd0b9-513e-40ac-aad4-56920065037d" providerId="ADAL" clId="{2DCFDF45-1F6B-4A47-892B-C9094FDD5642}" dt="2022-03-21T11:08:19.259" v="1310" actId="27803"/>
          <ac:spMkLst>
            <pc:docMk/>
            <pc:sldMk cId="1175821773" sldId="258"/>
            <ac:spMk id="501" creationId="{AA0C75FB-E169-4189-B345-E073C2FBCBC1}"/>
          </ac:spMkLst>
        </pc:spChg>
        <pc:spChg chg="mod">
          <ac:chgData name="SERGIO SPANO'" userId="3abdd0b9-513e-40ac-aad4-56920065037d" providerId="ADAL" clId="{2DCFDF45-1F6B-4A47-892B-C9094FDD5642}" dt="2022-03-21T11:08:19.259" v="1310" actId="27803"/>
          <ac:spMkLst>
            <pc:docMk/>
            <pc:sldMk cId="1175821773" sldId="258"/>
            <ac:spMk id="502" creationId="{05A31A1F-C45C-4E15-9754-0CB44305ED36}"/>
          </ac:spMkLst>
        </pc:spChg>
        <pc:spChg chg="mod">
          <ac:chgData name="SERGIO SPANO'" userId="3abdd0b9-513e-40ac-aad4-56920065037d" providerId="ADAL" clId="{2DCFDF45-1F6B-4A47-892B-C9094FDD5642}" dt="2022-03-21T11:08:19.259" v="1310" actId="27803"/>
          <ac:spMkLst>
            <pc:docMk/>
            <pc:sldMk cId="1175821773" sldId="258"/>
            <ac:spMk id="503" creationId="{88460EA3-9DA2-4C4E-9A8D-EA06ED0339A6}"/>
          </ac:spMkLst>
        </pc:spChg>
        <pc:spChg chg="mod">
          <ac:chgData name="SERGIO SPANO'" userId="3abdd0b9-513e-40ac-aad4-56920065037d" providerId="ADAL" clId="{2DCFDF45-1F6B-4A47-892B-C9094FDD5642}" dt="2022-03-21T11:08:19.259" v="1310" actId="27803"/>
          <ac:spMkLst>
            <pc:docMk/>
            <pc:sldMk cId="1175821773" sldId="258"/>
            <ac:spMk id="504" creationId="{D96730D3-BA3A-4938-BE93-5B14288868BA}"/>
          </ac:spMkLst>
        </pc:spChg>
        <pc:spChg chg="mod">
          <ac:chgData name="SERGIO SPANO'" userId="3abdd0b9-513e-40ac-aad4-56920065037d" providerId="ADAL" clId="{2DCFDF45-1F6B-4A47-892B-C9094FDD5642}" dt="2022-03-21T11:08:19.259" v="1310" actId="27803"/>
          <ac:spMkLst>
            <pc:docMk/>
            <pc:sldMk cId="1175821773" sldId="258"/>
            <ac:spMk id="505" creationId="{5B23B7A8-0E3B-4611-ACD7-9213D5F6CE23}"/>
          </ac:spMkLst>
        </pc:spChg>
        <pc:spChg chg="mod">
          <ac:chgData name="SERGIO SPANO'" userId="3abdd0b9-513e-40ac-aad4-56920065037d" providerId="ADAL" clId="{2DCFDF45-1F6B-4A47-892B-C9094FDD5642}" dt="2022-03-21T11:08:19.259" v="1310" actId="27803"/>
          <ac:spMkLst>
            <pc:docMk/>
            <pc:sldMk cId="1175821773" sldId="258"/>
            <ac:spMk id="506" creationId="{4E0F2101-64F4-4E3D-839C-D2CCA4378BF2}"/>
          </ac:spMkLst>
        </pc:spChg>
        <pc:spChg chg="mod">
          <ac:chgData name="SERGIO SPANO'" userId="3abdd0b9-513e-40ac-aad4-56920065037d" providerId="ADAL" clId="{2DCFDF45-1F6B-4A47-892B-C9094FDD5642}" dt="2022-03-21T11:08:19.259" v="1310" actId="27803"/>
          <ac:spMkLst>
            <pc:docMk/>
            <pc:sldMk cId="1175821773" sldId="258"/>
            <ac:spMk id="507" creationId="{4EB61EB7-70AD-40F3-BB0C-81F4199DD162}"/>
          </ac:spMkLst>
        </pc:spChg>
        <pc:spChg chg="mod">
          <ac:chgData name="SERGIO SPANO'" userId="3abdd0b9-513e-40ac-aad4-56920065037d" providerId="ADAL" clId="{2DCFDF45-1F6B-4A47-892B-C9094FDD5642}" dt="2022-03-21T11:08:19.259" v="1310" actId="27803"/>
          <ac:spMkLst>
            <pc:docMk/>
            <pc:sldMk cId="1175821773" sldId="258"/>
            <ac:spMk id="508" creationId="{A5A86F68-BD67-41CF-894A-D16AB8F71E3A}"/>
          </ac:spMkLst>
        </pc:spChg>
        <pc:spChg chg="mod">
          <ac:chgData name="SERGIO SPANO'" userId="3abdd0b9-513e-40ac-aad4-56920065037d" providerId="ADAL" clId="{2DCFDF45-1F6B-4A47-892B-C9094FDD5642}" dt="2022-03-21T11:08:19.259" v="1310" actId="27803"/>
          <ac:spMkLst>
            <pc:docMk/>
            <pc:sldMk cId="1175821773" sldId="258"/>
            <ac:spMk id="509" creationId="{52915687-B24D-414D-AB55-B538F9145B10}"/>
          </ac:spMkLst>
        </pc:spChg>
        <pc:spChg chg="mod">
          <ac:chgData name="SERGIO SPANO'" userId="3abdd0b9-513e-40ac-aad4-56920065037d" providerId="ADAL" clId="{2DCFDF45-1F6B-4A47-892B-C9094FDD5642}" dt="2022-03-21T11:08:19.259" v="1310" actId="27803"/>
          <ac:spMkLst>
            <pc:docMk/>
            <pc:sldMk cId="1175821773" sldId="258"/>
            <ac:spMk id="510" creationId="{2AFA7A1D-A8E7-4D40-B32A-6AB911685ACB}"/>
          </ac:spMkLst>
        </pc:spChg>
        <pc:spChg chg="mod">
          <ac:chgData name="SERGIO SPANO'" userId="3abdd0b9-513e-40ac-aad4-56920065037d" providerId="ADAL" clId="{2DCFDF45-1F6B-4A47-892B-C9094FDD5642}" dt="2022-03-21T11:08:19.259" v="1310" actId="27803"/>
          <ac:spMkLst>
            <pc:docMk/>
            <pc:sldMk cId="1175821773" sldId="258"/>
            <ac:spMk id="511" creationId="{C57B6059-3A4A-4DCB-9B55-6747BB308DDD}"/>
          </ac:spMkLst>
        </pc:spChg>
        <pc:spChg chg="mod">
          <ac:chgData name="SERGIO SPANO'" userId="3abdd0b9-513e-40ac-aad4-56920065037d" providerId="ADAL" clId="{2DCFDF45-1F6B-4A47-892B-C9094FDD5642}" dt="2022-03-21T11:08:19.259" v="1310" actId="27803"/>
          <ac:spMkLst>
            <pc:docMk/>
            <pc:sldMk cId="1175821773" sldId="258"/>
            <ac:spMk id="512" creationId="{3F1B61EB-F079-4E73-84D8-54F676F3BF14}"/>
          </ac:spMkLst>
        </pc:spChg>
        <pc:spChg chg="mod">
          <ac:chgData name="SERGIO SPANO'" userId="3abdd0b9-513e-40ac-aad4-56920065037d" providerId="ADAL" clId="{2DCFDF45-1F6B-4A47-892B-C9094FDD5642}" dt="2022-03-21T11:08:19.259" v="1310" actId="27803"/>
          <ac:spMkLst>
            <pc:docMk/>
            <pc:sldMk cId="1175821773" sldId="258"/>
            <ac:spMk id="513" creationId="{D5B9749E-13CC-47BF-AAEB-F6606499AB0A}"/>
          </ac:spMkLst>
        </pc:spChg>
        <pc:spChg chg="mod">
          <ac:chgData name="SERGIO SPANO'" userId="3abdd0b9-513e-40ac-aad4-56920065037d" providerId="ADAL" clId="{2DCFDF45-1F6B-4A47-892B-C9094FDD5642}" dt="2022-03-21T11:08:19.259" v="1310" actId="27803"/>
          <ac:spMkLst>
            <pc:docMk/>
            <pc:sldMk cId="1175821773" sldId="258"/>
            <ac:spMk id="514" creationId="{183D502F-F1D7-49F1-8C3F-F7DEBAD22519}"/>
          </ac:spMkLst>
        </pc:spChg>
        <pc:spChg chg="mod">
          <ac:chgData name="SERGIO SPANO'" userId="3abdd0b9-513e-40ac-aad4-56920065037d" providerId="ADAL" clId="{2DCFDF45-1F6B-4A47-892B-C9094FDD5642}" dt="2022-03-21T11:08:19.259" v="1310" actId="27803"/>
          <ac:spMkLst>
            <pc:docMk/>
            <pc:sldMk cId="1175821773" sldId="258"/>
            <ac:spMk id="515" creationId="{D0426B8F-A860-4985-AD04-4CD36D19E3B2}"/>
          </ac:spMkLst>
        </pc:spChg>
        <pc:spChg chg="mod">
          <ac:chgData name="SERGIO SPANO'" userId="3abdd0b9-513e-40ac-aad4-56920065037d" providerId="ADAL" clId="{2DCFDF45-1F6B-4A47-892B-C9094FDD5642}" dt="2022-03-21T11:08:19.259" v="1310" actId="27803"/>
          <ac:spMkLst>
            <pc:docMk/>
            <pc:sldMk cId="1175821773" sldId="258"/>
            <ac:spMk id="516" creationId="{58786D4C-5AAB-490F-AC5F-B103F196A482}"/>
          </ac:spMkLst>
        </pc:spChg>
        <pc:spChg chg="mod">
          <ac:chgData name="SERGIO SPANO'" userId="3abdd0b9-513e-40ac-aad4-56920065037d" providerId="ADAL" clId="{2DCFDF45-1F6B-4A47-892B-C9094FDD5642}" dt="2022-03-21T11:08:19.259" v="1310" actId="27803"/>
          <ac:spMkLst>
            <pc:docMk/>
            <pc:sldMk cId="1175821773" sldId="258"/>
            <ac:spMk id="517" creationId="{3ED6CC03-7AD5-4E56-BF53-E593AEAB63DD}"/>
          </ac:spMkLst>
        </pc:spChg>
        <pc:spChg chg="mod">
          <ac:chgData name="SERGIO SPANO'" userId="3abdd0b9-513e-40ac-aad4-56920065037d" providerId="ADAL" clId="{2DCFDF45-1F6B-4A47-892B-C9094FDD5642}" dt="2022-03-21T11:08:19.259" v="1310" actId="27803"/>
          <ac:spMkLst>
            <pc:docMk/>
            <pc:sldMk cId="1175821773" sldId="258"/>
            <ac:spMk id="518" creationId="{1E861237-E4B7-4E70-B4A7-8697EC3B3FDE}"/>
          </ac:spMkLst>
        </pc:spChg>
        <pc:spChg chg="mod">
          <ac:chgData name="SERGIO SPANO'" userId="3abdd0b9-513e-40ac-aad4-56920065037d" providerId="ADAL" clId="{2DCFDF45-1F6B-4A47-892B-C9094FDD5642}" dt="2022-03-21T11:08:19.259" v="1310" actId="27803"/>
          <ac:spMkLst>
            <pc:docMk/>
            <pc:sldMk cId="1175821773" sldId="258"/>
            <ac:spMk id="519" creationId="{7363F68E-F58E-469D-AD43-9309AFAC7C00}"/>
          </ac:spMkLst>
        </pc:spChg>
        <pc:spChg chg="mod">
          <ac:chgData name="SERGIO SPANO'" userId="3abdd0b9-513e-40ac-aad4-56920065037d" providerId="ADAL" clId="{2DCFDF45-1F6B-4A47-892B-C9094FDD5642}" dt="2022-03-21T11:08:19.259" v="1310" actId="27803"/>
          <ac:spMkLst>
            <pc:docMk/>
            <pc:sldMk cId="1175821773" sldId="258"/>
            <ac:spMk id="520" creationId="{57374E6B-8A2E-4BCB-B862-B4651DDD3388}"/>
          </ac:spMkLst>
        </pc:spChg>
        <pc:spChg chg="mod">
          <ac:chgData name="SERGIO SPANO'" userId="3abdd0b9-513e-40ac-aad4-56920065037d" providerId="ADAL" clId="{2DCFDF45-1F6B-4A47-892B-C9094FDD5642}" dt="2022-03-21T11:08:19.259" v="1310" actId="27803"/>
          <ac:spMkLst>
            <pc:docMk/>
            <pc:sldMk cId="1175821773" sldId="258"/>
            <ac:spMk id="521" creationId="{EB4FE568-0963-42EE-8512-46F66E365E2A}"/>
          </ac:spMkLst>
        </pc:spChg>
        <pc:spChg chg="mod">
          <ac:chgData name="SERGIO SPANO'" userId="3abdd0b9-513e-40ac-aad4-56920065037d" providerId="ADAL" clId="{2DCFDF45-1F6B-4A47-892B-C9094FDD5642}" dt="2022-03-21T11:08:19.259" v="1310" actId="27803"/>
          <ac:spMkLst>
            <pc:docMk/>
            <pc:sldMk cId="1175821773" sldId="258"/>
            <ac:spMk id="522" creationId="{B9EC52EE-0C3E-4645-A617-068BE670FCEC}"/>
          </ac:spMkLst>
        </pc:spChg>
        <pc:spChg chg="mod">
          <ac:chgData name="SERGIO SPANO'" userId="3abdd0b9-513e-40ac-aad4-56920065037d" providerId="ADAL" clId="{2DCFDF45-1F6B-4A47-892B-C9094FDD5642}" dt="2022-03-21T11:08:19.259" v="1310" actId="27803"/>
          <ac:spMkLst>
            <pc:docMk/>
            <pc:sldMk cId="1175821773" sldId="258"/>
            <ac:spMk id="523" creationId="{E1F5382F-BD80-4519-BC21-5B4FCD621402}"/>
          </ac:spMkLst>
        </pc:spChg>
        <pc:spChg chg="mod">
          <ac:chgData name="SERGIO SPANO'" userId="3abdd0b9-513e-40ac-aad4-56920065037d" providerId="ADAL" clId="{2DCFDF45-1F6B-4A47-892B-C9094FDD5642}" dt="2022-03-21T11:08:19.259" v="1310" actId="27803"/>
          <ac:spMkLst>
            <pc:docMk/>
            <pc:sldMk cId="1175821773" sldId="258"/>
            <ac:spMk id="524" creationId="{F54FBA01-8A60-4A4B-8857-49F5563D36C5}"/>
          </ac:spMkLst>
        </pc:spChg>
        <pc:spChg chg="mod">
          <ac:chgData name="SERGIO SPANO'" userId="3abdd0b9-513e-40ac-aad4-56920065037d" providerId="ADAL" clId="{2DCFDF45-1F6B-4A47-892B-C9094FDD5642}" dt="2022-03-21T11:08:19.259" v="1310" actId="27803"/>
          <ac:spMkLst>
            <pc:docMk/>
            <pc:sldMk cId="1175821773" sldId="258"/>
            <ac:spMk id="525" creationId="{BB2BD419-F6FD-4C82-A04B-444600D96BDF}"/>
          </ac:spMkLst>
        </pc:spChg>
        <pc:spChg chg="mod">
          <ac:chgData name="SERGIO SPANO'" userId="3abdd0b9-513e-40ac-aad4-56920065037d" providerId="ADAL" clId="{2DCFDF45-1F6B-4A47-892B-C9094FDD5642}" dt="2022-03-21T11:08:19.259" v="1310" actId="27803"/>
          <ac:spMkLst>
            <pc:docMk/>
            <pc:sldMk cId="1175821773" sldId="258"/>
            <ac:spMk id="526" creationId="{4A0CDFE5-9950-428B-9CE6-0CFA2B5F599D}"/>
          </ac:spMkLst>
        </pc:spChg>
        <pc:spChg chg="mod">
          <ac:chgData name="SERGIO SPANO'" userId="3abdd0b9-513e-40ac-aad4-56920065037d" providerId="ADAL" clId="{2DCFDF45-1F6B-4A47-892B-C9094FDD5642}" dt="2022-03-21T11:08:19.259" v="1310" actId="27803"/>
          <ac:spMkLst>
            <pc:docMk/>
            <pc:sldMk cId="1175821773" sldId="258"/>
            <ac:spMk id="527" creationId="{933E76CD-E8D7-4C43-A647-14541058BC19}"/>
          </ac:spMkLst>
        </pc:spChg>
        <pc:spChg chg="mod">
          <ac:chgData name="SERGIO SPANO'" userId="3abdd0b9-513e-40ac-aad4-56920065037d" providerId="ADAL" clId="{2DCFDF45-1F6B-4A47-892B-C9094FDD5642}" dt="2022-03-21T11:08:19.259" v="1310" actId="27803"/>
          <ac:spMkLst>
            <pc:docMk/>
            <pc:sldMk cId="1175821773" sldId="258"/>
            <ac:spMk id="528" creationId="{E3CD697C-A011-4E16-89EC-CF3A9726ECD1}"/>
          </ac:spMkLst>
        </pc:spChg>
        <pc:spChg chg="mod">
          <ac:chgData name="SERGIO SPANO'" userId="3abdd0b9-513e-40ac-aad4-56920065037d" providerId="ADAL" clId="{2DCFDF45-1F6B-4A47-892B-C9094FDD5642}" dt="2022-03-21T11:08:19.259" v="1310" actId="27803"/>
          <ac:spMkLst>
            <pc:docMk/>
            <pc:sldMk cId="1175821773" sldId="258"/>
            <ac:spMk id="529" creationId="{520F2849-52A1-4591-98D7-801CF2B082C1}"/>
          </ac:spMkLst>
        </pc:spChg>
        <pc:spChg chg="mod">
          <ac:chgData name="SERGIO SPANO'" userId="3abdd0b9-513e-40ac-aad4-56920065037d" providerId="ADAL" clId="{2DCFDF45-1F6B-4A47-892B-C9094FDD5642}" dt="2022-03-21T11:08:19.259" v="1310" actId="27803"/>
          <ac:spMkLst>
            <pc:docMk/>
            <pc:sldMk cId="1175821773" sldId="258"/>
            <ac:spMk id="530" creationId="{5B69DC36-99C1-4C1A-BC54-DDC0B95CA562}"/>
          </ac:spMkLst>
        </pc:spChg>
        <pc:spChg chg="mod">
          <ac:chgData name="SERGIO SPANO'" userId="3abdd0b9-513e-40ac-aad4-56920065037d" providerId="ADAL" clId="{2DCFDF45-1F6B-4A47-892B-C9094FDD5642}" dt="2022-03-21T11:08:19.259" v="1310" actId="27803"/>
          <ac:spMkLst>
            <pc:docMk/>
            <pc:sldMk cId="1175821773" sldId="258"/>
            <ac:spMk id="531" creationId="{6E62C486-B831-411F-85D3-78450C21A2D8}"/>
          </ac:spMkLst>
        </pc:spChg>
        <pc:spChg chg="mod">
          <ac:chgData name="SERGIO SPANO'" userId="3abdd0b9-513e-40ac-aad4-56920065037d" providerId="ADAL" clId="{2DCFDF45-1F6B-4A47-892B-C9094FDD5642}" dt="2022-03-21T11:08:19.259" v="1310" actId="27803"/>
          <ac:spMkLst>
            <pc:docMk/>
            <pc:sldMk cId="1175821773" sldId="258"/>
            <ac:spMk id="532" creationId="{8675367B-B9B8-4F56-832A-08C298F6E17A}"/>
          </ac:spMkLst>
        </pc:spChg>
        <pc:spChg chg="mod">
          <ac:chgData name="SERGIO SPANO'" userId="3abdd0b9-513e-40ac-aad4-56920065037d" providerId="ADAL" clId="{2DCFDF45-1F6B-4A47-892B-C9094FDD5642}" dt="2022-03-21T11:08:19.259" v="1310" actId="27803"/>
          <ac:spMkLst>
            <pc:docMk/>
            <pc:sldMk cId="1175821773" sldId="258"/>
            <ac:spMk id="533" creationId="{A492DADD-DE64-4610-B467-47F2234B4B31}"/>
          </ac:spMkLst>
        </pc:spChg>
        <pc:spChg chg="mod">
          <ac:chgData name="SERGIO SPANO'" userId="3abdd0b9-513e-40ac-aad4-56920065037d" providerId="ADAL" clId="{2DCFDF45-1F6B-4A47-892B-C9094FDD5642}" dt="2022-03-21T11:08:19.259" v="1310" actId="27803"/>
          <ac:spMkLst>
            <pc:docMk/>
            <pc:sldMk cId="1175821773" sldId="258"/>
            <ac:spMk id="534" creationId="{94A4D788-3D5F-44D4-9E8A-BABC148BADCC}"/>
          </ac:spMkLst>
        </pc:spChg>
        <pc:spChg chg="mod">
          <ac:chgData name="SERGIO SPANO'" userId="3abdd0b9-513e-40ac-aad4-56920065037d" providerId="ADAL" clId="{2DCFDF45-1F6B-4A47-892B-C9094FDD5642}" dt="2022-03-21T11:08:19.259" v="1310" actId="27803"/>
          <ac:spMkLst>
            <pc:docMk/>
            <pc:sldMk cId="1175821773" sldId="258"/>
            <ac:spMk id="535" creationId="{B12E754C-D0D3-46AF-9347-BB6FBED00F61}"/>
          </ac:spMkLst>
        </pc:spChg>
        <pc:spChg chg="mod">
          <ac:chgData name="SERGIO SPANO'" userId="3abdd0b9-513e-40ac-aad4-56920065037d" providerId="ADAL" clId="{2DCFDF45-1F6B-4A47-892B-C9094FDD5642}" dt="2022-03-21T11:08:19.259" v="1310" actId="27803"/>
          <ac:spMkLst>
            <pc:docMk/>
            <pc:sldMk cId="1175821773" sldId="258"/>
            <ac:spMk id="536" creationId="{DAC1564F-BA4D-43DD-9490-4AA0AFC2A752}"/>
          </ac:spMkLst>
        </pc:spChg>
        <pc:spChg chg="mod">
          <ac:chgData name="SERGIO SPANO'" userId="3abdd0b9-513e-40ac-aad4-56920065037d" providerId="ADAL" clId="{2DCFDF45-1F6B-4A47-892B-C9094FDD5642}" dt="2022-03-21T11:08:19.259" v="1310" actId="27803"/>
          <ac:spMkLst>
            <pc:docMk/>
            <pc:sldMk cId="1175821773" sldId="258"/>
            <ac:spMk id="537" creationId="{2DB6344F-6443-475D-B252-FE1AD1E1C378}"/>
          </ac:spMkLst>
        </pc:spChg>
        <pc:spChg chg="mod">
          <ac:chgData name="SERGIO SPANO'" userId="3abdd0b9-513e-40ac-aad4-56920065037d" providerId="ADAL" clId="{2DCFDF45-1F6B-4A47-892B-C9094FDD5642}" dt="2022-03-21T11:08:19.259" v="1310" actId="27803"/>
          <ac:spMkLst>
            <pc:docMk/>
            <pc:sldMk cId="1175821773" sldId="258"/>
            <ac:spMk id="538" creationId="{F0D1C776-9C75-40FC-BB6F-49A48BA5D7D0}"/>
          </ac:spMkLst>
        </pc:spChg>
        <pc:spChg chg="mod">
          <ac:chgData name="SERGIO SPANO'" userId="3abdd0b9-513e-40ac-aad4-56920065037d" providerId="ADAL" clId="{2DCFDF45-1F6B-4A47-892B-C9094FDD5642}" dt="2022-03-21T11:08:19.259" v="1310" actId="27803"/>
          <ac:spMkLst>
            <pc:docMk/>
            <pc:sldMk cId="1175821773" sldId="258"/>
            <ac:spMk id="539" creationId="{7F624E09-55C4-4EAA-B56A-3E31F86DD257}"/>
          </ac:spMkLst>
        </pc:spChg>
        <pc:spChg chg="mod">
          <ac:chgData name="SERGIO SPANO'" userId="3abdd0b9-513e-40ac-aad4-56920065037d" providerId="ADAL" clId="{2DCFDF45-1F6B-4A47-892B-C9094FDD5642}" dt="2022-03-21T11:08:19.259" v="1310" actId="27803"/>
          <ac:spMkLst>
            <pc:docMk/>
            <pc:sldMk cId="1175821773" sldId="258"/>
            <ac:spMk id="540" creationId="{E6892F37-26B8-4955-9E73-316FCE654F7C}"/>
          </ac:spMkLst>
        </pc:spChg>
        <pc:spChg chg="mod">
          <ac:chgData name="SERGIO SPANO'" userId="3abdd0b9-513e-40ac-aad4-56920065037d" providerId="ADAL" clId="{2DCFDF45-1F6B-4A47-892B-C9094FDD5642}" dt="2022-03-21T11:08:19.259" v="1310" actId="27803"/>
          <ac:spMkLst>
            <pc:docMk/>
            <pc:sldMk cId="1175821773" sldId="258"/>
            <ac:spMk id="541" creationId="{2920DAF4-957A-4C3C-9E26-799C62C4C302}"/>
          </ac:spMkLst>
        </pc:spChg>
        <pc:spChg chg="mod">
          <ac:chgData name="SERGIO SPANO'" userId="3abdd0b9-513e-40ac-aad4-56920065037d" providerId="ADAL" clId="{2DCFDF45-1F6B-4A47-892B-C9094FDD5642}" dt="2022-03-21T11:08:19.259" v="1310" actId="27803"/>
          <ac:spMkLst>
            <pc:docMk/>
            <pc:sldMk cId="1175821773" sldId="258"/>
            <ac:spMk id="542" creationId="{67468666-42E2-48B2-957D-239EE64A0DC4}"/>
          </ac:spMkLst>
        </pc:spChg>
        <pc:spChg chg="mod">
          <ac:chgData name="SERGIO SPANO'" userId="3abdd0b9-513e-40ac-aad4-56920065037d" providerId="ADAL" clId="{2DCFDF45-1F6B-4A47-892B-C9094FDD5642}" dt="2022-03-21T11:08:19.259" v="1310" actId="27803"/>
          <ac:spMkLst>
            <pc:docMk/>
            <pc:sldMk cId="1175821773" sldId="258"/>
            <ac:spMk id="543" creationId="{5DC5F687-E9BC-4C33-B2BC-F5F1FE14B8B7}"/>
          </ac:spMkLst>
        </pc:spChg>
        <pc:spChg chg="mod">
          <ac:chgData name="SERGIO SPANO'" userId="3abdd0b9-513e-40ac-aad4-56920065037d" providerId="ADAL" clId="{2DCFDF45-1F6B-4A47-892B-C9094FDD5642}" dt="2022-03-21T11:08:19.259" v="1310" actId="27803"/>
          <ac:spMkLst>
            <pc:docMk/>
            <pc:sldMk cId="1175821773" sldId="258"/>
            <ac:spMk id="544" creationId="{661F1969-2413-44DC-A052-75E2CE76850C}"/>
          </ac:spMkLst>
        </pc:spChg>
        <pc:spChg chg="mod">
          <ac:chgData name="SERGIO SPANO'" userId="3abdd0b9-513e-40ac-aad4-56920065037d" providerId="ADAL" clId="{2DCFDF45-1F6B-4A47-892B-C9094FDD5642}" dt="2022-03-21T11:08:19.259" v="1310" actId="27803"/>
          <ac:spMkLst>
            <pc:docMk/>
            <pc:sldMk cId="1175821773" sldId="258"/>
            <ac:spMk id="545" creationId="{0F81A438-70AB-4748-98F3-9EE554613BC9}"/>
          </ac:spMkLst>
        </pc:spChg>
        <pc:spChg chg="mod">
          <ac:chgData name="SERGIO SPANO'" userId="3abdd0b9-513e-40ac-aad4-56920065037d" providerId="ADAL" clId="{2DCFDF45-1F6B-4A47-892B-C9094FDD5642}" dt="2022-03-21T11:08:19.259" v="1310" actId="27803"/>
          <ac:spMkLst>
            <pc:docMk/>
            <pc:sldMk cId="1175821773" sldId="258"/>
            <ac:spMk id="546" creationId="{B41E8D40-7222-4FA9-977E-31E23E18038B}"/>
          </ac:spMkLst>
        </pc:spChg>
        <pc:spChg chg="mod">
          <ac:chgData name="SERGIO SPANO'" userId="3abdd0b9-513e-40ac-aad4-56920065037d" providerId="ADAL" clId="{2DCFDF45-1F6B-4A47-892B-C9094FDD5642}" dt="2022-03-21T11:08:19.259" v="1310" actId="27803"/>
          <ac:spMkLst>
            <pc:docMk/>
            <pc:sldMk cId="1175821773" sldId="258"/>
            <ac:spMk id="547" creationId="{6D5E3FA6-D33A-4E1F-80C5-A90499A4FA19}"/>
          </ac:spMkLst>
        </pc:spChg>
        <pc:spChg chg="mod">
          <ac:chgData name="SERGIO SPANO'" userId="3abdd0b9-513e-40ac-aad4-56920065037d" providerId="ADAL" clId="{2DCFDF45-1F6B-4A47-892B-C9094FDD5642}" dt="2022-03-21T11:08:19.259" v="1310" actId="27803"/>
          <ac:spMkLst>
            <pc:docMk/>
            <pc:sldMk cId="1175821773" sldId="258"/>
            <ac:spMk id="548" creationId="{998C8839-2D1F-4BF8-9742-908209A650AD}"/>
          </ac:spMkLst>
        </pc:spChg>
        <pc:spChg chg="mod">
          <ac:chgData name="SERGIO SPANO'" userId="3abdd0b9-513e-40ac-aad4-56920065037d" providerId="ADAL" clId="{2DCFDF45-1F6B-4A47-892B-C9094FDD5642}" dt="2022-03-21T11:08:19.259" v="1310" actId="27803"/>
          <ac:spMkLst>
            <pc:docMk/>
            <pc:sldMk cId="1175821773" sldId="258"/>
            <ac:spMk id="549" creationId="{FD45AE93-E48B-40D6-B469-BC27118F5590}"/>
          </ac:spMkLst>
        </pc:spChg>
        <pc:spChg chg="mod">
          <ac:chgData name="SERGIO SPANO'" userId="3abdd0b9-513e-40ac-aad4-56920065037d" providerId="ADAL" clId="{2DCFDF45-1F6B-4A47-892B-C9094FDD5642}" dt="2022-03-21T11:08:19.259" v="1310" actId="27803"/>
          <ac:spMkLst>
            <pc:docMk/>
            <pc:sldMk cId="1175821773" sldId="258"/>
            <ac:spMk id="550" creationId="{2CE06437-D02A-4B2C-97B9-E700CF9CCBF0}"/>
          </ac:spMkLst>
        </pc:spChg>
        <pc:spChg chg="mod">
          <ac:chgData name="SERGIO SPANO'" userId="3abdd0b9-513e-40ac-aad4-56920065037d" providerId="ADAL" clId="{2DCFDF45-1F6B-4A47-892B-C9094FDD5642}" dt="2022-03-21T11:08:19.259" v="1310" actId="27803"/>
          <ac:spMkLst>
            <pc:docMk/>
            <pc:sldMk cId="1175821773" sldId="258"/>
            <ac:spMk id="551" creationId="{B5032B08-26B7-4850-A97A-A2CDA26EB947}"/>
          </ac:spMkLst>
        </pc:spChg>
        <pc:spChg chg="mod">
          <ac:chgData name="SERGIO SPANO'" userId="3abdd0b9-513e-40ac-aad4-56920065037d" providerId="ADAL" clId="{2DCFDF45-1F6B-4A47-892B-C9094FDD5642}" dt="2022-03-21T11:08:19.259" v="1310" actId="27803"/>
          <ac:spMkLst>
            <pc:docMk/>
            <pc:sldMk cId="1175821773" sldId="258"/>
            <ac:spMk id="552" creationId="{410A599C-C6EE-4555-ABAA-65B23824D974}"/>
          </ac:spMkLst>
        </pc:spChg>
        <pc:spChg chg="mod">
          <ac:chgData name="SERGIO SPANO'" userId="3abdd0b9-513e-40ac-aad4-56920065037d" providerId="ADAL" clId="{2DCFDF45-1F6B-4A47-892B-C9094FDD5642}" dt="2022-03-21T11:08:19.259" v="1310" actId="27803"/>
          <ac:spMkLst>
            <pc:docMk/>
            <pc:sldMk cId="1175821773" sldId="258"/>
            <ac:spMk id="553" creationId="{4F7DFA9C-1B0B-432F-BD7C-9210574FB5CF}"/>
          </ac:spMkLst>
        </pc:spChg>
        <pc:spChg chg="mod">
          <ac:chgData name="SERGIO SPANO'" userId="3abdd0b9-513e-40ac-aad4-56920065037d" providerId="ADAL" clId="{2DCFDF45-1F6B-4A47-892B-C9094FDD5642}" dt="2022-03-21T11:08:19.259" v="1310" actId="27803"/>
          <ac:spMkLst>
            <pc:docMk/>
            <pc:sldMk cId="1175821773" sldId="258"/>
            <ac:spMk id="554" creationId="{FD49E506-2F79-47A0-A6EB-790DA2F0E4A3}"/>
          </ac:spMkLst>
        </pc:spChg>
        <pc:spChg chg="mod">
          <ac:chgData name="SERGIO SPANO'" userId="3abdd0b9-513e-40ac-aad4-56920065037d" providerId="ADAL" clId="{2DCFDF45-1F6B-4A47-892B-C9094FDD5642}" dt="2022-03-21T11:08:19.259" v="1310" actId="27803"/>
          <ac:spMkLst>
            <pc:docMk/>
            <pc:sldMk cId="1175821773" sldId="258"/>
            <ac:spMk id="555" creationId="{4BC59BE8-7C28-426B-A9A3-FCFE8CB7E76D}"/>
          </ac:spMkLst>
        </pc:spChg>
        <pc:spChg chg="mod">
          <ac:chgData name="SERGIO SPANO'" userId="3abdd0b9-513e-40ac-aad4-56920065037d" providerId="ADAL" clId="{2DCFDF45-1F6B-4A47-892B-C9094FDD5642}" dt="2022-03-21T11:08:19.259" v="1310" actId="27803"/>
          <ac:spMkLst>
            <pc:docMk/>
            <pc:sldMk cId="1175821773" sldId="258"/>
            <ac:spMk id="556" creationId="{39BABC6E-B55A-4CC6-B592-7374E12FA98A}"/>
          </ac:spMkLst>
        </pc:spChg>
        <pc:spChg chg="mod">
          <ac:chgData name="SERGIO SPANO'" userId="3abdd0b9-513e-40ac-aad4-56920065037d" providerId="ADAL" clId="{2DCFDF45-1F6B-4A47-892B-C9094FDD5642}" dt="2022-03-21T11:08:19.259" v="1310" actId="27803"/>
          <ac:spMkLst>
            <pc:docMk/>
            <pc:sldMk cId="1175821773" sldId="258"/>
            <ac:spMk id="557" creationId="{B44C43B2-BD8F-43D0-AFAF-354CDA48E473}"/>
          </ac:spMkLst>
        </pc:spChg>
        <pc:spChg chg="mod">
          <ac:chgData name="SERGIO SPANO'" userId="3abdd0b9-513e-40ac-aad4-56920065037d" providerId="ADAL" clId="{2DCFDF45-1F6B-4A47-892B-C9094FDD5642}" dt="2022-03-21T11:08:19.259" v="1310" actId="27803"/>
          <ac:spMkLst>
            <pc:docMk/>
            <pc:sldMk cId="1175821773" sldId="258"/>
            <ac:spMk id="558" creationId="{DBE725B6-6892-4C4F-AE9C-515AECFB7720}"/>
          </ac:spMkLst>
        </pc:spChg>
        <pc:spChg chg="mod">
          <ac:chgData name="SERGIO SPANO'" userId="3abdd0b9-513e-40ac-aad4-56920065037d" providerId="ADAL" clId="{2DCFDF45-1F6B-4A47-892B-C9094FDD5642}" dt="2022-03-21T11:08:19.259" v="1310" actId="27803"/>
          <ac:spMkLst>
            <pc:docMk/>
            <pc:sldMk cId="1175821773" sldId="258"/>
            <ac:spMk id="559" creationId="{F04141C9-D597-4228-9ABA-D3BF701D80DE}"/>
          </ac:spMkLst>
        </pc:spChg>
        <pc:spChg chg="mod">
          <ac:chgData name="SERGIO SPANO'" userId="3abdd0b9-513e-40ac-aad4-56920065037d" providerId="ADAL" clId="{2DCFDF45-1F6B-4A47-892B-C9094FDD5642}" dt="2022-03-21T11:08:19.259" v="1310" actId="27803"/>
          <ac:spMkLst>
            <pc:docMk/>
            <pc:sldMk cId="1175821773" sldId="258"/>
            <ac:spMk id="560" creationId="{2E5D8866-592F-4F4A-AC69-8D3758F83F2A}"/>
          </ac:spMkLst>
        </pc:spChg>
        <pc:spChg chg="mod">
          <ac:chgData name="SERGIO SPANO'" userId="3abdd0b9-513e-40ac-aad4-56920065037d" providerId="ADAL" clId="{2DCFDF45-1F6B-4A47-892B-C9094FDD5642}" dt="2022-03-21T11:08:19.259" v="1310" actId="27803"/>
          <ac:spMkLst>
            <pc:docMk/>
            <pc:sldMk cId="1175821773" sldId="258"/>
            <ac:spMk id="561" creationId="{971031AD-9FF8-4819-A043-C15F5309B10D}"/>
          </ac:spMkLst>
        </pc:spChg>
        <pc:spChg chg="mod">
          <ac:chgData name="SERGIO SPANO'" userId="3abdd0b9-513e-40ac-aad4-56920065037d" providerId="ADAL" clId="{2DCFDF45-1F6B-4A47-892B-C9094FDD5642}" dt="2022-03-21T11:08:19.259" v="1310" actId="27803"/>
          <ac:spMkLst>
            <pc:docMk/>
            <pc:sldMk cId="1175821773" sldId="258"/>
            <ac:spMk id="562" creationId="{C519B149-5560-4826-8CAE-F26934AB9385}"/>
          </ac:spMkLst>
        </pc:spChg>
        <pc:spChg chg="mod">
          <ac:chgData name="SERGIO SPANO'" userId="3abdd0b9-513e-40ac-aad4-56920065037d" providerId="ADAL" clId="{2DCFDF45-1F6B-4A47-892B-C9094FDD5642}" dt="2022-03-21T11:08:19.259" v="1310" actId="27803"/>
          <ac:spMkLst>
            <pc:docMk/>
            <pc:sldMk cId="1175821773" sldId="258"/>
            <ac:spMk id="563" creationId="{A54AEFB8-57D7-4DD0-9D8B-A98B544AE4CA}"/>
          </ac:spMkLst>
        </pc:spChg>
        <pc:spChg chg="mod">
          <ac:chgData name="SERGIO SPANO'" userId="3abdd0b9-513e-40ac-aad4-56920065037d" providerId="ADAL" clId="{2DCFDF45-1F6B-4A47-892B-C9094FDD5642}" dt="2022-03-21T11:08:19.259" v="1310" actId="27803"/>
          <ac:spMkLst>
            <pc:docMk/>
            <pc:sldMk cId="1175821773" sldId="258"/>
            <ac:spMk id="564" creationId="{7DE16FC6-3A3C-4531-9E2B-C38C89C20635}"/>
          </ac:spMkLst>
        </pc:spChg>
        <pc:spChg chg="mod">
          <ac:chgData name="SERGIO SPANO'" userId="3abdd0b9-513e-40ac-aad4-56920065037d" providerId="ADAL" clId="{2DCFDF45-1F6B-4A47-892B-C9094FDD5642}" dt="2022-03-21T11:08:19.259" v="1310" actId="27803"/>
          <ac:spMkLst>
            <pc:docMk/>
            <pc:sldMk cId="1175821773" sldId="258"/>
            <ac:spMk id="565" creationId="{A023ACAE-E53D-4952-A21C-F59D36DA4A94}"/>
          </ac:spMkLst>
        </pc:spChg>
        <pc:spChg chg="mod">
          <ac:chgData name="SERGIO SPANO'" userId="3abdd0b9-513e-40ac-aad4-56920065037d" providerId="ADAL" clId="{2DCFDF45-1F6B-4A47-892B-C9094FDD5642}" dt="2022-03-21T11:08:19.259" v="1310" actId="27803"/>
          <ac:spMkLst>
            <pc:docMk/>
            <pc:sldMk cId="1175821773" sldId="258"/>
            <ac:spMk id="566" creationId="{1BB28D40-C3C6-4812-9AA5-9A4721A7F070}"/>
          </ac:spMkLst>
        </pc:spChg>
        <pc:spChg chg="mod">
          <ac:chgData name="SERGIO SPANO'" userId="3abdd0b9-513e-40ac-aad4-56920065037d" providerId="ADAL" clId="{2DCFDF45-1F6B-4A47-892B-C9094FDD5642}" dt="2022-03-21T11:08:19.259" v="1310" actId="27803"/>
          <ac:spMkLst>
            <pc:docMk/>
            <pc:sldMk cId="1175821773" sldId="258"/>
            <ac:spMk id="567" creationId="{D80F4D34-FB40-42D7-A7CD-F5A6ADE024F8}"/>
          </ac:spMkLst>
        </pc:spChg>
        <pc:spChg chg="mod">
          <ac:chgData name="SERGIO SPANO'" userId="3abdd0b9-513e-40ac-aad4-56920065037d" providerId="ADAL" clId="{2DCFDF45-1F6B-4A47-892B-C9094FDD5642}" dt="2022-03-21T11:08:19.259" v="1310" actId="27803"/>
          <ac:spMkLst>
            <pc:docMk/>
            <pc:sldMk cId="1175821773" sldId="258"/>
            <ac:spMk id="568" creationId="{5AB57884-DF89-4F0F-8E53-E39BCA30888D}"/>
          </ac:spMkLst>
        </pc:spChg>
        <pc:spChg chg="mod">
          <ac:chgData name="SERGIO SPANO'" userId="3abdd0b9-513e-40ac-aad4-56920065037d" providerId="ADAL" clId="{2DCFDF45-1F6B-4A47-892B-C9094FDD5642}" dt="2022-03-21T11:08:19.259" v="1310" actId="27803"/>
          <ac:spMkLst>
            <pc:docMk/>
            <pc:sldMk cId="1175821773" sldId="258"/>
            <ac:spMk id="569" creationId="{0CB073E1-A518-4E04-9B45-F5886712AE52}"/>
          </ac:spMkLst>
        </pc:spChg>
        <pc:spChg chg="mod">
          <ac:chgData name="SERGIO SPANO'" userId="3abdd0b9-513e-40ac-aad4-56920065037d" providerId="ADAL" clId="{2DCFDF45-1F6B-4A47-892B-C9094FDD5642}" dt="2022-03-21T11:08:19.259" v="1310" actId="27803"/>
          <ac:spMkLst>
            <pc:docMk/>
            <pc:sldMk cId="1175821773" sldId="258"/>
            <ac:spMk id="570" creationId="{BAF48502-5CF9-42D3-BE8D-0FC147B03FBA}"/>
          </ac:spMkLst>
        </pc:spChg>
        <pc:spChg chg="mod">
          <ac:chgData name="SERGIO SPANO'" userId="3abdd0b9-513e-40ac-aad4-56920065037d" providerId="ADAL" clId="{2DCFDF45-1F6B-4A47-892B-C9094FDD5642}" dt="2022-03-21T11:08:19.259" v="1310" actId="27803"/>
          <ac:spMkLst>
            <pc:docMk/>
            <pc:sldMk cId="1175821773" sldId="258"/>
            <ac:spMk id="571" creationId="{B00D4428-F09C-4AA8-9308-510FF99F81D2}"/>
          </ac:spMkLst>
        </pc:spChg>
        <pc:spChg chg="mod">
          <ac:chgData name="SERGIO SPANO'" userId="3abdd0b9-513e-40ac-aad4-56920065037d" providerId="ADAL" clId="{2DCFDF45-1F6B-4A47-892B-C9094FDD5642}" dt="2022-03-21T11:08:19.259" v="1310" actId="27803"/>
          <ac:spMkLst>
            <pc:docMk/>
            <pc:sldMk cId="1175821773" sldId="258"/>
            <ac:spMk id="572" creationId="{C725E8DF-83CB-4A8A-ACB8-8F91272D01C3}"/>
          </ac:spMkLst>
        </pc:spChg>
        <pc:spChg chg="mod">
          <ac:chgData name="SERGIO SPANO'" userId="3abdd0b9-513e-40ac-aad4-56920065037d" providerId="ADAL" clId="{2DCFDF45-1F6B-4A47-892B-C9094FDD5642}" dt="2022-03-21T11:08:19.259" v="1310" actId="27803"/>
          <ac:spMkLst>
            <pc:docMk/>
            <pc:sldMk cId="1175821773" sldId="258"/>
            <ac:spMk id="573" creationId="{090D276F-15DD-4B47-A02B-6B67E120176B}"/>
          </ac:spMkLst>
        </pc:spChg>
        <pc:spChg chg="mod">
          <ac:chgData name="SERGIO SPANO'" userId="3abdd0b9-513e-40ac-aad4-56920065037d" providerId="ADAL" clId="{2DCFDF45-1F6B-4A47-892B-C9094FDD5642}" dt="2022-03-21T11:08:19.259" v="1310" actId="27803"/>
          <ac:spMkLst>
            <pc:docMk/>
            <pc:sldMk cId="1175821773" sldId="258"/>
            <ac:spMk id="574" creationId="{9D9CA844-61FC-4864-ACC4-5BF09D7DD8A6}"/>
          </ac:spMkLst>
        </pc:spChg>
        <pc:spChg chg="mod">
          <ac:chgData name="SERGIO SPANO'" userId="3abdd0b9-513e-40ac-aad4-56920065037d" providerId="ADAL" clId="{2DCFDF45-1F6B-4A47-892B-C9094FDD5642}" dt="2022-03-21T11:08:19.259" v="1310" actId="27803"/>
          <ac:spMkLst>
            <pc:docMk/>
            <pc:sldMk cId="1175821773" sldId="258"/>
            <ac:spMk id="575" creationId="{D519F9D9-A907-46C8-86C1-794FB86E3927}"/>
          </ac:spMkLst>
        </pc:spChg>
        <pc:spChg chg="mod">
          <ac:chgData name="SERGIO SPANO'" userId="3abdd0b9-513e-40ac-aad4-56920065037d" providerId="ADAL" clId="{2DCFDF45-1F6B-4A47-892B-C9094FDD5642}" dt="2022-03-21T11:08:19.259" v="1310" actId="27803"/>
          <ac:spMkLst>
            <pc:docMk/>
            <pc:sldMk cId="1175821773" sldId="258"/>
            <ac:spMk id="576" creationId="{EC6D6367-A25D-475D-A47B-AA220B23458A}"/>
          </ac:spMkLst>
        </pc:spChg>
        <pc:spChg chg="mod">
          <ac:chgData name="SERGIO SPANO'" userId="3abdd0b9-513e-40ac-aad4-56920065037d" providerId="ADAL" clId="{2DCFDF45-1F6B-4A47-892B-C9094FDD5642}" dt="2022-03-21T11:08:19.259" v="1310" actId="27803"/>
          <ac:spMkLst>
            <pc:docMk/>
            <pc:sldMk cId="1175821773" sldId="258"/>
            <ac:spMk id="577" creationId="{1EC4C3DD-B3B3-41D9-B7E4-EAC82DCFE8F3}"/>
          </ac:spMkLst>
        </pc:spChg>
        <pc:spChg chg="mod">
          <ac:chgData name="SERGIO SPANO'" userId="3abdd0b9-513e-40ac-aad4-56920065037d" providerId="ADAL" clId="{2DCFDF45-1F6B-4A47-892B-C9094FDD5642}" dt="2022-03-21T11:08:19.259" v="1310" actId="27803"/>
          <ac:spMkLst>
            <pc:docMk/>
            <pc:sldMk cId="1175821773" sldId="258"/>
            <ac:spMk id="578" creationId="{C7E47BB8-F02C-48AE-88E9-6838313195AA}"/>
          </ac:spMkLst>
        </pc:spChg>
        <pc:spChg chg="mod">
          <ac:chgData name="SERGIO SPANO'" userId="3abdd0b9-513e-40ac-aad4-56920065037d" providerId="ADAL" clId="{2DCFDF45-1F6B-4A47-892B-C9094FDD5642}" dt="2022-03-21T11:08:19.259" v="1310" actId="27803"/>
          <ac:spMkLst>
            <pc:docMk/>
            <pc:sldMk cId="1175821773" sldId="258"/>
            <ac:spMk id="579" creationId="{74401AE4-45FB-499F-998C-A260B6440112}"/>
          </ac:spMkLst>
        </pc:spChg>
        <pc:spChg chg="mod">
          <ac:chgData name="SERGIO SPANO'" userId="3abdd0b9-513e-40ac-aad4-56920065037d" providerId="ADAL" clId="{2DCFDF45-1F6B-4A47-892B-C9094FDD5642}" dt="2022-03-21T11:08:19.259" v="1310" actId="27803"/>
          <ac:spMkLst>
            <pc:docMk/>
            <pc:sldMk cId="1175821773" sldId="258"/>
            <ac:spMk id="580" creationId="{832F24D8-6771-4481-825C-78413806DF5F}"/>
          </ac:spMkLst>
        </pc:spChg>
        <pc:spChg chg="mod">
          <ac:chgData name="SERGIO SPANO'" userId="3abdd0b9-513e-40ac-aad4-56920065037d" providerId="ADAL" clId="{2DCFDF45-1F6B-4A47-892B-C9094FDD5642}" dt="2022-03-21T11:08:19.259" v="1310" actId="27803"/>
          <ac:spMkLst>
            <pc:docMk/>
            <pc:sldMk cId="1175821773" sldId="258"/>
            <ac:spMk id="581" creationId="{E0F03361-99E9-44EF-BADB-A6E2A88DD20D}"/>
          </ac:spMkLst>
        </pc:spChg>
        <pc:spChg chg="mod">
          <ac:chgData name="SERGIO SPANO'" userId="3abdd0b9-513e-40ac-aad4-56920065037d" providerId="ADAL" clId="{2DCFDF45-1F6B-4A47-892B-C9094FDD5642}" dt="2022-03-21T11:08:19.259" v="1310" actId="27803"/>
          <ac:spMkLst>
            <pc:docMk/>
            <pc:sldMk cId="1175821773" sldId="258"/>
            <ac:spMk id="582" creationId="{878C7826-2A2A-49E4-ACCD-C45322AB32B3}"/>
          </ac:spMkLst>
        </pc:spChg>
        <pc:spChg chg="mod">
          <ac:chgData name="SERGIO SPANO'" userId="3abdd0b9-513e-40ac-aad4-56920065037d" providerId="ADAL" clId="{2DCFDF45-1F6B-4A47-892B-C9094FDD5642}" dt="2022-03-21T11:08:19.259" v="1310" actId="27803"/>
          <ac:spMkLst>
            <pc:docMk/>
            <pc:sldMk cId="1175821773" sldId="258"/>
            <ac:spMk id="583" creationId="{F0D87A97-030E-45B0-ADF9-F534E4840A9B}"/>
          </ac:spMkLst>
        </pc:spChg>
        <pc:spChg chg="mod">
          <ac:chgData name="SERGIO SPANO'" userId="3abdd0b9-513e-40ac-aad4-56920065037d" providerId="ADAL" clId="{2DCFDF45-1F6B-4A47-892B-C9094FDD5642}" dt="2022-03-21T11:08:19.259" v="1310" actId="27803"/>
          <ac:spMkLst>
            <pc:docMk/>
            <pc:sldMk cId="1175821773" sldId="258"/>
            <ac:spMk id="584" creationId="{FB912BBE-3694-4778-8CD5-0B42C3C584D5}"/>
          </ac:spMkLst>
        </pc:spChg>
        <pc:spChg chg="mod">
          <ac:chgData name="SERGIO SPANO'" userId="3abdd0b9-513e-40ac-aad4-56920065037d" providerId="ADAL" clId="{2DCFDF45-1F6B-4A47-892B-C9094FDD5642}" dt="2022-03-21T11:08:19.259" v="1310" actId="27803"/>
          <ac:spMkLst>
            <pc:docMk/>
            <pc:sldMk cId="1175821773" sldId="258"/>
            <ac:spMk id="585" creationId="{AB44D89E-744A-4DFC-9F36-9AA09F8C2C87}"/>
          </ac:spMkLst>
        </pc:spChg>
        <pc:spChg chg="mod">
          <ac:chgData name="SERGIO SPANO'" userId="3abdd0b9-513e-40ac-aad4-56920065037d" providerId="ADAL" clId="{2DCFDF45-1F6B-4A47-892B-C9094FDD5642}" dt="2022-03-21T11:08:19.259" v="1310" actId="27803"/>
          <ac:spMkLst>
            <pc:docMk/>
            <pc:sldMk cId="1175821773" sldId="258"/>
            <ac:spMk id="586" creationId="{C8FFC8BA-8AA1-4A10-A6E1-5058407B5D99}"/>
          </ac:spMkLst>
        </pc:spChg>
        <pc:spChg chg="mod">
          <ac:chgData name="SERGIO SPANO'" userId="3abdd0b9-513e-40ac-aad4-56920065037d" providerId="ADAL" clId="{2DCFDF45-1F6B-4A47-892B-C9094FDD5642}" dt="2022-03-21T11:08:19.259" v="1310" actId="27803"/>
          <ac:spMkLst>
            <pc:docMk/>
            <pc:sldMk cId="1175821773" sldId="258"/>
            <ac:spMk id="587" creationId="{53C7D7A0-8D58-4CD2-A7AB-C39E1A2423E0}"/>
          </ac:spMkLst>
        </pc:spChg>
        <pc:spChg chg="mod">
          <ac:chgData name="SERGIO SPANO'" userId="3abdd0b9-513e-40ac-aad4-56920065037d" providerId="ADAL" clId="{2DCFDF45-1F6B-4A47-892B-C9094FDD5642}" dt="2022-03-21T11:08:19.259" v="1310" actId="27803"/>
          <ac:spMkLst>
            <pc:docMk/>
            <pc:sldMk cId="1175821773" sldId="258"/>
            <ac:spMk id="588" creationId="{305B951B-B893-4055-A6EF-C373ED66718A}"/>
          </ac:spMkLst>
        </pc:spChg>
        <pc:spChg chg="mod">
          <ac:chgData name="SERGIO SPANO'" userId="3abdd0b9-513e-40ac-aad4-56920065037d" providerId="ADAL" clId="{2DCFDF45-1F6B-4A47-892B-C9094FDD5642}" dt="2022-03-21T11:08:19.259" v="1310" actId="27803"/>
          <ac:spMkLst>
            <pc:docMk/>
            <pc:sldMk cId="1175821773" sldId="258"/>
            <ac:spMk id="589" creationId="{B5123179-96EE-4742-8D84-3D58BCB9251E}"/>
          </ac:spMkLst>
        </pc:spChg>
        <pc:spChg chg="mod">
          <ac:chgData name="SERGIO SPANO'" userId="3abdd0b9-513e-40ac-aad4-56920065037d" providerId="ADAL" clId="{2DCFDF45-1F6B-4A47-892B-C9094FDD5642}" dt="2022-03-21T11:08:19.259" v="1310" actId="27803"/>
          <ac:spMkLst>
            <pc:docMk/>
            <pc:sldMk cId="1175821773" sldId="258"/>
            <ac:spMk id="590" creationId="{D2A881D0-64D3-46AF-ACF5-AF62F7AAD7F4}"/>
          </ac:spMkLst>
        </pc:spChg>
        <pc:spChg chg="mod">
          <ac:chgData name="SERGIO SPANO'" userId="3abdd0b9-513e-40ac-aad4-56920065037d" providerId="ADAL" clId="{2DCFDF45-1F6B-4A47-892B-C9094FDD5642}" dt="2022-03-21T11:08:19.259" v="1310" actId="27803"/>
          <ac:spMkLst>
            <pc:docMk/>
            <pc:sldMk cId="1175821773" sldId="258"/>
            <ac:spMk id="591" creationId="{04A80C11-527A-4AB9-9D6A-4A8A83F21F5A}"/>
          </ac:spMkLst>
        </pc:spChg>
        <pc:spChg chg="mod">
          <ac:chgData name="SERGIO SPANO'" userId="3abdd0b9-513e-40ac-aad4-56920065037d" providerId="ADAL" clId="{2DCFDF45-1F6B-4A47-892B-C9094FDD5642}" dt="2022-03-21T11:08:19.259" v="1310" actId="27803"/>
          <ac:spMkLst>
            <pc:docMk/>
            <pc:sldMk cId="1175821773" sldId="258"/>
            <ac:spMk id="592" creationId="{2690B739-13EF-4886-97CB-66B32027A168}"/>
          </ac:spMkLst>
        </pc:spChg>
        <pc:spChg chg="mod">
          <ac:chgData name="SERGIO SPANO'" userId="3abdd0b9-513e-40ac-aad4-56920065037d" providerId="ADAL" clId="{2DCFDF45-1F6B-4A47-892B-C9094FDD5642}" dt="2022-03-21T11:08:19.259" v="1310" actId="27803"/>
          <ac:spMkLst>
            <pc:docMk/>
            <pc:sldMk cId="1175821773" sldId="258"/>
            <ac:spMk id="593" creationId="{804C2576-249A-4453-96C0-5FE3D7C93F38}"/>
          </ac:spMkLst>
        </pc:spChg>
        <pc:spChg chg="mod">
          <ac:chgData name="SERGIO SPANO'" userId="3abdd0b9-513e-40ac-aad4-56920065037d" providerId="ADAL" clId="{2DCFDF45-1F6B-4A47-892B-C9094FDD5642}" dt="2022-03-21T11:08:19.259" v="1310" actId="27803"/>
          <ac:spMkLst>
            <pc:docMk/>
            <pc:sldMk cId="1175821773" sldId="258"/>
            <ac:spMk id="594" creationId="{52C20E08-874F-41C4-A9B0-3CA2096F3BC0}"/>
          </ac:spMkLst>
        </pc:spChg>
        <pc:spChg chg="mod">
          <ac:chgData name="SERGIO SPANO'" userId="3abdd0b9-513e-40ac-aad4-56920065037d" providerId="ADAL" clId="{2DCFDF45-1F6B-4A47-892B-C9094FDD5642}" dt="2022-03-21T11:08:19.259" v="1310" actId="27803"/>
          <ac:spMkLst>
            <pc:docMk/>
            <pc:sldMk cId="1175821773" sldId="258"/>
            <ac:spMk id="595" creationId="{73A5DE24-5058-4A92-A332-58A838305B1F}"/>
          </ac:spMkLst>
        </pc:spChg>
        <pc:spChg chg="mod">
          <ac:chgData name="SERGIO SPANO'" userId="3abdd0b9-513e-40ac-aad4-56920065037d" providerId="ADAL" clId="{2DCFDF45-1F6B-4A47-892B-C9094FDD5642}" dt="2022-03-21T11:08:19.259" v="1310" actId="27803"/>
          <ac:spMkLst>
            <pc:docMk/>
            <pc:sldMk cId="1175821773" sldId="258"/>
            <ac:spMk id="596" creationId="{556E1A6B-5B9A-41BB-836E-13F986FCC5BD}"/>
          </ac:spMkLst>
        </pc:spChg>
        <pc:spChg chg="mod">
          <ac:chgData name="SERGIO SPANO'" userId="3abdd0b9-513e-40ac-aad4-56920065037d" providerId="ADAL" clId="{2DCFDF45-1F6B-4A47-892B-C9094FDD5642}" dt="2022-03-21T11:08:19.259" v="1310" actId="27803"/>
          <ac:spMkLst>
            <pc:docMk/>
            <pc:sldMk cId="1175821773" sldId="258"/>
            <ac:spMk id="597" creationId="{E06480FC-13F6-4E7D-BA1C-3DB2B88C9B13}"/>
          </ac:spMkLst>
        </pc:spChg>
        <pc:spChg chg="mod">
          <ac:chgData name="SERGIO SPANO'" userId="3abdd0b9-513e-40ac-aad4-56920065037d" providerId="ADAL" clId="{2DCFDF45-1F6B-4A47-892B-C9094FDD5642}" dt="2022-03-21T11:08:19.259" v="1310" actId="27803"/>
          <ac:spMkLst>
            <pc:docMk/>
            <pc:sldMk cId="1175821773" sldId="258"/>
            <ac:spMk id="598" creationId="{2816102B-048E-40DE-B914-CEAB0DE0A10B}"/>
          </ac:spMkLst>
        </pc:spChg>
        <pc:spChg chg="mod">
          <ac:chgData name="SERGIO SPANO'" userId="3abdd0b9-513e-40ac-aad4-56920065037d" providerId="ADAL" clId="{2DCFDF45-1F6B-4A47-892B-C9094FDD5642}" dt="2022-03-21T11:08:19.259" v="1310" actId="27803"/>
          <ac:spMkLst>
            <pc:docMk/>
            <pc:sldMk cId="1175821773" sldId="258"/>
            <ac:spMk id="599" creationId="{66955F48-F78B-4B26-9F52-1D052598B13F}"/>
          </ac:spMkLst>
        </pc:spChg>
        <pc:spChg chg="mod">
          <ac:chgData name="SERGIO SPANO'" userId="3abdd0b9-513e-40ac-aad4-56920065037d" providerId="ADAL" clId="{2DCFDF45-1F6B-4A47-892B-C9094FDD5642}" dt="2022-03-21T11:08:19.259" v="1310" actId="27803"/>
          <ac:spMkLst>
            <pc:docMk/>
            <pc:sldMk cId="1175821773" sldId="258"/>
            <ac:spMk id="600" creationId="{32586D36-9B94-4261-970B-6F5DEE381313}"/>
          </ac:spMkLst>
        </pc:spChg>
        <pc:spChg chg="mod">
          <ac:chgData name="SERGIO SPANO'" userId="3abdd0b9-513e-40ac-aad4-56920065037d" providerId="ADAL" clId="{2DCFDF45-1F6B-4A47-892B-C9094FDD5642}" dt="2022-03-21T11:08:19.259" v="1310" actId="27803"/>
          <ac:spMkLst>
            <pc:docMk/>
            <pc:sldMk cId="1175821773" sldId="258"/>
            <ac:spMk id="601" creationId="{AF68744A-3010-4735-BE63-0A90B1FB9965}"/>
          </ac:spMkLst>
        </pc:spChg>
        <pc:spChg chg="mod">
          <ac:chgData name="SERGIO SPANO'" userId="3abdd0b9-513e-40ac-aad4-56920065037d" providerId="ADAL" clId="{2DCFDF45-1F6B-4A47-892B-C9094FDD5642}" dt="2022-03-21T11:08:19.259" v="1310" actId="27803"/>
          <ac:spMkLst>
            <pc:docMk/>
            <pc:sldMk cId="1175821773" sldId="258"/>
            <ac:spMk id="602" creationId="{663527F1-FE65-48E4-8AE7-8F663C351D25}"/>
          </ac:spMkLst>
        </pc:spChg>
        <pc:spChg chg="mod">
          <ac:chgData name="SERGIO SPANO'" userId="3abdd0b9-513e-40ac-aad4-56920065037d" providerId="ADAL" clId="{2DCFDF45-1F6B-4A47-892B-C9094FDD5642}" dt="2022-03-21T11:08:19.259" v="1310" actId="27803"/>
          <ac:spMkLst>
            <pc:docMk/>
            <pc:sldMk cId="1175821773" sldId="258"/>
            <ac:spMk id="603" creationId="{09F3AAD7-C5CE-43D7-9383-4F4D370A8509}"/>
          </ac:spMkLst>
        </pc:spChg>
        <pc:spChg chg="mod">
          <ac:chgData name="SERGIO SPANO'" userId="3abdd0b9-513e-40ac-aad4-56920065037d" providerId="ADAL" clId="{2DCFDF45-1F6B-4A47-892B-C9094FDD5642}" dt="2022-03-21T11:08:19.259" v="1310" actId="27803"/>
          <ac:spMkLst>
            <pc:docMk/>
            <pc:sldMk cId="1175821773" sldId="258"/>
            <ac:spMk id="604" creationId="{17FD5C21-5942-4DB8-B493-273FF575D904}"/>
          </ac:spMkLst>
        </pc:spChg>
        <pc:spChg chg="mod">
          <ac:chgData name="SERGIO SPANO'" userId="3abdd0b9-513e-40ac-aad4-56920065037d" providerId="ADAL" clId="{2DCFDF45-1F6B-4A47-892B-C9094FDD5642}" dt="2022-03-21T11:08:19.259" v="1310" actId="27803"/>
          <ac:spMkLst>
            <pc:docMk/>
            <pc:sldMk cId="1175821773" sldId="258"/>
            <ac:spMk id="605" creationId="{1F33D8A6-F004-4C3E-987B-445E74D5AEC2}"/>
          </ac:spMkLst>
        </pc:spChg>
        <pc:spChg chg="mod">
          <ac:chgData name="SERGIO SPANO'" userId="3abdd0b9-513e-40ac-aad4-56920065037d" providerId="ADAL" clId="{2DCFDF45-1F6B-4A47-892B-C9094FDD5642}" dt="2022-03-21T11:08:19.259" v="1310" actId="27803"/>
          <ac:spMkLst>
            <pc:docMk/>
            <pc:sldMk cId="1175821773" sldId="258"/>
            <ac:spMk id="606" creationId="{A5210280-ECCD-47E6-A20B-4335C811584B}"/>
          </ac:spMkLst>
        </pc:spChg>
        <pc:spChg chg="mod">
          <ac:chgData name="SERGIO SPANO'" userId="3abdd0b9-513e-40ac-aad4-56920065037d" providerId="ADAL" clId="{2DCFDF45-1F6B-4A47-892B-C9094FDD5642}" dt="2022-03-21T11:08:19.259" v="1310" actId="27803"/>
          <ac:spMkLst>
            <pc:docMk/>
            <pc:sldMk cId="1175821773" sldId="258"/>
            <ac:spMk id="607" creationId="{C22E0EF6-F71E-4056-ADC2-4D3E8DC34A86}"/>
          </ac:spMkLst>
        </pc:spChg>
        <pc:spChg chg="mod">
          <ac:chgData name="SERGIO SPANO'" userId="3abdd0b9-513e-40ac-aad4-56920065037d" providerId="ADAL" clId="{2DCFDF45-1F6B-4A47-892B-C9094FDD5642}" dt="2022-03-21T11:08:19.259" v="1310" actId="27803"/>
          <ac:spMkLst>
            <pc:docMk/>
            <pc:sldMk cId="1175821773" sldId="258"/>
            <ac:spMk id="608" creationId="{E3C66EA7-C39C-444E-90CA-80DAB19207F8}"/>
          </ac:spMkLst>
        </pc:spChg>
        <pc:spChg chg="mod">
          <ac:chgData name="SERGIO SPANO'" userId="3abdd0b9-513e-40ac-aad4-56920065037d" providerId="ADAL" clId="{2DCFDF45-1F6B-4A47-892B-C9094FDD5642}" dt="2022-03-21T11:08:19.259" v="1310" actId="27803"/>
          <ac:spMkLst>
            <pc:docMk/>
            <pc:sldMk cId="1175821773" sldId="258"/>
            <ac:spMk id="609" creationId="{F339FF90-0BD1-448B-9F4A-4B0004CD4302}"/>
          </ac:spMkLst>
        </pc:spChg>
        <pc:spChg chg="mod">
          <ac:chgData name="SERGIO SPANO'" userId="3abdd0b9-513e-40ac-aad4-56920065037d" providerId="ADAL" clId="{2DCFDF45-1F6B-4A47-892B-C9094FDD5642}" dt="2022-03-21T11:08:19.259" v="1310" actId="27803"/>
          <ac:spMkLst>
            <pc:docMk/>
            <pc:sldMk cId="1175821773" sldId="258"/>
            <ac:spMk id="610" creationId="{E54717DB-FAA6-4BC7-A42C-D471E491D352}"/>
          </ac:spMkLst>
        </pc:spChg>
        <pc:spChg chg="mod">
          <ac:chgData name="SERGIO SPANO'" userId="3abdd0b9-513e-40ac-aad4-56920065037d" providerId="ADAL" clId="{2DCFDF45-1F6B-4A47-892B-C9094FDD5642}" dt="2022-03-21T11:08:19.259" v="1310" actId="27803"/>
          <ac:spMkLst>
            <pc:docMk/>
            <pc:sldMk cId="1175821773" sldId="258"/>
            <ac:spMk id="611" creationId="{9B338F00-B5AD-4D5F-9AE8-68513BBA729A}"/>
          </ac:spMkLst>
        </pc:spChg>
        <pc:spChg chg="mod">
          <ac:chgData name="SERGIO SPANO'" userId="3abdd0b9-513e-40ac-aad4-56920065037d" providerId="ADAL" clId="{2DCFDF45-1F6B-4A47-892B-C9094FDD5642}" dt="2022-03-21T11:08:19.259" v="1310" actId="27803"/>
          <ac:spMkLst>
            <pc:docMk/>
            <pc:sldMk cId="1175821773" sldId="258"/>
            <ac:spMk id="612" creationId="{F96EBC79-68E9-4564-8C67-1B5749FBBEB4}"/>
          </ac:spMkLst>
        </pc:spChg>
        <pc:spChg chg="mod">
          <ac:chgData name="SERGIO SPANO'" userId="3abdd0b9-513e-40ac-aad4-56920065037d" providerId="ADAL" clId="{2DCFDF45-1F6B-4A47-892B-C9094FDD5642}" dt="2022-03-21T11:08:19.259" v="1310" actId="27803"/>
          <ac:spMkLst>
            <pc:docMk/>
            <pc:sldMk cId="1175821773" sldId="258"/>
            <ac:spMk id="613" creationId="{AFAFFE4F-DB6A-492F-AD8B-0AF34D7A063C}"/>
          </ac:spMkLst>
        </pc:spChg>
        <pc:spChg chg="mod">
          <ac:chgData name="SERGIO SPANO'" userId="3abdd0b9-513e-40ac-aad4-56920065037d" providerId="ADAL" clId="{2DCFDF45-1F6B-4A47-892B-C9094FDD5642}" dt="2022-03-21T11:08:19.259" v="1310" actId="27803"/>
          <ac:spMkLst>
            <pc:docMk/>
            <pc:sldMk cId="1175821773" sldId="258"/>
            <ac:spMk id="614" creationId="{E50CCEE5-CAD6-47DC-9C5B-FEF805947140}"/>
          </ac:spMkLst>
        </pc:spChg>
        <pc:spChg chg="mod">
          <ac:chgData name="SERGIO SPANO'" userId="3abdd0b9-513e-40ac-aad4-56920065037d" providerId="ADAL" clId="{2DCFDF45-1F6B-4A47-892B-C9094FDD5642}" dt="2022-03-21T11:08:19.259" v="1310" actId="27803"/>
          <ac:spMkLst>
            <pc:docMk/>
            <pc:sldMk cId="1175821773" sldId="258"/>
            <ac:spMk id="615" creationId="{6A6808F9-B69D-400E-B9D5-AA68ADE9528B}"/>
          </ac:spMkLst>
        </pc:spChg>
        <pc:spChg chg="mod">
          <ac:chgData name="SERGIO SPANO'" userId="3abdd0b9-513e-40ac-aad4-56920065037d" providerId="ADAL" clId="{2DCFDF45-1F6B-4A47-892B-C9094FDD5642}" dt="2022-03-21T11:08:19.259" v="1310" actId="27803"/>
          <ac:spMkLst>
            <pc:docMk/>
            <pc:sldMk cId="1175821773" sldId="258"/>
            <ac:spMk id="616" creationId="{1095E0F2-1334-444E-BF40-120DC6C1AB3A}"/>
          </ac:spMkLst>
        </pc:spChg>
        <pc:spChg chg="mod">
          <ac:chgData name="SERGIO SPANO'" userId="3abdd0b9-513e-40ac-aad4-56920065037d" providerId="ADAL" clId="{2DCFDF45-1F6B-4A47-892B-C9094FDD5642}" dt="2022-03-21T11:08:19.259" v="1310" actId="27803"/>
          <ac:spMkLst>
            <pc:docMk/>
            <pc:sldMk cId="1175821773" sldId="258"/>
            <ac:spMk id="617" creationId="{3E05EDE9-DB8F-46B5-9C46-91E94B905DCD}"/>
          </ac:spMkLst>
        </pc:spChg>
        <pc:spChg chg="mod">
          <ac:chgData name="SERGIO SPANO'" userId="3abdd0b9-513e-40ac-aad4-56920065037d" providerId="ADAL" clId="{2DCFDF45-1F6B-4A47-892B-C9094FDD5642}" dt="2022-03-21T11:08:19.259" v="1310" actId="27803"/>
          <ac:spMkLst>
            <pc:docMk/>
            <pc:sldMk cId="1175821773" sldId="258"/>
            <ac:spMk id="618" creationId="{546E03AA-5A35-4A35-ADEA-25350236DEC3}"/>
          </ac:spMkLst>
        </pc:spChg>
        <pc:spChg chg="mod">
          <ac:chgData name="SERGIO SPANO'" userId="3abdd0b9-513e-40ac-aad4-56920065037d" providerId="ADAL" clId="{2DCFDF45-1F6B-4A47-892B-C9094FDD5642}" dt="2022-03-21T11:08:19.259" v="1310" actId="27803"/>
          <ac:spMkLst>
            <pc:docMk/>
            <pc:sldMk cId="1175821773" sldId="258"/>
            <ac:spMk id="619" creationId="{8357A9E2-7CE5-48BA-8EEE-13FB1F9F31BE}"/>
          </ac:spMkLst>
        </pc:spChg>
        <pc:spChg chg="mod">
          <ac:chgData name="SERGIO SPANO'" userId="3abdd0b9-513e-40ac-aad4-56920065037d" providerId="ADAL" clId="{2DCFDF45-1F6B-4A47-892B-C9094FDD5642}" dt="2022-03-21T11:08:19.259" v="1310" actId="27803"/>
          <ac:spMkLst>
            <pc:docMk/>
            <pc:sldMk cId="1175821773" sldId="258"/>
            <ac:spMk id="620" creationId="{1E62A2C6-702B-442E-8769-3CD19CBCE196}"/>
          </ac:spMkLst>
        </pc:spChg>
        <pc:spChg chg="mod">
          <ac:chgData name="SERGIO SPANO'" userId="3abdd0b9-513e-40ac-aad4-56920065037d" providerId="ADAL" clId="{2DCFDF45-1F6B-4A47-892B-C9094FDD5642}" dt="2022-03-21T11:08:19.259" v="1310" actId="27803"/>
          <ac:spMkLst>
            <pc:docMk/>
            <pc:sldMk cId="1175821773" sldId="258"/>
            <ac:spMk id="621" creationId="{DFD0E996-47C7-40F7-92E2-3F7E302993E0}"/>
          </ac:spMkLst>
        </pc:spChg>
        <pc:spChg chg="mod">
          <ac:chgData name="SERGIO SPANO'" userId="3abdd0b9-513e-40ac-aad4-56920065037d" providerId="ADAL" clId="{2DCFDF45-1F6B-4A47-892B-C9094FDD5642}" dt="2022-03-21T11:08:19.259" v="1310" actId="27803"/>
          <ac:spMkLst>
            <pc:docMk/>
            <pc:sldMk cId="1175821773" sldId="258"/>
            <ac:spMk id="622" creationId="{CCB6FF09-2D95-47A2-A032-0392EC53FE92}"/>
          </ac:spMkLst>
        </pc:spChg>
        <pc:spChg chg="mod">
          <ac:chgData name="SERGIO SPANO'" userId="3abdd0b9-513e-40ac-aad4-56920065037d" providerId="ADAL" clId="{2DCFDF45-1F6B-4A47-892B-C9094FDD5642}" dt="2022-03-21T11:08:19.259" v="1310" actId="27803"/>
          <ac:spMkLst>
            <pc:docMk/>
            <pc:sldMk cId="1175821773" sldId="258"/>
            <ac:spMk id="623" creationId="{85D8B424-5842-4B89-B0FF-97EED9F09B6A}"/>
          </ac:spMkLst>
        </pc:spChg>
        <pc:spChg chg="mod">
          <ac:chgData name="SERGIO SPANO'" userId="3abdd0b9-513e-40ac-aad4-56920065037d" providerId="ADAL" clId="{2DCFDF45-1F6B-4A47-892B-C9094FDD5642}" dt="2022-03-21T11:08:19.259" v="1310" actId="27803"/>
          <ac:spMkLst>
            <pc:docMk/>
            <pc:sldMk cId="1175821773" sldId="258"/>
            <ac:spMk id="624" creationId="{DC94605A-D814-4C7A-8A3A-22D7F0A38356}"/>
          </ac:spMkLst>
        </pc:spChg>
        <pc:spChg chg="mod">
          <ac:chgData name="SERGIO SPANO'" userId="3abdd0b9-513e-40ac-aad4-56920065037d" providerId="ADAL" clId="{2DCFDF45-1F6B-4A47-892B-C9094FDD5642}" dt="2022-03-21T11:08:19.259" v="1310" actId="27803"/>
          <ac:spMkLst>
            <pc:docMk/>
            <pc:sldMk cId="1175821773" sldId="258"/>
            <ac:spMk id="625" creationId="{5771CE1D-63AF-4A17-A9CF-8194A03A7757}"/>
          </ac:spMkLst>
        </pc:spChg>
        <pc:spChg chg="mod">
          <ac:chgData name="SERGIO SPANO'" userId="3abdd0b9-513e-40ac-aad4-56920065037d" providerId="ADAL" clId="{2DCFDF45-1F6B-4A47-892B-C9094FDD5642}" dt="2022-03-21T11:08:19.259" v="1310" actId="27803"/>
          <ac:spMkLst>
            <pc:docMk/>
            <pc:sldMk cId="1175821773" sldId="258"/>
            <ac:spMk id="626" creationId="{97647936-D01F-4041-930E-8D9F52DD8C00}"/>
          </ac:spMkLst>
        </pc:spChg>
        <pc:spChg chg="mod">
          <ac:chgData name="SERGIO SPANO'" userId="3abdd0b9-513e-40ac-aad4-56920065037d" providerId="ADAL" clId="{2DCFDF45-1F6B-4A47-892B-C9094FDD5642}" dt="2022-03-21T11:08:19.259" v="1310" actId="27803"/>
          <ac:spMkLst>
            <pc:docMk/>
            <pc:sldMk cId="1175821773" sldId="258"/>
            <ac:spMk id="627" creationId="{6E3EE949-3B02-4FD8-A86D-07B667308C48}"/>
          </ac:spMkLst>
        </pc:spChg>
        <pc:spChg chg="mod">
          <ac:chgData name="SERGIO SPANO'" userId="3abdd0b9-513e-40ac-aad4-56920065037d" providerId="ADAL" clId="{2DCFDF45-1F6B-4A47-892B-C9094FDD5642}" dt="2022-03-21T11:08:19.259" v="1310" actId="27803"/>
          <ac:spMkLst>
            <pc:docMk/>
            <pc:sldMk cId="1175821773" sldId="258"/>
            <ac:spMk id="628" creationId="{903C27F6-988F-4B87-BEF4-54DA8BE02AC2}"/>
          </ac:spMkLst>
        </pc:spChg>
        <pc:spChg chg="mod">
          <ac:chgData name="SERGIO SPANO'" userId="3abdd0b9-513e-40ac-aad4-56920065037d" providerId="ADAL" clId="{2DCFDF45-1F6B-4A47-892B-C9094FDD5642}" dt="2022-03-21T11:08:19.259" v="1310" actId="27803"/>
          <ac:spMkLst>
            <pc:docMk/>
            <pc:sldMk cId="1175821773" sldId="258"/>
            <ac:spMk id="629" creationId="{1A0AA6EE-ECF0-45F0-BF22-3F3A9D33E481}"/>
          </ac:spMkLst>
        </pc:spChg>
        <pc:spChg chg="mod">
          <ac:chgData name="SERGIO SPANO'" userId="3abdd0b9-513e-40ac-aad4-56920065037d" providerId="ADAL" clId="{2DCFDF45-1F6B-4A47-892B-C9094FDD5642}" dt="2022-03-21T11:08:19.259" v="1310" actId="27803"/>
          <ac:spMkLst>
            <pc:docMk/>
            <pc:sldMk cId="1175821773" sldId="258"/>
            <ac:spMk id="630" creationId="{C0981C0B-8B13-40E8-AA11-0C89B0464FD1}"/>
          </ac:spMkLst>
        </pc:spChg>
        <pc:spChg chg="mod">
          <ac:chgData name="SERGIO SPANO'" userId="3abdd0b9-513e-40ac-aad4-56920065037d" providerId="ADAL" clId="{2DCFDF45-1F6B-4A47-892B-C9094FDD5642}" dt="2022-03-21T11:08:19.259" v="1310" actId="27803"/>
          <ac:spMkLst>
            <pc:docMk/>
            <pc:sldMk cId="1175821773" sldId="258"/>
            <ac:spMk id="631" creationId="{0BC11CAE-B113-40E6-B9DA-C43E675AF527}"/>
          </ac:spMkLst>
        </pc:spChg>
        <pc:spChg chg="mod">
          <ac:chgData name="SERGIO SPANO'" userId="3abdd0b9-513e-40ac-aad4-56920065037d" providerId="ADAL" clId="{2DCFDF45-1F6B-4A47-892B-C9094FDD5642}" dt="2022-03-21T11:08:19.259" v="1310" actId="27803"/>
          <ac:spMkLst>
            <pc:docMk/>
            <pc:sldMk cId="1175821773" sldId="258"/>
            <ac:spMk id="632" creationId="{17A5ACAA-44D0-4C38-9EFE-8C5E95953DD2}"/>
          </ac:spMkLst>
        </pc:spChg>
        <pc:spChg chg="mod">
          <ac:chgData name="SERGIO SPANO'" userId="3abdd0b9-513e-40ac-aad4-56920065037d" providerId="ADAL" clId="{2DCFDF45-1F6B-4A47-892B-C9094FDD5642}" dt="2022-03-21T11:08:19.259" v="1310" actId="27803"/>
          <ac:spMkLst>
            <pc:docMk/>
            <pc:sldMk cId="1175821773" sldId="258"/>
            <ac:spMk id="633" creationId="{2CE40689-0584-4A30-B92D-0A3B336DE9DD}"/>
          </ac:spMkLst>
        </pc:spChg>
        <pc:spChg chg="mod">
          <ac:chgData name="SERGIO SPANO'" userId="3abdd0b9-513e-40ac-aad4-56920065037d" providerId="ADAL" clId="{2DCFDF45-1F6B-4A47-892B-C9094FDD5642}" dt="2022-03-21T11:08:19.259" v="1310" actId="27803"/>
          <ac:spMkLst>
            <pc:docMk/>
            <pc:sldMk cId="1175821773" sldId="258"/>
            <ac:spMk id="634" creationId="{6E6A68AF-0CA8-450D-98DE-E05D51AD083E}"/>
          </ac:spMkLst>
        </pc:spChg>
        <pc:spChg chg="mod">
          <ac:chgData name="SERGIO SPANO'" userId="3abdd0b9-513e-40ac-aad4-56920065037d" providerId="ADAL" clId="{2DCFDF45-1F6B-4A47-892B-C9094FDD5642}" dt="2022-03-21T11:08:19.259" v="1310" actId="27803"/>
          <ac:spMkLst>
            <pc:docMk/>
            <pc:sldMk cId="1175821773" sldId="258"/>
            <ac:spMk id="635" creationId="{57D04222-FD44-451B-BA81-1C09569DFC95}"/>
          </ac:spMkLst>
        </pc:spChg>
        <pc:spChg chg="mod">
          <ac:chgData name="SERGIO SPANO'" userId="3abdd0b9-513e-40ac-aad4-56920065037d" providerId="ADAL" clId="{2DCFDF45-1F6B-4A47-892B-C9094FDD5642}" dt="2022-03-21T11:08:19.259" v="1310" actId="27803"/>
          <ac:spMkLst>
            <pc:docMk/>
            <pc:sldMk cId="1175821773" sldId="258"/>
            <ac:spMk id="636" creationId="{F0605299-8AF4-42B7-9E47-FB1B4F313729}"/>
          </ac:spMkLst>
        </pc:spChg>
        <pc:spChg chg="mod">
          <ac:chgData name="SERGIO SPANO'" userId="3abdd0b9-513e-40ac-aad4-56920065037d" providerId="ADAL" clId="{2DCFDF45-1F6B-4A47-892B-C9094FDD5642}" dt="2022-03-21T11:08:19.259" v="1310" actId="27803"/>
          <ac:spMkLst>
            <pc:docMk/>
            <pc:sldMk cId="1175821773" sldId="258"/>
            <ac:spMk id="637" creationId="{28E00273-5CE6-4EE5-8F03-D87465EBEFA2}"/>
          </ac:spMkLst>
        </pc:spChg>
        <pc:spChg chg="mod">
          <ac:chgData name="SERGIO SPANO'" userId="3abdd0b9-513e-40ac-aad4-56920065037d" providerId="ADAL" clId="{2DCFDF45-1F6B-4A47-892B-C9094FDD5642}" dt="2022-03-21T11:08:19.259" v="1310" actId="27803"/>
          <ac:spMkLst>
            <pc:docMk/>
            <pc:sldMk cId="1175821773" sldId="258"/>
            <ac:spMk id="638" creationId="{B3C6133F-F1DB-48FD-8C50-E18929B1FD89}"/>
          </ac:spMkLst>
        </pc:spChg>
        <pc:spChg chg="mod">
          <ac:chgData name="SERGIO SPANO'" userId="3abdd0b9-513e-40ac-aad4-56920065037d" providerId="ADAL" clId="{2DCFDF45-1F6B-4A47-892B-C9094FDD5642}" dt="2022-03-21T11:08:19.259" v="1310" actId="27803"/>
          <ac:spMkLst>
            <pc:docMk/>
            <pc:sldMk cId="1175821773" sldId="258"/>
            <ac:spMk id="639" creationId="{F33E007B-9379-43C0-94F0-6CE5F790A11B}"/>
          </ac:spMkLst>
        </pc:spChg>
        <pc:spChg chg="mod">
          <ac:chgData name="SERGIO SPANO'" userId="3abdd0b9-513e-40ac-aad4-56920065037d" providerId="ADAL" clId="{2DCFDF45-1F6B-4A47-892B-C9094FDD5642}" dt="2022-03-21T11:08:19.259" v="1310" actId="27803"/>
          <ac:spMkLst>
            <pc:docMk/>
            <pc:sldMk cId="1175821773" sldId="258"/>
            <ac:spMk id="640" creationId="{936F11E2-0AEF-4632-BDD0-63C437105DEB}"/>
          </ac:spMkLst>
        </pc:spChg>
        <pc:spChg chg="mod">
          <ac:chgData name="SERGIO SPANO'" userId="3abdd0b9-513e-40ac-aad4-56920065037d" providerId="ADAL" clId="{2DCFDF45-1F6B-4A47-892B-C9094FDD5642}" dt="2022-03-21T11:08:19.259" v="1310" actId="27803"/>
          <ac:spMkLst>
            <pc:docMk/>
            <pc:sldMk cId="1175821773" sldId="258"/>
            <ac:spMk id="641" creationId="{2AAA2071-17B8-45FD-BFF3-F37ACDD932DC}"/>
          </ac:spMkLst>
        </pc:spChg>
        <pc:spChg chg="mod">
          <ac:chgData name="SERGIO SPANO'" userId="3abdd0b9-513e-40ac-aad4-56920065037d" providerId="ADAL" clId="{2DCFDF45-1F6B-4A47-892B-C9094FDD5642}" dt="2022-03-21T11:08:19.259" v="1310" actId="27803"/>
          <ac:spMkLst>
            <pc:docMk/>
            <pc:sldMk cId="1175821773" sldId="258"/>
            <ac:spMk id="642" creationId="{6BBFB362-8E4F-4E63-80D5-DDBF73A8B733}"/>
          </ac:spMkLst>
        </pc:spChg>
        <pc:spChg chg="mod">
          <ac:chgData name="SERGIO SPANO'" userId="3abdd0b9-513e-40ac-aad4-56920065037d" providerId="ADAL" clId="{2DCFDF45-1F6B-4A47-892B-C9094FDD5642}" dt="2022-03-21T11:08:19.259" v="1310" actId="27803"/>
          <ac:spMkLst>
            <pc:docMk/>
            <pc:sldMk cId="1175821773" sldId="258"/>
            <ac:spMk id="643" creationId="{E1424CED-1C5A-4815-B242-E0A7CF1F12E0}"/>
          </ac:spMkLst>
        </pc:spChg>
        <pc:spChg chg="mod">
          <ac:chgData name="SERGIO SPANO'" userId="3abdd0b9-513e-40ac-aad4-56920065037d" providerId="ADAL" clId="{2DCFDF45-1F6B-4A47-892B-C9094FDD5642}" dt="2022-03-21T11:08:19.259" v="1310" actId="27803"/>
          <ac:spMkLst>
            <pc:docMk/>
            <pc:sldMk cId="1175821773" sldId="258"/>
            <ac:spMk id="644" creationId="{4D6E9C4D-B91B-414D-8EE7-5CD4937BE1AA}"/>
          </ac:spMkLst>
        </pc:spChg>
        <pc:spChg chg="mod">
          <ac:chgData name="SERGIO SPANO'" userId="3abdd0b9-513e-40ac-aad4-56920065037d" providerId="ADAL" clId="{2DCFDF45-1F6B-4A47-892B-C9094FDD5642}" dt="2022-03-21T11:08:19.259" v="1310" actId="27803"/>
          <ac:spMkLst>
            <pc:docMk/>
            <pc:sldMk cId="1175821773" sldId="258"/>
            <ac:spMk id="645" creationId="{42C8F580-267F-4D1F-8BA0-513F9F6B9AA6}"/>
          </ac:spMkLst>
        </pc:spChg>
        <pc:spChg chg="mod">
          <ac:chgData name="SERGIO SPANO'" userId="3abdd0b9-513e-40ac-aad4-56920065037d" providerId="ADAL" clId="{2DCFDF45-1F6B-4A47-892B-C9094FDD5642}" dt="2022-03-21T11:08:19.259" v="1310" actId="27803"/>
          <ac:spMkLst>
            <pc:docMk/>
            <pc:sldMk cId="1175821773" sldId="258"/>
            <ac:spMk id="646" creationId="{855CA768-CE48-407F-9D67-6BE93A68BB23}"/>
          </ac:spMkLst>
        </pc:spChg>
        <pc:spChg chg="mod">
          <ac:chgData name="SERGIO SPANO'" userId="3abdd0b9-513e-40ac-aad4-56920065037d" providerId="ADAL" clId="{2DCFDF45-1F6B-4A47-892B-C9094FDD5642}" dt="2022-03-21T11:08:19.259" v="1310" actId="27803"/>
          <ac:spMkLst>
            <pc:docMk/>
            <pc:sldMk cId="1175821773" sldId="258"/>
            <ac:spMk id="647" creationId="{847E3F22-5560-482E-BD9C-01B5363EFD1F}"/>
          </ac:spMkLst>
        </pc:spChg>
        <pc:spChg chg="mod">
          <ac:chgData name="SERGIO SPANO'" userId="3abdd0b9-513e-40ac-aad4-56920065037d" providerId="ADAL" clId="{2DCFDF45-1F6B-4A47-892B-C9094FDD5642}" dt="2022-03-21T11:08:19.259" v="1310" actId="27803"/>
          <ac:spMkLst>
            <pc:docMk/>
            <pc:sldMk cId="1175821773" sldId="258"/>
            <ac:spMk id="648" creationId="{D213824E-F07F-409B-8394-281B14B0890C}"/>
          </ac:spMkLst>
        </pc:spChg>
        <pc:spChg chg="mod">
          <ac:chgData name="SERGIO SPANO'" userId="3abdd0b9-513e-40ac-aad4-56920065037d" providerId="ADAL" clId="{2DCFDF45-1F6B-4A47-892B-C9094FDD5642}" dt="2022-03-21T11:08:19.259" v="1310" actId="27803"/>
          <ac:spMkLst>
            <pc:docMk/>
            <pc:sldMk cId="1175821773" sldId="258"/>
            <ac:spMk id="649" creationId="{FEC29A70-DB94-4CD7-A880-6DAE811CFA55}"/>
          </ac:spMkLst>
        </pc:spChg>
        <pc:spChg chg="mod">
          <ac:chgData name="SERGIO SPANO'" userId="3abdd0b9-513e-40ac-aad4-56920065037d" providerId="ADAL" clId="{2DCFDF45-1F6B-4A47-892B-C9094FDD5642}" dt="2022-03-21T11:08:19.259" v="1310" actId="27803"/>
          <ac:spMkLst>
            <pc:docMk/>
            <pc:sldMk cId="1175821773" sldId="258"/>
            <ac:spMk id="650" creationId="{9362DF7C-B3C3-4033-A97E-8428AE7AE27A}"/>
          </ac:spMkLst>
        </pc:spChg>
        <pc:spChg chg="mod">
          <ac:chgData name="SERGIO SPANO'" userId="3abdd0b9-513e-40ac-aad4-56920065037d" providerId="ADAL" clId="{2DCFDF45-1F6B-4A47-892B-C9094FDD5642}" dt="2022-03-21T11:08:19.259" v="1310" actId="27803"/>
          <ac:spMkLst>
            <pc:docMk/>
            <pc:sldMk cId="1175821773" sldId="258"/>
            <ac:spMk id="651" creationId="{14C9DB7C-F2FC-476B-9D93-9EEA7B88FC13}"/>
          </ac:spMkLst>
        </pc:spChg>
        <pc:spChg chg="mod">
          <ac:chgData name="SERGIO SPANO'" userId="3abdd0b9-513e-40ac-aad4-56920065037d" providerId="ADAL" clId="{2DCFDF45-1F6B-4A47-892B-C9094FDD5642}" dt="2022-03-21T11:08:19.259" v="1310" actId="27803"/>
          <ac:spMkLst>
            <pc:docMk/>
            <pc:sldMk cId="1175821773" sldId="258"/>
            <ac:spMk id="652" creationId="{0B40E6C8-0BC9-4ECF-9BAD-0D2A8E14E838}"/>
          </ac:spMkLst>
        </pc:spChg>
        <pc:spChg chg="mod">
          <ac:chgData name="SERGIO SPANO'" userId="3abdd0b9-513e-40ac-aad4-56920065037d" providerId="ADAL" clId="{2DCFDF45-1F6B-4A47-892B-C9094FDD5642}" dt="2022-03-21T11:08:19.259" v="1310" actId="27803"/>
          <ac:spMkLst>
            <pc:docMk/>
            <pc:sldMk cId="1175821773" sldId="258"/>
            <ac:spMk id="653" creationId="{83B1EDA9-D547-40B1-B652-10A7DC7EFE44}"/>
          </ac:spMkLst>
        </pc:spChg>
        <pc:spChg chg="mod">
          <ac:chgData name="SERGIO SPANO'" userId="3abdd0b9-513e-40ac-aad4-56920065037d" providerId="ADAL" clId="{2DCFDF45-1F6B-4A47-892B-C9094FDD5642}" dt="2022-03-21T11:08:19.259" v="1310" actId="27803"/>
          <ac:spMkLst>
            <pc:docMk/>
            <pc:sldMk cId="1175821773" sldId="258"/>
            <ac:spMk id="654" creationId="{2FCC46FE-6653-487A-9C7E-AFF52CD3EA97}"/>
          </ac:spMkLst>
        </pc:spChg>
        <pc:spChg chg="mod">
          <ac:chgData name="SERGIO SPANO'" userId="3abdd0b9-513e-40ac-aad4-56920065037d" providerId="ADAL" clId="{2DCFDF45-1F6B-4A47-892B-C9094FDD5642}" dt="2022-03-21T11:08:19.259" v="1310" actId="27803"/>
          <ac:spMkLst>
            <pc:docMk/>
            <pc:sldMk cId="1175821773" sldId="258"/>
            <ac:spMk id="655" creationId="{316C7D3C-7172-4A17-BE4F-1B68BF2CC7B2}"/>
          </ac:spMkLst>
        </pc:spChg>
        <pc:spChg chg="mod">
          <ac:chgData name="SERGIO SPANO'" userId="3abdd0b9-513e-40ac-aad4-56920065037d" providerId="ADAL" clId="{2DCFDF45-1F6B-4A47-892B-C9094FDD5642}" dt="2022-03-21T11:08:19.259" v="1310" actId="27803"/>
          <ac:spMkLst>
            <pc:docMk/>
            <pc:sldMk cId="1175821773" sldId="258"/>
            <ac:spMk id="656" creationId="{F63FB789-E4E6-48A3-BF65-3019E92823E4}"/>
          </ac:spMkLst>
        </pc:spChg>
        <pc:spChg chg="mod">
          <ac:chgData name="SERGIO SPANO'" userId="3abdd0b9-513e-40ac-aad4-56920065037d" providerId="ADAL" clId="{2DCFDF45-1F6B-4A47-892B-C9094FDD5642}" dt="2022-03-21T11:08:19.259" v="1310" actId="27803"/>
          <ac:spMkLst>
            <pc:docMk/>
            <pc:sldMk cId="1175821773" sldId="258"/>
            <ac:spMk id="657" creationId="{EEB4E341-88C7-4B59-B419-9AF440C79CE4}"/>
          </ac:spMkLst>
        </pc:spChg>
        <pc:spChg chg="mod">
          <ac:chgData name="SERGIO SPANO'" userId="3abdd0b9-513e-40ac-aad4-56920065037d" providerId="ADAL" clId="{2DCFDF45-1F6B-4A47-892B-C9094FDD5642}" dt="2022-03-21T11:08:19.259" v="1310" actId="27803"/>
          <ac:spMkLst>
            <pc:docMk/>
            <pc:sldMk cId="1175821773" sldId="258"/>
            <ac:spMk id="658" creationId="{E5FFE606-C3AB-4DA5-809B-BE1E6BE30961}"/>
          </ac:spMkLst>
        </pc:spChg>
        <pc:spChg chg="mod">
          <ac:chgData name="SERGIO SPANO'" userId="3abdd0b9-513e-40ac-aad4-56920065037d" providerId="ADAL" clId="{2DCFDF45-1F6B-4A47-892B-C9094FDD5642}" dt="2022-03-21T11:08:19.259" v="1310" actId="27803"/>
          <ac:spMkLst>
            <pc:docMk/>
            <pc:sldMk cId="1175821773" sldId="258"/>
            <ac:spMk id="659" creationId="{E4F2C7AD-E82C-48DF-84E0-E4B7F5904754}"/>
          </ac:spMkLst>
        </pc:spChg>
        <pc:spChg chg="mod">
          <ac:chgData name="SERGIO SPANO'" userId="3abdd0b9-513e-40ac-aad4-56920065037d" providerId="ADAL" clId="{2DCFDF45-1F6B-4A47-892B-C9094FDD5642}" dt="2022-03-21T11:08:19.259" v="1310" actId="27803"/>
          <ac:spMkLst>
            <pc:docMk/>
            <pc:sldMk cId="1175821773" sldId="258"/>
            <ac:spMk id="660" creationId="{B826156D-595A-47FD-AD46-0AFCBEA0E902}"/>
          </ac:spMkLst>
        </pc:spChg>
        <pc:spChg chg="mod">
          <ac:chgData name="SERGIO SPANO'" userId="3abdd0b9-513e-40ac-aad4-56920065037d" providerId="ADAL" clId="{2DCFDF45-1F6B-4A47-892B-C9094FDD5642}" dt="2022-03-21T11:08:19.259" v="1310" actId="27803"/>
          <ac:spMkLst>
            <pc:docMk/>
            <pc:sldMk cId="1175821773" sldId="258"/>
            <ac:spMk id="661" creationId="{63FCEC74-1866-41B2-AF24-B8F1B6ED8B0C}"/>
          </ac:spMkLst>
        </pc:spChg>
        <pc:spChg chg="mod">
          <ac:chgData name="SERGIO SPANO'" userId="3abdd0b9-513e-40ac-aad4-56920065037d" providerId="ADAL" clId="{2DCFDF45-1F6B-4A47-892B-C9094FDD5642}" dt="2022-03-21T11:08:19.259" v="1310" actId="27803"/>
          <ac:spMkLst>
            <pc:docMk/>
            <pc:sldMk cId="1175821773" sldId="258"/>
            <ac:spMk id="662" creationId="{9D6D700D-C020-4B11-993A-11ADD169A2DE}"/>
          </ac:spMkLst>
        </pc:spChg>
        <pc:spChg chg="mod">
          <ac:chgData name="SERGIO SPANO'" userId="3abdd0b9-513e-40ac-aad4-56920065037d" providerId="ADAL" clId="{2DCFDF45-1F6B-4A47-892B-C9094FDD5642}" dt="2022-03-21T11:08:19.259" v="1310" actId="27803"/>
          <ac:spMkLst>
            <pc:docMk/>
            <pc:sldMk cId="1175821773" sldId="258"/>
            <ac:spMk id="663" creationId="{1205137B-75BF-41AB-917B-0639D37F451D}"/>
          </ac:spMkLst>
        </pc:spChg>
        <pc:spChg chg="mod">
          <ac:chgData name="SERGIO SPANO'" userId="3abdd0b9-513e-40ac-aad4-56920065037d" providerId="ADAL" clId="{2DCFDF45-1F6B-4A47-892B-C9094FDD5642}" dt="2022-03-21T11:08:19.259" v="1310" actId="27803"/>
          <ac:spMkLst>
            <pc:docMk/>
            <pc:sldMk cId="1175821773" sldId="258"/>
            <ac:spMk id="664" creationId="{912AEB8E-E631-422D-BAE8-0886C345D388}"/>
          </ac:spMkLst>
        </pc:spChg>
        <pc:spChg chg="mod">
          <ac:chgData name="SERGIO SPANO'" userId="3abdd0b9-513e-40ac-aad4-56920065037d" providerId="ADAL" clId="{2DCFDF45-1F6B-4A47-892B-C9094FDD5642}" dt="2022-03-21T11:08:19.259" v="1310" actId="27803"/>
          <ac:spMkLst>
            <pc:docMk/>
            <pc:sldMk cId="1175821773" sldId="258"/>
            <ac:spMk id="665" creationId="{DD11B133-958B-4180-9AF2-5E2713BD1714}"/>
          </ac:spMkLst>
        </pc:spChg>
        <pc:spChg chg="mod">
          <ac:chgData name="SERGIO SPANO'" userId="3abdd0b9-513e-40ac-aad4-56920065037d" providerId="ADAL" clId="{2DCFDF45-1F6B-4A47-892B-C9094FDD5642}" dt="2022-03-21T11:08:19.259" v="1310" actId="27803"/>
          <ac:spMkLst>
            <pc:docMk/>
            <pc:sldMk cId="1175821773" sldId="258"/>
            <ac:spMk id="666" creationId="{EBE3983F-93D9-4386-B3AB-0242E1299355}"/>
          </ac:spMkLst>
        </pc:spChg>
        <pc:spChg chg="mod">
          <ac:chgData name="SERGIO SPANO'" userId="3abdd0b9-513e-40ac-aad4-56920065037d" providerId="ADAL" clId="{2DCFDF45-1F6B-4A47-892B-C9094FDD5642}" dt="2022-03-21T11:08:19.259" v="1310" actId="27803"/>
          <ac:spMkLst>
            <pc:docMk/>
            <pc:sldMk cId="1175821773" sldId="258"/>
            <ac:spMk id="667" creationId="{DCBE40BB-FD1D-47CD-907D-91DF86CACA26}"/>
          </ac:spMkLst>
        </pc:spChg>
        <pc:spChg chg="mod">
          <ac:chgData name="SERGIO SPANO'" userId="3abdd0b9-513e-40ac-aad4-56920065037d" providerId="ADAL" clId="{2DCFDF45-1F6B-4A47-892B-C9094FDD5642}" dt="2022-03-21T11:08:19.259" v="1310" actId="27803"/>
          <ac:spMkLst>
            <pc:docMk/>
            <pc:sldMk cId="1175821773" sldId="258"/>
            <ac:spMk id="668" creationId="{F033FD00-2F7A-45D1-9199-190BA6C4DDCD}"/>
          </ac:spMkLst>
        </pc:spChg>
        <pc:spChg chg="mod">
          <ac:chgData name="SERGIO SPANO'" userId="3abdd0b9-513e-40ac-aad4-56920065037d" providerId="ADAL" clId="{2DCFDF45-1F6B-4A47-892B-C9094FDD5642}" dt="2022-03-21T11:08:19.259" v="1310" actId="27803"/>
          <ac:spMkLst>
            <pc:docMk/>
            <pc:sldMk cId="1175821773" sldId="258"/>
            <ac:spMk id="669" creationId="{FCD208AB-0A9F-405F-B1DB-A391502FEE15}"/>
          </ac:spMkLst>
        </pc:spChg>
        <pc:spChg chg="mod">
          <ac:chgData name="SERGIO SPANO'" userId="3abdd0b9-513e-40ac-aad4-56920065037d" providerId="ADAL" clId="{2DCFDF45-1F6B-4A47-892B-C9094FDD5642}" dt="2022-03-21T11:08:19.259" v="1310" actId="27803"/>
          <ac:spMkLst>
            <pc:docMk/>
            <pc:sldMk cId="1175821773" sldId="258"/>
            <ac:spMk id="670" creationId="{C38991AD-5E46-48F5-AE0C-FBA4A03744B7}"/>
          </ac:spMkLst>
        </pc:spChg>
        <pc:spChg chg="mod">
          <ac:chgData name="SERGIO SPANO'" userId="3abdd0b9-513e-40ac-aad4-56920065037d" providerId="ADAL" clId="{2DCFDF45-1F6B-4A47-892B-C9094FDD5642}" dt="2022-03-21T11:08:19.259" v="1310" actId="27803"/>
          <ac:spMkLst>
            <pc:docMk/>
            <pc:sldMk cId="1175821773" sldId="258"/>
            <ac:spMk id="671" creationId="{188782A7-9976-4D88-97EC-A2B4683D80D2}"/>
          </ac:spMkLst>
        </pc:spChg>
        <pc:spChg chg="mod">
          <ac:chgData name="SERGIO SPANO'" userId="3abdd0b9-513e-40ac-aad4-56920065037d" providerId="ADAL" clId="{2DCFDF45-1F6B-4A47-892B-C9094FDD5642}" dt="2022-03-21T11:08:19.259" v="1310" actId="27803"/>
          <ac:spMkLst>
            <pc:docMk/>
            <pc:sldMk cId="1175821773" sldId="258"/>
            <ac:spMk id="672" creationId="{CD596A15-0893-440F-9E3E-3F65E982A6CA}"/>
          </ac:spMkLst>
        </pc:spChg>
        <pc:spChg chg="mod">
          <ac:chgData name="SERGIO SPANO'" userId="3abdd0b9-513e-40ac-aad4-56920065037d" providerId="ADAL" clId="{2DCFDF45-1F6B-4A47-892B-C9094FDD5642}" dt="2022-03-21T11:08:19.259" v="1310" actId="27803"/>
          <ac:spMkLst>
            <pc:docMk/>
            <pc:sldMk cId="1175821773" sldId="258"/>
            <ac:spMk id="673" creationId="{0323D2E6-1B2F-4F87-B6C0-EEE29703AE35}"/>
          </ac:spMkLst>
        </pc:spChg>
        <pc:spChg chg="mod">
          <ac:chgData name="SERGIO SPANO'" userId="3abdd0b9-513e-40ac-aad4-56920065037d" providerId="ADAL" clId="{2DCFDF45-1F6B-4A47-892B-C9094FDD5642}" dt="2022-03-21T11:08:19.259" v="1310" actId="27803"/>
          <ac:spMkLst>
            <pc:docMk/>
            <pc:sldMk cId="1175821773" sldId="258"/>
            <ac:spMk id="674" creationId="{890AC033-9AFD-47BF-9839-AA612312DB41}"/>
          </ac:spMkLst>
        </pc:spChg>
        <pc:spChg chg="mod">
          <ac:chgData name="SERGIO SPANO'" userId="3abdd0b9-513e-40ac-aad4-56920065037d" providerId="ADAL" clId="{2DCFDF45-1F6B-4A47-892B-C9094FDD5642}" dt="2022-03-21T11:08:19.259" v="1310" actId="27803"/>
          <ac:spMkLst>
            <pc:docMk/>
            <pc:sldMk cId="1175821773" sldId="258"/>
            <ac:spMk id="675" creationId="{21B92F51-C6B4-485E-B8BE-E9A98E89137C}"/>
          </ac:spMkLst>
        </pc:spChg>
        <pc:spChg chg="mod">
          <ac:chgData name="SERGIO SPANO'" userId="3abdd0b9-513e-40ac-aad4-56920065037d" providerId="ADAL" clId="{2DCFDF45-1F6B-4A47-892B-C9094FDD5642}" dt="2022-03-21T11:08:19.259" v="1310" actId="27803"/>
          <ac:spMkLst>
            <pc:docMk/>
            <pc:sldMk cId="1175821773" sldId="258"/>
            <ac:spMk id="676" creationId="{48167451-3F70-437F-A7AA-2C89B79B8D53}"/>
          </ac:spMkLst>
        </pc:spChg>
        <pc:spChg chg="mod">
          <ac:chgData name="SERGIO SPANO'" userId="3abdd0b9-513e-40ac-aad4-56920065037d" providerId="ADAL" clId="{2DCFDF45-1F6B-4A47-892B-C9094FDD5642}" dt="2022-03-21T11:08:19.259" v="1310" actId="27803"/>
          <ac:spMkLst>
            <pc:docMk/>
            <pc:sldMk cId="1175821773" sldId="258"/>
            <ac:spMk id="677" creationId="{AD6E1591-AD2B-4ECD-B29A-9F5123BB8CCB}"/>
          </ac:spMkLst>
        </pc:spChg>
        <pc:spChg chg="mod">
          <ac:chgData name="SERGIO SPANO'" userId="3abdd0b9-513e-40ac-aad4-56920065037d" providerId="ADAL" clId="{2DCFDF45-1F6B-4A47-892B-C9094FDD5642}" dt="2022-03-21T11:08:19.259" v="1310" actId="27803"/>
          <ac:spMkLst>
            <pc:docMk/>
            <pc:sldMk cId="1175821773" sldId="258"/>
            <ac:spMk id="678" creationId="{F8BAF0AB-7553-4FC2-8971-A13AA68360B8}"/>
          </ac:spMkLst>
        </pc:spChg>
        <pc:spChg chg="mod">
          <ac:chgData name="SERGIO SPANO'" userId="3abdd0b9-513e-40ac-aad4-56920065037d" providerId="ADAL" clId="{2DCFDF45-1F6B-4A47-892B-C9094FDD5642}" dt="2022-03-21T11:08:19.259" v="1310" actId="27803"/>
          <ac:spMkLst>
            <pc:docMk/>
            <pc:sldMk cId="1175821773" sldId="258"/>
            <ac:spMk id="679" creationId="{31B95083-C11E-4209-97F9-50DC49FAAE96}"/>
          </ac:spMkLst>
        </pc:spChg>
        <pc:spChg chg="mod">
          <ac:chgData name="SERGIO SPANO'" userId="3abdd0b9-513e-40ac-aad4-56920065037d" providerId="ADAL" clId="{2DCFDF45-1F6B-4A47-892B-C9094FDD5642}" dt="2022-03-21T11:08:19.259" v="1310" actId="27803"/>
          <ac:spMkLst>
            <pc:docMk/>
            <pc:sldMk cId="1175821773" sldId="258"/>
            <ac:spMk id="680" creationId="{36F8824E-CB98-4536-95D8-CAA9EB1367A2}"/>
          </ac:spMkLst>
        </pc:spChg>
        <pc:spChg chg="mod">
          <ac:chgData name="SERGIO SPANO'" userId="3abdd0b9-513e-40ac-aad4-56920065037d" providerId="ADAL" clId="{2DCFDF45-1F6B-4A47-892B-C9094FDD5642}" dt="2022-03-21T11:08:19.259" v="1310" actId="27803"/>
          <ac:spMkLst>
            <pc:docMk/>
            <pc:sldMk cId="1175821773" sldId="258"/>
            <ac:spMk id="681" creationId="{FA9B3370-4483-4D5C-9127-F8C0F20BAC11}"/>
          </ac:spMkLst>
        </pc:spChg>
        <pc:spChg chg="mod">
          <ac:chgData name="SERGIO SPANO'" userId="3abdd0b9-513e-40ac-aad4-56920065037d" providerId="ADAL" clId="{2DCFDF45-1F6B-4A47-892B-C9094FDD5642}" dt="2022-03-21T11:08:19.259" v="1310" actId="27803"/>
          <ac:spMkLst>
            <pc:docMk/>
            <pc:sldMk cId="1175821773" sldId="258"/>
            <ac:spMk id="682" creationId="{F42ADD09-A9EB-4EDE-9AC7-2B70B8829566}"/>
          </ac:spMkLst>
        </pc:spChg>
        <pc:spChg chg="mod">
          <ac:chgData name="SERGIO SPANO'" userId="3abdd0b9-513e-40ac-aad4-56920065037d" providerId="ADAL" clId="{2DCFDF45-1F6B-4A47-892B-C9094FDD5642}" dt="2022-03-21T11:08:19.259" v="1310" actId="27803"/>
          <ac:spMkLst>
            <pc:docMk/>
            <pc:sldMk cId="1175821773" sldId="258"/>
            <ac:spMk id="683" creationId="{A95D6B3D-90E0-407E-AB0E-CA00DE4EAB3A}"/>
          </ac:spMkLst>
        </pc:spChg>
        <pc:spChg chg="mod">
          <ac:chgData name="SERGIO SPANO'" userId="3abdd0b9-513e-40ac-aad4-56920065037d" providerId="ADAL" clId="{2DCFDF45-1F6B-4A47-892B-C9094FDD5642}" dt="2022-03-21T11:08:19.259" v="1310" actId="27803"/>
          <ac:spMkLst>
            <pc:docMk/>
            <pc:sldMk cId="1175821773" sldId="258"/>
            <ac:spMk id="684" creationId="{4DFCB895-42DA-4FA8-93BF-D682A9DF0DD9}"/>
          </ac:spMkLst>
        </pc:spChg>
        <pc:spChg chg="mod">
          <ac:chgData name="SERGIO SPANO'" userId="3abdd0b9-513e-40ac-aad4-56920065037d" providerId="ADAL" clId="{2DCFDF45-1F6B-4A47-892B-C9094FDD5642}" dt="2022-03-21T11:08:19.259" v="1310" actId="27803"/>
          <ac:spMkLst>
            <pc:docMk/>
            <pc:sldMk cId="1175821773" sldId="258"/>
            <ac:spMk id="685" creationId="{A35018CB-12B2-41E3-AB01-9947450308A0}"/>
          </ac:spMkLst>
        </pc:spChg>
        <pc:spChg chg="mod">
          <ac:chgData name="SERGIO SPANO'" userId="3abdd0b9-513e-40ac-aad4-56920065037d" providerId="ADAL" clId="{2DCFDF45-1F6B-4A47-892B-C9094FDD5642}" dt="2022-03-21T11:08:19.259" v="1310" actId="27803"/>
          <ac:spMkLst>
            <pc:docMk/>
            <pc:sldMk cId="1175821773" sldId="258"/>
            <ac:spMk id="686" creationId="{9A9AE2FD-71C8-4EFD-B0CB-0100B1F69D95}"/>
          </ac:spMkLst>
        </pc:spChg>
        <pc:spChg chg="mod">
          <ac:chgData name="SERGIO SPANO'" userId="3abdd0b9-513e-40ac-aad4-56920065037d" providerId="ADAL" clId="{2DCFDF45-1F6B-4A47-892B-C9094FDD5642}" dt="2022-03-21T11:08:19.259" v="1310" actId="27803"/>
          <ac:spMkLst>
            <pc:docMk/>
            <pc:sldMk cId="1175821773" sldId="258"/>
            <ac:spMk id="687" creationId="{87FFCCA1-80BA-4E79-8422-BDF228A1A9D0}"/>
          </ac:spMkLst>
        </pc:spChg>
        <pc:spChg chg="mod">
          <ac:chgData name="SERGIO SPANO'" userId="3abdd0b9-513e-40ac-aad4-56920065037d" providerId="ADAL" clId="{2DCFDF45-1F6B-4A47-892B-C9094FDD5642}" dt="2022-03-21T11:08:19.259" v="1310" actId="27803"/>
          <ac:spMkLst>
            <pc:docMk/>
            <pc:sldMk cId="1175821773" sldId="258"/>
            <ac:spMk id="688" creationId="{87581B2D-1615-4E10-8AD5-7C300937EAAA}"/>
          </ac:spMkLst>
        </pc:spChg>
        <pc:spChg chg="mod">
          <ac:chgData name="SERGIO SPANO'" userId="3abdd0b9-513e-40ac-aad4-56920065037d" providerId="ADAL" clId="{2DCFDF45-1F6B-4A47-892B-C9094FDD5642}" dt="2022-03-21T11:08:19.259" v="1310" actId="27803"/>
          <ac:spMkLst>
            <pc:docMk/>
            <pc:sldMk cId="1175821773" sldId="258"/>
            <ac:spMk id="689" creationId="{0F96BDCA-CE20-4607-A8E9-3E8A6EDC30AD}"/>
          </ac:spMkLst>
        </pc:spChg>
        <pc:spChg chg="mod">
          <ac:chgData name="SERGIO SPANO'" userId="3abdd0b9-513e-40ac-aad4-56920065037d" providerId="ADAL" clId="{2DCFDF45-1F6B-4A47-892B-C9094FDD5642}" dt="2022-03-21T11:08:19.259" v="1310" actId="27803"/>
          <ac:spMkLst>
            <pc:docMk/>
            <pc:sldMk cId="1175821773" sldId="258"/>
            <ac:spMk id="690" creationId="{624C0B49-9672-4057-87A2-DA42C6625838}"/>
          </ac:spMkLst>
        </pc:spChg>
        <pc:spChg chg="mod">
          <ac:chgData name="SERGIO SPANO'" userId="3abdd0b9-513e-40ac-aad4-56920065037d" providerId="ADAL" clId="{2DCFDF45-1F6B-4A47-892B-C9094FDD5642}" dt="2022-03-21T11:08:19.259" v="1310" actId="27803"/>
          <ac:spMkLst>
            <pc:docMk/>
            <pc:sldMk cId="1175821773" sldId="258"/>
            <ac:spMk id="691" creationId="{DD6D7E33-F9A1-4C7B-BABF-504A30694DF7}"/>
          </ac:spMkLst>
        </pc:spChg>
        <pc:spChg chg="mod">
          <ac:chgData name="SERGIO SPANO'" userId="3abdd0b9-513e-40ac-aad4-56920065037d" providerId="ADAL" clId="{2DCFDF45-1F6B-4A47-892B-C9094FDD5642}" dt="2022-03-21T11:08:19.259" v="1310" actId="27803"/>
          <ac:spMkLst>
            <pc:docMk/>
            <pc:sldMk cId="1175821773" sldId="258"/>
            <ac:spMk id="692" creationId="{3275E72D-C68A-4FEF-A79C-39694CAC1D30}"/>
          </ac:spMkLst>
        </pc:spChg>
        <pc:spChg chg="mod">
          <ac:chgData name="SERGIO SPANO'" userId="3abdd0b9-513e-40ac-aad4-56920065037d" providerId="ADAL" clId="{2DCFDF45-1F6B-4A47-892B-C9094FDD5642}" dt="2022-03-21T11:08:19.259" v="1310" actId="27803"/>
          <ac:spMkLst>
            <pc:docMk/>
            <pc:sldMk cId="1175821773" sldId="258"/>
            <ac:spMk id="693" creationId="{294BA2E5-4C94-4A57-917C-B2E3D6582C48}"/>
          </ac:spMkLst>
        </pc:spChg>
        <pc:spChg chg="mod">
          <ac:chgData name="SERGIO SPANO'" userId="3abdd0b9-513e-40ac-aad4-56920065037d" providerId="ADAL" clId="{2DCFDF45-1F6B-4A47-892B-C9094FDD5642}" dt="2022-03-21T11:08:19.259" v="1310" actId="27803"/>
          <ac:spMkLst>
            <pc:docMk/>
            <pc:sldMk cId="1175821773" sldId="258"/>
            <ac:spMk id="694" creationId="{FB808B9B-0B89-45F3-A4A5-B9F9172A4A2E}"/>
          </ac:spMkLst>
        </pc:spChg>
        <pc:spChg chg="mod">
          <ac:chgData name="SERGIO SPANO'" userId="3abdd0b9-513e-40ac-aad4-56920065037d" providerId="ADAL" clId="{2DCFDF45-1F6B-4A47-892B-C9094FDD5642}" dt="2022-03-21T11:08:19.259" v="1310" actId="27803"/>
          <ac:spMkLst>
            <pc:docMk/>
            <pc:sldMk cId="1175821773" sldId="258"/>
            <ac:spMk id="695" creationId="{05AD1271-426A-41C5-9259-2591B8B3516F}"/>
          </ac:spMkLst>
        </pc:spChg>
        <pc:spChg chg="mod">
          <ac:chgData name="SERGIO SPANO'" userId="3abdd0b9-513e-40ac-aad4-56920065037d" providerId="ADAL" clId="{2DCFDF45-1F6B-4A47-892B-C9094FDD5642}" dt="2022-03-21T11:08:19.259" v="1310" actId="27803"/>
          <ac:spMkLst>
            <pc:docMk/>
            <pc:sldMk cId="1175821773" sldId="258"/>
            <ac:spMk id="696" creationId="{70D5F892-A6AC-42C0-B868-99BEBFB8E3DC}"/>
          </ac:spMkLst>
        </pc:spChg>
        <pc:spChg chg="mod">
          <ac:chgData name="SERGIO SPANO'" userId="3abdd0b9-513e-40ac-aad4-56920065037d" providerId="ADAL" clId="{2DCFDF45-1F6B-4A47-892B-C9094FDD5642}" dt="2022-03-21T11:08:19.259" v="1310" actId="27803"/>
          <ac:spMkLst>
            <pc:docMk/>
            <pc:sldMk cId="1175821773" sldId="258"/>
            <ac:spMk id="697" creationId="{33011124-6903-4612-81D8-68AF582789D7}"/>
          </ac:spMkLst>
        </pc:spChg>
        <pc:spChg chg="mod">
          <ac:chgData name="SERGIO SPANO'" userId="3abdd0b9-513e-40ac-aad4-56920065037d" providerId="ADAL" clId="{2DCFDF45-1F6B-4A47-892B-C9094FDD5642}" dt="2022-03-21T11:08:19.259" v="1310" actId="27803"/>
          <ac:spMkLst>
            <pc:docMk/>
            <pc:sldMk cId="1175821773" sldId="258"/>
            <ac:spMk id="698" creationId="{B62E762C-8F3D-4341-8342-6F307A067367}"/>
          </ac:spMkLst>
        </pc:spChg>
        <pc:spChg chg="mod">
          <ac:chgData name="SERGIO SPANO'" userId="3abdd0b9-513e-40ac-aad4-56920065037d" providerId="ADAL" clId="{2DCFDF45-1F6B-4A47-892B-C9094FDD5642}" dt="2022-03-21T11:08:19.259" v="1310" actId="27803"/>
          <ac:spMkLst>
            <pc:docMk/>
            <pc:sldMk cId="1175821773" sldId="258"/>
            <ac:spMk id="699" creationId="{5CD7AAB6-F889-4ED9-9558-5D5176ED2C7C}"/>
          </ac:spMkLst>
        </pc:spChg>
        <pc:spChg chg="mod">
          <ac:chgData name="SERGIO SPANO'" userId="3abdd0b9-513e-40ac-aad4-56920065037d" providerId="ADAL" clId="{2DCFDF45-1F6B-4A47-892B-C9094FDD5642}" dt="2022-03-21T11:08:19.259" v="1310" actId="27803"/>
          <ac:spMkLst>
            <pc:docMk/>
            <pc:sldMk cId="1175821773" sldId="258"/>
            <ac:spMk id="700" creationId="{2E03DD61-7451-43CA-A774-43EF38BBEB19}"/>
          </ac:spMkLst>
        </pc:spChg>
        <pc:spChg chg="mod">
          <ac:chgData name="SERGIO SPANO'" userId="3abdd0b9-513e-40ac-aad4-56920065037d" providerId="ADAL" clId="{2DCFDF45-1F6B-4A47-892B-C9094FDD5642}" dt="2022-03-21T11:08:19.259" v="1310" actId="27803"/>
          <ac:spMkLst>
            <pc:docMk/>
            <pc:sldMk cId="1175821773" sldId="258"/>
            <ac:spMk id="701" creationId="{E0FF4660-F7EF-4CDD-9867-D4D455BFA777}"/>
          </ac:spMkLst>
        </pc:spChg>
        <pc:spChg chg="mod">
          <ac:chgData name="SERGIO SPANO'" userId="3abdd0b9-513e-40ac-aad4-56920065037d" providerId="ADAL" clId="{2DCFDF45-1F6B-4A47-892B-C9094FDD5642}" dt="2022-03-21T11:08:19.259" v="1310" actId="27803"/>
          <ac:spMkLst>
            <pc:docMk/>
            <pc:sldMk cId="1175821773" sldId="258"/>
            <ac:spMk id="702" creationId="{1A77FD81-BDDE-4637-88EA-8986B1B03B0A}"/>
          </ac:spMkLst>
        </pc:spChg>
        <pc:spChg chg="mod">
          <ac:chgData name="SERGIO SPANO'" userId="3abdd0b9-513e-40ac-aad4-56920065037d" providerId="ADAL" clId="{2DCFDF45-1F6B-4A47-892B-C9094FDD5642}" dt="2022-03-21T11:08:19.259" v="1310" actId="27803"/>
          <ac:spMkLst>
            <pc:docMk/>
            <pc:sldMk cId="1175821773" sldId="258"/>
            <ac:spMk id="703" creationId="{AEC4F028-5D44-4F45-9D42-0A312BBF4613}"/>
          </ac:spMkLst>
        </pc:spChg>
        <pc:spChg chg="mod">
          <ac:chgData name="SERGIO SPANO'" userId="3abdd0b9-513e-40ac-aad4-56920065037d" providerId="ADAL" clId="{2DCFDF45-1F6B-4A47-892B-C9094FDD5642}" dt="2022-03-21T11:08:19.259" v="1310" actId="27803"/>
          <ac:spMkLst>
            <pc:docMk/>
            <pc:sldMk cId="1175821773" sldId="258"/>
            <ac:spMk id="704" creationId="{363609E2-8068-4D10-819E-D9E28F799930}"/>
          </ac:spMkLst>
        </pc:spChg>
        <pc:spChg chg="mod">
          <ac:chgData name="SERGIO SPANO'" userId="3abdd0b9-513e-40ac-aad4-56920065037d" providerId="ADAL" clId="{2DCFDF45-1F6B-4A47-892B-C9094FDD5642}" dt="2022-03-21T11:08:19.259" v="1310" actId="27803"/>
          <ac:spMkLst>
            <pc:docMk/>
            <pc:sldMk cId="1175821773" sldId="258"/>
            <ac:spMk id="705" creationId="{3142832D-424E-47FC-94EB-09B0A1A95D50}"/>
          </ac:spMkLst>
        </pc:spChg>
        <pc:spChg chg="mod">
          <ac:chgData name="SERGIO SPANO'" userId="3abdd0b9-513e-40ac-aad4-56920065037d" providerId="ADAL" clId="{2DCFDF45-1F6B-4A47-892B-C9094FDD5642}" dt="2022-03-21T11:08:19.259" v="1310" actId="27803"/>
          <ac:spMkLst>
            <pc:docMk/>
            <pc:sldMk cId="1175821773" sldId="258"/>
            <ac:spMk id="706" creationId="{4A1389DE-E396-4E04-8B5A-6963461B0019}"/>
          </ac:spMkLst>
        </pc:spChg>
        <pc:spChg chg="mod">
          <ac:chgData name="SERGIO SPANO'" userId="3abdd0b9-513e-40ac-aad4-56920065037d" providerId="ADAL" clId="{2DCFDF45-1F6B-4A47-892B-C9094FDD5642}" dt="2022-03-21T11:08:19.259" v="1310" actId="27803"/>
          <ac:spMkLst>
            <pc:docMk/>
            <pc:sldMk cId="1175821773" sldId="258"/>
            <ac:spMk id="707" creationId="{B5138BEC-2222-4081-AEA4-992B1F53117D}"/>
          </ac:spMkLst>
        </pc:spChg>
        <pc:spChg chg="mod">
          <ac:chgData name="SERGIO SPANO'" userId="3abdd0b9-513e-40ac-aad4-56920065037d" providerId="ADAL" clId="{2DCFDF45-1F6B-4A47-892B-C9094FDD5642}" dt="2022-03-21T11:08:19.259" v="1310" actId="27803"/>
          <ac:spMkLst>
            <pc:docMk/>
            <pc:sldMk cId="1175821773" sldId="258"/>
            <ac:spMk id="708" creationId="{7E94B254-670C-4C29-94C7-519F0373D41C}"/>
          </ac:spMkLst>
        </pc:spChg>
        <pc:spChg chg="mod">
          <ac:chgData name="SERGIO SPANO'" userId="3abdd0b9-513e-40ac-aad4-56920065037d" providerId="ADAL" clId="{2DCFDF45-1F6B-4A47-892B-C9094FDD5642}" dt="2022-03-21T11:08:19.259" v="1310" actId="27803"/>
          <ac:spMkLst>
            <pc:docMk/>
            <pc:sldMk cId="1175821773" sldId="258"/>
            <ac:spMk id="709" creationId="{F9CAEF65-A6ED-4955-9431-AE50F49005A5}"/>
          </ac:spMkLst>
        </pc:spChg>
        <pc:spChg chg="mod">
          <ac:chgData name="SERGIO SPANO'" userId="3abdd0b9-513e-40ac-aad4-56920065037d" providerId="ADAL" clId="{2DCFDF45-1F6B-4A47-892B-C9094FDD5642}" dt="2022-03-21T11:08:19.259" v="1310" actId="27803"/>
          <ac:spMkLst>
            <pc:docMk/>
            <pc:sldMk cId="1175821773" sldId="258"/>
            <ac:spMk id="710" creationId="{5E6EC43B-CF41-4EAC-95CF-01D61E2F520A}"/>
          </ac:spMkLst>
        </pc:spChg>
        <pc:spChg chg="mod">
          <ac:chgData name="SERGIO SPANO'" userId="3abdd0b9-513e-40ac-aad4-56920065037d" providerId="ADAL" clId="{2DCFDF45-1F6B-4A47-892B-C9094FDD5642}" dt="2022-03-21T11:08:19.259" v="1310" actId="27803"/>
          <ac:spMkLst>
            <pc:docMk/>
            <pc:sldMk cId="1175821773" sldId="258"/>
            <ac:spMk id="711" creationId="{FD01A6A5-AF41-4FB6-AC9C-1C70A9B3CCE8}"/>
          </ac:spMkLst>
        </pc:spChg>
        <pc:spChg chg="mod">
          <ac:chgData name="SERGIO SPANO'" userId="3abdd0b9-513e-40ac-aad4-56920065037d" providerId="ADAL" clId="{2DCFDF45-1F6B-4A47-892B-C9094FDD5642}" dt="2022-03-21T11:08:19.259" v="1310" actId="27803"/>
          <ac:spMkLst>
            <pc:docMk/>
            <pc:sldMk cId="1175821773" sldId="258"/>
            <ac:spMk id="712" creationId="{7BBB2C26-1B43-43A1-BF62-A58B0F011AA2}"/>
          </ac:spMkLst>
        </pc:spChg>
        <pc:spChg chg="mod">
          <ac:chgData name="SERGIO SPANO'" userId="3abdd0b9-513e-40ac-aad4-56920065037d" providerId="ADAL" clId="{2DCFDF45-1F6B-4A47-892B-C9094FDD5642}" dt="2022-03-21T11:08:19.259" v="1310" actId="27803"/>
          <ac:spMkLst>
            <pc:docMk/>
            <pc:sldMk cId="1175821773" sldId="258"/>
            <ac:spMk id="713" creationId="{9512F2A8-9E59-469B-81B6-4CC1EBC92B38}"/>
          </ac:spMkLst>
        </pc:spChg>
        <pc:spChg chg="mod">
          <ac:chgData name="SERGIO SPANO'" userId="3abdd0b9-513e-40ac-aad4-56920065037d" providerId="ADAL" clId="{2DCFDF45-1F6B-4A47-892B-C9094FDD5642}" dt="2022-03-21T11:08:19.259" v="1310" actId="27803"/>
          <ac:spMkLst>
            <pc:docMk/>
            <pc:sldMk cId="1175821773" sldId="258"/>
            <ac:spMk id="714" creationId="{630605B6-DDDC-49C0-90CA-5419B425C848}"/>
          </ac:spMkLst>
        </pc:spChg>
        <pc:spChg chg="mod">
          <ac:chgData name="SERGIO SPANO'" userId="3abdd0b9-513e-40ac-aad4-56920065037d" providerId="ADAL" clId="{2DCFDF45-1F6B-4A47-892B-C9094FDD5642}" dt="2022-03-21T11:08:19.259" v="1310" actId="27803"/>
          <ac:spMkLst>
            <pc:docMk/>
            <pc:sldMk cId="1175821773" sldId="258"/>
            <ac:spMk id="715" creationId="{92DBFC92-E5F1-4E98-85DB-3145EE60E30E}"/>
          </ac:spMkLst>
        </pc:spChg>
        <pc:spChg chg="mod">
          <ac:chgData name="SERGIO SPANO'" userId="3abdd0b9-513e-40ac-aad4-56920065037d" providerId="ADAL" clId="{2DCFDF45-1F6B-4A47-892B-C9094FDD5642}" dt="2022-03-21T11:08:19.259" v="1310" actId="27803"/>
          <ac:spMkLst>
            <pc:docMk/>
            <pc:sldMk cId="1175821773" sldId="258"/>
            <ac:spMk id="716" creationId="{27C13A77-CFC6-4176-9A48-B7FA2B40A9A2}"/>
          </ac:spMkLst>
        </pc:spChg>
        <pc:spChg chg="mod">
          <ac:chgData name="SERGIO SPANO'" userId="3abdd0b9-513e-40ac-aad4-56920065037d" providerId="ADAL" clId="{2DCFDF45-1F6B-4A47-892B-C9094FDD5642}" dt="2022-03-21T11:08:19.259" v="1310" actId="27803"/>
          <ac:spMkLst>
            <pc:docMk/>
            <pc:sldMk cId="1175821773" sldId="258"/>
            <ac:spMk id="717" creationId="{B5785B3C-D413-4793-B9C9-A81DAAF7C351}"/>
          </ac:spMkLst>
        </pc:spChg>
        <pc:spChg chg="mod">
          <ac:chgData name="SERGIO SPANO'" userId="3abdd0b9-513e-40ac-aad4-56920065037d" providerId="ADAL" clId="{2DCFDF45-1F6B-4A47-892B-C9094FDD5642}" dt="2022-03-21T11:08:19.259" v="1310" actId="27803"/>
          <ac:spMkLst>
            <pc:docMk/>
            <pc:sldMk cId="1175821773" sldId="258"/>
            <ac:spMk id="718" creationId="{46438886-3589-4FAD-97FD-726588165D5F}"/>
          </ac:spMkLst>
        </pc:spChg>
        <pc:spChg chg="mod">
          <ac:chgData name="SERGIO SPANO'" userId="3abdd0b9-513e-40ac-aad4-56920065037d" providerId="ADAL" clId="{2DCFDF45-1F6B-4A47-892B-C9094FDD5642}" dt="2022-03-21T11:08:19.259" v="1310" actId="27803"/>
          <ac:spMkLst>
            <pc:docMk/>
            <pc:sldMk cId="1175821773" sldId="258"/>
            <ac:spMk id="719" creationId="{4E3E8B53-9D9F-4AC8-9212-402496B9F7FD}"/>
          </ac:spMkLst>
        </pc:spChg>
        <pc:spChg chg="mod">
          <ac:chgData name="SERGIO SPANO'" userId="3abdd0b9-513e-40ac-aad4-56920065037d" providerId="ADAL" clId="{2DCFDF45-1F6B-4A47-892B-C9094FDD5642}" dt="2022-03-21T11:08:19.259" v="1310" actId="27803"/>
          <ac:spMkLst>
            <pc:docMk/>
            <pc:sldMk cId="1175821773" sldId="258"/>
            <ac:spMk id="720" creationId="{674339E7-43E4-4AC8-8520-6F88F5AE0DD0}"/>
          </ac:spMkLst>
        </pc:spChg>
        <pc:spChg chg="mod">
          <ac:chgData name="SERGIO SPANO'" userId="3abdd0b9-513e-40ac-aad4-56920065037d" providerId="ADAL" clId="{2DCFDF45-1F6B-4A47-892B-C9094FDD5642}" dt="2022-03-21T11:08:19.259" v="1310" actId="27803"/>
          <ac:spMkLst>
            <pc:docMk/>
            <pc:sldMk cId="1175821773" sldId="258"/>
            <ac:spMk id="721" creationId="{870EF06F-AA53-4156-9339-808814790A7E}"/>
          </ac:spMkLst>
        </pc:spChg>
        <pc:spChg chg="mod">
          <ac:chgData name="SERGIO SPANO'" userId="3abdd0b9-513e-40ac-aad4-56920065037d" providerId="ADAL" clId="{2DCFDF45-1F6B-4A47-892B-C9094FDD5642}" dt="2022-03-21T11:08:19.259" v="1310" actId="27803"/>
          <ac:spMkLst>
            <pc:docMk/>
            <pc:sldMk cId="1175821773" sldId="258"/>
            <ac:spMk id="722" creationId="{65A57AB3-5F6C-4E8B-AEBC-D630E15C015F}"/>
          </ac:spMkLst>
        </pc:spChg>
        <pc:spChg chg="mod">
          <ac:chgData name="SERGIO SPANO'" userId="3abdd0b9-513e-40ac-aad4-56920065037d" providerId="ADAL" clId="{2DCFDF45-1F6B-4A47-892B-C9094FDD5642}" dt="2022-03-21T11:08:19.259" v="1310" actId="27803"/>
          <ac:spMkLst>
            <pc:docMk/>
            <pc:sldMk cId="1175821773" sldId="258"/>
            <ac:spMk id="723" creationId="{29F51E31-AF3A-4121-9BBE-129E65D94741}"/>
          </ac:spMkLst>
        </pc:spChg>
        <pc:spChg chg="mod">
          <ac:chgData name="SERGIO SPANO'" userId="3abdd0b9-513e-40ac-aad4-56920065037d" providerId="ADAL" clId="{2DCFDF45-1F6B-4A47-892B-C9094FDD5642}" dt="2022-03-21T11:08:19.259" v="1310" actId="27803"/>
          <ac:spMkLst>
            <pc:docMk/>
            <pc:sldMk cId="1175821773" sldId="258"/>
            <ac:spMk id="724" creationId="{4F667A88-25DC-48C7-87C6-B50CBA63D01E}"/>
          </ac:spMkLst>
        </pc:spChg>
        <pc:spChg chg="mod">
          <ac:chgData name="SERGIO SPANO'" userId="3abdd0b9-513e-40ac-aad4-56920065037d" providerId="ADAL" clId="{2DCFDF45-1F6B-4A47-892B-C9094FDD5642}" dt="2022-03-21T11:08:19.259" v="1310" actId="27803"/>
          <ac:spMkLst>
            <pc:docMk/>
            <pc:sldMk cId="1175821773" sldId="258"/>
            <ac:spMk id="725" creationId="{06FD3078-196C-4942-9BE8-2128A07DD4A4}"/>
          </ac:spMkLst>
        </pc:spChg>
        <pc:spChg chg="mod">
          <ac:chgData name="SERGIO SPANO'" userId="3abdd0b9-513e-40ac-aad4-56920065037d" providerId="ADAL" clId="{2DCFDF45-1F6B-4A47-892B-C9094FDD5642}" dt="2022-03-21T11:08:19.259" v="1310" actId="27803"/>
          <ac:spMkLst>
            <pc:docMk/>
            <pc:sldMk cId="1175821773" sldId="258"/>
            <ac:spMk id="726" creationId="{23C81DF1-349E-4B9E-9F02-0B86DAED1BEF}"/>
          </ac:spMkLst>
        </pc:spChg>
        <pc:spChg chg="mod">
          <ac:chgData name="SERGIO SPANO'" userId="3abdd0b9-513e-40ac-aad4-56920065037d" providerId="ADAL" clId="{2DCFDF45-1F6B-4A47-892B-C9094FDD5642}" dt="2022-03-21T11:08:19.259" v="1310" actId="27803"/>
          <ac:spMkLst>
            <pc:docMk/>
            <pc:sldMk cId="1175821773" sldId="258"/>
            <ac:spMk id="727" creationId="{FE3850D3-2C5D-4CAA-A00A-9A43B50787A5}"/>
          </ac:spMkLst>
        </pc:spChg>
        <pc:spChg chg="mod">
          <ac:chgData name="SERGIO SPANO'" userId="3abdd0b9-513e-40ac-aad4-56920065037d" providerId="ADAL" clId="{2DCFDF45-1F6B-4A47-892B-C9094FDD5642}" dt="2022-03-21T11:08:19.259" v="1310" actId="27803"/>
          <ac:spMkLst>
            <pc:docMk/>
            <pc:sldMk cId="1175821773" sldId="258"/>
            <ac:spMk id="728" creationId="{C5CC62DA-BEC7-4036-B5A0-FEB1151BC0DC}"/>
          </ac:spMkLst>
        </pc:spChg>
        <pc:spChg chg="mod">
          <ac:chgData name="SERGIO SPANO'" userId="3abdd0b9-513e-40ac-aad4-56920065037d" providerId="ADAL" clId="{2DCFDF45-1F6B-4A47-892B-C9094FDD5642}" dt="2022-03-21T11:08:19.259" v="1310" actId="27803"/>
          <ac:spMkLst>
            <pc:docMk/>
            <pc:sldMk cId="1175821773" sldId="258"/>
            <ac:spMk id="729" creationId="{89661852-DFFF-4A43-AE16-3603F4745E73}"/>
          </ac:spMkLst>
        </pc:spChg>
        <pc:spChg chg="mod">
          <ac:chgData name="SERGIO SPANO'" userId="3abdd0b9-513e-40ac-aad4-56920065037d" providerId="ADAL" clId="{2DCFDF45-1F6B-4A47-892B-C9094FDD5642}" dt="2022-03-21T11:08:19.259" v="1310" actId="27803"/>
          <ac:spMkLst>
            <pc:docMk/>
            <pc:sldMk cId="1175821773" sldId="258"/>
            <ac:spMk id="730" creationId="{9DFA4613-E2B7-4BAC-AC51-3A2CC3627DCB}"/>
          </ac:spMkLst>
        </pc:spChg>
        <pc:spChg chg="mod">
          <ac:chgData name="SERGIO SPANO'" userId="3abdd0b9-513e-40ac-aad4-56920065037d" providerId="ADAL" clId="{2DCFDF45-1F6B-4A47-892B-C9094FDD5642}" dt="2022-03-21T11:08:19.259" v="1310" actId="27803"/>
          <ac:spMkLst>
            <pc:docMk/>
            <pc:sldMk cId="1175821773" sldId="258"/>
            <ac:spMk id="731" creationId="{5900D49A-74FE-4894-A05B-15811844E7EF}"/>
          </ac:spMkLst>
        </pc:spChg>
        <pc:spChg chg="mod">
          <ac:chgData name="SERGIO SPANO'" userId="3abdd0b9-513e-40ac-aad4-56920065037d" providerId="ADAL" clId="{2DCFDF45-1F6B-4A47-892B-C9094FDD5642}" dt="2022-03-21T11:08:19.259" v="1310" actId="27803"/>
          <ac:spMkLst>
            <pc:docMk/>
            <pc:sldMk cId="1175821773" sldId="258"/>
            <ac:spMk id="732" creationId="{BCC067F2-241D-4955-8C09-ECFB00BAF5D9}"/>
          </ac:spMkLst>
        </pc:spChg>
        <pc:spChg chg="mod">
          <ac:chgData name="SERGIO SPANO'" userId="3abdd0b9-513e-40ac-aad4-56920065037d" providerId="ADAL" clId="{2DCFDF45-1F6B-4A47-892B-C9094FDD5642}" dt="2022-03-21T11:08:19.259" v="1310" actId="27803"/>
          <ac:spMkLst>
            <pc:docMk/>
            <pc:sldMk cId="1175821773" sldId="258"/>
            <ac:spMk id="733" creationId="{1DE76DD2-603D-49F5-98D2-D390C1CA01FB}"/>
          </ac:spMkLst>
        </pc:spChg>
        <pc:spChg chg="mod">
          <ac:chgData name="SERGIO SPANO'" userId="3abdd0b9-513e-40ac-aad4-56920065037d" providerId="ADAL" clId="{2DCFDF45-1F6B-4A47-892B-C9094FDD5642}" dt="2022-03-21T11:08:19.259" v="1310" actId="27803"/>
          <ac:spMkLst>
            <pc:docMk/>
            <pc:sldMk cId="1175821773" sldId="258"/>
            <ac:spMk id="734" creationId="{F08412D3-2827-46D6-A53C-6694390F6403}"/>
          </ac:spMkLst>
        </pc:spChg>
        <pc:spChg chg="mod">
          <ac:chgData name="SERGIO SPANO'" userId="3abdd0b9-513e-40ac-aad4-56920065037d" providerId="ADAL" clId="{2DCFDF45-1F6B-4A47-892B-C9094FDD5642}" dt="2022-03-21T11:08:19.259" v="1310" actId="27803"/>
          <ac:spMkLst>
            <pc:docMk/>
            <pc:sldMk cId="1175821773" sldId="258"/>
            <ac:spMk id="735" creationId="{A3DD91CE-4276-423D-8E4A-8DB0B6AA9751}"/>
          </ac:spMkLst>
        </pc:spChg>
        <pc:spChg chg="mod">
          <ac:chgData name="SERGIO SPANO'" userId="3abdd0b9-513e-40ac-aad4-56920065037d" providerId="ADAL" clId="{2DCFDF45-1F6B-4A47-892B-C9094FDD5642}" dt="2022-03-21T11:08:19.259" v="1310" actId="27803"/>
          <ac:spMkLst>
            <pc:docMk/>
            <pc:sldMk cId="1175821773" sldId="258"/>
            <ac:spMk id="736" creationId="{68E9DE53-6428-4400-9B00-6DDEC77A80B4}"/>
          </ac:spMkLst>
        </pc:spChg>
        <pc:spChg chg="mod">
          <ac:chgData name="SERGIO SPANO'" userId="3abdd0b9-513e-40ac-aad4-56920065037d" providerId="ADAL" clId="{2DCFDF45-1F6B-4A47-892B-C9094FDD5642}" dt="2022-03-21T11:08:19.259" v="1310" actId="27803"/>
          <ac:spMkLst>
            <pc:docMk/>
            <pc:sldMk cId="1175821773" sldId="258"/>
            <ac:spMk id="737" creationId="{31CFC590-577C-479B-92C1-912608EA0EC2}"/>
          </ac:spMkLst>
        </pc:spChg>
        <pc:spChg chg="mod">
          <ac:chgData name="SERGIO SPANO'" userId="3abdd0b9-513e-40ac-aad4-56920065037d" providerId="ADAL" clId="{2DCFDF45-1F6B-4A47-892B-C9094FDD5642}" dt="2022-03-21T11:08:19.259" v="1310" actId="27803"/>
          <ac:spMkLst>
            <pc:docMk/>
            <pc:sldMk cId="1175821773" sldId="258"/>
            <ac:spMk id="738" creationId="{933FB890-5D91-411C-A715-6FACEFBCECDB}"/>
          </ac:spMkLst>
        </pc:spChg>
        <pc:spChg chg="mod">
          <ac:chgData name="SERGIO SPANO'" userId="3abdd0b9-513e-40ac-aad4-56920065037d" providerId="ADAL" clId="{2DCFDF45-1F6B-4A47-892B-C9094FDD5642}" dt="2022-03-21T11:08:19.259" v="1310" actId="27803"/>
          <ac:spMkLst>
            <pc:docMk/>
            <pc:sldMk cId="1175821773" sldId="258"/>
            <ac:spMk id="739" creationId="{1487136E-858E-4E0D-BFA2-EDA86E86EA13}"/>
          </ac:spMkLst>
        </pc:spChg>
        <pc:spChg chg="mod">
          <ac:chgData name="SERGIO SPANO'" userId="3abdd0b9-513e-40ac-aad4-56920065037d" providerId="ADAL" clId="{2DCFDF45-1F6B-4A47-892B-C9094FDD5642}" dt="2022-03-21T11:08:19.259" v="1310" actId="27803"/>
          <ac:spMkLst>
            <pc:docMk/>
            <pc:sldMk cId="1175821773" sldId="258"/>
            <ac:spMk id="740" creationId="{98673480-5D1F-4CC3-ACC6-E25C1721AD11}"/>
          </ac:spMkLst>
        </pc:spChg>
        <pc:spChg chg="mod">
          <ac:chgData name="SERGIO SPANO'" userId="3abdd0b9-513e-40ac-aad4-56920065037d" providerId="ADAL" clId="{2DCFDF45-1F6B-4A47-892B-C9094FDD5642}" dt="2022-03-21T11:08:19.259" v="1310" actId="27803"/>
          <ac:spMkLst>
            <pc:docMk/>
            <pc:sldMk cId="1175821773" sldId="258"/>
            <ac:spMk id="741" creationId="{699111D8-F896-42A3-BBF6-FE91F80DFE25}"/>
          </ac:spMkLst>
        </pc:spChg>
        <pc:spChg chg="mod">
          <ac:chgData name="SERGIO SPANO'" userId="3abdd0b9-513e-40ac-aad4-56920065037d" providerId="ADAL" clId="{2DCFDF45-1F6B-4A47-892B-C9094FDD5642}" dt="2022-03-21T11:08:19.259" v="1310" actId="27803"/>
          <ac:spMkLst>
            <pc:docMk/>
            <pc:sldMk cId="1175821773" sldId="258"/>
            <ac:spMk id="742" creationId="{7C60CD05-A138-4C78-A5E1-411B3CE6A52A}"/>
          </ac:spMkLst>
        </pc:spChg>
        <pc:spChg chg="mod">
          <ac:chgData name="SERGIO SPANO'" userId="3abdd0b9-513e-40ac-aad4-56920065037d" providerId="ADAL" clId="{2DCFDF45-1F6B-4A47-892B-C9094FDD5642}" dt="2022-03-21T11:08:19.259" v="1310" actId="27803"/>
          <ac:spMkLst>
            <pc:docMk/>
            <pc:sldMk cId="1175821773" sldId="258"/>
            <ac:spMk id="743" creationId="{446214BB-3D5F-4D56-A9C9-2C5765150501}"/>
          </ac:spMkLst>
        </pc:spChg>
        <pc:spChg chg="mod">
          <ac:chgData name="SERGIO SPANO'" userId="3abdd0b9-513e-40ac-aad4-56920065037d" providerId="ADAL" clId="{2DCFDF45-1F6B-4A47-892B-C9094FDD5642}" dt="2022-03-21T11:08:19.259" v="1310" actId="27803"/>
          <ac:spMkLst>
            <pc:docMk/>
            <pc:sldMk cId="1175821773" sldId="258"/>
            <ac:spMk id="744" creationId="{9FA4C961-4E19-4FD8-896A-53EA3A1F5B66}"/>
          </ac:spMkLst>
        </pc:spChg>
        <pc:spChg chg="mod">
          <ac:chgData name="SERGIO SPANO'" userId="3abdd0b9-513e-40ac-aad4-56920065037d" providerId="ADAL" clId="{2DCFDF45-1F6B-4A47-892B-C9094FDD5642}" dt="2022-03-21T11:08:19.259" v="1310" actId="27803"/>
          <ac:spMkLst>
            <pc:docMk/>
            <pc:sldMk cId="1175821773" sldId="258"/>
            <ac:spMk id="745" creationId="{6CEEED20-F6FE-48BE-87D0-B91E6B19D5B2}"/>
          </ac:spMkLst>
        </pc:spChg>
        <pc:spChg chg="mod">
          <ac:chgData name="SERGIO SPANO'" userId="3abdd0b9-513e-40ac-aad4-56920065037d" providerId="ADAL" clId="{2DCFDF45-1F6B-4A47-892B-C9094FDD5642}" dt="2022-03-21T11:08:19.259" v="1310" actId="27803"/>
          <ac:spMkLst>
            <pc:docMk/>
            <pc:sldMk cId="1175821773" sldId="258"/>
            <ac:spMk id="746" creationId="{F444095B-A2D8-4020-A742-D80E09722892}"/>
          </ac:spMkLst>
        </pc:spChg>
        <pc:spChg chg="mod">
          <ac:chgData name="SERGIO SPANO'" userId="3abdd0b9-513e-40ac-aad4-56920065037d" providerId="ADAL" clId="{2DCFDF45-1F6B-4A47-892B-C9094FDD5642}" dt="2022-03-21T11:08:19.259" v="1310" actId="27803"/>
          <ac:spMkLst>
            <pc:docMk/>
            <pc:sldMk cId="1175821773" sldId="258"/>
            <ac:spMk id="747" creationId="{2E1D2C44-F9C6-4A13-B1D0-2A343D946A95}"/>
          </ac:spMkLst>
        </pc:spChg>
        <pc:spChg chg="mod">
          <ac:chgData name="SERGIO SPANO'" userId="3abdd0b9-513e-40ac-aad4-56920065037d" providerId="ADAL" clId="{2DCFDF45-1F6B-4A47-892B-C9094FDD5642}" dt="2022-03-21T11:08:19.259" v="1310" actId="27803"/>
          <ac:spMkLst>
            <pc:docMk/>
            <pc:sldMk cId="1175821773" sldId="258"/>
            <ac:spMk id="748" creationId="{674E9858-CC12-4398-9D19-EBC4E5B8B78C}"/>
          </ac:spMkLst>
        </pc:spChg>
        <pc:spChg chg="mod">
          <ac:chgData name="SERGIO SPANO'" userId="3abdd0b9-513e-40ac-aad4-56920065037d" providerId="ADAL" clId="{2DCFDF45-1F6B-4A47-892B-C9094FDD5642}" dt="2022-03-21T11:08:19.259" v="1310" actId="27803"/>
          <ac:spMkLst>
            <pc:docMk/>
            <pc:sldMk cId="1175821773" sldId="258"/>
            <ac:spMk id="749" creationId="{D58235F7-8A4B-4A7F-A4DE-EA9AD66661BF}"/>
          </ac:spMkLst>
        </pc:spChg>
        <pc:spChg chg="mod">
          <ac:chgData name="SERGIO SPANO'" userId="3abdd0b9-513e-40ac-aad4-56920065037d" providerId="ADAL" clId="{2DCFDF45-1F6B-4A47-892B-C9094FDD5642}" dt="2022-03-21T11:08:19.259" v="1310" actId="27803"/>
          <ac:spMkLst>
            <pc:docMk/>
            <pc:sldMk cId="1175821773" sldId="258"/>
            <ac:spMk id="750" creationId="{6E7442EE-B8C7-4F33-A44C-81E2665E2AB0}"/>
          </ac:spMkLst>
        </pc:spChg>
        <pc:spChg chg="mod">
          <ac:chgData name="SERGIO SPANO'" userId="3abdd0b9-513e-40ac-aad4-56920065037d" providerId="ADAL" clId="{2DCFDF45-1F6B-4A47-892B-C9094FDD5642}" dt="2022-03-21T11:08:19.259" v="1310" actId="27803"/>
          <ac:spMkLst>
            <pc:docMk/>
            <pc:sldMk cId="1175821773" sldId="258"/>
            <ac:spMk id="751" creationId="{2364C87C-5797-48A6-9B8C-7B363F5D553A}"/>
          </ac:spMkLst>
        </pc:spChg>
        <pc:spChg chg="mod">
          <ac:chgData name="SERGIO SPANO'" userId="3abdd0b9-513e-40ac-aad4-56920065037d" providerId="ADAL" clId="{2DCFDF45-1F6B-4A47-892B-C9094FDD5642}" dt="2022-03-21T11:08:19.259" v="1310" actId="27803"/>
          <ac:spMkLst>
            <pc:docMk/>
            <pc:sldMk cId="1175821773" sldId="258"/>
            <ac:spMk id="752" creationId="{83361F7B-CB8B-4805-960D-41289AD42354}"/>
          </ac:spMkLst>
        </pc:spChg>
        <pc:spChg chg="mod">
          <ac:chgData name="SERGIO SPANO'" userId="3abdd0b9-513e-40ac-aad4-56920065037d" providerId="ADAL" clId="{2DCFDF45-1F6B-4A47-892B-C9094FDD5642}" dt="2022-03-21T11:08:19.259" v="1310" actId="27803"/>
          <ac:spMkLst>
            <pc:docMk/>
            <pc:sldMk cId="1175821773" sldId="258"/>
            <ac:spMk id="753" creationId="{07E88E30-5136-4E52-BD52-948BF12127E1}"/>
          </ac:spMkLst>
        </pc:spChg>
        <pc:spChg chg="mod">
          <ac:chgData name="SERGIO SPANO'" userId="3abdd0b9-513e-40ac-aad4-56920065037d" providerId="ADAL" clId="{2DCFDF45-1F6B-4A47-892B-C9094FDD5642}" dt="2022-03-21T11:08:19.259" v="1310" actId="27803"/>
          <ac:spMkLst>
            <pc:docMk/>
            <pc:sldMk cId="1175821773" sldId="258"/>
            <ac:spMk id="754" creationId="{36044BC0-64D7-4C8A-B414-AF80631857F4}"/>
          </ac:spMkLst>
        </pc:spChg>
        <pc:spChg chg="mod">
          <ac:chgData name="SERGIO SPANO'" userId="3abdd0b9-513e-40ac-aad4-56920065037d" providerId="ADAL" clId="{2DCFDF45-1F6B-4A47-892B-C9094FDD5642}" dt="2022-03-21T11:08:19.259" v="1310" actId="27803"/>
          <ac:spMkLst>
            <pc:docMk/>
            <pc:sldMk cId="1175821773" sldId="258"/>
            <ac:spMk id="755" creationId="{53844821-212D-463A-BFC9-D7ADF6C0360B}"/>
          </ac:spMkLst>
        </pc:spChg>
        <pc:spChg chg="mod">
          <ac:chgData name="SERGIO SPANO'" userId="3abdd0b9-513e-40ac-aad4-56920065037d" providerId="ADAL" clId="{2DCFDF45-1F6B-4A47-892B-C9094FDD5642}" dt="2022-03-21T11:08:19.259" v="1310" actId="27803"/>
          <ac:spMkLst>
            <pc:docMk/>
            <pc:sldMk cId="1175821773" sldId="258"/>
            <ac:spMk id="756" creationId="{FC5B49D7-3002-4F2D-AB22-7FD04A44AC7C}"/>
          </ac:spMkLst>
        </pc:spChg>
        <pc:spChg chg="mod">
          <ac:chgData name="SERGIO SPANO'" userId="3abdd0b9-513e-40ac-aad4-56920065037d" providerId="ADAL" clId="{2DCFDF45-1F6B-4A47-892B-C9094FDD5642}" dt="2022-03-21T11:08:19.259" v="1310" actId="27803"/>
          <ac:spMkLst>
            <pc:docMk/>
            <pc:sldMk cId="1175821773" sldId="258"/>
            <ac:spMk id="757" creationId="{F1F2C5A0-DCC6-4533-A3C3-52718C768257}"/>
          </ac:spMkLst>
        </pc:spChg>
        <pc:spChg chg="mod">
          <ac:chgData name="SERGIO SPANO'" userId="3abdd0b9-513e-40ac-aad4-56920065037d" providerId="ADAL" clId="{2DCFDF45-1F6B-4A47-892B-C9094FDD5642}" dt="2022-03-21T11:08:19.259" v="1310" actId="27803"/>
          <ac:spMkLst>
            <pc:docMk/>
            <pc:sldMk cId="1175821773" sldId="258"/>
            <ac:spMk id="758" creationId="{54556837-6BAA-4ED1-88BF-20F034B20D96}"/>
          </ac:spMkLst>
        </pc:spChg>
        <pc:spChg chg="mod">
          <ac:chgData name="SERGIO SPANO'" userId="3abdd0b9-513e-40ac-aad4-56920065037d" providerId="ADAL" clId="{2DCFDF45-1F6B-4A47-892B-C9094FDD5642}" dt="2022-03-21T11:08:19.259" v="1310" actId="27803"/>
          <ac:spMkLst>
            <pc:docMk/>
            <pc:sldMk cId="1175821773" sldId="258"/>
            <ac:spMk id="759" creationId="{6E2A09EB-C00B-468A-811E-8AD28CFAF8FD}"/>
          </ac:spMkLst>
        </pc:spChg>
        <pc:spChg chg="mod">
          <ac:chgData name="SERGIO SPANO'" userId="3abdd0b9-513e-40ac-aad4-56920065037d" providerId="ADAL" clId="{2DCFDF45-1F6B-4A47-892B-C9094FDD5642}" dt="2022-03-21T11:08:19.259" v="1310" actId="27803"/>
          <ac:spMkLst>
            <pc:docMk/>
            <pc:sldMk cId="1175821773" sldId="258"/>
            <ac:spMk id="760" creationId="{B185E206-353A-4866-8672-A4131B8AA406}"/>
          </ac:spMkLst>
        </pc:spChg>
        <pc:spChg chg="mod">
          <ac:chgData name="SERGIO SPANO'" userId="3abdd0b9-513e-40ac-aad4-56920065037d" providerId="ADAL" clId="{2DCFDF45-1F6B-4A47-892B-C9094FDD5642}" dt="2022-03-21T11:08:19.259" v="1310" actId="27803"/>
          <ac:spMkLst>
            <pc:docMk/>
            <pc:sldMk cId="1175821773" sldId="258"/>
            <ac:spMk id="761" creationId="{E8AD941A-EAD3-4227-ACE5-62480ABEE6B0}"/>
          </ac:spMkLst>
        </pc:spChg>
        <pc:spChg chg="mod">
          <ac:chgData name="SERGIO SPANO'" userId="3abdd0b9-513e-40ac-aad4-56920065037d" providerId="ADAL" clId="{2DCFDF45-1F6B-4A47-892B-C9094FDD5642}" dt="2022-03-21T11:08:19.259" v="1310" actId="27803"/>
          <ac:spMkLst>
            <pc:docMk/>
            <pc:sldMk cId="1175821773" sldId="258"/>
            <ac:spMk id="762" creationId="{E14C9ECA-0219-43FC-8118-C407FFDCC83C}"/>
          </ac:spMkLst>
        </pc:spChg>
        <pc:spChg chg="mod">
          <ac:chgData name="SERGIO SPANO'" userId="3abdd0b9-513e-40ac-aad4-56920065037d" providerId="ADAL" clId="{2DCFDF45-1F6B-4A47-892B-C9094FDD5642}" dt="2022-03-21T11:08:19.259" v="1310" actId="27803"/>
          <ac:spMkLst>
            <pc:docMk/>
            <pc:sldMk cId="1175821773" sldId="258"/>
            <ac:spMk id="763" creationId="{45DB66D5-D99E-487A-BF17-7F9D4B9CA3ED}"/>
          </ac:spMkLst>
        </pc:spChg>
        <pc:spChg chg="mod">
          <ac:chgData name="SERGIO SPANO'" userId="3abdd0b9-513e-40ac-aad4-56920065037d" providerId="ADAL" clId="{2DCFDF45-1F6B-4A47-892B-C9094FDD5642}" dt="2022-03-21T11:08:19.259" v="1310" actId="27803"/>
          <ac:spMkLst>
            <pc:docMk/>
            <pc:sldMk cId="1175821773" sldId="258"/>
            <ac:spMk id="764" creationId="{208E622B-7EF3-4116-A739-A0B3C5CF4828}"/>
          </ac:spMkLst>
        </pc:spChg>
        <pc:spChg chg="mod">
          <ac:chgData name="SERGIO SPANO'" userId="3abdd0b9-513e-40ac-aad4-56920065037d" providerId="ADAL" clId="{2DCFDF45-1F6B-4A47-892B-C9094FDD5642}" dt="2022-03-21T11:08:19.259" v="1310" actId="27803"/>
          <ac:spMkLst>
            <pc:docMk/>
            <pc:sldMk cId="1175821773" sldId="258"/>
            <ac:spMk id="765" creationId="{E2F57D1A-06BA-4041-BF45-6CEC17EA92C8}"/>
          </ac:spMkLst>
        </pc:spChg>
        <pc:spChg chg="mod">
          <ac:chgData name="SERGIO SPANO'" userId="3abdd0b9-513e-40ac-aad4-56920065037d" providerId="ADAL" clId="{2DCFDF45-1F6B-4A47-892B-C9094FDD5642}" dt="2022-03-21T11:08:19.259" v="1310" actId="27803"/>
          <ac:spMkLst>
            <pc:docMk/>
            <pc:sldMk cId="1175821773" sldId="258"/>
            <ac:spMk id="766" creationId="{DEA9D18F-1BDE-4227-B5BE-BB11449B6985}"/>
          </ac:spMkLst>
        </pc:spChg>
        <pc:spChg chg="mod">
          <ac:chgData name="SERGIO SPANO'" userId="3abdd0b9-513e-40ac-aad4-56920065037d" providerId="ADAL" clId="{2DCFDF45-1F6B-4A47-892B-C9094FDD5642}" dt="2022-03-21T11:08:19.259" v="1310" actId="27803"/>
          <ac:spMkLst>
            <pc:docMk/>
            <pc:sldMk cId="1175821773" sldId="258"/>
            <ac:spMk id="767" creationId="{1E6FB1D5-C50A-428D-8751-97565618403A}"/>
          </ac:spMkLst>
        </pc:spChg>
        <pc:spChg chg="mod">
          <ac:chgData name="SERGIO SPANO'" userId="3abdd0b9-513e-40ac-aad4-56920065037d" providerId="ADAL" clId="{2DCFDF45-1F6B-4A47-892B-C9094FDD5642}" dt="2022-03-21T11:08:19.259" v="1310" actId="27803"/>
          <ac:spMkLst>
            <pc:docMk/>
            <pc:sldMk cId="1175821773" sldId="258"/>
            <ac:spMk id="768" creationId="{9219368E-E1D1-4530-9EEB-596BCF227AA4}"/>
          </ac:spMkLst>
        </pc:spChg>
        <pc:spChg chg="mod">
          <ac:chgData name="SERGIO SPANO'" userId="3abdd0b9-513e-40ac-aad4-56920065037d" providerId="ADAL" clId="{2DCFDF45-1F6B-4A47-892B-C9094FDD5642}" dt="2022-03-21T11:08:19.259" v="1310" actId="27803"/>
          <ac:spMkLst>
            <pc:docMk/>
            <pc:sldMk cId="1175821773" sldId="258"/>
            <ac:spMk id="769" creationId="{FB311C29-30BB-49B9-A1D2-5C3C5E12B244}"/>
          </ac:spMkLst>
        </pc:spChg>
        <pc:spChg chg="mod">
          <ac:chgData name="SERGIO SPANO'" userId="3abdd0b9-513e-40ac-aad4-56920065037d" providerId="ADAL" clId="{2DCFDF45-1F6B-4A47-892B-C9094FDD5642}" dt="2022-03-21T11:08:19.259" v="1310" actId="27803"/>
          <ac:spMkLst>
            <pc:docMk/>
            <pc:sldMk cId="1175821773" sldId="258"/>
            <ac:spMk id="770" creationId="{8E5E0D59-CC03-4FB2-8495-F48D70BBE13F}"/>
          </ac:spMkLst>
        </pc:spChg>
        <pc:spChg chg="mod">
          <ac:chgData name="SERGIO SPANO'" userId="3abdd0b9-513e-40ac-aad4-56920065037d" providerId="ADAL" clId="{2DCFDF45-1F6B-4A47-892B-C9094FDD5642}" dt="2022-03-21T11:08:19.259" v="1310" actId="27803"/>
          <ac:spMkLst>
            <pc:docMk/>
            <pc:sldMk cId="1175821773" sldId="258"/>
            <ac:spMk id="771" creationId="{E18D1B1E-B3EA-43F8-A153-56F95564E7F0}"/>
          </ac:spMkLst>
        </pc:spChg>
        <pc:spChg chg="mod">
          <ac:chgData name="SERGIO SPANO'" userId="3abdd0b9-513e-40ac-aad4-56920065037d" providerId="ADAL" clId="{2DCFDF45-1F6B-4A47-892B-C9094FDD5642}" dt="2022-03-21T11:08:19.259" v="1310" actId="27803"/>
          <ac:spMkLst>
            <pc:docMk/>
            <pc:sldMk cId="1175821773" sldId="258"/>
            <ac:spMk id="772" creationId="{A83E7876-7079-4990-BC23-AF1604F1B31C}"/>
          </ac:spMkLst>
        </pc:spChg>
        <pc:spChg chg="mod">
          <ac:chgData name="SERGIO SPANO'" userId="3abdd0b9-513e-40ac-aad4-56920065037d" providerId="ADAL" clId="{2DCFDF45-1F6B-4A47-892B-C9094FDD5642}" dt="2022-03-21T11:08:19.259" v="1310" actId="27803"/>
          <ac:spMkLst>
            <pc:docMk/>
            <pc:sldMk cId="1175821773" sldId="258"/>
            <ac:spMk id="773" creationId="{C76C2ACE-1382-4C15-B8BC-D81E4E4C4691}"/>
          </ac:spMkLst>
        </pc:spChg>
        <pc:spChg chg="mod">
          <ac:chgData name="SERGIO SPANO'" userId="3abdd0b9-513e-40ac-aad4-56920065037d" providerId="ADAL" clId="{2DCFDF45-1F6B-4A47-892B-C9094FDD5642}" dt="2022-03-21T11:08:19.259" v="1310" actId="27803"/>
          <ac:spMkLst>
            <pc:docMk/>
            <pc:sldMk cId="1175821773" sldId="258"/>
            <ac:spMk id="774" creationId="{A3A25DE4-ED7E-4158-BEC1-95CD9BE6E9F6}"/>
          </ac:spMkLst>
        </pc:spChg>
        <pc:spChg chg="mod">
          <ac:chgData name="SERGIO SPANO'" userId="3abdd0b9-513e-40ac-aad4-56920065037d" providerId="ADAL" clId="{2DCFDF45-1F6B-4A47-892B-C9094FDD5642}" dt="2022-03-21T11:08:19.259" v="1310" actId="27803"/>
          <ac:spMkLst>
            <pc:docMk/>
            <pc:sldMk cId="1175821773" sldId="258"/>
            <ac:spMk id="775" creationId="{46D63F36-B440-4CC4-B9AF-ABDFB8DCF44F}"/>
          </ac:spMkLst>
        </pc:spChg>
        <pc:spChg chg="mod">
          <ac:chgData name="SERGIO SPANO'" userId="3abdd0b9-513e-40ac-aad4-56920065037d" providerId="ADAL" clId="{2DCFDF45-1F6B-4A47-892B-C9094FDD5642}" dt="2022-03-21T11:08:19.259" v="1310" actId="27803"/>
          <ac:spMkLst>
            <pc:docMk/>
            <pc:sldMk cId="1175821773" sldId="258"/>
            <ac:spMk id="776" creationId="{C1AE1921-4FC8-4231-9B13-A8D01B9E5711}"/>
          </ac:spMkLst>
        </pc:spChg>
        <pc:spChg chg="mod">
          <ac:chgData name="SERGIO SPANO'" userId="3abdd0b9-513e-40ac-aad4-56920065037d" providerId="ADAL" clId="{2DCFDF45-1F6B-4A47-892B-C9094FDD5642}" dt="2022-03-21T11:08:19.259" v="1310" actId="27803"/>
          <ac:spMkLst>
            <pc:docMk/>
            <pc:sldMk cId="1175821773" sldId="258"/>
            <ac:spMk id="777" creationId="{2A1ED971-7085-44D1-8AE2-76060EA221ED}"/>
          </ac:spMkLst>
        </pc:spChg>
        <pc:spChg chg="mod">
          <ac:chgData name="SERGIO SPANO'" userId="3abdd0b9-513e-40ac-aad4-56920065037d" providerId="ADAL" clId="{2DCFDF45-1F6B-4A47-892B-C9094FDD5642}" dt="2022-03-21T11:08:19.259" v="1310" actId="27803"/>
          <ac:spMkLst>
            <pc:docMk/>
            <pc:sldMk cId="1175821773" sldId="258"/>
            <ac:spMk id="778" creationId="{C4AC6A94-7154-4C78-B17E-B341C0BFB4C9}"/>
          </ac:spMkLst>
        </pc:spChg>
        <pc:spChg chg="mod">
          <ac:chgData name="SERGIO SPANO'" userId="3abdd0b9-513e-40ac-aad4-56920065037d" providerId="ADAL" clId="{2DCFDF45-1F6B-4A47-892B-C9094FDD5642}" dt="2022-03-21T11:08:19.259" v="1310" actId="27803"/>
          <ac:spMkLst>
            <pc:docMk/>
            <pc:sldMk cId="1175821773" sldId="258"/>
            <ac:spMk id="779" creationId="{C6135CD2-71DF-4BCE-981A-B5679E52E32F}"/>
          </ac:spMkLst>
        </pc:spChg>
        <pc:spChg chg="mod">
          <ac:chgData name="SERGIO SPANO'" userId="3abdd0b9-513e-40ac-aad4-56920065037d" providerId="ADAL" clId="{2DCFDF45-1F6B-4A47-892B-C9094FDD5642}" dt="2022-03-21T11:08:19.259" v="1310" actId="27803"/>
          <ac:spMkLst>
            <pc:docMk/>
            <pc:sldMk cId="1175821773" sldId="258"/>
            <ac:spMk id="780" creationId="{E0B12F7B-ECF5-4142-BE5A-0A4A79F36B8D}"/>
          </ac:spMkLst>
        </pc:spChg>
        <pc:spChg chg="mod">
          <ac:chgData name="SERGIO SPANO'" userId="3abdd0b9-513e-40ac-aad4-56920065037d" providerId="ADAL" clId="{2DCFDF45-1F6B-4A47-892B-C9094FDD5642}" dt="2022-03-21T11:08:19.259" v="1310" actId="27803"/>
          <ac:spMkLst>
            <pc:docMk/>
            <pc:sldMk cId="1175821773" sldId="258"/>
            <ac:spMk id="781" creationId="{E5F8CB6B-2363-427F-AAD9-FC499EA07C2D}"/>
          </ac:spMkLst>
        </pc:spChg>
        <pc:spChg chg="mod">
          <ac:chgData name="SERGIO SPANO'" userId="3abdd0b9-513e-40ac-aad4-56920065037d" providerId="ADAL" clId="{2DCFDF45-1F6B-4A47-892B-C9094FDD5642}" dt="2022-03-21T11:08:19.259" v="1310" actId="27803"/>
          <ac:spMkLst>
            <pc:docMk/>
            <pc:sldMk cId="1175821773" sldId="258"/>
            <ac:spMk id="782" creationId="{FF19329F-F0ED-4EA1-8236-0EFFE93ADC25}"/>
          </ac:spMkLst>
        </pc:spChg>
        <pc:spChg chg="mod">
          <ac:chgData name="SERGIO SPANO'" userId="3abdd0b9-513e-40ac-aad4-56920065037d" providerId="ADAL" clId="{2DCFDF45-1F6B-4A47-892B-C9094FDD5642}" dt="2022-03-21T11:08:19.259" v="1310" actId="27803"/>
          <ac:spMkLst>
            <pc:docMk/>
            <pc:sldMk cId="1175821773" sldId="258"/>
            <ac:spMk id="783" creationId="{29C617F5-4486-4614-9AC3-4A7216E90AD6}"/>
          </ac:spMkLst>
        </pc:spChg>
        <pc:spChg chg="mod">
          <ac:chgData name="SERGIO SPANO'" userId="3abdd0b9-513e-40ac-aad4-56920065037d" providerId="ADAL" clId="{2DCFDF45-1F6B-4A47-892B-C9094FDD5642}" dt="2022-03-21T11:08:19.259" v="1310" actId="27803"/>
          <ac:spMkLst>
            <pc:docMk/>
            <pc:sldMk cId="1175821773" sldId="258"/>
            <ac:spMk id="784" creationId="{C8077E83-482F-4DA9-91A6-26AB90C15C85}"/>
          </ac:spMkLst>
        </pc:spChg>
        <pc:spChg chg="mod">
          <ac:chgData name="SERGIO SPANO'" userId="3abdd0b9-513e-40ac-aad4-56920065037d" providerId="ADAL" clId="{2DCFDF45-1F6B-4A47-892B-C9094FDD5642}" dt="2022-03-21T11:08:19.259" v="1310" actId="27803"/>
          <ac:spMkLst>
            <pc:docMk/>
            <pc:sldMk cId="1175821773" sldId="258"/>
            <ac:spMk id="785" creationId="{9C0E3383-2DE6-440C-B5E9-EFD09E87654A}"/>
          </ac:spMkLst>
        </pc:spChg>
        <pc:spChg chg="mod">
          <ac:chgData name="SERGIO SPANO'" userId="3abdd0b9-513e-40ac-aad4-56920065037d" providerId="ADAL" clId="{2DCFDF45-1F6B-4A47-892B-C9094FDD5642}" dt="2022-03-21T11:08:19.259" v="1310" actId="27803"/>
          <ac:spMkLst>
            <pc:docMk/>
            <pc:sldMk cId="1175821773" sldId="258"/>
            <ac:spMk id="786" creationId="{B4B4A3CE-0BE6-42B8-BF32-2DB7E5A10A5F}"/>
          </ac:spMkLst>
        </pc:spChg>
        <pc:spChg chg="mod">
          <ac:chgData name="SERGIO SPANO'" userId="3abdd0b9-513e-40ac-aad4-56920065037d" providerId="ADAL" clId="{2DCFDF45-1F6B-4A47-892B-C9094FDD5642}" dt="2022-03-21T11:08:19.259" v="1310" actId="27803"/>
          <ac:spMkLst>
            <pc:docMk/>
            <pc:sldMk cId="1175821773" sldId="258"/>
            <ac:spMk id="787" creationId="{864672F2-00D8-48EA-AF4D-D3F27589F311}"/>
          </ac:spMkLst>
        </pc:spChg>
        <pc:spChg chg="mod">
          <ac:chgData name="SERGIO SPANO'" userId="3abdd0b9-513e-40ac-aad4-56920065037d" providerId="ADAL" clId="{2DCFDF45-1F6B-4A47-892B-C9094FDD5642}" dt="2022-03-21T11:08:19.259" v="1310" actId="27803"/>
          <ac:spMkLst>
            <pc:docMk/>
            <pc:sldMk cId="1175821773" sldId="258"/>
            <ac:spMk id="788" creationId="{4F26BECE-1186-4351-AF5B-1D795369152C}"/>
          </ac:spMkLst>
        </pc:spChg>
        <pc:spChg chg="mod">
          <ac:chgData name="SERGIO SPANO'" userId="3abdd0b9-513e-40ac-aad4-56920065037d" providerId="ADAL" clId="{2DCFDF45-1F6B-4A47-892B-C9094FDD5642}" dt="2022-03-21T11:08:19.259" v="1310" actId="27803"/>
          <ac:spMkLst>
            <pc:docMk/>
            <pc:sldMk cId="1175821773" sldId="258"/>
            <ac:spMk id="789" creationId="{ACC4D687-2397-4A89-995A-16135EE58B60}"/>
          </ac:spMkLst>
        </pc:spChg>
        <pc:spChg chg="mod">
          <ac:chgData name="SERGIO SPANO'" userId="3abdd0b9-513e-40ac-aad4-56920065037d" providerId="ADAL" clId="{2DCFDF45-1F6B-4A47-892B-C9094FDD5642}" dt="2022-03-21T11:08:19.259" v="1310" actId="27803"/>
          <ac:spMkLst>
            <pc:docMk/>
            <pc:sldMk cId="1175821773" sldId="258"/>
            <ac:spMk id="790" creationId="{46EE57FB-6CCB-4437-8880-F3B50AF4FC21}"/>
          </ac:spMkLst>
        </pc:spChg>
        <pc:spChg chg="mod">
          <ac:chgData name="SERGIO SPANO'" userId="3abdd0b9-513e-40ac-aad4-56920065037d" providerId="ADAL" clId="{2DCFDF45-1F6B-4A47-892B-C9094FDD5642}" dt="2022-03-21T11:08:19.259" v="1310" actId="27803"/>
          <ac:spMkLst>
            <pc:docMk/>
            <pc:sldMk cId="1175821773" sldId="258"/>
            <ac:spMk id="791" creationId="{0628F99E-9CB6-4F6B-B6E1-205E5BA06897}"/>
          </ac:spMkLst>
        </pc:spChg>
        <pc:spChg chg="mod">
          <ac:chgData name="SERGIO SPANO'" userId="3abdd0b9-513e-40ac-aad4-56920065037d" providerId="ADAL" clId="{2DCFDF45-1F6B-4A47-892B-C9094FDD5642}" dt="2022-03-21T11:08:19.259" v="1310" actId="27803"/>
          <ac:spMkLst>
            <pc:docMk/>
            <pc:sldMk cId="1175821773" sldId="258"/>
            <ac:spMk id="792" creationId="{5F9FE13D-27C6-4E8E-A95A-EA68169B5A7A}"/>
          </ac:spMkLst>
        </pc:spChg>
        <pc:spChg chg="mod">
          <ac:chgData name="SERGIO SPANO'" userId="3abdd0b9-513e-40ac-aad4-56920065037d" providerId="ADAL" clId="{2DCFDF45-1F6B-4A47-892B-C9094FDD5642}" dt="2022-03-21T11:08:19.259" v="1310" actId="27803"/>
          <ac:spMkLst>
            <pc:docMk/>
            <pc:sldMk cId="1175821773" sldId="258"/>
            <ac:spMk id="793" creationId="{56E2EC39-7133-4EEF-BD35-DA36C246A012}"/>
          </ac:spMkLst>
        </pc:spChg>
        <pc:spChg chg="mod">
          <ac:chgData name="SERGIO SPANO'" userId="3abdd0b9-513e-40ac-aad4-56920065037d" providerId="ADAL" clId="{2DCFDF45-1F6B-4A47-892B-C9094FDD5642}" dt="2022-03-21T11:08:19.259" v="1310" actId="27803"/>
          <ac:spMkLst>
            <pc:docMk/>
            <pc:sldMk cId="1175821773" sldId="258"/>
            <ac:spMk id="794" creationId="{66814402-0E3D-4BBE-AC9B-19024756A1CB}"/>
          </ac:spMkLst>
        </pc:spChg>
        <pc:spChg chg="mod">
          <ac:chgData name="SERGIO SPANO'" userId="3abdd0b9-513e-40ac-aad4-56920065037d" providerId="ADAL" clId="{2DCFDF45-1F6B-4A47-892B-C9094FDD5642}" dt="2022-03-21T11:08:19.259" v="1310" actId="27803"/>
          <ac:spMkLst>
            <pc:docMk/>
            <pc:sldMk cId="1175821773" sldId="258"/>
            <ac:spMk id="795" creationId="{2B8BD6CD-A091-4CB1-BFDB-5C4A1C3EA049}"/>
          </ac:spMkLst>
        </pc:spChg>
        <pc:spChg chg="mod">
          <ac:chgData name="SERGIO SPANO'" userId="3abdd0b9-513e-40ac-aad4-56920065037d" providerId="ADAL" clId="{2DCFDF45-1F6B-4A47-892B-C9094FDD5642}" dt="2022-03-21T11:08:19.259" v="1310" actId="27803"/>
          <ac:spMkLst>
            <pc:docMk/>
            <pc:sldMk cId="1175821773" sldId="258"/>
            <ac:spMk id="796" creationId="{816967B9-B424-4696-AB3B-16089E4731A4}"/>
          </ac:spMkLst>
        </pc:spChg>
        <pc:spChg chg="mod">
          <ac:chgData name="SERGIO SPANO'" userId="3abdd0b9-513e-40ac-aad4-56920065037d" providerId="ADAL" clId="{2DCFDF45-1F6B-4A47-892B-C9094FDD5642}" dt="2022-03-21T11:08:19.259" v="1310" actId="27803"/>
          <ac:spMkLst>
            <pc:docMk/>
            <pc:sldMk cId="1175821773" sldId="258"/>
            <ac:spMk id="797" creationId="{0CC03F24-BF2F-43C7-8BDE-9075A2BC2620}"/>
          </ac:spMkLst>
        </pc:spChg>
        <pc:spChg chg="mod">
          <ac:chgData name="SERGIO SPANO'" userId="3abdd0b9-513e-40ac-aad4-56920065037d" providerId="ADAL" clId="{2DCFDF45-1F6B-4A47-892B-C9094FDD5642}" dt="2022-03-21T11:08:19.259" v="1310" actId="27803"/>
          <ac:spMkLst>
            <pc:docMk/>
            <pc:sldMk cId="1175821773" sldId="258"/>
            <ac:spMk id="798" creationId="{9110B4C1-090A-46DF-8902-36F20CE867E8}"/>
          </ac:spMkLst>
        </pc:spChg>
        <pc:spChg chg="mod">
          <ac:chgData name="SERGIO SPANO'" userId="3abdd0b9-513e-40ac-aad4-56920065037d" providerId="ADAL" clId="{2DCFDF45-1F6B-4A47-892B-C9094FDD5642}" dt="2022-03-21T11:08:19.259" v="1310" actId="27803"/>
          <ac:spMkLst>
            <pc:docMk/>
            <pc:sldMk cId="1175821773" sldId="258"/>
            <ac:spMk id="799" creationId="{AE17F626-B9D3-4B54-BEB9-E9BF9F32870C}"/>
          </ac:spMkLst>
        </pc:spChg>
        <pc:spChg chg="mod">
          <ac:chgData name="SERGIO SPANO'" userId="3abdd0b9-513e-40ac-aad4-56920065037d" providerId="ADAL" clId="{2DCFDF45-1F6B-4A47-892B-C9094FDD5642}" dt="2022-03-21T11:08:19.259" v="1310" actId="27803"/>
          <ac:spMkLst>
            <pc:docMk/>
            <pc:sldMk cId="1175821773" sldId="258"/>
            <ac:spMk id="800" creationId="{58089D74-638F-41ED-B8A2-24E2F41C156B}"/>
          </ac:spMkLst>
        </pc:spChg>
        <pc:spChg chg="mod">
          <ac:chgData name="SERGIO SPANO'" userId="3abdd0b9-513e-40ac-aad4-56920065037d" providerId="ADAL" clId="{2DCFDF45-1F6B-4A47-892B-C9094FDD5642}" dt="2022-03-21T11:08:19.259" v="1310" actId="27803"/>
          <ac:spMkLst>
            <pc:docMk/>
            <pc:sldMk cId="1175821773" sldId="258"/>
            <ac:spMk id="801" creationId="{2277D67D-AF24-4BF7-B80F-DF0210CBF5EB}"/>
          </ac:spMkLst>
        </pc:spChg>
        <pc:spChg chg="mod">
          <ac:chgData name="SERGIO SPANO'" userId="3abdd0b9-513e-40ac-aad4-56920065037d" providerId="ADAL" clId="{2DCFDF45-1F6B-4A47-892B-C9094FDD5642}" dt="2022-03-21T11:08:19.259" v="1310" actId="27803"/>
          <ac:spMkLst>
            <pc:docMk/>
            <pc:sldMk cId="1175821773" sldId="258"/>
            <ac:spMk id="802" creationId="{9703BF58-9D8B-426D-85DD-A799EA2B2687}"/>
          </ac:spMkLst>
        </pc:spChg>
        <pc:spChg chg="mod">
          <ac:chgData name="SERGIO SPANO'" userId="3abdd0b9-513e-40ac-aad4-56920065037d" providerId="ADAL" clId="{2DCFDF45-1F6B-4A47-892B-C9094FDD5642}" dt="2022-03-21T11:08:19.259" v="1310" actId="27803"/>
          <ac:spMkLst>
            <pc:docMk/>
            <pc:sldMk cId="1175821773" sldId="258"/>
            <ac:spMk id="803" creationId="{81C43D0A-D49B-4F5B-83D1-A47FD5532144}"/>
          </ac:spMkLst>
        </pc:spChg>
        <pc:spChg chg="mod">
          <ac:chgData name="SERGIO SPANO'" userId="3abdd0b9-513e-40ac-aad4-56920065037d" providerId="ADAL" clId="{2DCFDF45-1F6B-4A47-892B-C9094FDD5642}" dt="2022-03-21T11:08:19.259" v="1310" actId="27803"/>
          <ac:spMkLst>
            <pc:docMk/>
            <pc:sldMk cId="1175821773" sldId="258"/>
            <ac:spMk id="804" creationId="{3B2A6A5D-1490-4069-8583-C6155E12ED71}"/>
          </ac:spMkLst>
        </pc:spChg>
        <pc:spChg chg="mod">
          <ac:chgData name="SERGIO SPANO'" userId="3abdd0b9-513e-40ac-aad4-56920065037d" providerId="ADAL" clId="{2DCFDF45-1F6B-4A47-892B-C9094FDD5642}" dt="2022-03-21T11:08:19.259" v="1310" actId="27803"/>
          <ac:spMkLst>
            <pc:docMk/>
            <pc:sldMk cId="1175821773" sldId="258"/>
            <ac:spMk id="805" creationId="{1AEEFF9F-B452-4EE1-B39C-26B5446A7280}"/>
          </ac:spMkLst>
        </pc:spChg>
        <pc:spChg chg="mod">
          <ac:chgData name="SERGIO SPANO'" userId="3abdd0b9-513e-40ac-aad4-56920065037d" providerId="ADAL" clId="{2DCFDF45-1F6B-4A47-892B-C9094FDD5642}" dt="2022-03-21T11:08:19.259" v="1310" actId="27803"/>
          <ac:spMkLst>
            <pc:docMk/>
            <pc:sldMk cId="1175821773" sldId="258"/>
            <ac:spMk id="806" creationId="{090CA28E-5A56-4233-BDDC-3BC4E8C5B0D2}"/>
          </ac:spMkLst>
        </pc:spChg>
        <pc:spChg chg="mod">
          <ac:chgData name="SERGIO SPANO'" userId="3abdd0b9-513e-40ac-aad4-56920065037d" providerId="ADAL" clId="{2DCFDF45-1F6B-4A47-892B-C9094FDD5642}" dt="2022-03-21T11:08:19.259" v="1310" actId="27803"/>
          <ac:spMkLst>
            <pc:docMk/>
            <pc:sldMk cId="1175821773" sldId="258"/>
            <ac:spMk id="807" creationId="{0392765E-F964-41DA-94AD-63E1EBF3496B}"/>
          </ac:spMkLst>
        </pc:spChg>
        <pc:spChg chg="mod">
          <ac:chgData name="SERGIO SPANO'" userId="3abdd0b9-513e-40ac-aad4-56920065037d" providerId="ADAL" clId="{2DCFDF45-1F6B-4A47-892B-C9094FDD5642}" dt="2022-03-21T11:08:19.259" v="1310" actId="27803"/>
          <ac:spMkLst>
            <pc:docMk/>
            <pc:sldMk cId="1175821773" sldId="258"/>
            <ac:spMk id="808" creationId="{3F444BF1-8DDA-4E09-BB12-EA09F7DF4851}"/>
          </ac:spMkLst>
        </pc:spChg>
        <pc:spChg chg="mod">
          <ac:chgData name="SERGIO SPANO'" userId="3abdd0b9-513e-40ac-aad4-56920065037d" providerId="ADAL" clId="{2DCFDF45-1F6B-4A47-892B-C9094FDD5642}" dt="2022-03-21T11:08:19.259" v="1310" actId="27803"/>
          <ac:spMkLst>
            <pc:docMk/>
            <pc:sldMk cId="1175821773" sldId="258"/>
            <ac:spMk id="809" creationId="{19F0695D-FE45-42DE-96C5-64021E7AF9F5}"/>
          </ac:spMkLst>
        </pc:spChg>
        <pc:spChg chg="mod">
          <ac:chgData name="SERGIO SPANO'" userId="3abdd0b9-513e-40ac-aad4-56920065037d" providerId="ADAL" clId="{2DCFDF45-1F6B-4A47-892B-C9094FDD5642}" dt="2022-03-21T11:08:19.259" v="1310" actId="27803"/>
          <ac:spMkLst>
            <pc:docMk/>
            <pc:sldMk cId="1175821773" sldId="258"/>
            <ac:spMk id="810" creationId="{AE005879-FBA3-4A06-BAAB-9D4DB500DFF1}"/>
          </ac:spMkLst>
        </pc:spChg>
        <pc:spChg chg="mod">
          <ac:chgData name="SERGIO SPANO'" userId="3abdd0b9-513e-40ac-aad4-56920065037d" providerId="ADAL" clId="{2DCFDF45-1F6B-4A47-892B-C9094FDD5642}" dt="2022-03-21T11:08:19.259" v="1310" actId="27803"/>
          <ac:spMkLst>
            <pc:docMk/>
            <pc:sldMk cId="1175821773" sldId="258"/>
            <ac:spMk id="811" creationId="{80C20A69-539C-4BAB-B6BE-F453E5CADFEF}"/>
          </ac:spMkLst>
        </pc:spChg>
        <pc:spChg chg="mod">
          <ac:chgData name="SERGIO SPANO'" userId="3abdd0b9-513e-40ac-aad4-56920065037d" providerId="ADAL" clId="{2DCFDF45-1F6B-4A47-892B-C9094FDD5642}" dt="2022-03-21T11:08:19.259" v="1310" actId="27803"/>
          <ac:spMkLst>
            <pc:docMk/>
            <pc:sldMk cId="1175821773" sldId="258"/>
            <ac:spMk id="812" creationId="{FCBFA935-8A41-4C79-B0C5-995F2102956E}"/>
          </ac:spMkLst>
        </pc:spChg>
        <pc:spChg chg="mod">
          <ac:chgData name="SERGIO SPANO'" userId="3abdd0b9-513e-40ac-aad4-56920065037d" providerId="ADAL" clId="{2DCFDF45-1F6B-4A47-892B-C9094FDD5642}" dt="2022-03-21T11:08:19.259" v="1310" actId="27803"/>
          <ac:spMkLst>
            <pc:docMk/>
            <pc:sldMk cId="1175821773" sldId="258"/>
            <ac:spMk id="813" creationId="{40DA3009-EFEA-42E5-A9E6-DB2B2802F05E}"/>
          </ac:spMkLst>
        </pc:spChg>
        <pc:spChg chg="mod">
          <ac:chgData name="SERGIO SPANO'" userId="3abdd0b9-513e-40ac-aad4-56920065037d" providerId="ADAL" clId="{2DCFDF45-1F6B-4A47-892B-C9094FDD5642}" dt="2022-03-21T11:08:19.259" v="1310" actId="27803"/>
          <ac:spMkLst>
            <pc:docMk/>
            <pc:sldMk cId="1175821773" sldId="258"/>
            <ac:spMk id="814" creationId="{85499C12-485F-4557-9610-AC68B66B1291}"/>
          </ac:spMkLst>
        </pc:spChg>
        <pc:spChg chg="mod">
          <ac:chgData name="SERGIO SPANO'" userId="3abdd0b9-513e-40ac-aad4-56920065037d" providerId="ADAL" clId="{2DCFDF45-1F6B-4A47-892B-C9094FDD5642}" dt="2022-03-21T11:08:19.259" v="1310" actId="27803"/>
          <ac:spMkLst>
            <pc:docMk/>
            <pc:sldMk cId="1175821773" sldId="258"/>
            <ac:spMk id="815" creationId="{E20617BF-2E5C-4A5A-B182-9E39564F4361}"/>
          </ac:spMkLst>
        </pc:spChg>
        <pc:spChg chg="mod">
          <ac:chgData name="SERGIO SPANO'" userId="3abdd0b9-513e-40ac-aad4-56920065037d" providerId="ADAL" clId="{2DCFDF45-1F6B-4A47-892B-C9094FDD5642}" dt="2022-03-21T11:08:19.259" v="1310" actId="27803"/>
          <ac:spMkLst>
            <pc:docMk/>
            <pc:sldMk cId="1175821773" sldId="258"/>
            <ac:spMk id="816" creationId="{8616F8F2-0D4D-4EE9-8F3B-F60F6C8F117A}"/>
          </ac:spMkLst>
        </pc:spChg>
        <pc:spChg chg="mod">
          <ac:chgData name="SERGIO SPANO'" userId="3abdd0b9-513e-40ac-aad4-56920065037d" providerId="ADAL" clId="{2DCFDF45-1F6B-4A47-892B-C9094FDD5642}" dt="2022-03-21T11:08:19.259" v="1310" actId="27803"/>
          <ac:spMkLst>
            <pc:docMk/>
            <pc:sldMk cId="1175821773" sldId="258"/>
            <ac:spMk id="817" creationId="{A9AB7387-B157-4CF4-8CD6-41F14BE799E7}"/>
          </ac:spMkLst>
        </pc:spChg>
        <pc:spChg chg="mod">
          <ac:chgData name="SERGIO SPANO'" userId="3abdd0b9-513e-40ac-aad4-56920065037d" providerId="ADAL" clId="{2DCFDF45-1F6B-4A47-892B-C9094FDD5642}" dt="2022-03-21T11:08:19.259" v="1310" actId="27803"/>
          <ac:spMkLst>
            <pc:docMk/>
            <pc:sldMk cId="1175821773" sldId="258"/>
            <ac:spMk id="818" creationId="{B295467E-0E61-41B6-9C2F-9248203F1752}"/>
          </ac:spMkLst>
        </pc:spChg>
        <pc:spChg chg="mod">
          <ac:chgData name="SERGIO SPANO'" userId="3abdd0b9-513e-40ac-aad4-56920065037d" providerId="ADAL" clId="{2DCFDF45-1F6B-4A47-892B-C9094FDD5642}" dt="2022-03-21T11:08:19.259" v="1310" actId="27803"/>
          <ac:spMkLst>
            <pc:docMk/>
            <pc:sldMk cId="1175821773" sldId="258"/>
            <ac:spMk id="819" creationId="{CCC4A594-57DA-455C-9ED3-8C8F06C08388}"/>
          </ac:spMkLst>
        </pc:spChg>
        <pc:spChg chg="mod">
          <ac:chgData name="SERGIO SPANO'" userId="3abdd0b9-513e-40ac-aad4-56920065037d" providerId="ADAL" clId="{2DCFDF45-1F6B-4A47-892B-C9094FDD5642}" dt="2022-03-21T11:08:19.259" v="1310" actId="27803"/>
          <ac:spMkLst>
            <pc:docMk/>
            <pc:sldMk cId="1175821773" sldId="258"/>
            <ac:spMk id="820" creationId="{5F05CAAE-B314-4E4A-AA66-7C39397564AE}"/>
          </ac:spMkLst>
        </pc:spChg>
        <pc:spChg chg="mod">
          <ac:chgData name="SERGIO SPANO'" userId="3abdd0b9-513e-40ac-aad4-56920065037d" providerId="ADAL" clId="{2DCFDF45-1F6B-4A47-892B-C9094FDD5642}" dt="2022-03-21T11:08:19.259" v="1310" actId="27803"/>
          <ac:spMkLst>
            <pc:docMk/>
            <pc:sldMk cId="1175821773" sldId="258"/>
            <ac:spMk id="821" creationId="{5F7459FA-15EA-4EF8-9E2E-5CC41F135E94}"/>
          </ac:spMkLst>
        </pc:spChg>
        <pc:spChg chg="mod">
          <ac:chgData name="SERGIO SPANO'" userId="3abdd0b9-513e-40ac-aad4-56920065037d" providerId="ADAL" clId="{2DCFDF45-1F6B-4A47-892B-C9094FDD5642}" dt="2022-03-21T11:08:19.259" v="1310" actId="27803"/>
          <ac:spMkLst>
            <pc:docMk/>
            <pc:sldMk cId="1175821773" sldId="258"/>
            <ac:spMk id="822" creationId="{40926A8E-7605-48E0-872C-BD165131B7A8}"/>
          </ac:spMkLst>
        </pc:spChg>
        <pc:spChg chg="mod">
          <ac:chgData name="SERGIO SPANO'" userId="3abdd0b9-513e-40ac-aad4-56920065037d" providerId="ADAL" clId="{2DCFDF45-1F6B-4A47-892B-C9094FDD5642}" dt="2022-03-21T11:08:19.259" v="1310" actId="27803"/>
          <ac:spMkLst>
            <pc:docMk/>
            <pc:sldMk cId="1175821773" sldId="258"/>
            <ac:spMk id="823" creationId="{5DF033A1-0DD5-4B18-A9B6-66458DA9CB88}"/>
          </ac:spMkLst>
        </pc:spChg>
        <pc:spChg chg="mod">
          <ac:chgData name="SERGIO SPANO'" userId="3abdd0b9-513e-40ac-aad4-56920065037d" providerId="ADAL" clId="{2DCFDF45-1F6B-4A47-892B-C9094FDD5642}" dt="2022-03-21T11:08:19.259" v="1310" actId="27803"/>
          <ac:spMkLst>
            <pc:docMk/>
            <pc:sldMk cId="1175821773" sldId="258"/>
            <ac:spMk id="824" creationId="{24C27B99-FA96-4D52-B51F-0312D01E0DD9}"/>
          </ac:spMkLst>
        </pc:spChg>
        <pc:spChg chg="mod">
          <ac:chgData name="SERGIO SPANO'" userId="3abdd0b9-513e-40ac-aad4-56920065037d" providerId="ADAL" clId="{2DCFDF45-1F6B-4A47-892B-C9094FDD5642}" dt="2022-03-21T11:08:19.259" v="1310" actId="27803"/>
          <ac:spMkLst>
            <pc:docMk/>
            <pc:sldMk cId="1175821773" sldId="258"/>
            <ac:spMk id="825" creationId="{0413110A-EC52-472E-864F-6352937D28C1}"/>
          </ac:spMkLst>
        </pc:spChg>
        <pc:spChg chg="mod">
          <ac:chgData name="SERGIO SPANO'" userId="3abdd0b9-513e-40ac-aad4-56920065037d" providerId="ADAL" clId="{2DCFDF45-1F6B-4A47-892B-C9094FDD5642}" dt="2022-03-21T11:08:19.259" v="1310" actId="27803"/>
          <ac:spMkLst>
            <pc:docMk/>
            <pc:sldMk cId="1175821773" sldId="258"/>
            <ac:spMk id="826" creationId="{B7271A7B-FAFF-4449-8994-97EE9F36FAD4}"/>
          </ac:spMkLst>
        </pc:spChg>
        <pc:spChg chg="mod">
          <ac:chgData name="SERGIO SPANO'" userId="3abdd0b9-513e-40ac-aad4-56920065037d" providerId="ADAL" clId="{2DCFDF45-1F6B-4A47-892B-C9094FDD5642}" dt="2022-03-21T11:08:19.259" v="1310" actId="27803"/>
          <ac:spMkLst>
            <pc:docMk/>
            <pc:sldMk cId="1175821773" sldId="258"/>
            <ac:spMk id="827" creationId="{838BCCBC-B756-44A1-992E-EB2128D62678}"/>
          </ac:spMkLst>
        </pc:spChg>
        <pc:spChg chg="mod">
          <ac:chgData name="SERGIO SPANO'" userId="3abdd0b9-513e-40ac-aad4-56920065037d" providerId="ADAL" clId="{2DCFDF45-1F6B-4A47-892B-C9094FDD5642}" dt="2022-03-21T11:08:19.259" v="1310" actId="27803"/>
          <ac:spMkLst>
            <pc:docMk/>
            <pc:sldMk cId="1175821773" sldId="258"/>
            <ac:spMk id="828" creationId="{D6542B12-197A-40CC-A971-F8B199AB06EE}"/>
          </ac:spMkLst>
        </pc:spChg>
        <pc:spChg chg="mod">
          <ac:chgData name="SERGIO SPANO'" userId="3abdd0b9-513e-40ac-aad4-56920065037d" providerId="ADAL" clId="{2DCFDF45-1F6B-4A47-892B-C9094FDD5642}" dt="2022-03-21T11:08:19.259" v="1310" actId="27803"/>
          <ac:spMkLst>
            <pc:docMk/>
            <pc:sldMk cId="1175821773" sldId="258"/>
            <ac:spMk id="829" creationId="{DE65506D-7AF8-40A9-B142-B819685479CC}"/>
          </ac:spMkLst>
        </pc:spChg>
        <pc:spChg chg="mod">
          <ac:chgData name="SERGIO SPANO'" userId="3abdd0b9-513e-40ac-aad4-56920065037d" providerId="ADAL" clId="{2DCFDF45-1F6B-4A47-892B-C9094FDD5642}" dt="2022-03-21T11:08:19.259" v="1310" actId="27803"/>
          <ac:spMkLst>
            <pc:docMk/>
            <pc:sldMk cId="1175821773" sldId="258"/>
            <ac:spMk id="830" creationId="{E2F2DA8E-D4BB-4F9E-8084-B83D86838B03}"/>
          </ac:spMkLst>
        </pc:spChg>
        <pc:spChg chg="mod">
          <ac:chgData name="SERGIO SPANO'" userId="3abdd0b9-513e-40ac-aad4-56920065037d" providerId="ADAL" clId="{2DCFDF45-1F6B-4A47-892B-C9094FDD5642}" dt="2022-03-21T11:08:19.259" v="1310" actId="27803"/>
          <ac:spMkLst>
            <pc:docMk/>
            <pc:sldMk cId="1175821773" sldId="258"/>
            <ac:spMk id="831" creationId="{D88A4BB6-62F1-4D30-8548-B871A47325B1}"/>
          </ac:spMkLst>
        </pc:spChg>
        <pc:spChg chg="mod">
          <ac:chgData name="SERGIO SPANO'" userId="3abdd0b9-513e-40ac-aad4-56920065037d" providerId="ADAL" clId="{2DCFDF45-1F6B-4A47-892B-C9094FDD5642}" dt="2022-03-21T11:08:19.259" v="1310" actId="27803"/>
          <ac:spMkLst>
            <pc:docMk/>
            <pc:sldMk cId="1175821773" sldId="258"/>
            <ac:spMk id="832" creationId="{AE0E8EA9-E98F-4120-97A5-980ADF1E09E6}"/>
          </ac:spMkLst>
        </pc:spChg>
        <pc:spChg chg="mod">
          <ac:chgData name="SERGIO SPANO'" userId="3abdd0b9-513e-40ac-aad4-56920065037d" providerId="ADAL" clId="{2DCFDF45-1F6B-4A47-892B-C9094FDD5642}" dt="2022-03-21T11:08:19.259" v="1310" actId="27803"/>
          <ac:spMkLst>
            <pc:docMk/>
            <pc:sldMk cId="1175821773" sldId="258"/>
            <ac:spMk id="833" creationId="{B67D06B2-D99C-4D0F-96F4-CFF1EFF0CAB1}"/>
          </ac:spMkLst>
        </pc:spChg>
        <pc:spChg chg="mod">
          <ac:chgData name="SERGIO SPANO'" userId="3abdd0b9-513e-40ac-aad4-56920065037d" providerId="ADAL" clId="{2DCFDF45-1F6B-4A47-892B-C9094FDD5642}" dt="2022-03-21T11:08:19.259" v="1310" actId="27803"/>
          <ac:spMkLst>
            <pc:docMk/>
            <pc:sldMk cId="1175821773" sldId="258"/>
            <ac:spMk id="834" creationId="{3E203C1E-CCE9-466F-8062-58A93BFB3C6B}"/>
          </ac:spMkLst>
        </pc:spChg>
        <pc:spChg chg="mod">
          <ac:chgData name="SERGIO SPANO'" userId="3abdd0b9-513e-40ac-aad4-56920065037d" providerId="ADAL" clId="{2DCFDF45-1F6B-4A47-892B-C9094FDD5642}" dt="2022-03-21T11:08:19.259" v="1310" actId="27803"/>
          <ac:spMkLst>
            <pc:docMk/>
            <pc:sldMk cId="1175821773" sldId="258"/>
            <ac:spMk id="835" creationId="{C4E774FE-6573-4446-AE1F-2497DEF7E25E}"/>
          </ac:spMkLst>
        </pc:spChg>
        <pc:spChg chg="mod">
          <ac:chgData name="SERGIO SPANO'" userId="3abdd0b9-513e-40ac-aad4-56920065037d" providerId="ADAL" clId="{2DCFDF45-1F6B-4A47-892B-C9094FDD5642}" dt="2022-03-21T11:08:19.259" v="1310" actId="27803"/>
          <ac:spMkLst>
            <pc:docMk/>
            <pc:sldMk cId="1175821773" sldId="258"/>
            <ac:spMk id="836" creationId="{B91A0DFB-6925-41DB-B01A-8604649B4EF8}"/>
          </ac:spMkLst>
        </pc:spChg>
        <pc:spChg chg="mod">
          <ac:chgData name="SERGIO SPANO'" userId="3abdd0b9-513e-40ac-aad4-56920065037d" providerId="ADAL" clId="{2DCFDF45-1F6B-4A47-892B-C9094FDD5642}" dt="2022-03-21T11:08:19.259" v="1310" actId="27803"/>
          <ac:spMkLst>
            <pc:docMk/>
            <pc:sldMk cId="1175821773" sldId="258"/>
            <ac:spMk id="837" creationId="{86C68886-ABCC-44A8-8B5B-AC47C934D297}"/>
          </ac:spMkLst>
        </pc:spChg>
        <pc:spChg chg="mod">
          <ac:chgData name="SERGIO SPANO'" userId="3abdd0b9-513e-40ac-aad4-56920065037d" providerId="ADAL" clId="{2DCFDF45-1F6B-4A47-892B-C9094FDD5642}" dt="2022-03-21T11:08:19.259" v="1310" actId="27803"/>
          <ac:spMkLst>
            <pc:docMk/>
            <pc:sldMk cId="1175821773" sldId="258"/>
            <ac:spMk id="838" creationId="{0A3DE006-8983-4848-A71A-ABD94F714656}"/>
          </ac:spMkLst>
        </pc:spChg>
        <pc:spChg chg="mod">
          <ac:chgData name="SERGIO SPANO'" userId="3abdd0b9-513e-40ac-aad4-56920065037d" providerId="ADAL" clId="{2DCFDF45-1F6B-4A47-892B-C9094FDD5642}" dt="2022-03-21T11:08:19.259" v="1310" actId="27803"/>
          <ac:spMkLst>
            <pc:docMk/>
            <pc:sldMk cId="1175821773" sldId="258"/>
            <ac:spMk id="839" creationId="{B4476A96-47CD-4DE9-AE75-195EF1A8B25F}"/>
          </ac:spMkLst>
        </pc:spChg>
        <pc:spChg chg="mod">
          <ac:chgData name="SERGIO SPANO'" userId="3abdd0b9-513e-40ac-aad4-56920065037d" providerId="ADAL" clId="{2DCFDF45-1F6B-4A47-892B-C9094FDD5642}" dt="2022-03-21T11:08:19.259" v="1310" actId="27803"/>
          <ac:spMkLst>
            <pc:docMk/>
            <pc:sldMk cId="1175821773" sldId="258"/>
            <ac:spMk id="840" creationId="{E698ED2B-7479-42B0-BE68-5D92D8058EB4}"/>
          </ac:spMkLst>
        </pc:spChg>
        <pc:spChg chg="mod">
          <ac:chgData name="SERGIO SPANO'" userId="3abdd0b9-513e-40ac-aad4-56920065037d" providerId="ADAL" clId="{2DCFDF45-1F6B-4A47-892B-C9094FDD5642}" dt="2022-03-21T11:08:19.259" v="1310" actId="27803"/>
          <ac:spMkLst>
            <pc:docMk/>
            <pc:sldMk cId="1175821773" sldId="258"/>
            <ac:spMk id="841" creationId="{AB645513-1EB7-4F2D-99DE-2F697D2B8E35}"/>
          </ac:spMkLst>
        </pc:spChg>
        <pc:spChg chg="mod">
          <ac:chgData name="SERGIO SPANO'" userId="3abdd0b9-513e-40ac-aad4-56920065037d" providerId="ADAL" clId="{2DCFDF45-1F6B-4A47-892B-C9094FDD5642}" dt="2022-03-21T11:08:19.259" v="1310" actId="27803"/>
          <ac:spMkLst>
            <pc:docMk/>
            <pc:sldMk cId="1175821773" sldId="258"/>
            <ac:spMk id="842" creationId="{AFEB102E-8D85-4D28-8A9B-54AF1EFAA4EB}"/>
          </ac:spMkLst>
        </pc:spChg>
        <pc:spChg chg="mod">
          <ac:chgData name="SERGIO SPANO'" userId="3abdd0b9-513e-40ac-aad4-56920065037d" providerId="ADAL" clId="{2DCFDF45-1F6B-4A47-892B-C9094FDD5642}" dt="2022-03-21T11:08:19.259" v="1310" actId="27803"/>
          <ac:spMkLst>
            <pc:docMk/>
            <pc:sldMk cId="1175821773" sldId="258"/>
            <ac:spMk id="843" creationId="{FD149884-132C-4B1C-A9C5-0355453CDB65}"/>
          </ac:spMkLst>
        </pc:spChg>
        <pc:spChg chg="mod">
          <ac:chgData name="SERGIO SPANO'" userId="3abdd0b9-513e-40ac-aad4-56920065037d" providerId="ADAL" clId="{2DCFDF45-1F6B-4A47-892B-C9094FDD5642}" dt="2022-03-21T11:08:19.259" v="1310" actId="27803"/>
          <ac:spMkLst>
            <pc:docMk/>
            <pc:sldMk cId="1175821773" sldId="258"/>
            <ac:spMk id="844" creationId="{EAC93100-74E0-4619-A02B-74CF04ABD41D}"/>
          </ac:spMkLst>
        </pc:spChg>
        <pc:spChg chg="mod">
          <ac:chgData name="SERGIO SPANO'" userId="3abdd0b9-513e-40ac-aad4-56920065037d" providerId="ADAL" clId="{2DCFDF45-1F6B-4A47-892B-C9094FDD5642}" dt="2022-03-21T11:08:19.259" v="1310" actId="27803"/>
          <ac:spMkLst>
            <pc:docMk/>
            <pc:sldMk cId="1175821773" sldId="258"/>
            <ac:spMk id="845" creationId="{0FBD70BE-9F0D-44D2-9D62-0C8D40C44C2B}"/>
          </ac:spMkLst>
        </pc:spChg>
        <pc:spChg chg="mod">
          <ac:chgData name="SERGIO SPANO'" userId="3abdd0b9-513e-40ac-aad4-56920065037d" providerId="ADAL" clId="{2DCFDF45-1F6B-4A47-892B-C9094FDD5642}" dt="2022-03-21T11:08:19.259" v="1310" actId="27803"/>
          <ac:spMkLst>
            <pc:docMk/>
            <pc:sldMk cId="1175821773" sldId="258"/>
            <ac:spMk id="846" creationId="{EEEF8E7B-ABB6-4DD4-877B-0D12614A0DFB}"/>
          </ac:spMkLst>
        </pc:spChg>
        <pc:spChg chg="mod">
          <ac:chgData name="SERGIO SPANO'" userId="3abdd0b9-513e-40ac-aad4-56920065037d" providerId="ADAL" clId="{2DCFDF45-1F6B-4A47-892B-C9094FDD5642}" dt="2022-03-21T11:08:19.259" v="1310" actId="27803"/>
          <ac:spMkLst>
            <pc:docMk/>
            <pc:sldMk cId="1175821773" sldId="258"/>
            <ac:spMk id="847" creationId="{05BD807F-CF20-4BC7-BEDE-A801DAF125A9}"/>
          </ac:spMkLst>
        </pc:spChg>
        <pc:spChg chg="mod">
          <ac:chgData name="SERGIO SPANO'" userId="3abdd0b9-513e-40ac-aad4-56920065037d" providerId="ADAL" clId="{2DCFDF45-1F6B-4A47-892B-C9094FDD5642}" dt="2022-03-21T11:08:19.259" v="1310" actId="27803"/>
          <ac:spMkLst>
            <pc:docMk/>
            <pc:sldMk cId="1175821773" sldId="258"/>
            <ac:spMk id="848" creationId="{0668F48B-648E-4F9B-AFB0-4BC33B908036}"/>
          </ac:spMkLst>
        </pc:spChg>
        <pc:spChg chg="mod">
          <ac:chgData name="SERGIO SPANO'" userId="3abdd0b9-513e-40ac-aad4-56920065037d" providerId="ADAL" clId="{2DCFDF45-1F6B-4A47-892B-C9094FDD5642}" dt="2022-03-21T11:08:19.259" v="1310" actId="27803"/>
          <ac:spMkLst>
            <pc:docMk/>
            <pc:sldMk cId="1175821773" sldId="258"/>
            <ac:spMk id="849" creationId="{D6B47504-1C22-4EAB-9A8A-DD2FD5002F9D}"/>
          </ac:spMkLst>
        </pc:spChg>
        <pc:spChg chg="mod">
          <ac:chgData name="SERGIO SPANO'" userId="3abdd0b9-513e-40ac-aad4-56920065037d" providerId="ADAL" clId="{2DCFDF45-1F6B-4A47-892B-C9094FDD5642}" dt="2022-03-21T11:08:19.259" v="1310" actId="27803"/>
          <ac:spMkLst>
            <pc:docMk/>
            <pc:sldMk cId="1175821773" sldId="258"/>
            <ac:spMk id="850" creationId="{FE8338FE-673D-4358-A3DA-C64B0157AB22}"/>
          </ac:spMkLst>
        </pc:spChg>
        <pc:spChg chg="mod">
          <ac:chgData name="SERGIO SPANO'" userId="3abdd0b9-513e-40ac-aad4-56920065037d" providerId="ADAL" clId="{2DCFDF45-1F6B-4A47-892B-C9094FDD5642}" dt="2022-03-21T11:08:19.259" v="1310" actId="27803"/>
          <ac:spMkLst>
            <pc:docMk/>
            <pc:sldMk cId="1175821773" sldId="258"/>
            <ac:spMk id="851" creationId="{249783A2-396C-4B8E-A50F-CCB3B866D55C}"/>
          </ac:spMkLst>
        </pc:spChg>
        <pc:spChg chg="mod">
          <ac:chgData name="SERGIO SPANO'" userId="3abdd0b9-513e-40ac-aad4-56920065037d" providerId="ADAL" clId="{2DCFDF45-1F6B-4A47-892B-C9094FDD5642}" dt="2022-03-21T11:08:19.259" v="1310" actId="27803"/>
          <ac:spMkLst>
            <pc:docMk/>
            <pc:sldMk cId="1175821773" sldId="258"/>
            <ac:spMk id="852" creationId="{312E7E0C-DB8E-44C2-9602-3CB430D52D0E}"/>
          </ac:spMkLst>
        </pc:spChg>
        <pc:spChg chg="mod">
          <ac:chgData name="SERGIO SPANO'" userId="3abdd0b9-513e-40ac-aad4-56920065037d" providerId="ADAL" clId="{2DCFDF45-1F6B-4A47-892B-C9094FDD5642}" dt="2022-03-21T11:08:19.259" v="1310" actId="27803"/>
          <ac:spMkLst>
            <pc:docMk/>
            <pc:sldMk cId="1175821773" sldId="258"/>
            <ac:spMk id="853" creationId="{FD5D1771-C4D4-4692-8812-B8F0727F6A09}"/>
          </ac:spMkLst>
        </pc:spChg>
        <pc:spChg chg="mod">
          <ac:chgData name="SERGIO SPANO'" userId="3abdd0b9-513e-40ac-aad4-56920065037d" providerId="ADAL" clId="{2DCFDF45-1F6B-4A47-892B-C9094FDD5642}" dt="2022-03-21T11:08:19.259" v="1310" actId="27803"/>
          <ac:spMkLst>
            <pc:docMk/>
            <pc:sldMk cId="1175821773" sldId="258"/>
            <ac:spMk id="854" creationId="{1BBB09CE-8BD5-47D9-BF63-74BEF671EFA4}"/>
          </ac:spMkLst>
        </pc:spChg>
        <pc:spChg chg="mod">
          <ac:chgData name="SERGIO SPANO'" userId="3abdd0b9-513e-40ac-aad4-56920065037d" providerId="ADAL" clId="{2DCFDF45-1F6B-4A47-892B-C9094FDD5642}" dt="2022-03-21T11:08:19.259" v="1310" actId="27803"/>
          <ac:spMkLst>
            <pc:docMk/>
            <pc:sldMk cId="1175821773" sldId="258"/>
            <ac:spMk id="855" creationId="{F72CF6AF-9210-4B13-8BDE-7AAA79C6BCA1}"/>
          </ac:spMkLst>
        </pc:spChg>
        <pc:spChg chg="mod">
          <ac:chgData name="SERGIO SPANO'" userId="3abdd0b9-513e-40ac-aad4-56920065037d" providerId="ADAL" clId="{2DCFDF45-1F6B-4A47-892B-C9094FDD5642}" dt="2022-03-21T11:08:19.259" v="1310" actId="27803"/>
          <ac:spMkLst>
            <pc:docMk/>
            <pc:sldMk cId="1175821773" sldId="258"/>
            <ac:spMk id="856" creationId="{27BD5722-4C29-4E50-AD57-1EFE3DC27774}"/>
          </ac:spMkLst>
        </pc:spChg>
        <pc:spChg chg="mod">
          <ac:chgData name="SERGIO SPANO'" userId="3abdd0b9-513e-40ac-aad4-56920065037d" providerId="ADAL" clId="{2DCFDF45-1F6B-4A47-892B-C9094FDD5642}" dt="2022-03-21T11:08:19.259" v="1310" actId="27803"/>
          <ac:spMkLst>
            <pc:docMk/>
            <pc:sldMk cId="1175821773" sldId="258"/>
            <ac:spMk id="857" creationId="{5D26ABDC-92A2-4010-80A3-2014829CDF2F}"/>
          </ac:spMkLst>
        </pc:spChg>
        <pc:spChg chg="mod">
          <ac:chgData name="SERGIO SPANO'" userId="3abdd0b9-513e-40ac-aad4-56920065037d" providerId="ADAL" clId="{2DCFDF45-1F6B-4A47-892B-C9094FDD5642}" dt="2022-03-21T11:08:19.259" v="1310" actId="27803"/>
          <ac:spMkLst>
            <pc:docMk/>
            <pc:sldMk cId="1175821773" sldId="258"/>
            <ac:spMk id="858" creationId="{F8D0AC88-0B38-48AF-A940-D068D3DE4112}"/>
          </ac:spMkLst>
        </pc:spChg>
        <pc:spChg chg="mod">
          <ac:chgData name="SERGIO SPANO'" userId="3abdd0b9-513e-40ac-aad4-56920065037d" providerId="ADAL" clId="{2DCFDF45-1F6B-4A47-892B-C9094FDD5642}" dt="2022-03-21T11:08:19.259" v="1310" actId="27803"/>
          <ac:spMkLst>
            <pc:docMk/>
            <pc:sldMk cId="1175821773" sldId="258"/>
            <ac:spMk id="859" creationId="{94BBB9B6-1293-4D51-B2FC-3F927F04578F}"/>
          </ac:spMkLst>
        </pc:spChg>
        <pc:spChg chg="mod">
          <ac:chgData name="SERGIO SPANO'" userId="3abdd0b9-513e-40ac-aad4-56920065037d" providerId="ADAL" clId="{2DCFDF45-1F6B-4A47-892B-C9094FDD5642}" dt="2022-03-21T11:08:19.259" v="1310" actId="27803"/>
          <ac:spMkLst>
            <pc:docMk/>
            <pc:sldMk cId="1175821773" sldId="258"/>
            <ac:spMk id="860" creationId="{5BE5B58C-61E6-4A9A-B315-7A3339103329}"/>
          </ac:spMkLst>
        </pc:spChg>
        <pc:spChg chg="mod">
          <ac:chgData name="SERGIO SPANO'" userId="3abdd0b9-513e-40ac-aad4-56920065037d" providerId="ADAL" clId="{2DCFDF45-1F6B-4A47-892B-C9094FDD5642}" dt="2022-03-21T11:08:19.259" v="1310" actId="27803"/>
          <ac:spMkLst>
            <pc:docMk/>
            <pc:sldMk cId="1175821773" sldId="258"/>
            <ac:spMk id="861" creationId="{44F5EA51-5BC6-454D-8916-2D14E3452C5B}"/>
          </ac:spMkLst>
        </pc:spChg>
        <pc:spChg chg="mod">
          <ac:chgData name="SERGIO SPANO'" userId="3abdd0b9-513e-40ac-aad4-56920065037d" providerId="ADAL" clId="{2DCFDF45-1F6B-4A47-892B-C9094FDD5642}" dt="2022-03-21T11:08:19.259" v="1310" actId="27803"/>
          <ac:spMkLst>
            <pc:docMk/>
            <pc:sldMk cId="1175821773" sldId="258"/>
            <ac:spMk id="862" creationId="{4F2B2D1D-02EC-4DF7-BC75-6FD52A5A64D0}"/>
          </ac:spMkLst>
        </pc:spChg>
        <pc:spChg chg="mod">
          <ac:chgData name="SERGIO SPANO'" userId="3abdd0b9-513e-40ac-aad4-56920065037d" providerId="ADAL" clId="{2DCFDF45-1F6B-4A47-892B-C9094FDD5642}" dt="2022-03-21T11:08:19.259" v="1310" actId="27803"/>
          <ac:spMkLst>
            <pc:docMk/>
            <pc:sldMk cId="1175821773" sldId="258"/>
            <ac:spMk id="863" creationId="{4A5C2B08-7141-4431-B04E-7CCF7FD9DB46}"/>
          </ac:spMkLst>
        </pc:spChg>
        <pc:spChg chg="mod">
          <ac:chgData name="SERGIO SPANO'" userId="3abdd0b9-513e-40ac-aad4-56920065037d" providerId="ADAL" clId="{2DCFDF45-1F6B-4A47-892B-C9094FDD5642}" dt="2022-03-21T11:08:19.259" v="1310" actId="27803"/>
          <ac:spMkLst>
            <pc:docMk/>
            <pc:sldMk cId="1175821773" sldId="258"/>
            <ac:spMk id="864" creationId="{AFD9500D-4B9B-4750-BA04-A0D2523CFB4A}"/>
          </ac:spMkLst>
        </pc:spChg>
        <pc:spChg chg="mod">
          <ac:chgData name="SERGIO SPANO'" userId="3abdd0b9-513e-40ac-aad4-56920065037d" providerId="ADAL" clId="{2DCFDF45-1F6B-4A47-892B-C9094FDD5642}" dt="2022-03-21T11:08:19.259" v="1310" actId="27803"/>
          <ac:spMkLst>
            <pc:docMk/>
            <pc:sldMk cId="1175821773" sldId="258"/>
            <ac:spMk id="865" creationId="{469A92A4-C87F-4D4B-B700-716122816195}"/>
          </ac:spMkLst>
        </pc:spChg>
        <pc:spChg chg="mod">
          <ac:chgData name="SERGIO SPANO'" userId="3abdd0b9-513e-40ac-aad4-56920065037d" providerId="ADAL" clId="{2DCFDF45-1F6B-4A47-892B-C9094FDD5642}" dt="2022-03-21T11:08:19.259" v="1310" actId="27803"/>
          <ac:spMkLst>
            <pc:docMk/>
            <pc:sldMk cId="1175821773" sldId="258"/>
            <ac:spMk id="866" creationId="{2B57ED41-C365-44F0-9393-EDC066B2B5B7}"/>
          </ac:spMkLst>
        </pc:spChg>
        <pc:spChg chg="mod">
          <ac:chgData name="SERGIO SPANO'" userId="3abdd0b9-513e-40ac-aad4-56920065037d" providerId="ADAL" clId="{2DCFDF45-1F6B-4A47-892B-C9094FDD5642}" dt="2022-03-21T11:08:19.259" v="1310" actId="27803"/>
          <ac:spMkLst>
            <pc:docMk/>
            <pc:sldMk cId="1175821773" sldId="258"/>
            <ac:spMk id="867" creationId="{6425C381-2B47-4E93-8FF1-DD994E3C322A}"/>
          </ac:spMkLst>
        </pc:spChg>
        <pc:spChg chg="mod">
          <ac:chgData name="SERGIO SPANO'" userId="3abdd0b9-513e-40ac-aad4-56920065037d" providerId="ADAL" clId="{2DCFDF45-1F6B-4A47-892B-C9094FDD5642}" dt="2022-03-21T11:08:19.259" v="1310" actId="27803"/>
          <ac:spMkLst>
            <pc:docMk/>
            <pc:sldMk cId="1175821773" sldId="258"/>
            <ac:spMk id="868" creationId="{E7DE4F9A-E292-4F5D-9C20-5DE083FD300F}"/>
          </ac:spMkLst>
        </pc:spChg>
        <pc:spChg chg="mod">
          <ac:chgData name="SERGIO SPANO'" userId="3abdd0b9-513e-40ac-aad4-56920065037d" providerId="ADAL" clId="{2DCFDF45-1F6B-4A47-892B-C9094FDD5642}" dt="2022-03-21T11:08:19.259" v="1310" actId="27803"/>
          <ac:spMkLst>
            <pc:docMk/>
            <pc:sldMk cId="1175821773" sldId="258"/>
            <ac:spMk id="869" creationId="{C6B5FF23-FB81-4409-9F4E-DEF3FE4E147F}"/>
          </ac:spMkLst>
        </pc:spChg>
        <pc:spChg chg="mod">
          <ac:chgData name="SERGIO SPANO'" userId="3abdd0b9-513e-40ac-aad4-56920065037d" providerId="ADAL" clId="{2DCFDF45-1F6B-4A47-892B-C9094FDD5642}" dt="2022-03-21T11:08:19.259" v="1310" actId="27803"/>
          <ac:spMkLst>
            <pc:docMk/>
            <pc:sldMk cId="1175821773" sldId="258"/>
            <ac:spMk id="870" creationId="{1021C15D-068C-411C-8163-EEC11921A777}"/>
          </ac:spMkLst>
        </pc:spChg>
        <pc:spChg chg="mod">
          <ac:chgData name="SERGIO SPANO'" userId="3abdd0b9-513e-40ac-aad4-56920065037d" providerId="ADAL" clId="{2DCFDF45-1F6B-4A47-892B-C9094FDD5642}" dt="2022-03-21T11:08:19.259" v="1310" actId="27803"/>
          <ac:spMkLst>
            <pc:docMk/>
            <pc:sldMk cId="1175821773" sldId="258"/>
            <ac:spMk id="871" creationId="{02FC2C88-6918-4427-A60A-E29428EF8320}"/>
          </ac:spMkLst>
        </pc:spChg>
        <pc:spChg chg="mod">
          <ac:chgData name="SERGIO SPANO'" userId="3abdd0b9-513e-40ac-aad4-56920065037d" providerId="ADAL" clId="{2DCFDF45-1F6B-4A47-892B-C9094FDD5642}" dt="2022-03-21T11:08:19.259" v="1310" actId="27803"/>
          <ac:spMkLst>
            <pc:docMk/>
            <pc:sldMk cId="1175821773" sldId="258"/>
            <ac:spMk id="872" creationId="{19EFB4F9-0E19-4436-99B8-E6420AF4A6CD}"/>
          </ac:spMkLst>
        </pc:spChg>
        <pc:spChg chg="mod">
          <ac:chgData name="SERGIO SPANO'" userId="3abdd0b9-513e-40ac-aad4-56920065037d" providerId="ADAL" clId="{2DCFDF45-1F6B-4A47-892B-C9094FDD5642}" dt="2022-03-21T11:08:19.259" v="1310" actId="27803"/>
          <ac:spMkLst>
            <pc:docMk/>
            <pc:sldMk cId="1175821773" sldId="258"/>
            <ac:spMk id="873" creationId="{A2FF11FA-406F-4A0F-81EC-12796F8C0831}"/>
          </ac:spMkLst>
        </pc:spChg>
        <pc:spChg chg="mod">
          <ac:chgData name="SERGIO SPANO'" userId="3abdd0b9-513e-40ac-aad4-56920065037d" providerId="ADAL" clId="{2DCFDF45-1F6B-4A47-892B-C9094FDD5642}" dt="2022-03-21T11:08:19.259" v="1310" actId="27803"/>
          <ac:spMkLst>
            <pc:docMk/>
            <pc:sldMk cId="1175821773" sldId="258"/>
            <ac:spMk id="874" creationId="{CEFB9F8F-265A-4984-9A4E-47EEA8EF9F1F}"/>
          </ac:spMkLst>
        </pc:spChg>
        <pc:spChg chg="mod">
          <ac:chgData name="SERGIO SPANO'" userId="3abdd0b9-513e-40ac-aad4-56920065037d" providerId="ADAL" clId="{2DCFDF45-1F6B-4A47-892B-C9094FDD5642}" dt="2022-03-21T11:08:19.259" v="1310" actId="27803"/>
          <ac:spMkLst>
            <pc:docMk/>
            <pc:sldMk cId="1175821773" sldId="258"/>
            <ac:spMk id="875" creationId="{4B9FC236-1905-40E6-BE0D-C5A876CA4719}"/>
          </ac:spMkLst>
        </pc:spChg>
        <pc:spChg chg="mod">
          <ac:chgData name="SERGIO SPANO'" userId="3abdd0b9-513e-40ac-aad4-56920065037d" providerId="ADAL" clId="{2DCFDF45-1F6B-4A47-892B-C9094FDD5642}" dt="2022-03-21T11:08:19.259" v="1310" actId="27803"/>
          <ac:spMkLst>
            <pc:docMk/>
            <pc:sldMk cId="1175821773" sldId="258"/>
            <ac:spMk id="876" creationId="{319A5041-8556-4D7A-A2D2-52AA2CF2D0AD}"/>
          </ac:spMkLst>
        </pc:spChg>
        <pc:spChg chg="mod">
          <ac:chgData name="SERGIO SPANO'" userId="3abdd0b9-513e-40ac-aad4-56920065037d" providerId="ADAL" clId="{2DCFDF45-1F6B-4A47-892B-C9094FDD5642}" dt="2022-03-21T11:08:19.259" v="1310" actId="27803"/>
          <ac:spMkLst>
            <pc:docMk/>
            <pc:sldMk cId="1175821773" sldId="258"/>
            <ac:spMk id="877" creationId="{1C1F88FA-ECAE-40B1-B1F1-D10FF96B5FD6}"/>
          </ac:spMkLst>
        </pc:spChg>
        <pc:spChg chg="mod">
          <ac:chgData name="SERGIO SPANO'" userId="3abdd0b9-513e-40ac-aad4-56920065037d" providerId="ADAL" clId="{2DCFDF45-1F6B-4A47-892B-C9094FDD5642}" dt="2022-03-21T11:08:19.259" v="1310" actId="27803"/>
          <ac:spMkLst>
            <pc:docMk/>
            <pc:sldMk cId="1175821773" sldId="258"/>
            <ac:spMk id="878" creationId="{ABAA1E86-3B6F-4027-A1F6-171AB77D168D}"/>
          </ac:spMkLst>
        </pc:spChg>
        <pc:spChg chg="mod">
          <ac:chgData name="SERGIO SPANO'" userId="3abdd0b9-513e-40ac-aad4-56920065037d" providerId="ADAL" clId="{2DCFDF45-1F6B-4A47-892B-C9094FDD5642}" dt="2022-03-21T11:08:19.259" v="1310" actId="27803"/>
          <ac:spMkLst>
            <pc:docMk/>
            <pc:sldMk cId="1175821773" sldId="258"/>
            <ac:spMk id="879" creationId="{0785A43C-0881-495D-BB5E-14F2510BF38C}"/>
          </ac:spMkLst>
        </pc:spChg>
        <pc:spChg chg="mod">
          <ac:chgData name="SERGIO SPANO'" userId="3abdd0b9-513e-40ac-aad4-56920065037d" providerId="ADAL" clId="{2DCFDF45-1F6B-4A47-892B-C9094FDD5642}" dt="2022-03-21T11:08:19.259" v="1310" actId="27803"/>
          <ac:spMkLst>
            <pc:docMk/>
            <pc:sldMk cId="1175821773" sldId="258"/>
            <ac:spMk id="880" creationId="{94B44E35-8620-4592-AD49-19AB1E96CF2B}"/>
          </ac:spMkLst>
        </pc:spChg>
        <pc:spChg chg="mod">
          <ac:chgData name="SERGIO SPANO'" userId="3abdd0b9-513e-40ac-aad4-56920065037d" providerId="ADAL" clId="{2DCFDF45-1F6B-4A47-892B-C9094FDD5642}" dt="2022-03-21T11:08:19.259" v="1310" actId="27803"/>
          <ac:spMkLst>
            <pc:docMk/>
            <pc:sldMk cId="1175821773" sldId="258"/>
            <ac:spMk id="881" creationId="{0099ABE1-0D28-4645-A38F-AA259E18B982}"/>
          </ac:spMkLst>
        </pc:spChg>
        <pc:spChg chg="mod">
          <ac:chgData name="SERGIO SPANO'" userId="3abdd0b9-513e-40ac-aad4-56920065037d" providerId="ADAL" clId="{2DCFDF45-1F6B-4A47-892B-C9094FDD5642}" dt="2022-03-21T11:08:19.259" v="1310" actId="27803"/>
          <ac:spMkLst>
            <pc:docMk/>
            <pc:sldMk cId="1175821773" sldId="258"/>
            <ac:spMk id="882" creationId="{2AA6E9C8-2C01-49F4-8317-9DC2026CAC21}"/>
          </ac:spMkLst>
        </pc:spChg>
        <pc:spChg chg="mod">
          <ac:chgData name="SERGIO SPANO'" userId="3abdd0b9-513e-40ac-aad4-56920065037d" providerId="ADAL" clId="{2DCFDF45-1F6B-4A47-892B-C9094FDD5642}" dt="2022-03-21T11:08:19.259" v="1310" actId="27803"/>
          <ac:spMkLst>
            <pc:docMk/>
            <pc:sldMk cId="1175821773" sldId="258"/>
            <ac:spMk id="883" creationId="{06079B41-FB88-4AE0-8A2F-AD04234B5582}"/>
          </ac:spMkLst>
        </pc:spChg>
        <pc:spChg chg="mod">
          <ac:chgData name="SERGIO SPANO'" userId="3abdd0b9-513e-40ac-aad4-56920065037d" providerId="ADAL" clId="{2DCFDF45-1F6B-4A47-892B-C9094FDD5642}" dt="2022-03-21T11:08:19.259" v="1310" actId="27803"/>
          <ac:spMkLst>
            <pc:docMk/>
            <pc:sldMk cId="1175821773" sldId="258"/>
            <ac:spMk id="884" creationId="{96012D2F-1117-4078-8EF4-DC3CD302D250}"/>
          </ac:spMkLst>
        </pc:spChg>
        <pc:spChg chg="mod">
          <ac:chgData name="SERGIO SPANO'" userId="3abdd0b9-513e-40ac-aad4-56920065037d" providerId="ADAL" clId="{2DCFDF45-1F6B-4A47-892B-C9094FDD5642}" dt="2022-03-21T11:08:19.259" v="1310" actId="27803"/>
          <ac:spMkLst>
            <pc:docMk/>
            <pc:sldMk cId="1175821773" sldId="258"/>
            <ac:spMk id="885" creationId="{75AF6E6E-3FA1-4379-9060-D7C9FF3AA80A}"/>
          </ac:spMkLst>
        </pc:spChg>
        <pc:spChg chg="mod">
          <ac:chgData name="SERGIO SPANO'" userId="3abdd0b9-513e-40ac-aad4-56920065037d" providerId="ADAL" clId="{2DCFDF45-1F6B-4A47-892B-C9094FDD5642}" dt="2022-03-21T11:08:19.259" v="1310" actId="27803"/>
          <ac:spMkLst>
            <pc:docMk/>
            <pc:sldMk cId="1175821773" sldId="258"/>
            <ac:spMk id="886" creationId="{9C1ACE11-7800-4011-A9F1-1DFE4AA604B3}"/>
          </ac:spMkLst>
        </pc:spChg>
        <pc:spChg chg="mod">
          <ac:chgData name="SERGIO SPANO'" userId="3abdd0b9-513e-40ac-aad4-56920065037d" providerId="ADAL" clId="{2DCFDF45-1F6B-4A47-892B-C9094FDD5642}" dt="2022-03-21T11:08:19.259" v="1310" actId="27803"/>
          <ac:spMkLst>
            <pc:docMk/>
            <pc:sldMk cId="1175821773" sldId="258"/>
            <ac:spMk id="887" creationId="{7F93B181-5019-4C11-92A7-9974F6F9EDCF}"/>
          </ac:spMkLst>
        </pc:spChg>
        <pc:spChg chg="mod">
          <ac:chgData name="SERGIO SPANO'" userId="3abdd0b9-513e-40ac-aad4-56920065037d" providerId="ADAL" clId="{2DCFDF45-1F6B-4A47-892B-C9094FDD5642}" dt="2022-03-21T11:08:19.259" v="1310" actId="27803"/>
          <ac:spMkLst>
            <pc:docMk/>
            <pc:sldMk cId="1175821773" sldId="258"/>
            <ac:spMk id="888" creationId="{5256DBDE-06B7-412C-B600-8231CD15115F}"/>
          </ac:spMkLst>
        </pc:spChg>
        <pc:spChg chg="mod">
          <ac:chgData name="SERGIO SPANO'" userId="3abdd0b9-513e-40ac-aad4-56920065037d" providerId="ADAL" clId="{2DCFDF45-1F6B-4A47-892B-C9094FDD5642}" dt="2022-03-21T11:08:19.259" v="1310" actId="27803"/>
          <ac:spMkLst>
            <pc:docMk/>
            <pc:sldMk cId="1175821773" sldId="258"/>
            <ac:spMk id="889" creationId="{66DB93F3-E761-48FB-AFC8-91610C026ED6}"/>
          </ac:spMkLst>
        </pc:spChg>
        <pc:spChg chg="mod">
          <ac:chgData name="SERGIO SPANO'" userId="3abdd0b9-513e-40ac-aad4-56920065037d" providerId="ADAL" clId="{2DCFDF45-1F6B-4A47-892B-C9094FDD5642}" dt="2022-03-21T11:08:19.259" v="1310" actId="27803"/>
          <ac:spMkLst>
            <pc:docMk/>
            <pc:sldMk cId="1175821773" sldId="258"/>
            <ac:spMk id="890" creationId="{DFC19597-9FB1-4B08-8CE7-50B093FB279B}"/>
          </ac:spMkLst>
        </pc:spChg>
        <pc:spChg chg="mod">
          <ac:chgData name="SERGIO SPANO'" userId="3abdd0b9-513e-40ac-aad4-56920065037d" providerId="ADAL" clId="{2DCFDF45-1F6B-4A47-892B-C9094FDD5642}" dt="2022-03-21T11:08:19.259" v="1310" actId="27803"/>
          <ac:spMkLst>
            <pc:docMk/>
            <pc:sldMk cId="1175821773" sldId="258"/>
            <ac:spMk id="891" creationId="{AD6A4A21-C321-4C8C-A8BB-5F5F2719DF2B}"/>
          </ac:spMkLst>
        </pc:spChg>
        <pc:spChg chg="mod">
          <ac:chgData name="SERGIO SPANO'" userId="3abdd0b9-513e-40ac-aad4-56920065037d" providerId="ADAL" clId="{2DCFDF45-1F6B-4A47-892B-C9094FDD5642}" dt="2022-03-21T11:08:19.259" v="1310" actId="27803"/>
          <ac:spMkLst>
            <pc:docMk/>
            <pc:sldMk cId="1175821773" sldId="258"/>
            <ac:spMk id="892" creationId="{1C6F1D85-8782-459D-913C-69F57EDC2BA7}"/>
          </ac:spMkLst>
        </pc:spChg>
        <pc:spChg chg="mod">
          <ac:chgData name="SERGIO SPANO'" userId="3abdd0b9-513e-40ac-aad4-56920065037d" providerId="ADAL" clId="{2DCFDF45-1F6B-4A47-892B-C9094FDD5642}" dt="2022-03-21T11:08:19.259" v="1310" actId="27803"/>
          <ac:spMkLst>
            <pc:docMk/>
            <pc:sldMk cId="1175821773" sldId="258"/>
            <ac:spMk id="893" creationId="{2A641FD2-67D2-4AE7-8445-FE3900A1CF9B}"/>
          </ac:spMkLst>
        </pc:spChg>
        <pc:spChg chg="mod">
          <ac:chgData name="SERGIO SPANO'" userId="3abdd0b9-513e-40ac-aad4-56920065037d" providerId="ADAL" clId="{2DCFDF45-1F6B-4A47-892B-C9094FDD5642}" dt="2022-03-21T11:08:19.259" v="1310" actId="27803"/>
          <ac:spMkLst>
            <pc:docMk/>
            <pc:sldMk cId="1175821773" sldId="258"/>
            <ac:spMk id="894" creationId="{ECCB843A-36A0-4DDE-8A42-27C9551E1906}"/>
          </ac:spMkLst>
        </pc:spChg>
        <pc:spChg chg="mod">
          <ac:chgData name="SERGIO SPANO'" userId="3abdd0b9-513e-40ac-aad4-56920065037d" providerId="ADAL" clId="{2DCFDF45-1F6B-4A47-892B-C9094FDD5642}" dt="2022-03-21T11:08:19.259" v="1310" actId="27803"/>
          <ac:spMkLst>
            <pc:docMk/>
            <pc:sldMk cId="1175821773" sldId="258"/>
            <ac:spMk id="895" creationId="{B6CB4C39-A38D-4835-8912-104E05B28594}"/>
          </ac:spMkLst>
        </pc:spChg>
        <pc:spChg chg="mod">
          <ac:chgData name="SERGIO SPANO'" userId="3abdd0b9-513e-40ac-aad4-56920065037d" providerId="ADAL" clId="{2DCFDF45-1F6B-4A47-892B-C9094FDD5642}" dt="2022-03-21T11:08:19.259" v="1310" actId="27803"/>
          <ac:spMkLst>
            <pc:docMk/>
            <pc:sldMk cId="1175821773" sldId="258"/>
            <ac:spMk id="896" creationId="{1ECC881C-F118-4B4F-8BB0-3EECCBEBB8A3}"/>
          </ac:spMkLst>
        </pc:spChg>
        <pc:spChg chg="mod">
          <ac:chgData name="SERGIO SPANO'" userId="3abdd0b9-513e-40ac-aad4-56920065037d" providerId="ADAL" clId="{2DCFDF45-1F6B-4A47-892B-C9094FDD5642}" dt="2022-03-21T11:08:19.259" v="1310" actId="27803"/>
          <ac:spMkLst>
            <pc:docMk/>
            <pc:sldMk cId="1175821773" sldId="258"/>
            <ac:spMk id="897" creationId="{A8811B12-C635-405B-B9A9-2DD32242F92C}"/>
          </ac:spMkLst>
        </pc:spChg>
        <pc:spChg chg="mod">
          <ac:chgData name="SERGIO SPANO'" userId="3abdd0b9-513e-40ac-aad4-56920065037d" providerId="ADAL" clId="{2DCFDF45-1F6B-4A47-892B-C9094FDD5642}" dt="2022-03-21T11:08:19.259" v="1310" actId="27803"/>
          <ac:spMkLst>
            <pc:docMk/>
            <pc:sldMk cId="1175821773" sldId="258"/>
            <ac:spMk id="898" creationId="{8C520505-D1E9-477C-83E9-E3DDA2531EC5}"/>
          </ac:spMkLst>
        </pc:spChg>
        <pc:spChg chg="mod">
          <ac:chgData name="SERGIO SPANO'" userId="3abdd0b9-513e-40ac-aad4-56920065037d" providerId="ADAL" clId="{2DCFDF45-1F6B-4A47-892B-C9094FDD5642}" dt="2022-03-21T11:08:19.259" v="1310" actId="27803"/>
          <ac:spMkLst>
            <pc:docMk/>
            <pc:sldMk cId="1175821773" sldId="258"/>
            <ac:spMk id="899" creationId="{D4F5982F-111E-49D8-9D0F-5DF5EC66CFCE}"/>
          </ac:spMkLst>
        </pc:spChg>
        <pc:spChg chg="mod">
          <ac:chgData name="SERGIO SPANO'" userId="3abdd0b9-513e-40ac-aad4-56920065037d" providerId="ADAL" clId="{2DCFDF45-1F6B-4A47-892B-C9094FDD5642}" dt="2022-03-21T11:08:19.259" v="1310" actId="27803"/>
          <ac:spMkLst>
            <pc:docMk/>
            <pc:sldMk cId="1175821773" sldId="258"/>
            <ac:spMk id="900" creationId="{8C07A4FE-A266-4796-82A9-34929205C330}"/>
          </ac:spMkLst>
        </pc:spChg>
        <pc:spChg chg="mod">
          <ac:chgData name="SERGIO SPANO'" userId="3abdd0b9-513e-40ac-aad4-56920065037d" providerId="ADAL" clId="{2DCFDF45-1F6B-4A47-892B-C9094FDD5642}" dt="2022-03-21T11:08:19.259" v="1310" actId="27803"/>
          <ac:spMkLst>
            <pc:docMk/>
            <pc:sldMk cId="1175821773" sldId="258"/>
            <ac:spMk id="901" creationId="{DC96EFA5-341B-42D8-8656-2CCE416A5BED}"/>
          </ac:spMkLst>
        </pc:spChg>
        <pc:spChg chg="mod">
          <ac:chgData name="SERGIO SPANO'" userId="3abdd0b9-513e-40ac-aad4-56920065037d" providerId="ADAL" clId="{2DCFDF45-1F6B-4A47-892B-C9094FDD5642}" dt="2022-03-21T11:08:19.259" v="1310" actId="27803"/>
          <ac:spMkLst>
            <pc:docMk/>
            <pc:sldMk cId="1175821773" sldId="258"/>
            <ac:spMk id="902" creationId="{AF9633A7-BB17-45DA-8EA4-7920F6F88FE2}"/>
          </ac:spMkLst>
        </pc:spChg>
        <pc:spChg chg="mod">
          <ac:chgData name="SERGIO SPANO'" userId="3abdd0b9-513e-40ac-aad4-56920065037d" providerId="ADAL" clId="{2DCFDF45-1F6B-4A47-892B-C9094FDD5642}" dt="2022-03-21T11:08:19.259" v="1310" actId="27803"/>
          <ac:spMkLst>
            <pc:docMk/>
            <pc:sldMk cId="1175821773" sldId="258"/>
            <ac:spMk id="903" creationId="{240F632E-4201-4DA5-BAD0-8B689DF638BE}"/>
          </ac:spMkLst>
        </pc:spChg>
        <pc:spChg chg="mod">
          <ac:chgData name="SERGIO SPANO'" userId="3abdd0b9-513e-40ac-aad4-56920065037d" providerId="ADAL" clId="{2DCFDF45-1F6B-4A47-892B-C9094FDD5642}" dt="2022-03-21T11:08:19.259" v="1310" actId="27803"/>
          <ac:spMkLst>
            <pc:docMk/>
            <pc:sldMk cId="1175821773" sldId="258"/>
            <ac:spMk id="904" creationId="{DEDB7CA3-5AEF-4F18-9BAB-096F474B8FCA}"/>
          </ac:spMkLst>
        </pc:spChg>
        <pc:spChg chg="mod">
          <ac:chgData name="SERGIO SPANO'" userId="3abdd0b9-513e-40ac-aad4-56920065037d" providerId="ADAL" clId="{2DCFDF45-1F6B-4A47-892B-C9094FDD5642}" dt="2022-03-21T11:08:19.259" v="1310" actId="27803"/>
          <ac:spMkLst>
            <pc:docMk/>
            <pc:sldMk cId="1175821773" sldId="258"/>
            <ac:spMk id="905" creationId="{FCCA6982-5FCC-4633-94B7-8182E9F53CF1}"/>
          </ac:spMkLst>
        </pc:spChg>
        <pc:spChg chg="mod">
          <ac:chgData name="SERGIO SPANO'" userId="3abdd0b9-513e-40ac-aad4-56920065037d" providerId="ADAL" clId="{2DCFDF45-1F6B-4A47-892B-C9094FDD5642}" dt="2022-03-21T11:08:19.259" v="1310" actId="27803"/>
          <ac:spMkLst>
            <pc:docMk/>
            <pc:sldMk cId="1175821773" sldId="258"/>
            <ac:spMk id="906" creationId="{C77AEC1F-36E5-4E29-B21C-86553D341064}"/>
          </ac:spMkLst>
        </pc:spChg>
        <pc:spChg chg="mod">
          <ac:chgData name="SERGIO SPANO'" userId="3abdd0b9-513e-40ac-aad4-56920065037d" providerId="ADAL" clId="{2DCFDF45-1F6B-4A47-892B-C9094FDD5642}" dt="2022-03-21T11:08:19.259" v="1310" actId="27803"/>
          <ac:spMkLst>
            <pc:docMk/>
            <pc:sldMk cId="1175821773" sldId="258"/>
            <ac:spMk id="907" creationId="{91233E76-5DC5-45B2-B795-46F15239F43A}"/>
          </ac:spMkLst>
        </pc:spChg>
        <pc:spChg chg="mod">
          <ac:chgData name="SERGIO SPANO'" userId="3abdd0b9-513e-40ac-aad4-56920065037d" providerId="ADAL" clId="{2DCFDF45-1F6B-4A47-892B-C9094FDD5642}" dt="2022-03-21T11:08:19.259" v="1310" actId="27803"/>
          <ac:spMkLst>
            <pc:docMk/>
            <pc:sldMk cId="1175821773" sldId="258"/>
            <ac:spMk id="908" creationId="{BFB2A124-F50F-4B1B-8068-1E54F36014A1}"/>
          </ac:spMkLst>
        </pc:spChg>
        <pc:spChg chg="mod">
          <ac:chgData name="SERGIO SPANO'" userId="3abdd0b9-513e-40ac-aad4-56920065037d" providerId="ADAL" clId="{2DCFDF45-1F6B-4A47-892B-C9094FDD5642}" dt="2022-03-21T11:08:19.259" v="1310" actId="27803"/>
          <ac:spMkLst>
            <pc:docMk/>
            <pc:sldMk cId="1175821773" sldId="258"/>
            <ac:spMk id="909" creationId="{6C8ACF84-D4C4-4FA7-82E4-812A12210A8A}"/>
          </ac:spMkLst>
        </pc:spChg>
        <pc:spChg chg="mod">
          <ac:chgData name="SERGIO SPANO'" userId="3abdd0b9-513e-40ac-aad4-56920065037d" providerId="ADAL" clId="{2DCFDF45-1F6B-4A47-892B-C9094FDD5642}" dt="2022-03-21T11:08:19.259" v="1310" actId="27803"/>
          <ac:spMkLst>
            <pc:docMk/>
            <pc:sldMk cId="1175821773" sldId="258"/>
            <ac:spMk id="910" creationId="{6CC60B72-BA47-4D85-B5BD-BD4B32F2B8DE}"/>
          </ac:spMkLst>
        </pc:spChg>
        <pc:spChg chg="mod">
          <ac:chgData name="SERGIO SPANO'" userId="3abdd0b9-513e-40ac-aad4-56920065037d" providerId="ADAL" clId="{2DCFDF45-1F6B-4A47-892B-C9094FDD5642}" dt="2022-03-21T11:08:19.259" v="1310" actId="27803"/>
          <ac:spMkLst>
            <pc:docMk/>
            <pc:sldMk cId="1175821773" sldId="258"/>
            <ac:spMk id="911" creationId="{E12EE948-A4A7-4625-B4B0-25BC7FE33AB1}"/>
          </ac:spMkLst>
        </pc:spChg>
        <pc:spChg chg="mod">
          <ac:chgData name="SERGIO SPANO'" userId="3abdd0b9-513e-40ac-aad4-56920065037d" providerId="ADAL" clId="{2DCFDF45-1F6B-4A47-892B-C9094FDD5642}" dt="2022-03-21T11:08:19.259" v="1310" actId="27803"/>
          <ac:spMkLst>
            <pc:docMk/>
            <pc:sldMk cId="1175821773" sldId="258"/>
            <ac:spMk id="912" creationId="{F58837B7-DDAD-43D0-B2F7-2EF3573187AC}"/>
          </ac:spMkLst>
        </pc:spChg>
        <pc:spChg chg="mod">
          <ac:chgData name="SERGIO SPANO'" userId="3abdd0b9-513e-40ac-aad4-56920065037d" providerId="ADAL" clId="{2DCFDF45-1F6B-4A47-892B-C9094FDD5642}" dt="2022-03-21T11:08:19.259" v="1310" actId="27803"/>
          <ac:spMkLst>
            <pc:docMk/>
            <pc:sldMk cId="1175821773" sldId="258"/>
            <ac:spMk id="913" creationId="{748E26A7-AE92-45B4-AC60-FC46C03A0857}"/>
          </ac:spMkLst>
        </pc:spChg>
        <pc:spChg chg="mod">
          <ac:chgData name="SERGIO SPANO'" userId="3abdd0b9-513e-40ac-aad4-56920065037d" providerId="ADAL" clId="{2DCFDF45-1F6B-4A47-892B-C9094FDD5642}" dt="2022-03-21T11:08:19.259" v="1310" actId="27803"/>
          <ac:spMkLst>
            <pc:docMk/>
            <pc:sldMk cId="1175821773" sldId="258"/>
            <ac:spMk id="914" creationId="{36B23849-257F-4A77-B68B-88331FF4D7A7}"/>
          </ac:spMkLst>
        </pc:spChg>
        <pc:spChg chg="mod">
          <ac:chgData name="SERGIO SPANO'" userId="3abdd0b9-513e-40ac-aad4-56920065037d" providerId="ADAL" clId="{2DCFDF45-1F6B-4A47-892B-C9094FDD5642}" dt="2022-03-21T11:08:19.259" v="1310" actId="27803"/>
          <ac:spMkLst>
            <pc:docMk/>
            <pc:sldMk cId="1175821773" sldId="258"/>
            <ac:spMk id="915" creationId="{F8EFDA97-E181-452C-8121-BF96AA6D7841}"/>
          </ac:spMkLst>
        </pc:spChg>
        <pc:spChg chg="mod">
          <ac:chgData name="SERGIO SPANO'" userId="3abdd0b9-513e-40ac-aad4-56920065037d" providerId="ADAL" clId="{2DCFDF45-1F6B-4A47-892B-C9094FDD5642}" dt="2022-03-21T11:08:19.259" v="1310" actId="27803"/>
          <ac:spMkLst>
            <pc:docMk/>
            <pc:sldMk cId="1175821773" sldId="258"/>
            <ac:spMk id="916" creationId="{11F4DA97-5A6C-43EE-AD8A-062953CA8B7D}"/>
          </ac:spMkLst>
        </pc:spChg>
        <pc:spChg chg="mod">
          <ac:chgData name="SERGIO SPANO'" userId="3abdd0b9-513e-40ac-aad4-56920065037d" providerId="ADAL" clId="{2DCFDF45-1F6B-4A47-892B-C9094FDD5642}" dt="2022-03-21T11:08:19.259" v="1310" actId="27803"/>
          <ac:spMkLst>
            <pc:docMk/>
            <pc:sldMk cId="1175821773" sldId="258"/>
            <ac:spMk id="917" creationId="{C2D68394-43DA-4AFA-83EE-F099E3C2CA33}"/>
          </ac:spMkLst>
        </pc:spChg>
        <pc:spChg chg="mod">
          <ac:chgData name="SERGIO SPANO'" userId="3abdd0b9-513e-40ac-aad4-56920065037d" providerId="ADAL" clId="{2DCFDF45-1F6B-4A47-892B-C9094FDD5642}" dt="2022-03-21T11:08:19.259" v="1310" actId="27803"/>
          <ac:spMkLst>
            <pc:docMk/>
            <pc:sldMk cId="1175821773" sldId="258"/>
            <ac:spMk id="918" creationId="{258E9A1B-4B33-4387-BB3C-5482B0433E48}"/>
          </ac:spMkLst>
        </pc:spChg>
        <pc:spChg chg="mod">
          <ac:chgData name="SERGIO SPANO'" userId="3abdd0b9-513e-40ac-aad4-56920065037d" providerId="ADAL" clId="{2DCFDF45-1F6B-4A47-892B-C9094FDD5642}" dt="2022-03-21T11:08:19.259" v="1310" actId="27803"/>
          <ac:spMkLst>
            <pc:docMk/>
            <pc:sldMk cId="1175821773" sldId="258"/>
            <ac:spMk id="919" creationId="{0E551EE2-6958-410D-A408-E4B207500CD0}"/>
          </ac:spMkLst>
        </pc:spChg>
        <pc:spChg chg="mod">
          <ac:chgData name="SERGIO SPANO'" userId="3abdd0b9-513e-40ac-aad4-56920065037d" providerId="ADAL" clId="{2DCFDF45-1F6B-4A47-892B-C9094FDD5642}" dt="2022-03-21T11:08:19.259" v="1310" actId="27803"/>
          <ac:spMkLst>
            <pc:docMk/>
            <pc:sldMk cId="1175821773" sldId="258"/>
            <ac:spMk id="920" creationId="{678C18B7-525D-4AA2-BE3E-06E05230331D}"/>
          </ac:spMkLst>
        </pc:spChg>
        <pc:spChg chg="mod">
          <ac:chgData name="SERGIO SPANO'" userId="3abdd0b9-513e-40ac-aad4-56920065037d" providerId="ADAL" clId="{2DCFDF45-1F6B-4A47-892B-C9094FDD5642}" dt="2022-03-21T11:08:19.259" v="1310" actId="27803"/>
          <ac:spMkLst>
            <pc:docMk/>
            <pc:sldMk cId="1175821773" sldId="258"/>
            <ac:spMk id="921" creationId="{EBC848F2-4E2B-44F0-9866-48C2FC6E3807}"/>
          </ac:spMkLst>
        </pc:spChg>
        <pc:spChg chg="mod">
          <ac:chgData name="SERGIO SPANO'" userId="3abdd0b9-513e-40ac-aad4-56920065037d" providerId="ADAL" clId="{2DCFDF45-1F6B-4A47-892B-C9094FDD5642}" dt="2022-03-21T11:08:19.259" v="1310" actId="27803"/>
          <ac:spMkLst>
            <pc:docMk/>
            <pc:sldMk cId="1175821773" sldId="258"/>
            <ac:spMk id="922" creationId="{11CE172D-BE7B-4844-B1CB-7ADE0ACE95C5}"/>
          </ac:spMkLst>
        </pc:spChg>
        <pc:spChg chg="mod">
          <ac:chgData name="SERGIO SPANO'" userId="3abdd0b9-513e-40ac-aad4-56920065037d" providerId="ADAL" clId="{2DCFDF45-1F6B-4A47-892B-C9094FDD5642}" dt="2022-03-21T11:08:19.259" v="1310" actId="27803"/>
          <ac:spMkLst>
            <pc:docMk/>
            <pc:sldMk cId="1175821773" sldId="258"/>
            <ac:spMk id="923" creationId="{D9B02F0A-460E-46A1-8638-C7BADAD0038E}"/>
          </ac:spMkLst>
        </pc:spChg>
        <pc:spChg chg="mod">
          <ac:chgData name="SERGIO SPANO'" userId="3abdd0b9-513e-40ac-aad4-56920065037d" providerId="ADAL" clId="{2DCFDF45-1F6B-4A47-892B-C9094FDD5642}" dt="2022-03-21T11:08:19.259" v="1310" actId="27803"/>
          <ac:spMkLst>
            <pc:docMk/>
            <pc:sldMk cId="1175821773" sldId="258"/>
            <ac:spMk id="924" creationId="{069053E4-3EBE-4985-886C-1CD3EEBA7F8A}"/>
          </ac:spMkLst>
        </pc:spChg>
        <pc:spChg chg="mod">
          <ac:chgData name="SERGIO SPANO'" userId="3abdd0b9-513e-40ac-aad4-56920065037d" providerId="ADAL" clId="{2DCFDF45-1F6B-4A47-892B-C9094FDD5642}" dt="2022-03-21T11:08:19.259" v="1310" actId="27803"/>
          <ac:spMkLst>
            <pc:docMk/>
            <pc:sldMk cId="1175821773" sldId="258"/>
            <ac:spMk id="925" creationId="{BD49A490-DDD4-411F-808C-3318CF9CFE21}"/>
          </ac:spMkLst>
        </pc:spChg>
        <pc:spChg chg="mod">
          <ac:chgData name="SERGIO SPANO'" userId="3abdd0b9-513e-40ac-aad4-56920065037d" providerId="ADAL" clId="{2DCFDF45-1F6B-4A47-892B-C9094FDD5642}" dt="2022-03-21T11:08:19.259" v="1310" actId="27803"/>
          <ac:spMkLst>
            <pc:docMk/>
            <pc:sldMk cId="1175821773" sldId="258"/>
            <ac:spMk id="926" creationId="{15487F7B-40E4-435C-B103-4ADC36FD47DD}"/>
          </ac:spMkLst>
        </pc:spChg>
        <pc:spChg chg="mod">
          <ac:chgData name="SERGIO SPANO'" userId="3abdd0b9-513e-40ac-aad4-56920065037d" providerId="ADAL" clId="{2DCFDF45-1F6B-4A47-892B-C9094FDD5642}" dt="2022-03-21T11:08:19.259" v="1310" actId="27803"/>
          <ac:spMkLst>
            <pc:docMk/>
            <pc:sldMk cId="1175821773" sldId="258"/>
            <ac:spMk id="927" creationId="{E7C2422A-D3CE-4C5C-BD0B-425723B75B1F}"/>
          </ac:spMkLst>
        </pc:spChg>
        <pc:spChg chg="mod">
          <ac:chgData name="SERGIO SPANO'" userId="3abdd0b9-513e-40ac-aad4-56920065037d" providerId="ADAL" clId="{2DCFDF45-1F6B-4A47-892B-C9094FDD5642}" dt="2022-03-21T11:08:19.259" v="1310" actId="27803"/>
          <ac:spMkLst>
            <pc:docMk/>
            <pc:sldMk cId="1175821773" sldId="258"/>
            <ac:spMk id="928" creationId="{F938B2C6-FBF2-498C-B478-BE98B119410F}"/>
          </ac:spMkLst>
        </pc:spChg>
        <pc:spChg chg="mod">
          <ac:chgData name="SERGIO SPANO'" userId="3abdd0b9-513e-40ac-aad4-56920065037d" providerId="ADAL" clId="{2DCFDF45-1F6B-4A47-892B-C9094FDD5642}" dt="2022-03-21T11:08:19.259" v="1310" actId="27803"/>
          <ac:spMkLst>
            <pc:docMk/>
            <pc:sldMk cId="1175821773" sldId="258"/>
            <ac:spMk id="929" creationId="{2CD74AB4-4D6C-4FB1-B0AC-2D424F680220}"/>
          </ac:spMkLst>
        </pc:spChg>
        <pc:spChg chg="mod">
          <ac:chgData name="SERGIO SPANO'" userId="3abdd0b9-513e-40ac-aad4-56920065037d" providerId="ADAL" clId="{2DCFDF45-1F6B-4A47-892B-C9094FDD5642}" dt="2022-03-21T11:08:19.259" v="1310" actId="27803"/>
          <ac:spMkLst>
            <pc:docMk/>
            <pc:sldMk cId="1175821773" sldId="258"/>
            <ac:spMk id="930" creationId="{A3AE275D-21F4-4C03-9C90-6A958C4BA8B9}"/>
          </ac:spMkLst>
        </pc:spChg>
        <pc:spChg chg="mod">
          <ac:chgData name="SERGIO SPANO'" userId="3abdd0b9-513e-40ac-aad4-56920065037d" providerId="ADAL" clId="{2DCFDF45-1F6B-4A47-892B-C9094FDD5642}" dt="2022-03-21T11:08:19.259" v="1310" actId="27803"/>
          <ac:spMkLst>
            <pc:docMk/>
            <pc:sldMk cId="1175821773" sldId="258"/>
            <ac:spMk id="931" creationId="{3E4F2F33-5211-4713-BF0D-B8E0815BBB60}"/>
          </ac:spMkLst>
        </pc:spChg>
        <pc:spChg chg="mod">
          <ac:chgData name="SERGIO SPANO'" userId="3abdd0b9-513e-40ac-aad4-56920065037d" providerId="ADAL" clId="{2DCFDF45-1F6B-4A47-892B-C9094FDD5642}" dt="2022-03-21T11:08:19.259" v="1310" actId="27803"/>
          <ac:spMkLst>
            <pc:docMk/>
            <pc:sldMk cId="1175821773" sldId="258"/>
            <ac:spMk id="932" creationId="{92E35062-8898-4E11-9C71-A25E3B2E098F}"/>
          </ac:spMkLst>
        </pc:spChg>
        <pc:spChg chg="mod">
          <ac:chgData name="SERGIO SPANO'" userId="3abdd0b9-513e-40ac-aad4-56920065037d" providerId="ADAL" clId="{2DCFDF45-1F6B-4A47-892B-C9094FDD5642}" dt="2022-03-21T11:08:19.259" v="1310" actId="27803"/>
          <ac:spMkLst>
            <pc:docMk/>
            <pc:sldMk cId="1175821773" sldId="258"/>
            <ac:spMk id="933" creationId="{9EA21C47-BBBA-4401-BAD6-A6E5B6515878}"/>
          </ac:spMkLst>
        </pc:spChg>
        <pc:spChg chg="mod">
          <ac:chgData name="SERGIO SPANO'" userId="3abdd0b9-513e-40ac-aad4-56920065037d" providerId="ADAL" clId="{2DCFDF45-1F6B-4A47-892B-C9094FDD5642}" dt="2022-03-21T11:08:19.259" v="1310" actId="27803"/>
          <ac:spMkLst>
            <pc:docMk/>
            <pc:sldMk cId="1175821773" sldId="258"/>
            <ac:spMk id="934" creationId="{4675B5CE-2A22-4121-B733-F76234887846}"/>
          </ac:spMkLst>
        </pc:spChg>
        <pc:spChg chg="mod">
          <ac:chgData name="SERGIO SPANO'" userId="3abdd0b9-513e-40ac-aad4-56920065037d" providerId="ADAL" clId="{2DCFDF45-1F6B-4A47-892B-C9094FDD5642}" dt="2022-03-21T11:08:19.259" v="1310" actId="27803"/>
          <ac:spMkLst>
            <pc:docMk/>
            <pc:sldMk cId="1175821773" sldId="258"/>
            <ac:spMk id="935" creationId="{67C6021D-B1F3-439D-8C30-269CB2F4573B}"/>
          </ac:spMkLst>
        </pc:spChg>
        <pc:spChg chg="mod">
          <ac:chgData name="SERGIO SPANO'" userId="3abdd0b9-513e-40ac-aad4-56920065037d" providerId="ADAL" clId="{2DCFDF45-1F6B-4A47-892B-C9094FDD5642}" dt="2022-03-21T11:08:19.259" v="1310" actId="27803"/>
          <ac:spMkLst>
            <pc:docMk/>
            <pc:sldMk cId="1175821773" sldId="258"/>
            <ac:spMk id="936" creationId="{4379C6E3-0C7D-48CD-B762-18D259EE2F92}"/>
          </ac:spMkLst>
        </pc:spChg>
        <pc:spChg chg="mod">
          <ac:chgData name="SERGIO SPANO'" userId="3abdd0b9-513e-40ac-aad4-56920065037d" providerId="ADAL" clId="{2DCFDF45-1F6B-4A47-892B-C9094FDD5642}" dt="2022-03-21T11:08:19.259" v="1310" actId="27803"/>
          <ac:spMkLst>
            <pc:docMk/>
            <pc:sldMk cId="1175821773" sldId="258"/>
            <ac:spMk id="937" creationId="{B31D7851-AA6B-4363-BDE5-25A2573A53C2}"/>
          </ac:spMkLst>
        </pc:spChg>
        <pc:spChg chg="mod">
          <ac:chgData name="SERGIO SPANO'" userId="3abdd0b9-513e-40ac-aad4-56920065037d" providerId="ADAL" clId="{2DCFDF45-1F6B-4A47-892B-C9094FDD5642}" dt="2022-03-21T11:08:19.259" v="1310" actId="27803"/>
          <ac:spMkLst>
            <pc:docMk/>
            <pc:sldMk cId="1175821773" sldId="258"/>
            <ac:spMk id="938" creationId="{04CC60C9-B6BF-4144-80ED-94D9E90FC67C}"/>
          </ac:spMkLst>
        </pc:spChg>
        <pc:spChg chg="mod">
          <ac:chgData name="SERGIO SPANO'" userId="3abdd0b9-513e-40ac-aad4-56920065037d" providerId="ADAL" clId="{2DCFDF45-1F6B-4A47-892B-C9094FDD5642}" dt="2022-03-21T11:08:19.259" v="1310" actId="27803"/>
          <ac:spMkLst>
            <pc:docMk/>
            <pc:sldMk cId="1175821773" sldId="258"/>
            <ac:spMk id="939" creationId="{FEFEFAB5-8B02-45E3-881F-EDDD57593BC8}"/>
          </ac:spMkLst>
        </pc:spChg>
        <pc:spChg chg="mod">
          <ac:chgData name="SERGIO SPANO'" userId="3abdd0b9-513e-40ac-aad4-56920065037d" providerId="ADAL" clId="{2DCFDF45-1F6B-4A47-892B-C9094FDD5642}" dt="2022-03-21T11:08:19.259" v="1310" actId="27803"/>
          <ac:spMkLst>
            <pc:docMk/>
            <pc:sldMk cId="1175821773" sldId="258"/>
            <ac:spMk id="940" creationId="{FA4FAD34-7A27-4DA3-A865-728913062A28}"/>
          </ac:spMkLst>
        </pc:spChg>
        <pc:spChg chg="mod">
          <ac:chgData name="SERGIO SPANO'" userId="3abdd0b9-513e-40ac-aad4-56920065037d" providerId="ADAL" clId="{2DCFDF45-1F6B-4A47-892B-C9094FDD5642}" dt="2022-03-21T11:08:19.259" v="1310" actId="27803"/>
          <ac:spMkLst>
            <pc:docMk/>
            <pc:sldMk cId="1175821773" sldId="258"/>
            <ac:spMk id="941" creationId="{A13430CA-B177-48C1-B508-A0566CF924A8}"/>
          </ac:spMkLst>
        </pc:spChg>
        <pc:spChg chg="mod">
          <ac:chgData name="SERGIO SPANO'" userId="3abdd0b9-513e-40ac-aad4-56920065037d" providerId="ADAL" clId="{2DCFDF45-1F6B-4A47-892B-C9094FDD5642}" dt="2022-03-21T11:08:19.259" v="1310" actId="27803"/>
          <ac:spMkLst>
            <pc:docMk/>
            <pc:sldMk cId="1175821773" sldId="258"/>
            <ac:spMk id="942" creationId="{4A2D08E2-F4FD-4473-BCF8-EB045FD01C10}"/>
          </ac:spMkLst>
        </pc:spChg>
        <pc:spChg chg="mod">
          <ac:chgData name="SERGIO SPANO'" userId="3abdd0b9-513e-40ac-aad4-56920065037d" providerId="ADAL" clId="{2DCFDF45-1F6B-4A47-892B-C9094FDD5642}" dt="2022-03-21T11:08:19.259" v="1310" actId="27803"/>
          <ac:spMkLst>
            <pc:docMk/>
            <pc:sldMk cId="1175821773" sldId="258"/>
            <ac:spMk id="943" creationId="{0ED09BFD-533A-4FD3-98E2-E7B3BE7E1132}"/>
          </ac:spMkLst>
        </pc:spChg>
        <pc:spChg chg="mod">
          <ac:chgData name="SERGIO SPANO'" userId="3abdd0b9-513e-40ac-aad4-56920065037d" providerId="ADAL" clId="{2DCFDF45-1F6B-4A47-892B-C9094FDD5642}" dt="2022-03-21T11:08:19.259" v="1310" actId="27803"/>
          <ac:spMkLst>
            <pc:docMk/>
            <pc:sldMk cId="1175821773" sldId="258"/>
            <ac:spMk id="944" creationId="{2C9EF68C-9084-48CA-9C9A-C2535337AA61}"/>
          </ac:spMkLst>
        </pc:spChg>
        <pc:spChg chg="mod">
          <ac:chgData name="SERGIO SPANO'" userId="3abdd0b9-513e-40ac-aad4-56920065037d" providerId="ADAL" clId="{2DCFDF45-1F6B-4A47-892B-C9094FDD5642}" dt="2022-03-21T11:08:19.259" v="1310" actId="27803"/>
          <ac:spMkLst>
            <pc:docMk/>
            <pc:sldMk cId="1175821773" sldId="258"/>
            <ac:spMk id="945" creationId="{CB3AEC1E-5F0C-4AD8-BA74-7D84B21232F0}"/>
          </ac:spMkLst>
        </pc:spChg>
        <pc:spChg chg="mod">
          <ac:chgData name="SERGIO SPANO'" userId="3abdd0b9-513e-40ac-aad4-56920065037d" providerId="ADAL" clId="{2DCFDF45-1F6B-4A47-892B-C9094FDD5642}" dt="2022-03-21T11:08:19.259" v="1310" actId="27803"/>
          <ac:spMkLst>
            <pc:docMk/>
            <pc:sldMk cId="1175821773" sldId="258"/>
            <ac:spMk id="946" creationId="{45571B29-242A-47C9-983C-7A7BF64ADB32}"/>
          </ac:spMkLst>
        </pc:spChg>
        <pc:spChg chg="mod">
          <ac:chgData name="SERGIO SPANO'" userId="3abdd0b9-513e-40ac-aad4-56920065037d" providerId="ADAL" clId="{2DCFDF45-1F6B-4A47-892B-C9094FDD5642}" dt="2022-03-21T11:08:19.259" v="1310" actId="27803"/>
          <ac:spMkLst>
            <pc:docMk/>
            <pc:sldMk cId="1175821773" sldId="258"/>
            <ac:spMk id="947" creationId="{6FF34D3C-6D20-4F65-BF92-038DFB6661F9}"/>
          </ac:spMkLst>
        </pc:spChg>
        <pc:spChg chg="mod">
          <ac:chgData name="SERGIO SPANO'" userId="3abdd0b9-513e-40ac-aad4-56920065037d" providerId="ADAL" clId="{2DCFDF45-1F6B-4A47-892B-C9094FDD5642}" dt="2022-03-21T11:08:19.259" v="1310" actId="27803"/>
          <ac:spMkLst>
            <pc:docMk/>
            <pc:sldMk cId="1175821773" sldId="258"/>
            <ac:spMk id="948" creationId="{B0F5CC63-4304-4F3D-BFED-48D335AD9F90}"/>
          </ac:spMkLst>
        </pc:spChg>
        <pc:spChg chg="mod">
          <ac:chgData name="SERGIO SPANO'" userId="3abdd0b9-513e-40ac-aad4-56920065037d" providerId="ADAL" clId="{2DCFDF45-1F6B-4A47-892B-C9094FDD5642}" dt="2022-03-21T11:08:19.259" v="1310" actId="27803"/>
          <ac:spMkLst>
            <pc:docMk/>
            <pc:sldMk cId="1175821773" sldId="258"/>
            <ac:spMk id="949" creationId="{0AB4CABB-A8C2-4411-9F25-42BCE75DF2CC}"/>
          </ac:spMkLst>
        </pc:spChg>
        <pc:spChg chg="mod">
          <ac:chgData name="SERGIO SPANO'" userId="3abdd0b9-513e-40ac-aad4-56920065037d" providerId="ADAL" clId="{2DCFDF45-1F6B-4A47-892B-C9094FDD5642}" dt="2022-03-21T11:08:19.259" v="1310" actId="27803"/>
          <ac:spMkLst>
            <pc:docMk/>
            <pc:sldMk cId="1175821773" sldId="258"/>
            <ac:spMk id="950" creationId="{EFA82798-B468-4FDF-979E-A49F8DE3A4A1}"/>
          </ac:spMkLst>
        </pc:spChg>
        <pc:spChg chg="mod">
          <ac:chgData name="SERGIO SPANO'" userId="3abdd0b9-513e-40ac-aad4-56920065037d" providerId="ADAL" clId="{2DCFDF45-1F6B-4A47-892B-C9094FDD5642}" dt="2022-03-21T11:08:19.259" v="1310" actId="27803"/>
          <ac:spMkLst>
            <pc:docMk/>
            <pc:sldMk cId="1175821773" sldId="258"/>
            <ac:spMk id="951" creationId="{0B136B6F-FBC5-48BE-8C55-3A1EDCD00D43}"/>
          </ac:spMkLst>
        </pc:spChg>
        <pc:spChg chg="mod">
          <ac:chgData name="SERGIO SPANO'" userId="3abdd0b9-513e-40ac-aad4-56920065037d" providerId="ADAL" clId="{2DCFDF45-1F6B-4A47-892B-C9094FDD5642}" dt="2022-03-21T11:08:19.259" v="1310" actId="27803"/>
          <ac:spMkLst>
            <pc:docMk/>
            <pc:sldMk cId="1175821773" sldId="258"/>
            <ac:spMk id="952" creationId="{F18AD53F-732C-4331-8200-37D3516F1FB6}"/>
          </ac:spMkLst>
        </pc:spChg>
        <pc:spChg chg="mod">
          <ac:chgData name="SERGIO SPANO'" userId="3abdd0b9-513e-40ac-aad4-56920065037d" providerId="ADAL" clId="{2DCFDF45-1F6B-4A47-892B-C9094FDD5642}" dt="2022-03-21T11:08:19.259" v="1310" actId="27803"/>
          <ac:spMkLst>
            <pc:docMk/>
            <pc:sldMk cId="1175821773" sldId="258"/>
            <ac:spMk id="953" creationId="{8A381CD5-3890-4E41-9F3E-0F117BA991AF}"/>
          </ac:spMkLst>
        </pc:spChg>
        <pc:spChg chg="mod">
          <ac:chgData name="SERGIO SPANO'" userId="3abdd0b9-513e-40ac-aad4-56920065037d" providerId="ADAL" clId="{2DCFDF45-1F6B-4A47-892B-C9094FDD5642}" dt="2022-03-21T11:08:19.259" v="1310" actId="27803"/>
          <ac:spMkLst>
            <pc:docMk/>
            <pc:sldMk cId="1175821773" sldId="258"/>
            <ac:spMk id="954" creationId="{0F060E7F-F17F-4EAA-A4D3-46F7547EEDFB}"/>
          </ac:spMkLst>
        </pc:spChg>
        <pc:spChg chg="mod">
          <ac:chgData name="SERGIO SPANO'" userId="3abdd0b9-513e-40ac-aad4-56920065037d" providerId="ADAL" clId="{2DCFDF45-1F6B-4A47-892B-C9094FDD5642}" dt="2022-03-21T11:08:19.259" v="1310" actId="27803"/>
          <ac:spMkLst>
            <pc:docMk/>
            <pc:sldMk cId="1175821773" sldId="258"/>
            <ac:spMk id="955" creationId="{712820E8-9994-4402-AFCF-D5820DDBB313}"/>
          </ac:spMkLst>
        </pc:spChg>
        <pc:spChg chg="mod">
          <ac:chgData name="SERGIO SPANO'" userId="3abdd0b9-513e-40ac-aad4-56920065037d" providerId="ADAL" clId="{2DCFDF45-1F6B-4A47-892B-C9094FDD5642}" dt="2022-03-21T11:08:19.259" v="1310" actId="27803"/>
          <ac:spMkLst>
            <pc:docMk/>
            <pc:sldMk cId="1175821773" sldId="258"/>
            <ac:spMk id="956" creationId="{B77D7627-A18E-4746-80B4-435DCCA5643B}"/>
          </ac:spMkLst>
        </pc:spChg>
        <pc:spChg chg="mod">
          <ac:chgData name="SERGIO SPANO'" userId="3abdd0b9-513e-40ac-aad4-56920065037d" providerId="ADAL" clId="{2DCFDF45-1F6B-4A47-892B-C9094FDD5642}" dt="2022-03-21T11:08:19.259" v="1310" actId="27803"/>
          <ac:spMkLst>
            <pc:docMk/>
            <pc:sldMk cId="1175821773" sldId="258"/>
            <ac:spMk id="957" creationId="{B904D948-D65B-4DF6-B28F-C21A7B05A157}"/>
          </ac:spMkLst>
        </pc:spChg>
        <pc:spChg chg="mod">
          <ac:chgData name="SERGIO SPANO'" userId="3abdd0b9-513e-40ac-aad4-56920065037d" providerId="ADAL" clId="{2DCFDF45-1F6B-4A47-892B-C9094FDD5642}" dt="2022-03-21T11:08:19.259" v="1310" actId="27803"/>
          <ac:spMkLst>
            <pc:docMk/>
            <pc:sldMk cId="1175821773" sldId="258"/>
            <ac:spMk id="958" creationId="{585F30A4-204D-42A3-9F1A-A8885CDECFF4}"/>
          </ac:spMkLst>
        </pc:spChg>
        <pc:spChg chg="mod">
          <ac:chgData name="SERGIO SPANO'" userId="3abdd0b9-513e-40ac-aad4-56920065037d" providerId="ADAL" clId="{2DCFDF45-1F6B-4A47-892B-C9094FDD5642}" dt="2022-03-21T11:08:19.259" v="1310" actId="27803"/>
          <ac:spMkLst>
            <pc:docMk/>
            <pc:sldMk cId="1175821773" sldId="258"/>
            <ac:spMk id="959" creationId="{566CAE1F-1694-47CA-B5D1-DD45390D8FBC}"/>
          </ac:spMkLst>
        </pc:spChg>
        <pc:spChg chg="mod">
          <ac:chgData name="SERGIO SPANO'" userId="3abdd0b9-513e-40ac-aad4-56920065037d" providerId="ADAL" clId="{2DCFDF45-1F6B-4A47-892B-C9094FDD5642}" dt="2022-03-21T11:08:19.259" v="1310" actId="27803"/>
          <ac:spMkLst>
            <pc:docMk/>
            <pc:sldMk cId="1175821773" sldId="258"/>
            <ac:spMk id="960" creationId="{511F2EDD-EA8E-4E81-8C40-9E506E632D70}"/>
          </ac:spMkLst>
        </pc:spChg>
        <pc:spChg chg="mod">
          <ac:chgData name="SERGIO SPANO'" userId="3abdd0b9-513e-40ac-aad4-56920065037d" providerId="ADAL" clId="{2DCFDF45-1F6B-4A47-892B-C9094FDD5642}" dt="2022-03-21T11:08:19.259" v="1310" actId="27803"/>
          <ac:spMkLst>
            <pc:docMk/>
            <pc:sldMk cId="1175821773" sldId="258"/>
            <ac:spMk id="961" creationId="{16C5D259-B53C-4341-9FEB-E7D6AF770EF1}"/>
          </ac:spMkLst>
        </pc:spChg>
        <pc:spChg chg="mod">
          <ac:chgData name="SERGIO SPANO'" userId="3abdd0b9-513e-40ac-aad4-56920065037d" providerId="ADAL" clId="{2DCFDF45-1F6B-4A47-892B-C9094FDD5642}" dt="2022-03-21T11:08:19.259" v="1310" actId="27803"/>
          <ac:spMkLst>
            <pc:docMk/>
            <pc:sldMk cId="1175821773" sldId="258"/>
            <ac:spMk id="962" creationId="{64FC544C-D8FB-4120-A621-ED1777B963B8}"/>
          </ac:spMkLst>
        </pc:spChg>
        <pc:spChg chg="mod">
          <ac:chgData name="SERGIO SPANO'" userId="3abdd0b9-513e-40ac-aad4-56920065037d" providerId="ADAL" clId="{2DCFDF45-1F6B-4A47-892B-C9094FDD5642}" dt="2022-03-21T11:08:19.259" v="1310" actId="27803"/>
          <ac:spMkLst>
            <pc:docMk/>
            <pc:sldMk cId="1175821773" sldId="258"/>
            <ac:spMk id="963" creationId="{C9210A44-13C9-430D-BF33-F3CE82626C5F}"/>
          </ac:spMkLst>
        </pc:spChg>
        <pc:spChg chg="mod">
          <ac:chgData name="SERGIO SPANO'" userId="3abdd0b9-513e-40ac-aad4-56920065037d" providerId="ADAL" clId="{2DCFDF45-1F6B-4A47-892B-C9094FDD5642}" dt="2022-03-21T11:08:19.259" v="1310" actId="27803"/>
          <ac:spMkLst>
            <pc:docMk/>
            <pc:sldMk cId="1175821773" sldId="258"/>
            <ac:spMk id="964" creationId="{343DFCDF-D261-4519-A122-393D3C86028B}"/>
          </ac:spMkLst>
        </pc:spChg>
        <pc:spChg chg="mod">
          <ac:chgData name="SERGIO SPANO'" userId="3abdd0b9-513e-40ac-aad4-56920065037d" providerId="ADAL" clId="{2DCFDF45-1F6B-4A47-892B-C9094FDD5642}" dt="2022-03-21T11:08:19.259" v="1310" actId="27803"/>
          <ac:spMkLst>
            <pc:docMk/>
            <pc:sldMk cId="1175821773" sldId="258"/>
            <ac:spMk id="965" creationId="{72FFF3B2-54FD-47A4-80F0-CE4A9509E966}"/>
          </ac:spMkLst>
        </pc:spChg>
        <pc:spChg chg="mod">
          <ac:chgData name="SERGIO SPANO'" userId="3abdd0b9-513e-40ac-aad4-56920065037d" providerId="ADAL" clId="{2DCFDF45-1F6B-4A47-892B-C9094FDD5642}" dt="2022-03-21T11:08:19.259" v="1310" actId="27803"/>
          <ac:spMkLst>
            <pc:docMk/>
            <pc:sldMk cId="1175821773" sldId="258"/>
            <ac:spMk id="966" creationId="{C254C98A-D9F6-4F57-98D7-1CEEE23243DD}"/>
          </ac:spMkLst>
        </pc:spChg>
        <pc:spChg chg="mod">
          <ac:chgData name="SERGIO SPANO'" userId="3abdd0b9-513e-40ac-aad4-56920065037d" providerId="ADAL" clId="{2DCFDF45-1F6B-4A47-892B-C9094FDD5642}" dt="2022-03-21T11:08:19.259" v="1310" actId="27803"/>
          <ac:spMkLst>
            <pc:docMk/>
            <pc:sldMk cId="1175821773" sldId="258"/>
            <ac:spMk id="967" creationId="{0F847775-767E-41BC-AAA3-26871933F1D9}"/>
          </ac:spMkLst>
        </pc:spChg>
        <pc:spChg chg="mod">
          <ac:chgData name="SERGIO SPANO'" userId="3abdd0b9-513e-40ac-aad4-56920065037d" providerId="ADAL" clId="{2DCFDF45-1F6B-4A47-892B-C9094FDD5642}" dt="2022-03-21T11:08:19.259" v="1310" actId="27803"/>
          <ac:spMkLst>
            <pc:docMk/>
            <pc:sldMk cId="1175821773" sldId="258"/>
            <ac:spMk id="968" creationId="{DF175CCC-805F-4F8E-A8E7-808FF4C7F3CE}"/>
          </ac:spMkLst>
        </pc:spChg>
        <pc:spChg chg="mod">
          <ac:chgData name="SERGIO SPANO'" userId="3abdd0b9-513e-40ac-aad4-56920065037d" providerId="ADAL" clId="{2DCFDF45-1F6B-4A47-892B-C9094FDD5642}" dt="2022-03-21T11:08:19.259" v="1310" actId="27803"/>
          <ac:spMkLst>
            <pc:docMk/>
            <pc:sldMk cId="1175821773" sldId="258"/>
            <ac:spMk id="969" creationId="{A9184136-28A5-46B1-A3D9-FF866BC98317}"/>
          </ac:spMkLst>
        </pc:spChg>
        <pc:spChg chg="mod">
          <ac:chgData name="SERGIO SPANO'" userId="3abdd0b9-513e-40ac-aad4-56920065037d" providerId="ADAL" clId="{2DCFDF45-1F6B-4A47-892B-C9094FDD5642}" dt="2022-03-21T11:08:19.259" v="1310" actId="27803"/>
          <ac:spMkLst>
            <pc:docMk/>
            <pc:sldMk cId="1175821773" sldId="258"/>
            <ac:spMk id="970" creationId="{3928489F-E8FE-4B0B-A7A0-84C00FB6E121}"/>
          </ac:spMkLst>
        </pc:spChg>
        <pc:spChg chg="mod">
          <ac:chgData name="SERGIO SPANO'" userId="3abdd0b9-513e-40ac-aad4-56920065037d" providerId="ADAL" clId="{2DCFDF45-1F6B-4A47-892B-C9094FDD5642}" dt="2022-03-21T11:08:19.259" v="1310" actId="27803"/>
          <ac:spMkLst>
            <pc:docMk/>
            <pc:sldMk cId="1175821773" sldId="258"/>
            <ac:spMk id="971" creationId="{331E5BAD-8DB7-44B9-A06D-011D848F4D40}"/>
          </ac:spMkLst>
        </pc:spChg>
        <pc:spChg chg="mod">
          <ac:chgData name="SERGIO SPANO'" userId="3abdd0b9-513e-40ac-aad4-56920065037d" providerId="ADAL" clId="{2DCFDF45-1F6B-4A47-892B-C9094FDD5642}" dt="2022-03-21T11:08:19.259" v="1310" actId="27803"/>
          <ac:spMkLst>
            <pc:docMk/>
            <pc:sldMk cId="1175821773" sldId="258"/>
            <ac:spMk id="972" creationId="{92F409A5-9CB7-4A3B-9AAC-4A7E9D0EA8C4}"/>
          </ac:spMkLst>
        </pc:spChg>
        <pc:spChg chg="mod">
          <ac:chgData name="SERGIO SPANO'" userId="3abdd0b9-513e-40ac-aad4-56920065037d" providerId="ADAL" clId="{2DCFDF45-1F6B-4A47-892B-C9094FDD5642}" dt="2022-03-21T11:08:19.259" v="1310" actId="27803"/>
          <ac:spMkLst>
            <pc:docMk/>
            <pc:sldMk cId="1175821773" sldId="258"/>
            <ac:spMk id="973" creationId="{0729CE72-BD6D-4870-B66E-B3C9CD4C5079}"/>
          </ac:spMkLst>
        </pc:spChg>
        <pc:spChg chg="mod">
          <ac:chgData name="SERGIO SPANO'" userId="3abdd0b9-513e-40ac-aad4-56920065037d" providerId="ADAL" clId="{2DCFDF45-1F6B-4A47-892B-C9094FDD5642}" dt="2022-03-21T11:08:19.259" v="1310" actId="27803"/>
          <ac:spMkLst>
            <pc:docMk/>
            <pc:sldMk cId="1175821773" sldId="258"/>
            <ac:spMk id="974" creationId="{9FCBED00-EA9F-46F6-87CF-ECACDBB3A0AD}"/>
          </ac:spMkLst>
        </pc:spChg>
        <pc:spChg chg="mod">
          <ac:chgData name="SERGIO SPANO'" userId="3abdd0b9-513e-40ac-aad4-56920065037d" providerId="ADAL" clId="{2DCFDF45-1F6B-4A47-892B-C9094FDD5642}" dt="2022-03-21T11:08:19.259" v="1310" actId="27803"/>
          <ac:spMkLst>
            <pc:docMk/>
            <pc:sldMk cId="1175821773" sldId="258"/>
            <ac:spMk id="975" creationId="{9FCF5132-4F05-489C-899D-781B763D4513}"/>
          </ac:spMkLst>
        </pc:spChg>
        <pc:spChg chg="mod">
          <ac:chgData name="SERGIO SPANO'" userId="3abdd0b9-513e-40ac-aad4-56920065037d" providerId="ADAL" clId="{2DCFDF45-1F6B-4A47-892B-C9094FDD5642}" dt="2022-03-21T11:08:19.259" v="1310" actId="27803"/>
          <ac:spMkLst>
            <pc:docMk/>
            <pc:sldMk cId="1175821773" sldId="258"/>
            <ac:spMk id="976" creationId="{52ACBE01-45DB-4FD9-99B9-CD47DDCFE4D3}"/>
          </ac:spMkLst>
        </pc:spChg>
        <pc:spChg chg="mod">
          <ac:chgData name="SERGIO SPANO'" userId="3abdd0b9-513e-40ac-aad4-56920065037d" providerId="ADAL" clId="{2DCFDF45-1F6B-4A47-892B-C9094FDD5642}" dt="2022-03-21T11:08:19.259" v="1310" actId="27803"/>
          <ac:spMkLst>
            <pc:docMk/>
            <pc:sldMk cId="1175821773" sldId="258"/>
            <ac:spMk id="977" creationId="{EC8014A0-C972-4F8F-9C9E-23AF334C1F70}"/>
          </ac:spMkLst>
        </pc:spChg>
        <pc:spChg chg="mod">
          <ac:chgData name="SERGIO SPANO'" userId="3abdd0b9-513e-40ac-aad4-56920065037d" providerId="ADAL" clId="{2DCFDF45-1F6B-4A47-892B-C9094FDD5642}" dt="2022-03-21T11:08:19.259" v="1310" actId="27803"/>
          <ac:spMkLst>
            <pc:docMk/>
            <pc:sldMk cId="1175821773" sldId="258"/>
            <ac:spMk id="978" creationId="{22A97BDD-8C03-4904-92ED-689BD6809B1C}"/>
          </ac:spMkLst>
        </pc:spChg>
        <pc:spChg chg="mod">
          <ac:chgData name="SERGIO SPANO'" userId="3abdd0b9-513e-40ac-aad4-56920065037d" providerId="ADAL" clId="{2DCFDF45-1F6B-4A47-892B-C9094FDD5642}" dt="2022-03-21T11:08:19.259" v="1310" actId="27803"/>
          <ac:spMkLst>
            <pc:docMk/>
            <pc:sldMk cId="1175821773" sldId="258"/>
            <ac:spMk id="979" creationId="{98FE0E3E-F6A7-4902-955F-0E5F40206C8A}"/>
          </ac:spMkLst>
        </pc:spChg>
        <pc:spChg chg="mod">
          <ac:chgData name="SERGIO SPANO'" userId="3abdd0b9-513e-40ac-aad4-56920065037d" providerId="ADAL" clId="{2DCFDF45-1F6B-4A47-892B-C9094FDD5642}" dt="2022-03-21T11:08:19.259" v="1310" actId="27803"/>
          <ac:spMkLst>
            <pc:docMk/>
            <pc:sldMk cId="1175821773" sldId="258"/>
            <ac:spMk id="980" creationId="{612898AD-6B02-4C0C-B9A4-6DDBB689E32F}"/>
          </ac:spMkLst>
        </pc:spChg>
        <pc:spChg chg="mod">
          <ac:chgData name="SERGIO SPANO'" userId="3abdd0b9-513e-40ac-aad4-56920065037d" providerId="ADAL" clId="{2DCFDF45-1F6B-4A47-892B-C9094FDD5642}" dt="2022-03-21T11:08:19.259" v="1310" actId="27803"/>
          <ac:spMkLst>
            <pc:docMk/>
            <pc:sldMk cId="1175821773" sldId="258"/>
            <ac:spMk id="981" creationId="{1C574B10-5784-4000-A252-22DE3318EB39}"/>
          </ac:spMkLst>
        </pc:spChg>
        <pc:spChg chg="mod">
          <ac:chgData name="SERGIO SPANO'" userId="3abdd0b9-513e-40ac-aad4-56920065037d" providerId="ADAL" clId="{2DCFDF45-1F6B-4A47-892B-C9094FDD5642}" dt="2022-03-21T11:08:19.259" v="1310" actId="27803"/>
          <ac:spMkLst>
            <pc:docMk/>
            <pc:sldMk cId="1175821773" sldId="258"/>
            <ac:spMk id="982" creationId="{B39B13C1-AED9-4746-A081-76CF95936FAD}"/>
          </ac:spMkLst>
        </pc:spChg>
        <pc:spChg chg="mod">
          <ac:chgData name="SERGIO SPANO'" userId="3abdd0b9-513e-40ac-aad4-56920065037d" providerId="ADAL" clId="{2DCFDF45-1F6B-4A47-892B-C9094FDD5642}" dt="2022-03-21T11:08:19.259" v="1310" actId="27803"/>
          <ac:spMkLst>
            <pc:docMk/>
            <pc:sldMk cId="1175821773" sldId="258"/>
            <ac:spMk id="983" creationId="{355B67B6-88B2-4C1D-AE37-F22FED6943A8}"/>
          </ac:spMkLst>
        </pc:spChg>
        <pc:spChg chg="mod">
          <ac:chgData name="SERGIO SPANO'" userId="3abdd0b9-513e-40ac-aad4-56920065037d" providerId="ADAL" clId="{2DCFDF45-1F6B-4A47-892B-C9094FDD5642}" dt="2022-03-21T11:08:19.259" v="1310" actId="27803"/>
          <ac:spMkLst>
            <pc:docMk/>
            <pc:sldMk cId="1175821773" sldId="258"/>
            <ac:spMk id="984" creationId="{008C093F-274F-412B-AD7E-B3757023B242}"/>
          </ac:spMkLst>
        </pc:spChg>
        <pc:spChg chg="mod">
          <ac:chgData name="SERGIO SPANO'" userId="3abdd0b9-513e-40ac-aad4-56920065037d" providerId="ADAL" clId="{2DCFDF45-1F6B-4A47-892B-C9094FDD5642}" dt="2022-03-21T11:08:19.259" v="1310" actId="27803"/>
          <ac:spMkLst>
            <pc:docMk/>
            <pc:sldMk cId="1175821773" sldId="258"/>
            <ac:spMk id="985" creationId="{B6B493D2-1EE5-46B2-8F8D-3D36D4C44A2F}"/>
          </ac:spMkLst>
        </pc:spChg>
        <pc:spChg chg="mod">
          <ac:chgData name="SERGIO SPANO'" userId="3abdd0b9-513e-40ac-aad4-56920065037d" providerId="ADAL" clId="{2DCFDF45-1F6B-4A47-892B-C9094FDD5642}" dt="2022-03-21T11:08:19.259" v="1310" actId="27803"/>
          <ac:spMkLst>
            <pc:docMk/>
            <pc:sldMk cId="1175821773" sldId="258"/>
            <ac:spMk id="986" creationId="{3A041605-B69B-46C7-83A1-43A459F61F8F}"/>
          </ac:spMkLst>
        </pc:spChg>
        <pc:spChg chg="mod">
          <ac:chgData name="SERGIO SPANO'" userId="3abdd0b9-513e-40ac-aad4-56920065037d" providerId="ADAL" clId="{2DCFDF45-1F6B-4A47-892B-C9094FDD5642}" dt="2022-03-21T11:08:19.259" v="1310" actId="27803"/>
          <ac:spMkLst>
            <pc:docMk/>
            <pc:sldMk cId="1175821773" sldId="258"/>
            <ac:spMk id="987" creationId="{BDEA9A09-BF16-4841-9712-29991E7A0105}"/>
          </ac:spMkLst>
        </pc:spChg>
        <pc:spChg chg="mod">
          <ac:chgData name="SERGIO SPANO'" userId="3abdd0b9-513e-40ac-aad4-56920065037d" providerId="ADAL" clId="{2DCFDF45-1F6B-4A47-892B-C9094FDD5642}" dt="2022-03-21T11:08:19.259" v="1310" actId="27803"/>
          <ac:spMkLst>
            <pc:docMk/>
            <pc:sldMk cId="1175821773" sldId="258"/>
            <ac:spMk id="988" creationId="{BC80C0C0-4FE1-46B1-A0D6-47D2E4BCA87C}"/>
          </ac:spMkLst>
        </pc:spChg>
        <pc:spChg chg="mod">
          <ac:chgData name="SERGIO SPANO'" userId="3abdd0b9-513e-40ac-aad4-56920065037d" providerId="ADAL" clId="{2DCFDF45-1F6B-4A47-892B-C9094FDD5642}" dt="2022-03-21T11:08:19.259" v="1310" actId="27803"/>
          <ac:spMkLst>
            <pc:docMk/>
            <pc:sldMk cId="1175821773" sldId="258"/>
            <ac:spMk id="989" creationId="{2F223BC6-F96F-4C26-98FE-273025D5D924}"/>
          </ac:spMkLst>
        </pc:spChg>
        <pc:spChg chg="mod">
          <ac:chgData name="SERGIO SPANO'" userId="3abdd0b9-513e-40ac-aad4-56920065037d" providerId="ADAL" clId="{2DCFDF45-1F6B-4A47-892B-C9094FDD5642}" dt="2022-03-21T11:08:19.259" v="1310" actId="27803"/>
          <ac:spMkLst>
            <pc:docMk/>
            <pc:sldMk cId="1175821773" sldId="258"/>
            <ac:spMk id="990" creationId="{62E7A0DE-6669-4055-9993-9DF921C87208}"/>
          </ac:spMkLst>
        </pc:spChg>
        <pc:spChg chg="mod">
          <ac:chgData name="SERGIO SPANO'" userId="3abdd0b9-513e-40ac-aad4-56920065037d" providerId="ADAL" clId="{2DCFDF45-1F6B-4A47-892B-C9094FDD5642}" dt="2022-03-21T11:08:19.259" v="1310" actId="27803"/>
          <ac:spMkLst>
            <pc:docMk/>
            <pc:sldMk cId="1175821773" sldId="258"/>
            <ac:spMk id="991" creationId="{287BCC7F-74A5-4E48-8302-15BBBAA5122C}"/>
          </ac:spMkLst>
        </pc:spChg>
        <pc:spChg chg="mod">
          <ac:chgData name="SERGIO SPANO'" userId="3abdd0b9-513e-40ac-aad4-56920065037d" providerId="ADAL" clId="{2DCFDF45-1F6B-4A47-892B-C9094FDD5642}" dt="2022-03-21T11:08:19.259" v="1310" actId="27803"/>
          <ac:spMkLst>
            <pc:docMk/>
            <pc:sldMk cId="1175821773" sldId="258"/>
            <ac:spMk id="992" creationId="{A86412DD-A583-4AE1-9FF3-8FEB26A59152}"/>
          </ac:spMkLst>
        </pc:spChg>
        <pc:spChg chg="mod">
          <ac:chgData name="SERGIO SPANO'" userId="3abdd0b9-513e-40ac-aad4-56920065037d" providerId="ADAL" clId="{2DCFDF45-1F6B-4A47-892B-C9094FDD5642}" dt="2022-03-21T11:08:19.259" v="1310" actId="27803"/>
          <ac:spMkLst>
            <pc:docMk/>
            <pc:sldMk cId="1175821773" sldId="258"/>
            <ac:spMk id="993" creationId="{3D63DDEB-E10E-481B-A2FE-002633A9DFFC}"/>
          </ac:spMkLst>
        </pc:spChg>
        <pc:spChg chg="mod">
          <ac:chgData name="SERGIO SPANO'" userId="3abdd0b9-513e-40ac-aad4-56920065037d" providerId="ADAL" clId="{2DCFDF45-1F6B-4A47-892B-C9094FDD5642}" dt="2022-03-21T11:08:19.259" v="1310" actId="27803"/>
          <ac:spMkLst>
            <pc:docMk/>
            <pc:sldMk cId="1175821773" sldId="258"/>
            <ac:spMk id="994" creationId="{E17E6A09-26FA-493E-8391-45026273B7B5}"/>
          </ac:spMkLst>
        </pc:spChg>
        <pc:spChg chg="mod">
          <ac:chgData name="SERGIO SPANO'" userId="3abdd0b9-513e-40ac-aad4-56920065037d" providerId="ADAL" clId="{2DCFDF45-1F6B-4A47-892B-C9094FDD5642}" dt="2022-03-21T11:08:19.259" v="1310" actId="27803"/>
          <ac:spMkLst>
            <pc:docMk/>
            <pc:sldMk cId="1175821773" sldId="258"/>
            <ac:spMk id="995" creationId="{B7827E40-E7B5-43C1-B594-CE97852EA5F7}"/>
          </ac:spMkLst>
        </pc:spChg>
        <pc:spChg chg="mod">
          <ac:chgData name="SERGIO SPANO'" userId="3abdd0b9-513e-40ac-aad4-56920065037d" providerId="ADAL" clId="{2DCFDF45-1F6B-4A47-892B-C9094FDD5642}" dt="2022-03-21T11:08:19.259" v="1310" actId="27803"/>
          <ac:spMkLst>
            <pc:docMk/>
            <pc:sldMk cId="1175821773" sldId="258"/>
            <ac:spMk id="996" creationId="{88936165-B0B1-47B2-A5F2-FE7288A0943A}"/>
          </ac:spMkLst>
        </pc:spChg>
        <pc:spChg chg="mod">
          <ac:chgData name="SERGIO SPANO'" userId="3abdd0b9-513e-40ac-aad4-56920065037d" providerId="ADAL" clId="{2DCFDF45-1F6B-4A47-892B-C9094FDD5642}" dt="2022-03-21T11:08:19.259" v="1310" actId="27803"/>
          <ac:spMkLst>
            <pc:docMk/>
            <pc:sldMk cId="1175821773" sldId="258"/>
            <ac:spMk id="997" creationId="{567BF253-033F-4735-9826-9C61F55544D1}"/>
          </ac:spMkLst>
        </pc:spChg>
        <pc:spChg chg="mod">
          <ac:chgData name="SERGIO SPANO'" userId="3abdd0b9-513e-40ac-aad4-56920065037d" providerId="ADAL" clId="{2DCFDF45-1F6B-4A47-892B-C9094FDD5642}" dt="2022-03-21T11:08:19.259" v="1310" actId="27803"/>
          <ac:spMkLst>
            <pc:docMk/>
            <pc:sldMk cId="1175821773" sldId="258"/>
            <ac:spMk id="998" creationId="{8819A2D8-D2D7-4B46-BB0B-96CBA1952A04}"/>
          </ac:spMkLst>
        </pc:spChg>
        <pc:spChg chg="mod">
          <ac:chgData name="SERGIO SPANO'" userId="3abdd0b9-513e-40ac-aad4-56920065037d" providerId="ADAL" clId="{2DCFDF45-1F6B-4A47-892B-C9094FDD5642}" dt="2022-03-21T11:08:19.259" v="1310" actId="27803"/>
          <ac:spMkLst>
            <pc:docMk/>
            <pc:sldMk cId="1175821773" sldId="258"/>
            <ac:spMk id="999" creationId="{12A6F175-3EA8-4BF9-B4F1-E30B61862A23}"/>
          </ac:spMkLst>
        </pc:spChg>
        <pc:spChg chg="mod">
          <ac:chgData name="SERGIO SPANO'" userId="3abdd0b9-513e-40ac-aad4-56920065037d" providerId="ADAL" clId="{2DCFDF45-1F6B-4A47-892B-C9094FDD5642}" dt="2022-03-21T11:08:19.259" v="1310" actId="27803"/>
          <ac:spMkLst>
            <pc:docMk/>
            <pc:sldMk cId="1175821773" sldId="258"/>
            <ac:spMk id="1000" creationId="{F0DF1C08-FEDE-44F3-AFFE-B369DF992D0C}"/>
          </ac:spMkLst>
        </pc:spChg>
        <pc:spChg chg="mod">
          <ac:chgData name="SERGIO SPANO'" userId="3abdd0b9-513e-40ac-aad4-56920065037d" providerId="ADAL" clId="{2DCFDF45-1F6B-4A47-892B-C9094FDD5642}" dt="2022-03-21T11:08:19.259" v="1310" actId="27803"/>
          <ac:spMkLst>
            <pc:docMk/>
            <pc:sldMk cId="1175821773" sldId="258"/>
            <ac:spMk id="1001" creationId="{8E8FA5DA-74DC-4671-A5B7-8337A04E33CE}"/>
          </ac:spMkLst>
        </pc:spChg>
        <pc:spChg chg="mod">
          <ac:chgData name="SERGIO SPANO'" userId="3abdd0b9-513e-40ac-aad4-56920065037d" providerId="ADAL" clId="{2DCFDF45-1F6B-4A47-892B-C9094FDD5642}" dt="2022-03-21T11:08:19.259" v="1310" actId="27803"/>
          <ac:spMkLst>
            <pc:docMk/>
            <pc:sldMk cId="1175821773" sldId="258"/>
            <ac:spMk id="1002" creationId="{3DBFFA90-2BB1-4959-A7DF-803536348D8C}"/>
          </ac:spMkLst>
        </pc:spChg>
        <pc:spChg chg="mod">
          <ac:chgData name="SERGIO SPANO'" userId="3abdd0b9-513e-40ac-aad4-56920065037d" providerId="ADAL" clId="{2DCFDF45-1F6B-4A47-892B-C9094FDD5642}" dt="2022-03-21T11:08:19.259" v="1310" actId="27803"/>
          <ac:spMkLst>
            <pc:docMk/>
            <pc:sldMk cId="1175821773" sldId="258"/>
            <ac:spMk id="1003" creationId="{D36DB024-B1FC-4CC6-BDCF-BC307A8D7E0A}"/>
          </ac:spMkLst>
        </pc:spChg>
        <pc:spChg chg="mod">
          <ac:chgData name="SERGIO SPANO'" userId="3abdd0b9-513e-40ac-aad4-56920065037d" providerId="ADAL" clId="{2DCFDF45-1F6B-4A47-892B-C9094FDD5642}" dt="2022-03-21T11:08:19.259" v="1310" actId="27803"/>
          <ac:spMkLst>
            <pc:docMk/>
            <pc:sldMk cId="1175821773" sldId="258"/>
            <ac:spMk id="1004" creationId="{4869F27C-A7E3-4486-B26A-399111CF5178}"/>
          </ac:spMkLst>
        </pc:spChg>
        <pc:spChg chg="mod">
          <ac:chgData name="SERGIO SPANO'" userId="3abdd0b9-513e-40ac-aad4-56920065037d" providerId="ADAL" clId="{2DCFDF45-1F6B-4A47-892B-C9094FDD5642}" dt="2022-03-21T11:08:19.259" v="1310" actId="27803"/>
          <ac:spMkLst>
            <pc:docMk/>
            <pc:sldMk cId="1175821773" sldId="258"/>
            <ac:spMk id="1005" creationId="{CA5C1E26-D50E-421D-BEC7-57F0371650CB}"/>
          </ac:spMkLst>
        </pc:spChg>
        <pc:spChg chg="mod">
          <ac:chgData name="SERGIO SPANO'" userId="3abdd0b9-513e-40ac-aad4-56920065037d" providerId="ADAL" clId="{2DCFDF45-1F6B-4A47-892B-C9094FDD5642}" dt="2022-03-21T11:08:19.259" v="1310" actId="27803"/>
          <ac:spMkLst>
            <pc:docMk/>
            <pc:sldMk cId="1175821773" sldId="258"/>
            <ac:spMk id="1006" creationId="{562307CE-ED11-4DAE-B484-BB9190808493}"/>
          </ac:spMkLst>
        </pc:spChg>
        <pc:spChg chg="mod">
          <ac:chgData name="SERGIO SPANO'" userId="3abdd0b9-513e-40ac-aad4-56920065037d" providerId="ADAL" clId="{2DCFDF45-1F6B-4A47-892B-C9094FDD5642}" dt="2022-03-21T11:08:19.259" v="1310" actId="27803"/>
          <ac:spMkLst>
            <pc:docMk/>
            <pc:sldMk cId="1175821773" sldId="258"/>
            <ac:spMk id="1007" creationId="{85139892-F748-4F43-B047-985A6963348E}"/>
          </ac:spMkLst>
        </pc:spChg>
        <pc:spChg chg="mod">
          <ac:chgData name="SERGIO SPANO'" userId="3abdd0b9-513e-40ac-aad4-56920065037d" providerId="ADAL" clId="{2DCFDF45-1F6B-4A47-892B-C9094FDD5642}" dt="2022-03-21T11:08:19.259" v="1310" actId="27803"/>
          <ac:spMkLst>
            <pc:docMk/>
            <pc:sldMk cId="1175821773" sldId="258"/>
            <ac:spMk id="1008" creationId="{1DFD0A77-8198-4851-8B0A-F720699CDFCC}"/>
          </ac:spMkLst>
        </pc:spChg>
        <pc:spChg chg="mod">
          <ac:chgData name="SERGIO SPANO'" userId="3abdd0b9-513e-40ac-aad4-56920065037d" providerId="ADAL" clId="{2DCFDF45-1F6B-4A47-892B-C9094FDD5642}" dt="2022-03-21T11:08:19.259" v="1310" actId="27803"/>
          <ac:spMkLst>
            <pc:docMk/>
            <pc:sldMk cId="1175821773" sldId="258"/>
            <ac:spMk id="1009" creationId="{961175B9-708F-435A-BB17-A137F73B59F2}"/>
          </ac:spMkLst>
        </pc:spChg>
        <pc:spChg chg="mod">
          <ac:chgData name="SERGIO SPANO'" userId="3abdd0b9-513e-40ac-aad4-56920065037d" providerId="ADAL" clId="{2DCFDF45-1F6B-4A47-892B-C9094FDD5642}" dt="2022-03-21T11:08:19.259" v="1310" actId="27803"/>
          <ac:spMkLst>
            <pc:docMk/>
            <pc:sldMk cId="1175821773" sldId="258"/>
            <ac:spMk id="1010" creationId="{F5C6DDE8-48B5-4FE9-9076-59111E66D075}"/>
          </ac:spMkLst>
        </pc:spChg>
        <pc:spChg chg="mod">
          <ac:chgData name="SERGIO SPANO'" userId="3abdd0b9-513e-40ac-aad4-56920065037d" providerId="ADAL" clId="{2DCFDF45-1F6B-4A47-892B-C9094FDD5642}" dt="2022-03-21T11:08:19.259" v="1310" actId="27803"/>
          <ac:spMkLst>
            <pc:docMk/>
            <pc:sldMk cId="1175821773" sldId="258"/>
            <ac:spMk id="1011" creationId="{DD521EC0-3B1D-4B20-BC28-A04EF7908B2C}"/>
          </ac:spMkLst>
        </pc:spChg>
        <pc:spChg chg="mod">
          <ac:chgData name="SERGIO SPANO'" userId="3abdd0b9-513e-40ac-aad4-56920065037d" providerId="ADAL" clId="{2DCFDF45-1F6B-4A47-892B-C9094FDD5642}" dt="2022-03-21T11:08:19.259" v="1310" actId="27803"/>
          <ac:spMkLst>
            <pc:docMk/>
            <pc:sldMk cId="1175821773" sldId="258"/>
            <ac:spMk id="1012" creationId="{4057C63C-8E33-4E7C-AB8F-A60B03CE9726}"/>
          </ac:spMkLst>
        </pc:spChg>
        <pc:spChg chg="mod">
          <ac:chgData name="SERGIO SPANO'" userId="3abdd0b9-513e-40ac-aad4-56920065037d" providerId="ADAL" clId="{2DCFDF45-1F6B-4A47-892B-C9094FDD5642}" dt="2022-03-21T11:08:19.259" v="1310" actId="27803"/>
          <ac:spMkLst>
            <pc:docMk/>
            <pc:sldMk cId="1175821773" sldId="258"/>
            <ac:spMk id="1013" creationId="{C3CCF18F-46F2-4C7B-A951-2F0FF1FB8115}"/>
          </ac:spMkLst>
        </pc:spChg>
        <pc:spChg chg="mod">
          <ac:chgData name="SERGIO SPANO'" userId="3abdd0b9-513e-40ac-aad4-56920065037d" providerId="ADAL" clId="{2DCFDF45-1F6B-4A47-892B-C9094FDD5642}" dt="2022-03-21T11:08:19.259" v="1310" actId="27803"/>
          <ac:spMkLst>
            <pc:docMk/>
            <pc:sldMk cId="1175821773" sldId="258"/>
            <ac:spMk id="1014" creationId="{41D8C799-3479-4020-9D66-27C65CB00BC8}"/>
          </ac:spMkLst>
        </pc:spChg>
        <pc:spChg chg="mod">
          <ac:chgData name="SERGIO SPANO'" userId="3abdd0b9-513e-40ac-aad4-56920065037d" providerId="ADAL" clId="{2DCFDF45-1F6B-4A47-892B-C9094FDD5642}" dt="2022-03-21T11:08:19.259" v="1310" actId="27803"/>
          <ac:spMkLst>
            <pc:docMk/>
            <pc:sldMk cId="1175821773" sldId="258"/>
            <ac:spMk id="1015" creationId="{6FB6AD89-38DB-4074-B567-307E7E5C3D87}"/>
          </ac:spMkLst>
        </pc:spChg>
        <pc:spChg chg="mod">
          <ac:chgData name="SERGIO SPANO'" userId="3abdd0b9-513e-40ac-aad4-56920065037d" providerId="ADAL" clId="{2DCFDF45-1F6B-4A47-892B-C9094FDD5642}" dt="2022-03-21T11:08:19.259" v="1310" actId="27803"/>
          <ac:spMkLst>
            <pc:docMk/>
            <pc:sldMk cId="1175821773" sldId="258"/>
            <ac:spMk id="1016" creationId="{2E055A11-98FE-4DF1-9B80-7FF06A2221F3}"/>
          </ac:spMkLst>
        </pc:spChg>
        <pc:spChg chg="mod">
          <ac:chgData name="SERGIO SPANO'" userId="3abdd0b9-513e-40ac-aad4-56920065037d" providerId="ADAL" clId="{2DCFDF45-1F6B-4A47-892B-C9094FDD5642}" dt="2022-03-21T11:08:19.259" v="1310" actId="27803"/>
          <ac:spMkLst>
            <pc:docMk/>
            <pc:sldMk cId="1175821773" sldId="258"/>
            <ac:spMk id="1017" creationId="{B57C9F0A-7D59-4E38-84F3-A4817856093D}"/>
          </ac:spMkLst>
        </pc:spChg>
        <pc:spChg chg="mod">
          <ac:chgData name="SERGIO SPANO'" userId="3abdd0b9-513e-40ac-aad4-56920065037d" providerId="ADAL" clId="{2DCFDF45-1F6B-4A47-892B-C9094FDD5642}" dt="2022-03-21T11:08:19.259" v="1310" actId="27803"/>
          <ac:spMkLst>
            <pc:docMk/>
            <pc:sldMk cId="1175821773" sldId="258"/>
            <ac:spMk id="1018" creationId="{02291BCF-B6D6-4A74-88C5-54A3C0D9C92B}"/>
          </ac:spMkLst>
        </pc:spChg>
        <pc:spChg chg="mod">
          <ac:chgData name="SERGIO SPANO'" userId="3abdd0b9-513e-40ac-aad4-56920065037d" providerId="ADAL" clId="{2DCFDF45-1F6B-4A47-892B-C9094FDD5642}" dt="2022-03-21T11:08:19.259" v="1310" actId="27803"/>
          <ac:spMkLst>
            <pc:docMk/>
            <pc:sldMk cId="1175821773" sldId="258"/>
            <ac:spMk id="1019" creationId="{3DDEE7F5-7DF5-49F4-B7E8-6F4136C948B1}"/>
          </ac:spMkLst>
        </pc:spChg>
        <pc:spChg chg="mod">
          <ac:chgData name="SERGIO SPANO'" userId="3abdd0b9-513e-40ac-aad4-56920065037d" providerId="ADAL" clId="{2DCFDF45-1F6B-4A47-892B-C9094FDD5642}" dt="2022-03-21T11:08:19.259" v="1310" actId="27803"/>
          <ac:spMkLst>
            <pc:docMk/>
            <pc:sldMk cId="1175821773" sldId="258"/>
            <ac:spMk id="1020" creationId="{1BACA105-DC66-4EC9-BBF7-6586376D773E}"/>
          </ac:spMkLst>
        </pc:spChg>
        <pc:spChg chg="mod">
          <ac:chgData name="SERGIO SPANO'" userId="3abdd0b9-513e-40ac-aad4-56920065037d" providerId="ADAL" clId="{2DCFDF45-1F6B-4A47-892B-C9094FDD5642}" dt="2022-03-21T11:08:19.259" v="1310" actId="27803"/>
          <ac:spMkLst>
            <pc:docMk/>
            <pc:sldMk cId="1175821773" sldId="258"/>
            <ac:spMk id="1021" creationId="{5015760D-A487-42FF-9149-26A0E3BA7910}"/>
          </ac:spMkLst>
        </pc:spChg>
        <pc:spChg chg="mod">
          <ac:chgData name="SERGIO SPANO'" userId="3abdd0b9-513e-40ac-aad4-56920065037d" providerId="ADAL" clId="{2DCFDF45-1F6B-4A47-892B-C9094FDD5642}" dt="2022-03-21T11:08:19.259" v="1310" actId="27803"/>
          <ac:spMkLst>
            <pc:docMk/>
            <pc:sldMk cId="1175821773" sldId="258"/>
            <ac:spMk id="1022" creationId="{6BA42971-45AC-4022-834C-1DF330F01E61}"/>
          </ac:spMkLst>
        </pc:spChg>
        <pc:spChg chg="mod">
          <ac:chgData name="SERGIO SPANO'" userId="3abdd0b9-513e-40ac-aad4-56920065037d" providerId="ADAL" clId="{2DCFDF45-1F6B-4A47-892B-C9094FDD5642}" dt="2022-03-21T11:08:19.259" v="1310" actId="27803"/>
          <ac:spMkLst>
            <pc:docMk/>
            <pc:sldMk cId="1175821773" sldId="258"/>
            <ac:spMk id="1023" creationId="{567AFCC6-1001-4A19-B6A2-AD694BA858D9}"/>
          </ac:spMkLst>
        </pc:spChg>
        <pc:spChg chg="mod">
          <ac:chgData name="SERGIO SPANO'" userId="3abdd0b9-513e-40ac-aad4-56920065037d" providerId="ADAL" clId="{2DCFDF45-1F6B-4A47-892B-C9094FDD5642}" dt="2022-03-21T11:08:19.259" v="1310" actId="27803"/>
          <ac:spMkLst>
            <pc:docMk/>
            <pc:sldMk cId="1175821773" sldId="258"/>
            <ac:spMk id="1024" creationId="{BA54B5B6-5F9E-44A4-830F-CA059774198B}"/>
          </ac:spMkLst>
        </pc:spChg>
        <pc:spChg chg="mod">
          <ac:chgData name="SERGIO SPANO'" userId="3abdd0b9-513e-40ac-aad4-56920065037d" providerId="ADAL" clId="{2DCFDF45-1F6B-4A47-892B-C9094FDD5642}" dt="2022-03-21T11:08:19.259" v="1310" actId="27803"/>
          <ac:spMkLst>
            <pc:docMk/>
            <pc:sldMk cId="1175821773" sldId="258"/>
            <ac:spMk id="1025" creationId="{5BA96CC5-7BF3-4902-A8F2-69EE5933D8E8}"/>
          </ac:spMkLst>
        </pc:spChg>
        <pc:spChg chg="mod">
          <ac:chgData name="SERGIO SPANO'" userId="3abdd0b9-513e-40ac-aad4-56920065037d" providerId="ADAL" clId="{2DCFDF45-1F6B-4A47-892B-C9094FDD5642}" dt="2022-03-21T11:08:19.259" v="1310" actId="27803"/>
          <ac:spMkLst>
            <pc:docMk/>
            <pc:sldMk cId="1175821773" sldId="258"/>
            <ac:spMk id="1026" creationId="{A5C0AD7C-5991-4AE5-8EE3-315FA3D70210}"/>
          </ac:spMkLst>
        </pc:spChg>
        <pc:spChg chg="mod">
          <ac:chgData name="SERGIO SPANO'" userId="3abdd0b9-513e-40ac-aad4-56920065037d" providerId="ADAL" clId="{2DCFDF45-1F6B-4A47-892B-C9094FDD5642}" dt="2022-03-21T11:08:19.259" v="1310" actId="27803"/>
          <ac:spMkLst>
            <pc:docMk/>
            <pc:sldMk cId="1175821773" sldId="258"/>
            <ac:spMk id="1027" creationId="{B64369D1-894A-49EE-8092-8CF9A305E6D1}"/>
          </ac:spMkLst>
        </pc:spChg>
        <pc:spChg chg="mod">
          <ac:chgData name="SERGIO SPANO'" userId="3abdd0b9-513e-40ac-aad4-56920065037d" providerId="ADAL" clId="{2DCFDF45-1F6B-4A47-892B-C9094FDD5642}" dt="2022-03-21T11:08:19.259" v="1310" actId="27803"/>
          <ac:spMkLst>
            <pc:docMk/>
            <pc:sldMk cId="1175821773" sldId="258"/>
            <ac:spMk id="1028" creationId="{1BA9B8C3-6B2F-4540-BAA6-9968FBED25E4}"/>
          </ac:spMkLst>
        </pc:spChg>
        <pc:spChg chg="mod">
          <ac:chgData name="SERGIO SPANO'" userId="3abdd0b9-513e-40ac-aad4-56920065037d" providerId="ADAL" clId="{2DCFDF45-1F6B-4A47-892B-C9094FDD5642}" dt="2022-03-21T11:08:19.259" v="1310" actId="27803"/>
          <ac:spMkLst>
            <pc:docMk/>
            <pc:sldMk cId="1175821773" sldId="258"/>
            <ac:spMk id="1029" creationId="{CC8FE60E-CC6D-4C1D-8A66-F93F7114339B}"/>
          </ac:spMkLst>
        </pc:spChg>
        <pc:spChg chg="mod">
          <ac:chgData name="SERGIO SPANO'" userId="3abdd0b9-513e-40ac-aad4-56920065037d" providerId="ADAL" clId="{2DCFDF45-1F6B-4A47-892B-C9094FDD5642}" dt="2022-03-21T11:08:19.259" v="1310" actId="27803"/>
          <ac:spMkLst>
            <pc:docMk/>
            <pc:sldMk cId="1175821773" sldId="258"/>
            <ac:spMk id="1030" creationId="{3B6C795F-40EA-43F6-AD69-CC93B2665D4A}"/>
          </ac:spMkLst>
        </pc:spChg>
        <pc:spChg chg="mod">
          <ac:chgData name="SERGIO SPANO'" userId="3abdd0b9-513e-40ac-aad4-56920065037d" providerId="ADAL" clId="{2DCFDF45-1F6B-4A47-892B-C9094FDD5642}" dt="2022-03-21T11:08:19.259" v="1310" actId="27803"/>
          <ac:spMkLst>
            <pc:docMk/>
            <pc:sldMk cId="1175821773" sldId="258"/>
            <ac:spMk id="1031" creationId="{7BE8DC3C-D52E-4102-883C-26FC4684D092}"/>
          </ac:spMkLst>
        </pc:spChg>
        <pc:spChg chg="mod">
          <ac:chgData name="SERGIO SPANO'" userId="3abdd0b9-513e-40ac-aad4-56920065037d" providerId="ADAL" clId="{2DCFDF45-1F6B-4A47-892B-C9094FDD5642}" dt="2022-03-21T11:08:19.259" v="1310" actId="27803"/>
          <ac:spMkLst>
            <pc:docMk/>
            <pc:sldMk cId="1175821773" sldId="258"/>
            <ac:spMk id="1032" creationId="{7597D825-F95C-4570-AAAF-E63E0CA837FC}"/>
          </ac:spMkLst>
        </pc:spChg>
        <pc:spChg chg="mod">
          <ac:chgData name="SERGIO SPANO'" userId="3abdd0b9-513e-40ac-aad4-56920065037d" providerId="ADAL" clId="{2DCFDF45-1F6B-4A47-892B-C9094FDD5642}" dt="2022-03-21T11:08:19.259" v="1310" actId="27803"/>
          <ac:spMkLst>
            <pc:docMk/>
            <pc:sldMk cId="1175821773" sldId="258"/>
            <ac:spMk id="1033" creationId="{D2DC3494-A3F6-4554-834D-291DF5D83F3A}"/>
          </ac:spMkLst>
        </pc:spChg>
        <pc:spChg chg="mod">
          <ac:chgData name="SERGIO SPANO'" userId="3abdd0b9-513e-40ac-aad4-56920065037d" providerId="ADAL" clId="{2DCFDF45-1F6B-4A47-892B-C9094FDD5642}" dt="2022-03-21T11:08:19.259" v="1310" actId="27803"/>
          <ac:spMkLst>
            <pc:docMk/>
            <pc:sldMk cId="1175821773" sldId="258"/>
            <ac:spMk id="1034" creationId="{C53B8E71-C8D1-4914-B0B3-09C032861C6A}"/>
          </ac:spMkLst>
        </pc:spChg>
        <pc:spChg chg="mod">
          <ac:chgData name="SERGIO SPANO'" userId="3abdd0b9-513e-40ac-aad4-56920065037d" providerId="ADAL" clId="{2DCFDF45-1F6B-4A47-892B-C9094FDD5642}" dt="2022-03-21T11:08:19.259" v="1310" actId="27803"/>
          <ac:spMkLst>
            <pc:docMk/>
            <pc:sldMk cId="1175821773" sldId="258"/>
            <ac:spMk id="1035" creationId="{2EF18D3A-886C-4977-AF8F-2B512C9157F2}"/>
          </ac:spMkLst>
        </pc:spChg>
        <pc:spChg chg="mod">
          <ac:chgData name="SERGIO SPANO'" userId="3abdd0b9-513e-40ac-aad4-56920065037d" providerId="ADAL" clId="{2DCFDF45-1F6B-4A47-892B-C9094FDD5642}" dt="2022-03-21T11:08:19.259" v="1310" actId="27803"/>
          <ac:spMkLst>
            <pc:docMk/>
            <pc:sldMk cId="1175821773" sldId="258"/>
            <ac:spMk id="1036" creationId="{082CDF6F-79E0-4665-97CF-676CF7999E91}"/>
          </ac:spMkLst>
        </pc:spChg>
        <pc:spChg chg="mod">
          <ac:chgData name="SERGIO SPANO'" userId="3abdd0b9-513e-40ac-aad4-56920065037d" providerId="ADAL" clId="{2DCFDF45-1F6B-4A47-892B-C9094FDD5642}" dt="2022-03-21T11:08:19.259" v="1310" actId="27803"/>
          <ac:spMkLst>
            <pc:docMk/>
            <pc:sldMk cId="1175821773" sldId="258"/>
            <ac:spMk id="1037" creationId="{A9DF4753-7896-42DB-9608-CE28DDEFDF8A}"/>
          </ac:spMkLst>
        </pc:spChg>
        <pc:spChg chg="mod">
          <ac:chgData name="SERGIO SPANO'" userId="3abdd0b9-513e-40ac-aad4-56920065037d" providerId="ADAL" clId="{2DCFDF45-1F6B-4A47-892B-C9094FDD5642}" dt="2022-03-21T11:08:19.259" v="1310" actId="27803"/>
          <ac:spMkLst>
            <pc:docMk/>
            <pc:sldMk cId="1175821773" sldId="258"/>
            <ac:spMk id="1038" creationId="{BA072A73-393C-41B0-8B63-4CC492F3AE72}"/>
          </ac:spMkLst>
        </pc:spChg>
        <pc:spChg chg="mod">
          <ac:chgData name="SERGIO SPANO'" userId="3abdd0b9-513e-40ac-aad4-56920065037d" providerId="ADAL" clId="{2DCFDF45-1F6B-4A47-892B-C9094FDD5642}" dt="2022-03-21T11:08:19.259" v="1310" actId="27803"/>
          <ac:spMkLst>
            <pc:docMk/>
            <pc:sldMk cId="1175821773" sldId="258"/>
            <ac:spMk id="1039" creationId="{D01D6412-4129-4C77-8C93-466901321E2F}"/>
          </ac:spMkLst>
        </pc:spChg>
        <pc:spChg chg="mod">
          <ac:chgData name="SERGIO SPANO'" userId="3abdd0b9-513e-40ac-aad4-56920065037d" providerId="ADAL" clId="{2DCFDF45-1F6B-4A47-892B-C9094FDD5642}" dt="2022-03-21T11:08:19.259" v="1310" actId="27803"/>
          <ac:spMkLst>
            <pc:docMk/>
            <pc:sldMk cId="1175821773" sldId="258"/>
            <ac:spMk id="1040" creationId="{1067EDA0-AE09-4913-9675-C95417CFD701}"/>
          </ac:spMkLst>
        </pc:spChg>
        <pc:spChg chg="mod">
          <ac:chgData name="SERGIO SPANO'" userId="3abdd0b9-513e-40ac-aad4-56920065037d" providerId="ADAL" clId="{2DCFDF45-1F6B-4A47-892B-C9094FDD5642}" dt="2022-03-21T11:08:19.259" v="1310" actId="27803"/>
          <ac:spMkLst>
            <pc:docMk/>
            <pc:sldMk cId="1175821773" sldId="258"/>
            <ac:spMk id="1041" creationId="{A89E067F-AD3A-4326-882C-68F56E8F53F8}"/>
          </ac:spMkLst>
        </pc:spChg>
        <pc:spChg chg="mod">
          <ac:chgData name="SERGIO SPANO'" userId="3abdd0b9-513e-40ac-aad4-56920065037d" providerId="ADAL" clId="{2DCFDF45-1F6B-4A47-892B-C9094FDD5642}" dt="2022-03-21T11:08:19.259" v="1310" actId="27803"/>
          <ac:spMkLst>
            <pc:docMk/>
            <pc:sldMk cId="1175821773" sldId="258"/>
            <ac:spMk id="1042" creationId="{5A95E40E-71DD-4DB9-A421-CE450F94E909}"/>
          </ac:spMkLst>
        </pc:spChg>
        <pc:spChg chg="mod">
          <ac:chgData name="SERGIO SPANO'" userId="3abdd0b9-513e-40ac-aad4-56920065037d" providerId="ADAL" clId="{2DCFDF45-1F6B-4A47-892B-C9094FDD5642}" dt="2022-03-21T11:08:19.259" v="1310" actId="27803"/>
          <ac:spMkLst>
            <pc:docMk/>
            <pc:sldMk cId="1175821773" sldId="258"/>
            <ac:spMk id="1043" creationId="{E6DAAAEB-9177-4A88-A1A3-5EE9667A3676}"/>
          </ac:spMkLst>
        </pc:spChg>
        <pc:spChg chg="mod">
          <ac:chgData name="SERGIO SPANO'" userId="3abdd0b9-513e-40ac-aad4-56920065037d" providerId="ADAL" clId="{2DCFDF45-1F6B-4A47-892B-C9094FDD5642}" dt="2022-03-21T11:08:19.259" v="1310" actId="27803"/>
          <ac:spMkLst>
            <pc:docMk/>
            <pc:sldMk cId="1175821773" sldId="258"/>
            <ac:spMk id="1044" creationId="{5481F372-F4A5-46E6-B5EA-8DC0D502089C}"/>
          </ac:spMkLst>
        </pc:spChg>
        <pc:spChg chg="mod">
          <ac:chgData name="SERGIO SPANO'" userId="3abdd0b9-513e-40ac-aad4-56920065037d" providerId="ADAL" clId="{2DCFDF45-1F6B-4A47-892B-C9094FDD5642}" dt="2022-03-21T11:08:19.259" v="1310" actId="27803"/>
          <ac:spMkLst>
            <pc:docMk/>
            <pc:sldMk cId="1175821773" sldId="258"/>
            <ac:spMk id="1045" creationId="{4DB8D433-2619-4BF5-96B7-E193C5C5332E}"/>
          </ac:spMkLst>
        </pc:spChg>
        <pc:spChg chg="mod">
          <ac:chgData name="SERGIO SPANO'" userId="3abdd0b9-513e-40ac-aad4-56920065037d" providerId="ADAL" clId="{2DCFDF45-1F6B-4A47-892B-C9094FDD5642}" dt="2022-03-21T11:08:19.259" v="1310" actId="27803"/>
          <ac:spMkLst>
            <pc:docMk/>
            <pc:sldMk cId="1175821773" sldId="258"/>
            <ac:spMk id="1046" creationId="{945E43B3-08CE-48C4-86CF-72A77B972EC0}"/>
          </ac:spMkLst>
        </pc:spChg>
        <pc:spChg chg="mod">
          <ac:chgData name="SERGIO SPANO'" userId="3abdd0b9-513e-40ac-aad4-56920065037d" providerId="ADAL" clId="{2DCFDF45-1F6B-4A47-892B-C9094FDD5642}" dt="2022-03-21T11:08:19.259" v="1310" actId="27803"/>
          <ac:spMkLst>
            <pc:docMk/>
            <pc:sldMk cId="1175821773" sldId="258"/>
            <ac:spMk id="1047" creationId="{E3AA7AA4-A41C-4003-B2DA-949CD23E7729}"/>
          </ac:spMkLst>
        </pc:spChg>
        <pc:spChg chg="mod">
          <ac:chgData name="SERGIO SPANO'" userId="3abdd0b9-513e-40ac-aad4-56920065037d" providerId="ADAL" clId="{2DCFDF45-1F6B-4A47-892B-C9094FDD5642}" dt="2022-03-21T11:08:19.259" v="1310" actId="27803"/>
          <ac:spMkLst>
            <pc:docMk/>
            <pc:sldMk cId="1175821773" sldId="258"/>
            <ac:spMk id="1048" creationId="{6B380F56-81F3-47D6-AF9D-38A0AC6C5E99}"/>
          </ac:spMkLst>
        </pc:spChg>
        <pc:spChg chg="mod">
          <ac:chgData name="SERGIO SPANO'" userId="3abdd0b9-513e-40ac-aad4-56920065037d" providerId="ADAL" clId="{2DCFDF45-1F6B-4A47-892B-C9094FDD5642}" dt="2022-03-21T11:08:19.259" v="1310" actId="27803"/>
          <ac:spMkLst>
            <pc:docMk/>
            <pc:sldMk cId="1175821773" sldId="258"/>
            <ac:spMk id="1049" creationId="{349CC6FA-DC84-463B-8AE6-B0ED271E86A6}"/>
          </ac:spMkLst>
        </pc:spChg>
        <pc:spChg chg="mod">
          <ac:chgData name="SERGIO SPANO'" userId="3abdd0b9-513e-40ac-aad4-56920065037d" providerId="ADAL" clId="{2DCFDF45-1F6B-4A47-892B-C9094FDD5642}" dt="2022-03-21T11:08:19.259" v="1310" actId="27803"/>
          <ac:spMkLst>
            <pc:docMk/>
            <pc:sldMk cId="1175821773" sldId="258"/>
            <ac:spMk id="1050" creationId="{7043F43A-2575-4785-B25D-32E7AB0C477D}"/>
          </ac:spMkLst>
        </pc:spChg>
        <pc:spChg chg="mod">
          <ac:chgData name="SERGIO SPANO'" userId="3abdd0b9-513e-40ac-aad4-56920065037d" providerId="ADAL" clId="{2DCFDF45-1F6B-4A47-892B-C9094FDD5642}" dt="2022-03-21T11:08:19.259" v="1310" actId="27803"/>
          <ac:spMkLst>
            <pc:docMk/>
            <pc:sldMk cId="1175821773" sldId="258"/>
            <ac:spMk id="1051" creationId="{475E1DE9-4649-4EC7-B218-5B4CBC8F0961}"/>
          </ac:spMkLst>
        </pc:spChg>
        <pc:spChg chg="mod">
          <ac:chgData name="SERGIO SPANO'" userId="3abdd0b9-513e-40ac-aad4-56920065037d" providerId="ADAL" clId="{2DCFDF45-1F6B-4A47-892B-C9094FDD5642}" dt="2022-03-21T11:08:19.259" v="1310" actId="27803"/>
          <ac:spMkLst>
            <pc:docMk/>
            <pc:sldMk cId="1175821773" sldId="258"/>
            <ac:spMk id="1052" creationId="{ABE524B7-5E66-44B1-BFFE-12BC98B58915}"/>
          </ac:spMkLst>
        </pc:spChg>
        <pc:spChg chg="mod">
          <ac:chgData name="SERGIO SPANO'" userId="3abdd0b9-513e-40ac-aad4-56920065037d" providerId="ADAL" clId="{2DCFDF45-1F6B-4A47-892B-C9094FDD5642}" dt="2022-03-21T11:08:19.259" v="1310" actId="27803"/>
          <ac:spMkLst>
            <pc:docMk/>
            <pc:sldMk cId="1175821773" sldId="258"/>
            <ac:spMk id="1053" creationId="{DC79057A-6AFA-4292-93A6-8980AB9DF912}"/>
          </ac:spMkLst>
        </pc:spChg>
        <pc:spChg chg="mod">
          <ac:chgData name="SERGIO SPANO'" userId="3abdd0b9-513e-40ac-aad4-56920065037d" providerId="ADAL" clId="{2DCFDF45-1F6B-4A47-892B-C9094FDD5642}" dt="2022-03-21T11:08:19.259" v="1310" actId="27803"/>
          <ac:spMkLst>
            <pc:docMk/>
            <pc:sldMk cId="1175821773" sldId="258"/>
            <ac:spMk id="1054" creationId="{6933E8BC-5BCD-4E78-BF1A-3D3B13A40563}"/>
          </ac:spMkLst>
        </pc:spChg>
        <pc:spChg chg="mod">
          <ac:chgData name="SERGIO SPANO'" userId="3abdd0b9-513e-40ac-aad4-56920065037d" providerId="ADAL" clId="{2DCFDF45-1F6B-4A47-892B-C9094FDD5642}" dt="2022-03-21T11:08:19.259" v="1310" actId="27803"/>
          <ac:spMkLst>
            <pc:docMk/>
            <pc:sldMk cId="1175821773" sldId="258"/>
            <ac:spMk id="1055" creationId="{EC7C5B62-0B13-47CC-A610-4E9E4E9A3EF0}"/>
          </ac:spMkLst>
        </pc:spChg>
        <pc:spChg chg="mod">
          <ac:chgData name="SERGIO SPANO'" userId="3abdd0b9-513e-40ac-aad4-56920065037d" providerId="ADAL" clId="{2DCFDF45-1F6B-4A47-892B-C9094FDD5642}" dt="2022-03-21T11:08:19.259" v="1310" actId="27803"/>
          <ac:spMkLst>
            <pc:docMk/>
            <pc:sldMk cId="1175821773" sldId="258"/>
            <ac:spMk id="1056" creationId="{DEC121B9-77D7-4E47-884E-5470CBB2BAFF}"/>
          </ac:spMkLst>
        </pc:spChg>
        <pc:spChg chg="mod">
          <ac:chgData name="SERGIO SPANO'" userId="3abdd0b9-513e-40ac-aad4-56920065037d" providerId="ADAL" clId="{2DCFDF45-1F6B-4A47-892B-C9094FDD5642}" dt="2022-03-21T11:08:19.259" v="1310" actId="27803"/>
          <ac:spMkLst>
            <pc:docMk/>
            <pc:sldMk cId="1175821773" sldId="258"/>
            <ac:spMk id="1057" creationId="{755AAB93-EE6E-44B1-8EAF-24B77BACF48D}"/>
          </ac:spMkLst>
        </pc:spChg>
        <pc:spChg chg="mod">
          <ac:chgData name="SERGIO SPANO'" userId="3abdd0b9-513e-40ac-aad4-56920065037d" providerId="ADAL" clId="{2DCFDF45-1F6B-4A47-892B-C9094FDD5642}" dt="2022-03-21T11:08:19.259" v="1310" actId="27803"/>
          <ac:spMkLst>
            <pc:docMk/>
            <pc:sldMk cId="1175821773" sldId="258"/>
            <ac:spMk id="1058" creationId="{55D5C1B3-676E-4E7B-B384-D61ECA03EFE8}"/>
          </ac:spMkLst>
        </pc:spChg>
        <pc:spChg chg="mod">
          <ac:chgData name="SERGIO SPANO'" userId="3abdd0b9-513e-40ac-aad4-56920065037d" providerId="ADAL" clId="{2DCFDF45-1F6B-4A47-892B-C9094FDD5642}" dt="2022-03-21T11:08:19.259" v="1310" actId="27803"/>
          <ac:spMkLst>
            <pc:docMk/>
            <pc:sldMk cId="1175821773" sldId="258"/>
            <ac:spMk id="1059" creationId="{48CA2FE3-67F4-408F-A4AD-C2D04FE9D8C2}"/>
          </ac:spMkLst>
        </pc:spChg>
        <pc:spChg chg="mod">
          <ac:chgData name="SERGIO SPANO'" userId="3abdd0b9-513e-40ac-aad4-56920065037d" providerId="ADAL" clId="{2DCFDF45-1F6B-4A47-892B-C9094FDD5642}" dt="2022-03-21T11:08:19.259" v="1310" actId="27803"/>
          <ac:spMkLst>
            <pc:docMk/>
            <pc:sldMk cId="1175821773" sldId="258"/>
            <ac:spMk id="1060" creationId="{806531AB-BB3D-4F97-A245-561BFCE9CCB3}"/>
          </ac:spMkLst>
        </pc:spChg>
        <pc:spChg chg="mod">
          <ac:chgData name="SERGIO SPANO'" userId="3abdd0b9-513e-40ac-aad4-56920065037d" providerId="ADAL" clId="{2DCFDF45-1F6B-4A47-892B-C9094FDD5642}" dt="2022-03-21T11:08:19.259" v="1310" actId="27803"/>
          <ac:spMkLst>
            <pc:docMk/>
            <pc:sldMk cId="1175821773" sldId="258"/>
            <ac:spMk id="1061" creationId="{69FF24C9-9FD5-4413-99C4-5B91980AD449}"/>
          </ac:spMkLst>
        </pc:spChg>
        <pc:spChg chg="mod">
          <ac:chgData name="SERGIO SPANO'" userId="3abdd0b9-513e-40ac-aad4-56920065037d" providerId="ADAL" clId="{2DCFDF45-1F6B-4A47-892B-C9094FDD5642}" dt="2022-03-21T11:08:19.259" v="1310" actId="27803"/>
          <ac:spMkLst>
            <pc:docMk/>
            <pc:sldMk cId="1175821773" sldId="258"/>
            <ac:spMk id="1062" creationId="{1141F04C-88E1-4C58-B3A7-A7B1A8D2A6B6}"/>
          </ac:spMkLst>
        </pc:spChg>
        <pc:spChg chg="mod">
          <ac:chgData name="SERGIO SPANO'" userId="3abdd0b9-513e-40ac-aad4-56920065037d" providerId="ADAL" clId="{2DCFDF45-1F6B-4A47-892B-C9094FDD5642}" dt="2022-03-21T11:08:19.259" v="1310" actId="27803"/>
          <ac:spMkLst>
            <pc:docMk/>
            <pc:sldMk cId="1175821773" sldId="258"/>
            <ac:spMk id="1063" creationId="{3ADA6698-BAE8-4D60-A20B-53272694A7A1}"/>
          </ac:spMkLst>
        </pc:spChg>
        <pc:spChg chg="mod">
          <ac:chgData name="SERGIO SPANO'" userId="3abdd0b9-513e-40ac-aad4-56920065037d" providerId="ADAL" clId="{2DCFDF45-1F6B-4A47-892B-C9094FDD5642}" dt="2022-03-21T11:08:19.259" v="1310" actId="27803"/>
          <ac:spMkLst>
            <pc:docMk/>
            <pc:sldMk cId="1175821773" sldId="258"/>
            <ac:spMk id="1064" creationId="{81891FD6-0935-47EE-84BA-C143C5EF9F00}"/>
          </ac:spMkLst>
        </pc:spChg>
        <pc:spChg chg="mod">
          <ac:chgData name="SERGIO SPANO'" userId="3abdd0b9-513e-40ac-aad4-56920065037d" providerId="ADAL" clId="{2DCFDF45-1F6B-4A47-892B-C9094FDD5642}" dt="2022-03-21T11:08:19.259" v="1310" actId="27803"/>
          <ac:spMkLst>
            <pc:docMk/>
            <pc:sldMk cId="1175821773" sldId="258"/>
            <ac:spMk id="1065" creationId="{1677A267-8DE8-4875-B2D8-A9DBEFF4BE21}"/>
          </ac:spMkLst>
        </pc:spChg>
        <pc:spChg chg="mod">
          <ac:chgData name="SERGIO SPANO'" userId="3abdd0b9-513e-40ac-aad4-56920065037d" providerId="ADAL" clId="{2DCFDF45-1F6B-4A47-892B-C9094FDD5642}" dt="2022-03-21T11:08:19.259" v="1310" actId="27803"/>
          <ac:spMkLst>
            <pc:docMk/>
            <pc:sldMk cId="1175821773" sldId="258"/>
            <ac:spMk id="1066" creationId="{7EAF377B-90F8-4D3A-9D70-5E8F059E7711}"/>
          </ac:spMkLst>
        </pc:spChg>
        <pc:spChg chg="mod">
          <ac:chgData name="SERGIO SPANO'" userId="3abdd0b9-513e-40ac-aad4-56920065037d" providerId="ADAL" clId="{2DCFDF45-1F6B-4A47-892B-C9094FDD5642}" dt="2022-03-21T11:08:19.259" v="1310" actId="27803"/>
          <ac:spMkLst>
            <pc:docMk/>
            <pc:sldMk cId="1175821773" sldId="258"/>
            <ac:spMk id="1067" creationId="{D2431FBC-B227-4377-99D4-DC67C75732B3}"/>
          </ac:spMkLst>
        </pc:spChg>
        <pc:spChg chg="mod">
          <ac:chgData name="SERGIO SPANO'" userId="3abdd0b9-513e-40ac-aad4-56920065037d" providerId="ADAL" clId="{2DCFDF45-1F6B-4A47-892B-C9094FDD5642}" dt="2022-03-21T11:08:19.259" v="1310" actId="27803"/>
          <ac:spMkLst>
            <pc:docMk/>
            <pc:sldMk cId="1175821773" sldId="258"/>
            <ac:spMk id="1068" creationId="{8863BF6E-6128-4819-85C6-B46DBEEEDF59}"/>
          </ac:spMkLst>
        </pc:spChg>
        <pc:spChg chg="mod">
          <ac:chgData name="SERGIO SPANO'" userId="3abdd0b9-513e-40ac-aad4-56920065037d" providerId="ADAL" clId="{2DCFDF45-1F6B-4A47-892B-C9094FDD5642}" dt="2022-03-21T11:08:19.259" v="1310" actId="27803"/>
          <ac:spMkLst>
            <pc:docMk/>
            <pc:sldMk cId="1175821773" sldId="258"/>
            <ac:spMk id="1069" creationId="{5016D851-5AF4-4D18-92FF-752BE0976D45}"/>
          </ac:spMkLst>
        </pc:spChg>
        <pc:spChg chg="mod">
          <ac:chgData name="SERGIO SPANO'" userId="3abdd0b9-513e-40ac-aad4-56920065037d" providerId="ADAL" clId="{2DCFDF45-1F6B-4A47-892B-C9094FDD5642}" dt="2022-03-21T11:08:19.259" v="1310" actId="27803"/>
          <ac:spMkLst>
            <pc:docMk/>
            <pc:sldMk cId="1175821773" sldId="258"/>
            <ac:spMk id="1070" creationId="{C7B407A4-4D78-4264-B6DE-5F24949139B4}"/>
          </ac:spMkLst>
        </pc:spChg>
        <pc:spChg chg="mod">
          <ac:chgData name="SERGIO SPANO'" userId="3abdd0b9-513e-40ac-aad4-56920065037d" providerId="ADAL" clId="{2DCFDF45-1F6B-4A47-892B-C9094FDD5642}" dt="2022-03-21T11:08:19.259" v="1310" actId="27803"/>
          <ac:spMkLst>
            <pc:docMk/>
            <pc:sldMk cId="1175821773" sldId="258"/>
            <ac:spMk id="1071" creationId="{D0F46442-A428-4A15-BEF3-0242FC8048A3}"/>
          </ac:spMkLst>
        </pc:spChg>
        <pc:spChg chg="mod">
          <ac:chgData name="SERGIO SPANO'" userId="3abdd0b9-513e-40ac-aad4-56920065037d" providerId="ADAL" clId="{2DCFDF45-1F6B-4A47-892B-C9094FDD5642}" dt="2022-03-21T11:08:19.259" v="1310" actId="27803"/>
          <ac:spMkLst>
            <pc:docMk/>
            <pc:sldMk cId="1175821773" sldId="258"/>
            <ac:spMk id="1072" creationId="{63CAB88C-ED45-4017-BEE3-F4E6C517E5F6}"/>
          </ac:spMkLst>
        </pc:spChg>
        <pc:spChg chg="mod">
          <ac:chgData name="SERGIO SPANO'" userId="3abdd0b9-513e-40ac-aad4-56920065037d" providerId="ADAL" clId="{2DCFDF45-1F6B-4A47-892B-C9094FDD5642}" dt="2022-03-21T11:08:19.259" v="1310" actId="27803"/>
          <ac:spMkLst>
            <pc:docMk/>
            <pc:sldMk cId="1175821773" sldId="258"/>
            <ac:spMk id="1073" creationId="{5630EF56-044A-4394-8F0F-40808E083AD1}"/>
          </ac:spMkLst>
        </pc:spChg>
        <pc:spChg chg="mod">
          <ac:chgData name="SERGIO SPANO'" userId="3abdd0b9-513e-40ac-aad4-56920065037d" providerId="ADAL" clId="{2DCFDF45-1F6B-4A47-892B-C9094FDD5642}" dt="2022-03-21T11:08:19.259" v="1310" actId="27803"/>
          <ac:spMkLst>
            <pc:docMk/>
            <pc:sldMk cId="1175821773" sldId="258"/>
            <ac:spMk id="1074" creationId="{59007834-FA37-4F02-B269-BE5B4F8BE86F}"/>
          </ac:spMkLst>
        </pc:spChg>
        <pc:spChg chg="mod">
          <ac:chgData name="SERGIO SPANO'" userId="3abdd0b9-513e-40ac-aad4-56920065037d" providerId="ADAL" clId="{2DCFDF45-1F6B-4A47-892B-C9094FDD5642}" dt="2022-03-21T11:08:19.259" v="1310" actId="27803"/>
          <ac:spMkLst>
            <pc:docMk/>
            <pc:sldMk cId="1175821773" sldId="258"/>
            <ac:spMk id="1075" creationId="{B0BA6181-8803-4B00-9C90-DF0D21130004}"/>
          </ac:spMkLst>
        </pc:spChg>
        <pc:spChg chg="mod">
          <ac:chgData name="SERGIO SPANO'" userId="3abdd0b9-513e-40ac-aad4-56920065037d" providerId="ADAL" clId="{2DCFDF45-1F6B-4A47-892B-C9094FDD5642}" dt="2022-03-21T11:08:19.259" v="1310" actId="27803"/>
          <ac:spMkLst>
            <pc:docMk/>
            <pc:sldMk cId="1175821773" sldId="258"/>
            <ac:spMk id="1076" creationId="{09738B32-C21A-446A-A6C7-4766F14A574C}"/>
          </ac:spMkLst>
        </pc:spChg>
        <pc:spChg chg="mod">
          <ac:chgData name="SERGIO SPANO'" userId="3abdd0b9-513e-40ac-aad4-56920065037d" providerId="ADAL" clId="{2DCFDF45-1F6B-4A47-892B-C9094FDD5642}" dt="2022-03-21T11:08:19.259" v="1310" actId="27803"/>
          <ac:spMkLst>
            <pc:docMk/>
            <pc:sldMk cId="1175821773" sldId="258"/>
            <ac:spMk id="1077" creationId="{177C8057-70A0-486E-8954-A37C6D8BAF5E}"/>
          </ac:spMkLst>
        </pc:spChg>
        <pc:spChg chg="mod">
          <ac:chgData name="SERGIO SPANO'" userId="3abdd0b9-513e-40ac-aad4-56920065037d" providerId="ADAL" clId="{2DCFDF45-1F6B-4A47-892B-C9094FDD5642}" dt="2022-03-21T11:08:19.259" v="1310" actId="27803"/>
          <ac:spMkLst>
            <pc:docMk/>
            <pc:sldMk cId="1175821773" sldId="258"/>
            <ac:spMk id="1078" creationId="{DD58B7D2-EC4A-4B69-AD9D-20FA55B8E72B}"/>
          </ac:spMkLst>
        </pc:spChg>
        <pc:spChg chg="mod">
          <ac:chgData name="SERGIO SPANO'" userId="3abdd0b9-513e-40ac-aad4-56920065037d" providerId="ADAL" clId="{2DCFDF45-1F6B-4A47-892B-C9094FDD5642}" dt="2022-03-21T11:08:19.259" v="1310" actId="27803"/>
          <ac:spMkLst>
            <pc:docMk/>
            <pc:sldMk cId="1175821773" sldId="258"/>
            <ac:spMk id="1079" creationId="{1777B536-E182-43DA-8C7C-7C64261B1435}"/>
          </ac:spMkLst>
        </pc:spChg>
        <pc:spChg chg="mod">
          <ac:chgData name="SERGIO SPANO'" userId="3abdd0b9-513e-40ac-aad4-56920065037d" providerId="ADAL" clId="{2DCFDF45-1F6B-4A47-892B-C9094FDD5642}" dt="2022-03-21T11:08:19.259" v="1310" actId="27803"/>
          <ac:spMkLst>
            <pc:docMk/>
            <pc:sldMk cId="1175821773" sldId="258"/>
            <ac:spMk id="1080" creationId="{E8620DF1-BF13-436E-B99E-638C43E34080}"/>
          </ac:spMkLst>
        </pc:spChg>
        <pc:spChg chg="mod">
          <ac:chgData name="SERGIO SPANO'" userId="3abdd0b9-513e-40ac-aad4-56920065037d" providerId="ADAL" clId="{2DCFDF45-1F6B-4A47-892B-C9094FDD5642}" dt="2022-03-21T11:08:19.259" v="1310" actId="27803"/>
          <ac:spMkLst>
            <pc:docMk/>
            <pc:sldMk cId="1175821773" sldId="258"/>
            <ac:spMk id="1081" creationId="{B5D477F2-AFB6-4363-874B-1A98CE628DE7}"/>
          </ac:spMkLst>
        </pc:spChg>
        <pc:spChg chg="mod">
          <ac:chgData name="SERGIO SPANO'" userId="3abdd0b9-513e-40ac-aad4-56920065037d" providerId="ADAL" clId="{2DCFDF45-1F6B-4A47-892B-C9094FDD5642}" dt="2022-03-21T11:08:19.259" v="1310" actId="27803"/>
          <ac:spMkLst>
            <pc:docMk/>
            <pc:sldMk cId="1175821773" sldId="258"/>
            <ac:spMk id="1082" creationId="{9E3DA390-10D7-4CC2-BBBB-9BBD40A86B9C}"/>
          </ac:spMkLst>
        </pc:spChg>
        <pc:spChg chg="mod">
          <ac:chgData name="SERGIO SPANO'" userId="3abdd0b9-513e-40ac-aad4-56920065037d" providerId="ADAL" clId="{2DCFDF45-1F6B-4A47-892B-C9094FDD5642}" dt="2022-03-21T11:08:19.259" v="1310" actId="27803"/>
          <ac:spMkLst>
            <pc:docMk/>
            <pc:sldMk cId="1175821773" sldId="258"/>
            <ac:spMk id="1083" creationId="{5822B731-8748-4681-A0F1-05C713A639CA}"/>
          </ac:spMkLst>
        </pc:spChg>
        <pc:spChg chg="mod">
          <ac:chgData name="SERGIO SPANO'" userId="3abdd0b9-513e-40ac-aad4-56920065037d" providerId="ADAL" clId="{2DCFDF45-1F6B-4A47-892B-C9094FDD5642}" dt="2022-03-21T11:08:19.259" v="1310" actId="27803"/>
          <ac:spMkLst>
            <pc:docMk/>
            <pc:sldMk cId="1175821773" sldId="258"/>
            <ac:spMk id="1084" creationId="{8C0C8F0B-2E04-4D4B-AED6-B1A94909DDA3}"/>
          </ac:spMkLst>
        </pc:spChg>
        <pc:spChg chg="mod">
          <ac:chgData name="SERGIO SPANO'" userId="3abdd0b9-513e-40ac-aad4-56920065037d" providerId="ADAL" clId="{2DCFDF45-1F6B-4A47-892B-C9094FDD5642}" dt="2022-03-21T11:08:19.259" v="1310" actId="27803"/>
          <ac:spMkLst>
            <pc:docMk/>
            <pc:sldMk cId="1175821773" sldId="258"/>
            <ac:spMk id="1085" creationId="{44DA54A2-1EB1-4DEB-B301-B0D1BE0F41BC}"/>
          </ac:spMkLst>
        </pc:spChg>
        <pc:spChg chg="mod">
          <ac:chgData name="SERGIO SPANO'" userId="3abdd0b9-513e-40ac-aad4-56920065037d" providerId="ADAL" clId="{2DCFDF45-1F6B-4A47-892B-C9094FDD5642}" dt="2022-03-21T11:08:19.259" v="1310" actId="27803"/>
          <ac:spMkLst>
            <pc:docMk/>
            <pc:sldMk cId="1175821773" sldId="258"/>
            <ac:spMk id="1086" creationId="{9A45A4E2-92A7-4C39-8E3B-21487C1C43EC}"/>
          </ac:spMkLst>
        </pc:spChg>
        <pc:spChg chg="mod">
          <ac:chgData name="SERGIO SPANO'" userId="3abdd0b9-513e-40ac-aad4-56920065037d" providerId="ADAL" clId="{2DCFDF45-1F6B-4A47-892B-C9094FDD5642}" dt="2022-03-21T11:08:19.259" v="1310" actId="27803"/>
          <ac:spMkLst>
            <pc:docMk/>
            <pc:sldMk cId="1175821773" sldId="258"/>
            <ac:spMk id="1087" creationId="{C8D5834A-5E85-4C4B-87EB-68D8934418B1}"/>
          </ac:spMkLst>
        </pc:spChg>
        <pc:spChg chg="mod">
          <ac:chgData name="SERGIO SPANO'" userId="3abdd0b9-513e-40ac-aad4-56920065037d" providerId="ADAL" clId="{2DCFDF45-1F6B-4A47-892B-C9094FDD5642}" dt="2022-03-21T11:08:19.259" v="1310" actId="27803"/>
          <ac:spMkLst>
            <pc:docMk/>
            <pc:sldMk cId="1175821773" sldId="258"/>
            <ac:spMk id="1088" creationId="{9B3BD40D-1569-4A3A-A172-F22A482FC972}"/>
          </ac:spMkLst>
        </pc:spChg>
        <pc:spChg chg="mod">
          <ac:chgData name="SERGIO SPANO'" userId="3abdd0b9-513e-40ac-aad4-56920065037d" providerId="ADAL" clId="{2DCFDF45-1F6B-4A47-892B-C9094FDD5642}" dt="2022-03-21T11:08:19.259" v="1310" actId="27803"/>
          <ac:spMkLst>
            <pc:docMk/>
            <pc:sldMk cId="1175821773" sldId="258"/>
            <ac:spMk id="1089" creationId="{41EC5F51-0E22-4359-A90F-38CFEE32751C}"/>
          </ac:spMkLst>
        </pc:spChg>
        <pc:spChg chg="mod">
          <ac:chgData name="SERGIO SPANO'" userId="3abdd0b9-513e-40ac-aad4-56920065037d" providerId="ADAL" clId="{2DCFDF45-1F6B-4A47-892B-C9094FDD5642}" dt="2022-03-21T11:08:19.259" v="1310" actId="27803"/>
          <ac:spMkLst>
            <pc:docMk/>
            <pc:sldMk cId="1175821773" sldId="258"/>
            <ac:spMk id="1090" creationId="{7D52A031-AA92-439E-B2CE-895B181FE7B5}"/>
          </ac:spMkLst>
        </pc:spChg>
        <pc:spChg chg="mod">
          <ac:chgData name="SERGIO SPANO'" userId="3abdd0b9-513e-40ac-aad4-56920065037d" providerId="ADAL" clId="{2DCFDF45-1F6B-4A47-892B-C9094FDD5642}" dt="2022-03-21T11:08:19.259" v="1310" actId="27803"/>
          <ac:spMkLst>
            <pc:docMk/>
            <pc:sldMk cId="1175821773" sldId="258"/>
            <ac:spMk id="1091" creationId="{4932CCF0-597A-4FD3-ADB2-FAAA66C1A076}"/>
          </ac:spMkLst>
        </pc:spChg>
        <pc:spChg chg="mod">
          <ac:chgData name="SERGIO SPANO'" userId="3abdd0b9-513e-40ac-aad4-56920065037d" providerId="ADAL" clId="{2DCFDF45-1F6B-4A47-892B-C9094FDD5642}" dt="2022-03-21T11:08:19.259" v="1310" actId="27803"/>
          <ac:spMkLst>
            <pc:docMk/>
            <pc:sldMk cId="1175821773" sldId="258"/>
            <ac:spMk id="1092" creationId="{005D4E8F-F025-4E5C-8601-2AE0E666F833}"/>
          </ac:spMkLst>
        </pc:spChg>
        <pc:spChg chg="mod">
          <ac:chgData name="SERGIO SPANO'" userId="3abdd0b9-513e-40ac-aad4-56920065037d" providerId="ADAL" clId="{2DCFDF45-1F6B-4A47-892B-C9094FDD5642}" dt="2022-03-21T11:08:19.259" v="1310" actId="27803"/>
          <ac:spMkLst>
            <pc:docMk/>
            <pc:sldMk cId="1175821773" sldId="258"/>
            <ac:spMk id="1093" creationId="{6B28B519-1538-42B3-93CB-B0E53CF60644}"/>
          </ac:spMkLst>
        </pc:spChg>
        <pc:spChg chg="mod">
          <ac:chgData name="SERGIO SPANO'" userId="3abdd0b9-513e-40ac-aad4-56920065037d" providerId="ADAL" clId="{2DCFDF45-1F6B-4A47-892B-C9094FDD5642}" dt="2022-03-21T11:08:19.259" v="1310" actId="27803"/>
          <ac:spMkLst>
            <pc:docMk/>
            <pc:sldMk cId="1175821773" sldId="258"/>
            <ac:spMk id="1094" creationId="{5E2A34BA-B913-4FCA-9481-CA8FA2466E81}"/>
          </ac:spMkLst>
        </pc:spChg>
        <pc:spChg chg="mod">
          <ac:chgData name="SERGIO SPANO'" userId="3abdd0b9-513e-40ac-aad4-56920065037d" providerId="ADAL" clId="{2DCFDF45-1F6B-4A47-892B-C9094FDD5642}" dt="2022-03-21T11:08:19.259" v="1310" actId="27803"/>
          <ac:spMkLst>
            <pc:docMk/>
            <pc:sldMk cId="1175821773" sldId="258"/>
            <ac:spMk id="1095" creationId="{D3C0E801-5E36-47B7-B492-E0C79D7D721C}"/>
          </ac:spMkLst>
        </pc:spChg>
        <pc:spChg chg="mod">
          <ac:chgData name="SERGIO SPANO'" userId="3abdd0b9-513e-40ac-aad4-56920065037d" providerId="ADAL" clId="{2DCFDF45-1F6B-4A47-892B-C9094FDD5642}" dt="2022-03-21T11:08:19.259" v="1310" actId="27803"/>
          <ac:spMkLst>
            <pc:docMk/>
            <pc:sldMk cId="1175821773" sldId="258"/>
            <ac:spMk id="1096" creationId="{52E10314-DBEA-4B22-82E1-F52ACFF37555}"/>
          </ac:spMkLst>
        </pc:spChg>
        <pc:spChg chg="mod">
          <ac:chgData name="SERGIO SPANO'" userId="3abdd0b9-513e-40ac-aad4-56920065037d" providerId="ADAL" clId="{2DCFDF45-1F6B-4A47-892B-C9094FDD5642}" dt="2022-03-21T11:08:19.259" v="1310" actId="27803"/>
          <ac:spMkLst>
            <pc:docMk/>
            <pc:sldMk cId="1175821773" sldId="258"/>
            <ac:spMk id="1097" creationId="{E2270419-BC77-478C-96F8-D5BECAE35940}"/>
          </ac:spMkLst>
        </pc:spChg>
        <pc:spChg chg="mod">
          <ac:chgData name="SERGIO SPANO'" userId="3abdd0b9-513e-40ac-aad4-56920065037d" providerId="ADAL" clId="{2DCFDF45-1F6B-4A47-892B-C9094FDD5642}" dt="2022-03-21T11:08:19.259" v="1310" actId="27803"/>
          <ac:spMkLst>
            <pc:docMk/>
            <pc:sldMk cId="1175821773" sldId="258"/>
            <ac:spMk id="1098" creationId="{DDE1D77D-6CA7-4E26-A9DE-36BFC6462D96}"/>
          </ac:spMkLst>
        </pc:spChg>
        <pc:spChg chg="mod">
          <ac:chgData name="SERGIO SPANO'" userId="3abdd0b9-513e-40ac-aad4-56920065037d" providerId="ADAL" clId="{2DCFDF45-1F6B-4A47-892B-C9094FDD5642}" dt="2022-03-21T11:08:19.259" v="1310" actId="27803"/>
          <ac:spMkLst>
            <pc:docMk/>
            <pc:sldMk cId="1175821773" sldId="258"/>
            <ac:spMk id="1099" creationId="{9412190F-F0D8-46B7-A9D0-78A1BAFED58F}"/>
          </ac:spMkLst>
        </pc:spChg>
        <pc:spChg chg="mod">
          <ac:chgData name="SERGIO SPANO'" userId="3abdd0b9-513e-40ac-aad4-56920065037d" providerId="ADAL" clId="{2DCFDF45-1F6B-4A47-892B-C9094FDD5642}" dt="2022-03-21T11:08:19.259" v="1310" actId="27803"/>
          <ac:spMkLst>
            <pc:docMk/>
            <pc:sldMk cId="1175821773" sldId="258"/>
            <ac:spMk id="1100" creationId="{443A3220-3729-4087-A00B-8E115FB6CCA1}"/>
          </ac:spMkLst>
        </pc:spChg>
        <pc:spChg chg="mod">
          <ac:chgData name="SERGIO SPANO'" userId="3abdd0b9-513e-40ac-aad4-56920065037d" providerId="ADAL" clId="{2DCFDF45-1F6B-4A47-892B-C9094FDD5642}" dt="2022-03-21T11:08:19.259" v="1310" actId="27803"/>
          <ac:spMkLst>
            <pc:docMk/>
            <pc:sldMk cId="1175821773" sldId="258"/>
            <ac:spMk id="1101" creationId="{29FA5CD5-60B6-4BAF-AB7C-375C74E0234D}"/>
          </ac:spMkLst>
        </pc:spChg>
        <pc:spChg chg="mod">
          <ac:chgData name="SERGIO SPANO'" userId="3abdd0b9-513e-40ac-aad4-56920065037d" providerId="ADAL" clId="{2DCFDF45-1F6B-4A47-892B-C9094FDD5642}" dt="2022-03-21T11:08:19.259" v="1310" actId="27803"/>
          <ac:spMkLst>
            <pc:docMk/>
            <pc:sldMk cId="1175821773" sldId="258"/>
            <ac:spMk id="1102" creationId="{0275DDEB-FC54-4030-860C-FE7B2384E6F7}"/>
          </ac:spMkLst>
        </pc:spChg>
        <pc:spChg chg="mod">
          <ac:chgData name="SERGIO SPANO'" userId="3abdd0b9-513e-40ac-aad4-56920065037d" providerId="ADAL" clId="{2DCFDF45-1F6B-4A47-892B-C9094FDD5642}" dt="2022-03-21T11:08:19.259" v="1310" actId="27803"/>
          <ac:spMkLst>
            <pc:docMk/>
            <pc:sldMk cId="1175821773" sldId="258"/>
            <ac:spMk id="1103" creationId="{EC8453A6-550B-4B4A-8EA4-9FD480C93423}"/>
          </ac:spMkLst>
        </pc:spChg>
        <pc:spChg chg="mod">
          <ac:chgData name="SERGIO SPANO'" userId="3abdd0b9-513e-40ac-aad4-56920065037d" providerId="ADAL" clId="{2DCFDF45-1F6B-4A47-892B-C9094FDD5642}" dt="2022-03-21T11:08:19.259" v="1310" actId="27803"/>
          <ac:spMkLst>
            <pc:docMk/>
            <pc:sldMk cId="1175821773" sldId="258"/>
            <ac:spMk id="1104" creationId="{A15D4A19-83C6-4820-9E69-D26102B447B8}"/>
          </ac:spMkLst>
        </pc:spChg>
        <pc:spChg chg="mod">
          <ac:chgData name="SERGIO SPANO'" userId="3abdd0b9-513e-40ac-aad4-56920065037d" providerId="ADAL" clId="{2DCFDF45-1F6B-4A47-892B-C9094FDD5642}" dt="2022-03-21T11:08:19.259" v="1310" actId="27803"/>
          <ac:spMkLst>
            <pc:docMk/>
            <pc:sldMk cId="1175821773" sldId="258"/>
            <ac:spMk id="1105" creationId="{22E6D69C-D135-430E-B401-942BF2F77EB0}"/>
          </ac:spMkLst>
        </pc:spChg>
        <pc:spChg chg="mod">
          <ac:chgData name="SERGIO SPANO'" userId="3abdd0b9-513e-40ac-aad4-56920065037d" providerId="ADAL" clId="{2DCFDF45-1F6B-4A47-892B-C9094FDD5642}" dt="2022-03-21T11:08:19.259" v="1310" actId="27803"/>
          <ac:spMkLst>
            <pc:docMk/>
            <pc:sldMk cId="1175821773" sldId="258"/>
            <ac:spMk id="1106" creationId="{379EE5E2-DBC3-47E2-8813-8FDBD6D23211}"/>
          </ac:spMkLst>
        </pc:spChg>
        <pc:spChg chg="mod">
          <ac:chgData name="SERGIO SPANO'" userId="3abdd0b9-513e-40ac-aad4-56920065037d" providerId="ADAL" clId="{2DCFDF45-1F6B-4A47-892B-C9094FDD5642}" dt="2022-03-21T11:08:19.259" v="1310" actId="27803"/>
          <ac:spMkLst>
            <pc:docMk/>
            <pc:sldMk cId="1175821773" sldId="258"/>
            <ac:spMk id="1107" creationId="{4D12438C-AD8D-4FB5-9B79-44572B3B108A}"/>
          </ac:spMkLst>
        </pc:spChg>
        <pc:spChg chg="mod">
          <ac:chgData name="SERGIO SPANO'" userId="3abdd0b9-513e-40ac-aad4-56920065037d" providerId="ADAL" clId="{2DCFDF45-1F6B-4A47-892B-C9094FDD5642}" dt="2022-03-21T11:08:19.259" v="1310" actId="27803"/>
          <ac:spMkLst>
            <pc:docMk/>
            <pc:sldMk cId="1175821773" sldId="258"/>
            <ac:spMk id="1108" creationId="{E72BC0B5-CEE7-4134-9539-B603295F4EEC}"/>
          </ac:spMkLst>
        </pc:spChg>
        <pc:spChg chg="mod">
          <ac:chgData name="SERGIO SPANO'" userId="3abdd0b9-513e-40ac-aad4-56920065037d" providerId="ADAL" clId="{2DCFDF45-1F6B-4A47-892B-C9094FDD5642}" dt="2022-03-21T11:08:19.259" v="1310" actId="27803"/>
          <ac:spMkLst>
            <pc:docMk/>
            <pc:sldMk cId="1175821773" sldId="258"/>
            <ac:spMk id="1109" creationId="{6C8486AD-C6EF-49C2-BAD6-0D8E10036CF8}"/>
          </ac:spMkLst>
        </pc:spChg>
        <pc:spChg chg="mod">
          <ac:chgData name="SERGIO SPANO'" userId="3abdd0b9-513e-40ac-aad4-56920065037d" providerId="ADAL" clId="{2DCFDF45-1F6B-4A47-892B-C9094FDD5642}" dt="2022-03-21T11:08:19.259" v="1310" actId="27803"/>
          <ac:spMkLst>
            <pc:docMk/>
            <pc:sldMk cId="1175821773" sldId="258"/>
            <ac:spMk id="1110" creationId="{E319BB0A-53B2-442B-ACB2-98F780552624}"/>
          </ac:spMkLst>
        </pc:spChg>
        <pc:spChg chg="mod">
          <ac:chgData name="SERGIO SPANO'" userId="3abdd0b9-513e-40ac-aad4-56920065037d" providerId="ADAL" clId="{2DCFDF45-1F6B-4A47-892B-C9094FDD5642}" dt="2022-03-21T11:08:19.259" v="1310" actId="27803"/>
          <ac:spMkLst>
            <pc:docMk/>
            <pc:sldMk cId="1175821773" sldId="258"/>
            <ac:spMk id="1111" creationId="{3A63EE98-DCD0-4221-94A5-4B9C098E0677}"/>
          </ac:spMkLst>
        </pc:spChg>
        <pc:spChg chg="mod">
          <ac:chgData name="SERGIO SPANO'" userId="3abdd0b9-513e-40ac-aad4-56920065037d" providerId="ADAL" clId="{2DCFDF45-1F6B-4A47-892B-C9094FDD5642}" dt="2022-03-21T11:08:19.259" v="1310" actId="27803"/>
          <ac:spMkLst>
            <pc:docMk/>
            <pc:sldMk cId="1175821773" sldId="258"/>
            <ac:spMk id="1112" creationId="{2CC01BF2-6B62-4363-8128-34E7F1202AB3}"/>
          </ac:spMkLst>
        </pc:spChg>
        <pc:spChg chg="mod">
          <ac:chgData name="SERGIO SPANO'" userId="3abdd0b9-513e-40ac-aad4-56920065037d" providerId="ADAL" clId="{2DCFDF45-1F6B-4A47-892B-C9094FDD5642}" dt="2022-03-21T11:08:19.259" v="1310" actId="27803"/>
          <ac:spMkLst>
            <pc:docMk/>
            <pc:sldMk cId="1175821773" sldId="258"/>
            <ac:spMk id="1113" creationId="{0A9B4364-DFCC-4A92-8DA6-7890E19DC30F}"/>
          </ac:spMkLst>
        </pc:spChg>
        <pc:spChg chg="mod">
          <ac:chgData name="SERGIO SPANO'" userId="3abdd0b9-513e-40ac-aad4-56920065037d" providerId="ADAL" clId="{2DCFDF45-1F6B-4A47-892B-C9094FDD5642}" dt="2022-03-21T11:08:19.259" v="1310" actId="27803"/>
          <ac:spMkLst>
            <pc:docMk/>
            <pc:sldMk cId="1175821773" sldId="258"/>
            <ac:spMk id="1114" creationId="{01079A05-C29D-43FC-87C3-1195EADA8177}"/>
          </ac:spMkLst>
        </pc:spChg>
        <pc:spChg chg="mod">
          <ac:chgData name="SERGIO SPANO'" userId="3abdd0b9-513e-40ac-aad4-56920065037d" providerId="ADAL" clId="{2DCFDF45-1F6B-4A47-892B-C9094FDD5642}" dt="2022-03-21T11:08:19.259" v="1310" actId="27803"/>
          <ac:spMkLst>
            <pc:docMk/>
            <pc:sldMk cId="1175821773" sldId="258"/>
            <ac:spMk id="1115" creationId="{E8A921A5-8BB6-4C46-BFBC-8C378B0947D8}"/>
          </ac:spMkLst>
        </pc:spChg>
        <pc:spChg chg="mod">
          <ac:chgData name="SERGIO SPANO'" userId="3abdd0b9-513e-40ac-aad4-56920065037d" providerId="ADAL" clId="{2DCFDF45-1F6B-4A47-892B-C9094FDD5642}" dt="2022-03-21T11:08:19.259" v="1310" actId="27803"/>
          <ac:spMkLst>
            <pc:docMk/>
            <pc:sldMk cId="1175821773" sldId="258"/>
            <ac:spMk id="1116" creationId="{B852F2B4-14AF-4AD7-A254-C7FB7F0E7B22}"/>
          </ac:spMkLst>
        </pc:spChg>
        <pc:spChg chg="mod">
          <ac:chgData name="SERGIO SPANO'" userId="3abdd0b9-513e-40ac-aad4-56920065037d" providerId="ADAL" clId="{2DCFDF45-1F6B-4A47-892B-C9094FDD5642}" dt="2022-03-21T11:08:19.259" v="1310" actId="27803"/>
          <ac:spMkLst>
            <pc:docMk/>
            <pc:sldMk cId="1175821773" sldId="258"/>
            <ac:spMk id="1117" creationId="{ACCD56EA-9E19-4422-BB1C-9AF825DB48CF}"/>
          </ac:spMkLst>
        </pc:spChg>
        <pc:spChg chg="mod">
          <ac:chgData name="SERGIO SPANO'" userId="3abdd0b9-513e-40ac-aad4-56920065037d" providerId="ADAL" clId="{2DCFDF45-1F6B-4A47-892B-C9094FDD5642}" dt="2022-03-21T11:08:19.259" v="1310" actId="27803"/>
          <ac:spMkLst>
            <pc:docMk/>
            <pc:sldMk cId="1175821773" sldId="258"/>
            <ac:spMk id="1118" creationId="{EF6F0270-521C-40AB-BB37-3797B1882397}"/>
          </ac:spMkLst>
        </pc:spChg>
        <pc:spChg chg="mod">
          <ac:chgData name="SERGIO SPANO'" userId="3abdd0b9-513e-40ac-aad4-56920065037d" providerId="ADAL" clId="{2DCFDF45-1F6B-4A47-892B-C9094FDD5642}" dt="2022-03-21T11:08:19.259" v="1310" actId="27803"/>
          <ac:spMkLst>
            <pc:docMk/>
            <pc:sldMk cId="1175821773" sldId="258"/>
            <ac:spMk id="1119" creationId="{D5D0540D-1380-46B2-913C-882BA0680792}"/>
          </ac:spMkLst>
        </pc:spChg>
        <pc:spChg chg="mod">
          <ac:chgData name="SERGIO SPANO'" userId="3abdd0b9-513e-40ac-aad4-56920065037d" providerId="ADAL" clId="{2DCFDF45-1F6B-4A47-892B-C9094FDD5642}" dt="2022-03-21T11:08:19.259" v="1310" actId="27803"/>
          <ac:spMkLst>
            <pc:docMk/>
            <pc:sldMk cId="1175821773" sldId="258"/>
            <ac:spMk id="1120" creationId="{96C0694C-7273-40B4-94C5-A298DFB6609E}"/>
          </ac:spMkLst>
        </pc:spChg>
        <pc:spChg chg="mod">
          <ac:chgData name="SERGIO SPANO'" userId="3abdd0b9-513e-40ac-aad4-56920065037d" providerId="ADAL" clId="{2DCFDF45-1F6B-4A47-892B-C9094FDD5642}" dt="2022-03-21T11:08:19.259" v="1310" actId="27803"/>
          <ac:spMkLst>
            <pc:docMk/>
            <pc:sldMk cId="1175821773" sldId="258"/>
            <ac:spMk id="1121" creationId="{3C9B5188-5AE6-480A-8692-BA10C28BE389}"/>
          </ac:spMkLst>
        </pc:spChg>
        <pc:spChg chg="mod">
          <ac:chgData name="SERGIO SPANO'" userId="3abdd0b9-513e-40ac-aad4-56920065037d" providerId="ADAL" clId="{2DCFDF45-1F6B-4A47-892B-C9094FDD5642}" dt="2022-03-21T11:08:19.259" v="1310" actId="27803"/>
          <ac:spMkLst>
            <pc:docMk/>
            <pc:sldMk cId="1175821773" sldId="258"/>
            <ac:spMk id="1122" creationId="{2E48C6CB-4515-4F36-A7CD-65E0E4DF2F0B}"/>
          </ac:spMkLst>
        </pc:spChg>
        <pc:spChg chg="mod">
          <ac:chgData name="SERGIO SPANO'" userId="3abdd0b9-513e-40ac-aad4-56920065037d" providerId="ADAL" clId="{2DCFDF45-1F6B-4A47-892B-C9094FDD5642}" dt="2022-03-21T11:08:19.259" v="1310" actId="27803"/>
          <ac:spMkLst>
            <pc:docMk/>
            <pc:sldMk cId="1175821773" sldId="258"/>
            <ac:spMk id="1123" creationId="{E65CC666-4F71-4F58-993B-39513A2997BA}"/>
          </ac:spMkLst>
        </pc:spChg>
        <pc:spChg chg="mod">
          <ac:chgData name="SERGIO SPANO'" userId="3abdd0b9-513e-40ac-aad4-56920065037d" providerId="ADAL" clId="{2DCFDF45-1F6B-4A47-892B-C9094FDD5642}" dt="2022-03-21T11:08:19.259" v="1310" actId="27803"/>
          <ac:spMkLst>
            <pc:docMk/>
            <pc:sldMk cId="1175821773" sldId="258"/>
            <ac:spMk id="1124" creationId="{06804A7A-5CC9-4884-89BB-5C0972A0F3B6}"/>
          </ac:spMkLst>
        </pc:spChg>
        <pc:spChg chg="mod">
          <ac:chgData name="SERGIO SPANO'" userId="3abdd0b9-513e-40ac-aad4-56920065037d" providerId="ADAL" clId="{2DCFDF45-1F6B-4A47-892B-C9094FDD5642}" dt="2022-03-21T11:08:19.259" v="1310" actId="27803"/>
          <ac:spMkLst>
            <pc:docMk/>
            <pc:sldMk cId="1175821773" sldId="258"/>
            <ac:spMk id="1125" creationId="{4B3A6007-E9A2-444E-82FA-8C74CCB1EFF7}"/>
          </ac:spMkLst>
        </pc:spChg>
        <pc:spChg chg="mod">
          <ac:chgData name="SERGIO SPANO'" userId="3abdd0b9-513e-40ac-aad4-56920065037d" providerId="ADAL" clId="{2DCFDF45-1F6B-4A47-892B-C9094FDD5642}" dt="2022-03-21T11:08:19.259" v="1310" actId="27803"/>
          <ac:spMkLst>
            <pc:docMk/>
            <pc:sldMk cId="1175821773" sldId="258"/>
            <ac:spMk id="1126" creationId="{26A35DCA-3907-4DCA-87C4-E601793EC3AB}"/>
          </ac:spMkLst>
        </pc:spChg>
        <pc:spChg chg="mod">
          <ac:chgData name="SERGIO SPANO'" userId="3abdd0b9-513e-40ac-aad4-56920065037d" providerId="ADAL" clId="{2DCFDF45-1F6B-4A47-892B-C9094FDD5642}" dt="2022-03-21T11:08:19.259" v="1310" actId="27803"/>
          <ac:spMkLst>
            <pc:docMk/>
            <pc:sldMk cId="1175821773" sldId="258"/>
            <ac:spMk id="1127" creationId="{4105DAFA-82D0-424E-9ECE-ADFEDB06870D}"/>
          </ac:spMkLst>
        </pc:spChg>
        <pc:spChg chg="mod">
          <ac:chgData name="SERGIO SPANO'" userId="3abdd0b9-513e-40ac-aad4-56920065037d" providerId="ADAL" clId="{2DCFDF45-1F6B-4A47-892B-C9094FDD5642}" dt="2022-03-21T11:08:19.259" v="1310" actId="27803"/>
          <ac:spMkLst>
            <pc:docMk/>
            <pc:sldMk cId="1175821773" sldId="258"/>
            <ac:spMk id="1128" creationId="{43E02A96-E830-473E-932F-9D79840D604D}"/>
          </ac:spMkLst>
        </pc:spChg>
        <pc:spChg chg="mod">
          <ac:chgData name="SERGIO SPANO'" userId="3abdd0b9-513e-40ac-aad4-56920065037d" providerId="ADAL" clId="{2DCFDF45-1F6B-4A47-892B-C9094FDD5642}" dt="2022-03-21T11:08:19.259" v="1310" actId="27803"/>
          <ac:spMkLst>
            <pc:docMk/>
            <pc:sldMk cId="1175821773" sldId="258"/>
            <ac:spMk id="1129" creationId="{A238B31D-C734-485A-AF80-B525EA9CDBCE}"/>
          </ac:spMkLst>
        </pc:spChg>
        <pc:spChg chg="mod">
          <ac:chgData name="SERGIO SPANO'" userId="3abdd0b9-513e-40ac-aad4-56920065037d" providerId="ADAL" clId="{2DCFDF45-1F6B-4A47-892B-C9094FDD5642}" dt="2022-03-21T11:08:19.259" v="1310" actId="27803"/>
          <ac:spMkLst>
            <pc:docMk/>
            <pc:sldMk cId="1175821773" sldId="258"/>
            <ac:spMk id="1130" creationId="{6FB4CC50-8E9E-4BB8-8206-6C1926A5CB77}"/>
          </ac:spMkLst>
        </pc:spChg>
        <pc:spChg chg="mod">
          <ac:chgData name="SERGIO SPANO'" userId="3abdd0b9-513e-40ac-aad4-56920065037d" providerId="ADAL" clId="{2DCFDF45-1F6B-4A47-892B-C9094FDD5642}" dt="2022-03-21T11:08:19.259" v="1310" actId="27803"/>
          <ac:spMkLst>
            <pc:docMk/>
            <pc:sldMk cId="1175821773" sldId="258"/>
            <ac:spMk id="1131" creationId="{628D95A5-8686-4E8C-86AF-3DA24E168BA3}"/>
          </ac:spMkLst>
        </pc:spChg>
        <pc:spChg chg="mod">
          <ac:chgData name="SERGIO SPANO'" userId="3abdd0b9-513e-40ac-aad4-56920065037d" providerId="ADAL" clId="{2DCFDF45-1F6B-4A47-892B-C9094FDD5642}" dt="2022-03-21T11:08:19.259" v="1310" actId="27803"/>
          <ac:spMkLst>
            <pc:docMk/>
            <pc:sldMk cId="1175821773" sldId="258"/>
            <ac:spMk id="1132" creationId="{72ACD56D-BE7E-409A-B180-1703657C3B8F}"/>
          </ac:spMkLst>
        </pc:spChg>
        <pc:spChg chg="mod">
          <ac:chgData name="SERGIO SPANO'" userId="3abdd0b9-513e-40ac-aad4-56920065037d" providerId="ADAL" clId="{2DCFDF45-1F6B-4A47-892B-C9094FDD5642}" dt="2022-03-21T11:08:19.259" v="1310" actId="27803"/>
          <ac:spMkLst>
            <pc:docMk/>
            <pc:sldMk cId="1175821773" sldId="258"/>
            <ac:spMk id="1133" creationId="{12D6C0B3-A67D-412E-ABC4-55D65C02B86A}"/>
          </ac:spMkLst>
        </pc:spChg>
        <pc:spChg chg="mod">
          <ac:chgData name="SERGIO SPANO'" userId="3abdd0b9-513e-40ac-aad4-56920065037d" providerId="ADAL" clId="{2DCFDF45-1F6B-4A47-892B-C9094FDD5642}" dt="2022-03-21T11:08:19.259" v="1310" actId="27803"/>
          <ac:spMkLst>
            <pc:docMk/>
            <pc:sldMk cId="1175821773" sldId="258"/>
            <ac:spMk id="1134" creationId="{9B46F7E9-88E2-4E05-B77B-9671BDF2F739}"/>
          </ac:spMkLst>
        </pc:spChg>
        <pc:spChg chg="mod">
          <ac:chgData name="SERGIO SPANO'" userId="3abdd0b9-513e-40ac-aad4-56920065037d" providerId="ADAL" clId="{2DCFDF45-1F6B-4A47-892B-C9094FDD5642}" dt="2022-03-21T11:08:19.259" v="1310" actId="27803"/>
          <ac:spMkLst>
            <pc:docMk/>
            <pc:sldMk cId="1175821773" sldId="258"/>
            <ac:spMk id="1135" creationId="{81AF1178-64FF-4554-9DDA-355700AF0C99}"/>
          </ac:spMkLst>
        </pc:spChg>
        <pc:spChg chg="mod">
          <ac:chgData name="SERGIO SPANO'" userId="3abdd0b9-513e-40ac-aad4-56920065037d" providerId="ADAL" clId="{2DCFDF45-1F6B-4A47-892B-C9094FDD5642}" dt="2022-03-21T11:08:19.259" v="1310" actId="27803"/>
          <ac:spMkLst>
            <pc:docMk/>
            <pc:sldMk cId="1175821773" sldId="258"/>
            <ac:spMk id="1136" creationId="{E8A82347-7F84-4FC4-B87C-D9D4DD95CBDA}"/>
          </ac:spMkLst>
        </pc:spChg>
        <pc:spChg chg="mod">
          <ac:chgData name="SERGIO SPANO'" userId="3abdd0b9-513e-40ac-aad4-56920065037d" providerId="ADAL" clId="{2DCFDF45-1F6B-4A47-892B-C9094FDD5642}" dt="2022-03-21T11:08:19.259" v="1310" actId="27803"/>
          <ac:spMkLst>
            <pc:docMk/>
            <pc:sldMk cId="1175821773" sldId="258"/>
            <ac:spMk id="1137" creationId="{4EAF4D2D-5CEB-43E7-9648-98DF248829BE}"/>
          </ac:spMkLst>
        </pc:spChg>
        <pc:spChg chg="mod">
          <ac:chgData name="SERGIO SPANO'" userId="3abdd0b9-513e-40ac-aad4-56920065037d" providerId="ADAL" clId="{2DCFDF45-1F6B-4A47-892B-C9094FDD5642}" dt="2022-03-21T11:08:19.259" v="1310" actId="27803"/>
          <ac:spMkLst>
            <pc:docMk/>
            <pc:sldMk cId="1175821773" sldId="258"/>
            <ac:spMk id="1138" creationId="{063B11DB-DAC5-46A1-8C77-CDB9C42E0B3A}"/>
          </ac:spMkLst>
        </pc:spChg>
        <pc:spChg chg="mod">
          <ac:chgData name="SERGIO SPANO'" userId="3abdd0b9-513e-40ac-aad4-56920065037d" providerId="ADAL" clId="{2DCFDF45-1F6B-4A47-892B-C9094FDD5642}" dt="2022-03-21T11:08:19.259" v="1310" actId="27803"/>
          <ac:spMkLst>
            <pc:docMk/>
            <pc:sldMk cId="1175821773" sldId="258"/>
            <ac:spMk id="1139" creationId="{00FC3E51-077E-44B4-9350-F6A583B0960B}"/>
          </ac:spMkLst>
        </pc:spChg>
        <pc:spChg chg="mod">
          <ac:chgData name="SERGIO SPANO'" userId="3abdd0b9-513e-40ac-aad4-56920065037d" providerId="ADAL" clId="{2DCFDF45-1F6B-4A47-892B-C9094FDD5642}" dt="2022-03-21T11:08:19.259" v="1310" actId="27803"/>
          <ac:spMkLst>
            <pc:docMk/>
            <pc:sldMk cId="1175821773" sldId="258"/>
            <ac:spMk id="1140" creationId="{C1650665-D786-4724-BC49-BF5C82C6C6C4}"/>
          </ac:spMkLst>
        </pc:spChg>
        <pc:spChg chg="mod">
          <ac:chgData name="SERGIO SPANO'" userId="3abdd0b9-513e-40ac-aad4-56920065037d" providerId="ADAL" clId="{2DCFDF45-1F6B-4A47-892B-C9094FDD5642}" dt="2022-03-21T11:08:19.259" v="1310" actId="27803"/>
          <ac:spMkLst>
            <pc:docMk/>
            <pc:sldMk cId="1175821773" sldId="258"/>
            <ac:spMk id="1141" creationId="{C89890FC-230A-47AE-9769-FFFE0EC1C146}"/>
          </ac:spMkLst>
        </pc:spChg>
        <pc:spChg chg="mod">
          <ac:chgData name="SERGIO SPANO'" userId="3abdd0b9-513e-40ac-aad4-56920065037d" providerId="ADAL" clId="{2DCFDF45-1F6B-4A47-892B-C9094FDD5642}" dt="2022-03-21T11:08:19.259" v="1310" actId="27803"/>
          <ac:spMkLst>
            <pc:docMk/>
            <pc:sldMk cId="1175821773" sldId="258"/>
            <ac:spMk id="1142" creationId="{80621D18-BC64-4818-A51A-F2ADDB473CF1}"/>
          </ac:spMkLst>
        </pc:spChg>
        <pc:spChg chg="mod">
          <ac:chgData name="SERGIO SPANO'" userId="3abdd0b9-513e-40ac-aad4-56920065037d" providerId="ADAL" clId="{2DCFDF45-1F6B-4A47-892B-C9094FDD5642}" dt="2022-03-21T11:08:19.259" v="1310" actId="27803"/>
          <ac:spMkLst>
            <pc:docMk/>
            <pc:sldMk cId="1175821773" sldId="258"/>
            <ac:spMk id="1143" creationId="{1FB2B2BE-0402-4220-8E2A-B9B3FC11F9E2}"/>
          </ac:spMkLst>
        </pc:spChg>
        <pc:spChg chg="mod">
          <ac:chgData name="SERGIO SPANO'" userId="3abdd0b9-513e-40ac-aad4-56920065037d" providerId="ADAL" clId="{2DCFDF45-1F6B-4A47-892B-C9094FDD5642}" dt="2022-03-21T11:08:19.259" v="1310" actId="27803"/>
          <ac:spMkLst>
            <pc:docMk/>
            <pc:sldMk cId="1175821773" sldId="258"/>
            <ac:spMk id="1144" creationId="{6CCDE0BF-AB4D-445E-8E93-21D13DC0EBC7}"/>
          </ac:spMkLst>
        </pc:spChg>
        <pc:spChg chg="mod">
          <ac:chgData name="SERGIO SPANO'" userId="3abdd0b9-513e-40ac-aad4-56920065037d" providerId="ADAL" clId="{2DCFDF45-1F6B-4A47-892B-C9094FDD5642}" dt="2022-03-21T11:08:19.259" v="1310" actId="27803"/>
          <ac:spMkLst>
            <pc:docMk/>
            <pc:sldMk cId="1175821773" sldId="258"/>
            <ac:spMk id="1145" creationId="{C84C8680-FCAA-411D-B8B2-1DB3986B9993}"/>
          </ac:spMkLst>
        </pc:spChg>
        <pc:spChg chg="mod">
          <ac:chgData name="SERGIO SPANO'" userId="3abdd0b9-513e-40ac-aad4-56920065037d" providerId="ADAL" clId="{2DCFDF45-1F6B-4A47-892B-C9094FDD5642}" dt="2022-03-21T11:08:19.259" v="1310" actId="27803"/>
          <ac:spMkLst>
            <pc:docMk/>
            <pc:sldMk cId="1175821773" sldId="258"/>
            <ac:spMk id="1146" creationId="{D764E77E-5D50-4D94-80DB-00564C740FDA}"/>
          </ac:spMkLst>
        </pc:spChg>
        <pc:spChg chg="mod">
          <ac:chgData name="SERGIO SPANO'" userId="3abdd0b9-513e-40ac-aad4-56920065037d" providerId="ADAL" clId="{2DCFDF45-1F6B-4A47-892B-C9094FDD5642}" dt="2022-03-21T11:08:19.259" v="1310" actId="27803"/>
          <ac:spMkLst>
            <pc:docMk/>
            <pc:sldMk cId="1175821773" sldId="258"/>
            <ac:spMk id="1147" creationId="{5B4CE8BA-69E0-4057-B733-F8A601E862C9}"/>
          </ac:spMkLst>
        </pc:spChg>
        <pc:spChg chg="mod">
          <ac:chgData name="SERGIO SPANO'" userId="3abdd0b9-513e-40ac-aad4-56920065037d" providerId="ADAL" clId="{2DCFDF45-1F6B-4A47-892B-C9094FDD5642}" dt="2022-03-21T11:08:19.259" v="1310" actId="27803"/>
          <ac:spMkLst>
            <pc:docMk/>
            <pc:sldMk cId="1175821773" sldId="258"/>
            <ac:spMk id="1148" creationId="{9DC036E4-E87D-4420-BFAB-3A25714B559A}"/>
          </ac:spMkLst>
        </pc:spChg>
        <pc:spChg chg="mod">
          <ac:chgData name="SERGIO SPANO'" userId="3abdd0b9-513e-40ac-aad4-56920065037d" providerId="ADAL" clId="{2DCFDF45-1F6B-4A47-892B-C9094FDD5642}" dt="2022-03-21T11:08:19.259" v="1310" actId="27803"/>
          <ac:spMkLst>
            <pc:docMk/>
            <pc:sldMk cId="1175821773" sldId="258"/>
            <ac:spMk id="1149" creationId="{71068EAC-C92C-4524-A92C-7CEDA1D76D49}"/>
          </ac:spMkLst>
        </pc:spChg>
        <pc:spChg chg="mod">
          <ac:chgData name="SERGIO SPANO'" userId="3abdd0b9-513e-40ac-aad4-56920065037d" providerId="ADAL" clId="{2DCFDF45-1F6B-4A47-892B-C9094FDD5642}" dt="2022-03-21T11:08:19.259" v="1310" actId="27803"/>
          <ac:spMkLst>
            <pc:docMk/>
            <pc:sldMk cId="1175821773" sldId="258"/>
            <ac:spMk id="1150" creationId="{8B33B10E-9588-4583-9734-EEC4045FC39D}"/>
          </ac:spMkLst>
        </pc:spChg>
        <pc:spChg chg="mod">
          <ac:chgData name="SERGIO SPANO'" userId="3abdd0b9-513e-40ac-aad4-56920065037d" providerId="ADAL" clId="{2DCFDF45-1F6B-4A47-892B-C9094FDD5642}" dt="2022-03-21T11:08:19.259" v="1310" actId="27803"/>
          <ac:spMkLst>
            <pc:docMk/>
            <pc:sldMk cId="1175821773" sldId="258"/>
            <ac:spMk id="1151" creationId="{AC2C484C-CEEF-4AE9-84D7-CEDC9C8FC2CF}"/>
          </ac:spMkLst>
        </pc:spChg>
        <pc:spChg chg="mod">
          <ac:chgData name="SERGIO SPANO'" userId="3abdd0b9-513e-40ac-aad4-56920065037d" providerId="ADAL" clId="{2DCFDF45-1F6B-4A47-892B-C9094FDD5642}" dt="2022-03-21T11:08:19.259" v="1310" actId="27803"/>
          <ac:spMkLst>
            <pc:docMk/>
            <pc:sldMk cId="1175821773" sldId="258"/>
            <ac:spMk id="1152" creationId="{2E592323-F28C-4D2A-88C0-426CBDC555FC}"/>
          </ac:spMkLst>
        </pc:spChg>
        <pc:spChg chg="mod">
          <ac:chgData name="SERGIO SPANO'" userId="3abdd0b9-513e-40ac-aad4-56920065037d" providerId="ADAL" clId="{2DCFDF45-1F6B-4A47-892B-C9094FDD5642}" dt="2022-03-21T11:08:19.259" v="1310" actId="27803"/>
          <ac:spMkLst>
            <pc:docMk/>
            <pc:sldMk cId="1175821773" sldId="258"/>
            <ac:spMk id="1153" creationId="{A93CCD41-A5C1-46BF-92C9-6AF9A591A066}"/>
          </ac:spMkLst>
        </pc:spChg>
        <pc:spChg chg="mod">
          <ac:chgData name="SERGIO SPANO'" userId="3abdd0b9-513e-40ac-aad4-56920065037d" providerId="ADAL" clId="{2DCFDF45-1F6B-4A47-892B-C9094FDD5642}" dt="2022-03-21T11:08:19.259" v="1310" actId="27803"/>
          <ac:spMkLst>
            <pc:docMk/>
            <pc:sldMk cId="1175821773" sldId="258"/>
            <ac:spMk id="1154" creationId="{3EABC945-3306-44A8-BC2A-1139471D69BE}"/>
          </ac:spMkLst>
        </pc:spChg>
        <pc:spChg chg="mod">
          <ac:chgData name="SERGIO SPANO'" userId="3abdd0b9-513e-40ac-aad4-56920065037d" providerId="ADAL" clId="{2DCFDF45-1F6B-4A47-892B-C9094FDD5642}" dt="2022-03-21T11:08:19.259" v="1310" actId="27803"/>
          <ac:spMkLst>
            <pc:docMk/>
            <pc:sldMk cId="1175821773" sldId="258"/>
            <ac:spMk id="1155" creationId="{59DDE9E2-138C-4481-AEF2-B25055FFA3C1}"/>
          </ac:spMkLst>
        </pc:spChg>
        <pc:spChg chg="mod">
          <ac:chgData name="SERGIO SPANO'" userId="3abdd0b9-513e-40ac-aad4-56920065037d" providerId="ADAL" clId="{2DCFDF45-1F6B-4A47-892B-C9094FDD5642}" dt="2022-03-21T11:08:19.259" v="1310" actId="27803"/>
          <ac:spMkLst>
            <pc:docMk/>
            <pc:sldMk cId="1175821773" sldId="258"/>
            <ac:spMk id="1156" creationId="{D3B8650D-8EFB-49DE-90F0-F2B561FB0390}"/>
          </ac:spMkLst>
        </pc:spChg>
        <pc:spChg chg="mod">
          <ac:chgData name="SERGIO SPANO'" userId="3abdd0b9-513e-40ac-aad4-56920065037d" providerId="ADAL" clId="{2DCFDF45-1F6B-4A47-892B-C9094FDD5642}" dt="2022-03-21T11:08:19.259" v="1310" actId="27803"/>
          <ac:spMkLst>
            <pc:docMk/>
            <pc:sldMk cId="1175821773" sldId="258"/>
            <ac:spMk id="1157" creationId="{4A8CDAA7-A820-4CCD-BCB0-A33DC113C8F9}"/>
          </ac:spMkLst>
        </pc:spChg>
        <pc:spChg chg="mod">
          <ac:chgData name="SERGIO SPANO'" userId="3abdd0b9-513e-40ac-aad4-56920065037d" providerId="ADAL" clId="{2DCFDF45-1F6B-4A47-892B-C9094FDD5642}" dt="2022-03-21T11:08:19.259" v="1310" actId="27803"/>
          <ac:spMkLst>
            <pc:docMk/>
            <pc:sldMk cId="1175821773" sldId="258"/>
            <ac:spMk id="1158" creationId="{3893E003-AF97-48C1-AA89-B93166B23831}"/>
          </ac:spMkLst>
        </pc:spChg>
        <pc:spChg chg="mod">
          <ac:chgData name="SERGIO SPANO'" userId="3abdd0b9-513e-40ac-aad4-56920065037d" providerId="ADAL" clId="{2DCFDF45-1F6B-4A47-892B-C9094FDD5642}" dt="2022-03-21T11:08:19.259" v="1310" actId="27803"/>
          <ac:spMkLst>
            <pc:docMk/>
            <pc:sldMk cId="1175821773" sldId="258"/>
            <ac:spMk id="1159" creationId="{90FB9DB7-90A9-40CB-AEAF-B5BF409E2ED8}"/>
          </ac:spMkLst>
        </pc:spChg>
        <pc:spChg chg="mod">
          <ac:chgData name="SERGIO SPANO'" userId="3abdd0b9-513e-40ac-aad4-56920065037d" providerId="ADAL" clId="{2DCFDF45-1F6B-4A47-892B-C9094FDD5642}" dt="2022-03-21T11:08:19.259" v="1310" actId="27803"/>
          <ac:spMkLst>
            <pc:docMk/>
            <pc:sldMk cId="1175821773" sldId="258"/>
            <ac:spMk id="1160" creationId="{5872DC79-F449-478A-9A7F-BA2BE504253E}"/>
          </ac:spMkLst>
        </pc:spChg>
        <pc:spChg chg="mod">
          <ac:chgData name="SERGIO SPANO'" userId="3abdd0b9-513e-40ac-aad4-56920065037d" providerId="ADAL" clId="{2DCFDF45-1F6B-4A47-892B-C9094FDD5642}" dt="2022-03-21T11:08:19.259" v="1310" actId="27803"/>
          <ac:spMkLst>
            <pc:docMk/>
            <pc:sldMk cId="1175821773" sldId="258"/>
            <ac:spMk id="1161" creationId="{73DB657C-E4D9-45F6-BE81-50015477FC86}"/>
          </ac:spMkLst>
        </pc:spChg>
        <pc:spChg chg="mod">
          <ac:chgData name="SERGIO SPANO'" userId="3abdd0b9-513e-40ac-aad4-56920065037d" providerId="ADAL" clId="{2DCFDF45-1F6B-4A47-892B-C9094FDD5642}" dt="2022-03-21T11:08:19.259" v="1310" actId="27803"/>
          <ac:spMkLst>
            <pc:docMk/>
            <pc:sldMk cId="1175821773" sldId="258"/>
            <ac:spMk id="1162" creationId="{B424D087-9AEB-4BA6-8B45-1458FDB24394}"/>
          </ac:spMkLst>
        </pc:spChg>
        <pc:spChg chg="mod">
          <ac:chgData name="SERGIO SPANO'" userId="3abdd0b9-513e-40ac-aad4-56920065037d" providerId="ADAL" clId="{2DCFDF45-1F6B-4A47-892B-C9094FDD5642}" dt="2022-03-21T11:08:19.259" v="1310" actId="27803"/>
          <ac:spMkLst>
            <pc:docMk/>
            <pc:sldMk cId="1175821773" sldId="258"/>
            <ac:spMk id="1163" creationId="{DDEB0C60-DBC2-46B8-8970-F1EF9233A26E}"/>
          </ac:spMkLst>
        </pc:spChg>
        <pc:spChg chg="mod">
          <ac:chgData name="SERGIO SPANO'" userId="3abdd0b9-513e-40ac-aad4-56920065037d" providerId="ADAL" clId="{2DCFDF45-1F6B-4A47-892B-C9094FDD5642}" dt="2022-03-21T11:08:19.259" v="1310" actId="27803"/>
          <ac:spMkLst>
            <pc:docMk/>
            <pc:sldMk cId="1175821773" sldId="258"/>
            <ac:spMk id="1164" creationId="{91542F78-E322-40AA-840B-F87F24728523}"/>
          </ac:spMkLst>
        </pc:spChg>
        <pc:spChg chg="mod">
          <ac:chgData name="SERGIO SPANO'" userId="3abdd0b9-513e-40ac-aad4-56920065037d" providerId="ADAL" clId="{2DCFDF45-1F6B-4A47-892B-C9094FDD5642}" dt="2022-03-21T11:08:19.259" v="1310" actId="27803"/>
          <ac:spMkLst>
            <pc:docMk/>
            <pc:sldMk cId="1175821773" sldId="258"/>
            <ac:spMk id="1165" creationId="{6C361E32-BE8A-4476-8BBB-07ED834DA2A3}"/>
          </ac:spMkLst>
        </pc:spChg>
        <pc:spChg chg="mod">
          <ac:chgData name="SERGIO SPANO'" userId="3abdd0b9-513e-40ac-aad4-56920065037d" providerId="ADAL" clId="{2DCFDF45-1F6B-4A47-892B-C9094FDD5642}" dt="2022-03-21T11:08:19.259" v="1310" actId="27803"/>
          <ac:spMkLst>
            <pc:docMk/>
            <pc:sldMk cId="1175821773" sldId="258"/>
            <ac:spMk id="1166" creationId="{5EBDFF50-7DA4-4488-8BF5-90C2F9FDC992}"/>
          </ac:spMkLst>
        </pc:spChg>
        <pc:spChg chg="mod">
          <ac:chgData name="SERGIO SPANO'" userId="3abdd0b9-513e-40ac-aad4-56920065037d" providerId="ADAL" clId="{2DCFDF45-1F6B-4A47-892B-C9094FDD5642}" dt="2022-03-21T11:08:19.259" v="1310" actId="27803"/>
          <ac:spMkLst>
            <pc:docMk/>
            <pc:sldMk cId="1175821773" sldId="258"/>
            <ac:spMk id="1167" creationId="{76E3E966-2045-4153-86B3-B0EB01779F8F}"/>
          </ac:spMkLst>
        </pc:spChg>
        <pc:spChg chg="mod">
          <ac:chgData name="SERGIO SPANO'" userId="3abdd0b9-513e-40ac-aad4-56920065037d" providerId="ADAL" clId="{2DCFDF45-1F6B-4A47-892B-C9094FDD5642}" dt="2022-03-21T11:08:19.259" v="1310" actId="27803"/>
          <ac:spMkLst>
            <pc:docMk/>
            <pc:sldMk cId="1175821773" sldId="258"/>
            <ac:spMk id="1168" creationId="{C10098C5-1F1A-4DC2-94AD-95660A834E46}"/>
          </ac:spMkLst>
        </pc:spChg>
        <pc:spChg chg="mod">
          <ac:chgData name="SERGIO SPANO'" userId="3abdd0b9-513e-40ac-aad4-56920065037d" providerId="ADAL" clId="{2DCFDF45-1F6B-4A47-892B-C9094FDD5642}" dt="2022-03-21T11:08:19.259" v="1310" actId="27803"/>
          <ac:spMkLst>
            <pc:docMk/>
            <pc:sldMk cId="1175821773" sldId="258"/>
            <ac:spMk id="1169" creationId="{2C9FA038-70F6-4A2B-8094-B4B00254A918}"/>
          </ac:spMkLst>
        </pc:spChg>
        <pc:spChg chg="mod">
          <ac:chgData name="SERGIO SPANO'" userId="3abdd0b9-513e-40ac-aad4-56920065037d" providerId="ADAL" clId="{2DCFDF45-1F6B-4A47-892B-C9094FDD5642}" dt="2022-03-21T11:08:19.259" v="1310" actId="27803"/>
          <ac:spMkLst>
            <pc:docMk/>
            <pc:sldMk cId="1175821773" sldId="258"/>
            <ac:spMk id="1170" creationId="{0DB86A0D-1A6D-4626-884E-B6A86B612B48}"/>
          </ac:spMkLst>
        </pc:spChg>
        <pc:spChg chg="mod">
          <ac:chgData name="SERGIO SPANO'" userId="3abdd0b9-513e-40ac-aad4-56920065037d" providerId="ADAL" clId="{2DCFDF45-1F6B-4A47-892B-C9094FDD5642}" dt="2022-03-21T11:08:19.259" v="1310" actId="27803"/>
          <ac:spMkLst>
            <pc:docMk/>
            <pc:sldMk cId="1175821773" sldId="258"/>
            <ac:spMk id="1171" creationId="{FC8DA2B4-99D8-4B14-B3E0-70062817A498}"/>
          </ac:spMkLst>
        </pc:spChg>
        <pc:spChg chg="mod">
          <ac:chgData name="SERGIO SPANO'" userId="3abdd0b9-513e-40ac-aad4-56920065037d" providerId="ADAL" clId="{2DCFDF45-1F6B-4A47-892B-C9094FDD5642}" dt="2022-03-21T11:08:19.259" v="1310" actId="27803"/>
          <ac:spMkLst>
            <pc:docMk/>
            <pc:sldMk cId="1175821773" sldId="258"/>
            <ac:spMk id="1172" creationId="{5389CCF7-F406-4EE8-B5B9-4FD900985A5A}"/>
          </ac:spMkLst>
        </pc:spChg>
        <pc:spChg chg="mod">
          <ac:chgData name="SERGIO SPANO'" userId="3abdd0b9-513e-40ac-aad4-56920065037d" providerId="ADAL" clId="{2DCFDF45-1F6B-4A47-892B-C9094FDD5642}" dt="2022-03-21T11:08:19.259" v="1310" actId="27803"/>
          <ac:spMkLst>
            <pc:docMk/>
            <pc:sldMk cId="1175821773" sldId="258"/>
            <ac:spMk id="1173" creationId="{7314706F-D155-428F-B669-34E597D58CBC}"/>
          </ac:spMkLst>
        </pc:spChg>
        <pc:spChg chg="mod">
          <ac:chgData name="SERGIO SPANO'" userId="3abdd0b9-513e-40ac-aad4-56920065037d" providerId="ADAL" clId="{2DCFDF45-1F6B-4A47-892B-C9094FDD5642}" dt="2022-03-21T11:08:19.259" v="1310" actId="27803"/>
          <ac:spMkLst>
            <pc:docMk/>
            <pc:sldMk cId="1175821773" sldId="258"/>
            <ac:spMk id="1174" creationId="{283A7736-ABD0-4B28-AA4C-205E7F951663}"/>
          </ac:spMkLst>
        </pc:spChg>
        <pc:spChg chg="mod">
          <ac:chgData name="SERGIO SPANO'" userId="3abdd0b9-513e-40ac-aad4-56920065037d" providerId="ADAL" clId="{2DCFDF45-1F6B-4A47-892B-C9094FDD5642}" dt="2022-03-21T11:08:19.259" v="1310" actId="27803"/>
          <ac:spMkLst>
            <pc:docMk/>
            <pc:sldMk cId="1175821773" sldId="258"/>
            <ac:spMk id="1175" creationId="{FB505685-F964-4F7C-BD7B-3FD545F1C441}"/>
          </ac:spMkLst>
        </pc:spChg>
        <pc:spChg chg="mod">
          <ac:chgData name="SERGIO SPANO'" userId="3abdd0b9-513e-40ac-aad4-56920065037d" providerId="ADAL" clId="{2DCFDF45-1F6B-4A47-892B-C9094FDD5642}" dt="2022-03-21T11:08:19.259" v="1310" actId="27803"/>
          <ac:spMkLst>
            <pc:docMk/>
            <pc:sldMk cId="1175821773" sldId="258"/>
            <ac:spMk id="1176" creationId="{5BC7848F-FC2F-4436-928B-BCDEAE9DC18D}"/>
          </ac:spMkLst>
        </pc:spChg>
        <pc:spChg chg="mod">
          <ac:chgData name="SERGIO SPANO'" userId="3abdd0b9-513e-40ac-aad4-56920065037d" providerId="ADAL" clId="{2DCFDF45-1F6B-4A47-892B-C9094FDD5642}" dt="2022-03-21T11:08:19.259" v="1310" actId="27803"/>
          <ac:spMkLst>
            <pc:docMk/>
            <pc:sldMk cId="1175821773" sldId="258"/>
            <ac:spMk id="1177" creationId="{ACDB97A1-9646-4962-B69D-9AAD48BF9FE8}"/>
          </ac:spMkLst>
        </pc:spChg>
        <pc:spChg chg="mod">
          <ac:chgData name="SERGIO SPANO'" userId="3abdd0b9-513e-40ac-aad4-56920065037d" providerId="ADAL" clId="{2DCFDF45-1F6B-4A47-892B-C9094FDD5642}" dt="2022-03-21T11:08:19.259" v="1310" actId="27803"/>
          <ac:spMkLst>
            <pc:docMk/>
            <pc:sldMk cId="1175821773" sldId="258"/>
            <ac:spMk id="1178" creationId="{660ABE65-0580-46E5-A64F-733E69572EBA}"/>
          </ac:spMkLst>
        </pc:spChg>
        <pc:spChg chg="mod">
          <ac:chgData name="SERGIO SPANO'" userId="3abdd0b9-513e-40ac-aad4-56920065037d" providerId="ADAL" clId="{2DCFDF45-1F6B-4A47-892B-C9094FDD5642}" dt="2022-03-21T11:08:19.259" v="1310" actId="27803"/>
          <ac:spMkLst>
            <pc:docMk/>
            <pc:sldMk cId="1175821773" sldId="258"/>
            <ac:spMk id="1179" creationId="{04CA3F15-9018-4C39-BFF3-0D27409EF547}"/>
          </ac:spMkLst>
        </pc:spChg>
        <pc:spChg chg="mod">
          <ac:chgData name="SERGIO SPANO'" userId="3abdd0b9-513e-40ac-aad4-56920065037d" providerId="ADAL" clId="{2DCFDF45-1F6B-4A47-892B-C9094FDD5642}" dt="2022-03-21T11:08:19.259" v="1310" actId="27803"/>
          <ac:spMkLst>
            <pc:docMk/>
            <pc:sldMk cId="1175821773" sldId="258"/>
            <ac:spMk id="1180" creationId="{07F10D09-EE77-4621-BFBA-4223316D87A7}"/>
          </ac:spMkLst>
        </pc:spChg>
        <pc:spChg chg="mod">
          <ac:chgData name="SERGIO SPANO'" userId="3abdd0b9-513e-40ac-aad4-56920065037d" providerId="ADAL" clId="{2DCFDF45-1F6B-4A47-892B-C9094FDD5642}" dt="2022-03-21T11:08:19.259" v="1310" actId="27803"/>
          <ac:spMkLst>
            <pc:docMk/>
            <pc:sldMk cId="1175821773" sldId="258"/>
            <ac:spMk id="1181" creationId="{51B018F6-20AF-44F3-807E-459E2B05BF96}"/>
          </ac:spMkLst>
        </pc:spChg>
        <pc:spChg chg="mod">
          <ac:chgData name="SERGIO SPANO'" userId="3abdd0b9-513e-40ac-aad4-56920065037d" providerId="ADAL" clId="{2DCFDF45-1F6B-4A47-892B-C9094FDD5642}" dt="2022-03-21T11:08:19.259" v="1310" actId="27803"/>
          <ac:spMkLst>
            <pc:docMk/>
            <pc:sldMk cId="1175821773" sldId="258"/>
            <ac:spMk id="1182" creationId="{136AB4F7-E41D-4604-B78C-1283205683E8}"/>
          </ac:spMkLst>
        </pc:spChg>
        <pc:spChg chg="mod">
          <ac:chgData name="SERGIO SPANO'" userId="3abdd0b9-513e-40ac-aad4-56920065037d" providerId="ADAL" clId="{2DCFDF45-1F6B-4A47-892B-C9094FDD5642}" dt="2022-03-21T11:08:19.259" v="1310" actId="27803"/>
          <ac:spMkLst>
            <pc:docMk/>
            <pc:sldMk cId="1175821773" sldId="258"/>
            <ac:spMk id="1183" creationId="{03D1DD99-B522-496F-8045-2A9F26000743}"/>
          </ac:spMkLst>
        </pc:spChg>
        <pc:spChg chg="mod">
          <ac:chgData name="SERGIO SPANO'" userId="3abdd0b9-513e-40ac-aad4-56920065037d" providerId="ADAL" clId="{2DCFDF45-1F6B-4A47-892B-C9094FDD5642}" dt="2022-03-21T11:08:19.259" v="1310" actId="27803"/>
          <ac:spMkLst>
            <pc:docMk/>
            <pc:sldMk cId="1175821773" sldId="258"/>
            <ac:spMk id="1184" creationId="{EFCD65D6-8CB6-436C-A392-4F5CF2D73736}"/>
          </ac:spMkLst>
        </pc:spChg>
        <pc:spChg chg="mod">
          <ac:chgData name="SERGIO SPANO'" userId="3abdd0b9-513e-40ac-aad4-56920065037d" providerId="ADAL" clId="{2DCFDF45-1F6B-4A47-892B-C9094FDD5642}" dt="2022-03-21T11:08:19.259" v="1310" actId="27803"/>
          <ac:spMkLst>
            <pc:docMk/>
            <pc:sldMk cId="1175821773" sldId="258"/>
            <ac:spMk id="1185" creationId="{E4737342-57EF-46BA-B89B-FE437A6EA1FD}"/>
          </ac:spMkLst>
        </pc:spChg>
        <pc:spChg chg="mod">
          <ac:chgData name="SERGIO SPANO'" userId="3abdd0b9-513e-40ac-aad4-56920065037d" providerId="ADAL" clId="{2DCFDF45-1F6B-4A47-892B-C9094FDD5642}" dt="2022-03-21T11:08:19.259" v="1310" actId="27803"/>
          <ac:spMkLst>
            <pc:docMk/>
            <pc:sldMk cId="1175821773" sldId="258"/>
            <ac:spMk id="1186" creationId="{42F2D99B-78E5-4B0D-AAD2-1B9CEF19F79D}"/>
          </ac:spMkLst>
        </pc:spChg>
        <pc:spChg chg="mod">
          <ac:chgData name="SERGIO SPANO'" userId="3abdd0b9-513e-40ac-aad4-56920065037d" providerId="ADAL" clId="{2DCFDF45-1F6B-4A47-892B-C9094FDD5642}" dt="2022-03-21T11:08:19.259" v="1310" actId="27803"/>
          <ac:spMkLst>
            <pc:docMk/>
            <pc:sldMk cId="1175821773" sldId="258"/>
            <ac:spMk id="1187" creationId="{45F9A219-5F3B-4944-AC4B-67700EF51F44}"/>
          </ac:spMkLst>
        </pc:spChg>
        <pc:spChg chg="mod">
          <ac:chgData name="SERGIO SPANO'" userId="3abdd0b9-513e-40ac-aad4-56920065037d" providerId="ADAL" clId="{2DCFDF45-1F6B-4A47-892B-C9094FDD5642}" dt="2022-03-21T11:08:19.259" v="1310" actId="27803"/>
          <ac:spMkLst>
            <pc:docMk/>
            <pc:sldMk cId="1175821773" sldId="258"/>
            <ac:spMk id="1188" creationId="{BB637342-E1DB-4665-ACEE-9B28D95804BB}"/>
          </ac:spMkLst>
        </pc:spChg>
        <pc:spChg chg="mod">
          <ac:chgData name="SERGIO SPANO'" userId="3abdd0b9-513e-40ac-aad4-56920065037d" providerId="ADAL" clId="{2DCFDF45-1F6B-4A47-892B-C9094FDD5642}" dt="2022-03-21T11:08:19.259" v="1310" actId="27803"/>
          <ac:spMkLst>
            <pc:docMk/>
            <pc:sldMk cId="1175821773" sldId="258"/>
            <ac:spMk id="1189" creationId="{08732E5F-FB77-479B-A6F3-DE5625BF3B6B}"/>
          </ac:spMkLst>
        </pc:spChg>
        <pc:spChg chg="mod">
          <ac:chgData name="SERGIO SPANO'" userId="3abdd0b9-513e-40ac-aad4-56920065037d" providerId="ADAL" clId="{2DCFDF45-1F6B-4A47-892B-C9094FDD5642}" dt="2022-03-21T11:08:19.259" v="1310" actId="27803"/>
          <ac:spMkLst>
            <pc:docMk/>
            <pc:sldMk cId="1175821773" sldId="258"/>
            <ac:spMk id="1190" creationId="{0EEBC0EC-6F11-4BAD-A544-A334769EACB2}"/>
          </ac:spMkLst>
        </pc:spChg>
        <pc:spChg chg="mod">
          <ac:chgData name="SERGIO SPANO'" userId="3abdd0b9-513e-40ac-aad4-56920065037d" providerId="ADAL" clId="{2DCFDF45-1F6B-4A47-892B-C9094FDD5642}" dt="2022-03-21T11:08:19.259" v="1310" actId="27803"/>
          <ac:spMkLst>
            <pc:docMk/>
            <pc:sldMk cId="1175821773" sldId="258"/>
            <ac:spMk id="1191" creationId="{43B2C571-C03C-43E7-871F-0823438E225A}"/>
          </ac:spMkLst>
        </pc:spChg>
        <pc:spChg chg="mod">
          <ac:chgData name="SERGIO SPANO'" userId="3abdd0b9-513e-40ac-aad4-56920065037d" providerId="ADAL" clId="{2DCFDF45-1F6B-4A47-892B-C9094FDD5642}" dt="2022-03-21T11:08:19.259" v="1310" actId="27803"/>
          <ac:spMkLst>
            <pc:docMk/>
            <pc:sldMk cId="1175821773" sldId="258"/>
            <ac:spMk id="1192" creationId="{FA9748B6-D796-4E01-8AAF-E4F3C177B0CC}"/>
          </ac:spMkLst>
        </pc:spChg>
        <pc:spChg chg="mod">
          <ac:chgData name="SERGIO SPANO'" userId="3abdd0b9-513e-40ac-aad4-56920065037d" providerId="ADAL" clId="{2DCFDF45-1F6B-4A47-892B-C9094FDD5642}" dt="2022-03-21T11:08:19.259" v="1310" actId="27803"/>
          <ac:spMkLst>
            <pc:docMk/>
            <pc:sldMk cId="1175821773" sldId="258"/>
            <ac:spMk id="1193" creationId="{51D07569-AFAB-4E21-B735-45F0A532DF78}"/>
          </ac:spMkLst>
        </pc:spChg>
        <pc:spChg chg="mod">
          <ac:chgData name="SERGIO SPANO'" userId="3abdd0b9-513e-40ac-aad4-56920065037d" providerId="ADAL" clId="{2DCFDF45-1F6B-4A47-892B-C9094FDD5642}" dt="2022-03-21T11:08:19.259" v="1310" actId="27803"/>
          <ac:spMkLst>
            <pc:docMk/>
            <pc:sldMk cId="1175821773" sldId="258"/>
            <ac:spMk id="1194" creationId="{C0B7C750-F43A-4112-9683-C6F34B8748F2}"/>
          </ac:spMkLst>
        </pc:spChg>
        <pc:spChg chg="mod">
          <ac:chgData name="SERGIO SPANO'" userId="3abdd0b9-513e-40ac-aad4-56920065037d" providerId="ADAL" clId="{2DCFDF45-1F6B-4A47-892B-C9094FDD5642}" dt="2022-03-21T11:08:19.259" v="1310" actId="27803"/>
          <ac:spMkLst>
            <pc:docMk/>
            <pc:sldMk cId="1175821773" sldId="258"/>
            <ac:spMk id="1195" creationId="{824826BD-0FFD-411C-8CB0-2765BB3296E5}"/>
          </ac:spMkLst>
        </pc:spChg>
        <pc:spChg chg="mod">
          <ac:chgData name="SERGIO SPANO'" userId="3abdd0b9-513e-40ac-aad4-56920065037d" providerId="ADAL" clId="{2DCFDF45-1F6B-4A47-892B-C9094FDD5642}" dt="2022-03-21T11:08:19.259" v="1310" actId="27803"/>
          <ac:spMkLst>
            <pc:docMk/>
            <pc:sldMk cId="1175821773" sldId="258"/>
            <ac:spMk id="1196" creationId="{88191776-9AC4-4AC3-8963-646DF085B617}"/>
          </ac:spMkLst>
        </pc:spChg>
        <pc:spChg chg="mod">
          <ac:chgData name="SERGIO SPANO'" userId="3abdd0b9-513e-40ac-aad4-56920065037d" providerId="ADAL" clId="{2DCFDF45-1F6B-4A47-892B-C9094FDD5642}" dt="2022-03-21T11:08:19.259" v="1310" actId="27803"/>
          <ac:spMkLst>
            <pc:docMk/>
            <pc:sldMk cId="1175821773" sldId="258"/>
            <ac:spMk id="1197" creationId="{C758A1FB-BEDE-46D0-8374-341583D41291}"/>
          </ac:spMkLst>
        </pc:spChg>
        <pc:spChg chg="mod">
          <ac:chgData name="SERGIO SPANO'" userId="3abdd0b9-513e-40ac-aad4-56920065037d" providerId="ADAL" clId="{2DCFDF45-1F6B-4A47-892B-C9094FDD5642}" dt="2022-03-21T11:08:19.259" v="1310" actId="27803"/>
          <ac:spMkLst>
            <pc:docMk/>
            <pc:sldMk cId="1175821773" sldId="258"/>
            <ac:spMk id="1198" creationId="{29C6AE29-4612-4889-9899-1DCAFD7984BC}"/>
          </ac:spMkLst>
        </pc:spChg>
        <pc:spChg chg="mod">
          <ac:chgData name="SERGIO SPANO'" userId="3abdd0b9-513e-40ac-aad4-56920065037d" providerId="ADAL" clId="{2DCFDF45-1F6B-4A47-892B-C9094FDD5642}" dt="2022-03-21T11:08:19.259" v="1310" actId="27803"/>
          <ac:spMkLst>
            <pc:docMk/>
            <pc:sldMk cId="1175821773" sldId="258"/>
            <ac:spMk id="1199" creationId="{745D0D24-D29F-49A6-A953-30F41BD2D00C}"/>
          </ac:spMkLst>
        </pc:spChg>
        <pc:spChg chg="mod">
          <ac:chgData name="SERGIO SPANO'" userId="3abdd0b9-513e-40ac-aad4-56920065037d" providerId="ADAL" clId="{2DCFDF45-1F6B-4A47-892B-C9094FDD5642}" dt="2022-03-21T11:08:19.259" v="1310" actId="27803"/>
          <ac:spMkLst>
            <pc:docMk/>
            <pc:sldMk cId="1175821773" sldId="258"/>
            <ac:spMk id="1200" creationId="{A808C157-2472-4F8C-928C-1A80318FFD2E}"/>
          </ac:spMkLst>
        </pc:spChg>
        <pc:spChg chg="mod">
          <ac:chgData name="SERGIO SPANO'" userId="3abdd0b9-513e-40ac-aad4-56920065037d" providerId="ADAL" clId="{2DCFDF45-1F6B-4A47-892B-C9094FDD5642}" dt="2022-03-21T11:08:19.259" v="1310" actId="27803"/>
          <ac:spMkLst>
            <pc:docMk/>
            <pc:sldMk cId="1175821773" sldId="258"/>
            <ac:spMk id="1201" creationId="{29E34205-CEA0-423D-9930-576763ED8970}"/>
          </ac:spMkLst>
        </pc:spChg>
        <pc:spChg chg="mod">
          <ac:chgData name="SERGIO SPANO'" userId="3abdd0b9-513e-40ac-aad4-56920065037d" providerId="ADAL" clId="{2DCFDF45-1F6B-4A47-892B-C9094FDD5642}" dt="2022-03-21T11:08:19.259" v="1310" actId="27803"/>
          <ac:spMkLst>
            <pc:docMk/>
            <pc:sldMk cId="1175821773" sldId="258"/>
            <ac:spMk id="1202" creationId="{0C9FA40A-0EAF-477F-B5CF-CA8A0B9C5098}"/>
          </ac:spMkLst>
        </pc:spChg>
        <pc:spChg chg="mod">
          <ac:chgData name="SERGIO SPANO'" userId="3abdd0b9-513e-40ac-aad4-56920065037d" providerId="ADAL" clId="{2DCFDF45-1F6B-4A47-892B-C9094FDD5642}" dt="2022-03-21T11:08:19.259" v="1310" actId="27803"/>
          <ac:spMkLst>
            <pc:docMk/>
            <pc:sldMk cId="1175821773" sldId="258"/>
            <ac:spMk id="1203" creationId="{E2A0C0E4-3BF5-4B9F-8117-A9184A8C92F3}"/>
          </ac:spMkLst>
        </pc:spChg>
        <pc:spChg chg="mod">
          <ac:chgData name="SERGIO SPANO'" userId="3abdd0b9-513e-40ac-aad4-56920065037d" providerId="ADAL" clId="{2DCFDF45-1F6B-4A47-892B-C9094FDD5642}" dt="2022-03-21T11:08:19.259" v="1310" actId="27803"/>
          <ac:spMkLst>
            <pc:docMk/>
            <pc:sldMk cId="1175821773" sldId="258"/>
            <ac:spMk id="1204" creationId="{0ACCAEA2-DB6A-429A-A023-9F44DD8749B3}"/>
          </ac:spMkLst>
        </pc:spChg>
        <pc:spChg chg="mod">
          <ac:chgData name="SERGIO SPANO'" userId="3abdd0b9-513e-40ac-aad4-56920065037d" providerId="ADAL" clId="{2DCFDF45-1F6B-4A47-892B-C9094FDD5642}" dt="2022-03-21T11:08:19.259" v="1310" actId="27803"/>
          <ac:spMkLst>
            <pc:docMk/>
            <pc:sldMk cId="1175821773" sldId="258"/>
            <ac:spMk id="1205" creationId="{9713E8E9-4193-4BA0-AECC-F68E0080D352}"/>
          </ac:spMkLst>
        </pc:spChg>
        <pc:spChg chg="mod">
          <ac:chgData name="SERGIO SPANO'" userId="3abdd0b9-513e-40ac-aad4-56920065037d" providerId="ADAL" clId="{2DCFDF45-1F6B-4A47-892B-C9094FDD5642}" dt="2022-03-21T11:08:19.259" v="1310" actId="27803"/>
          <ac:spMkLst>
            <pc:docMk/>
            <pc:sldMk cId="1175821773" sldId="258"/>
            <ac:spMk id="1206" creationId="{78AB2BF4-95BC-4A99-BC22-EBD556DC8DB8}"/>
          </ac:spMkLst>
        </pc:spChg>
        <pc:spChg chg="mod">
          <ac:chgData name="SERGIO SPANO'" userId="3abdd0b9-513e-40ac-aad4-56920065037d" providerId="ADAL" clId="{2DCFDF45-1F6B-4A47-892B-C9094FDD5642}" dt="2022-03-21T11:08:19.259" v="1310" actId="27803"/>
          <ac:spMkLst>
            <pc:docMk/>
            <pc:sldMk cId="1175821773" sldId="258"/>
            <ac:spMk id="1207" creationId="{BD388DA5-106C-4C1A-B77A-F6453D85869B}"/>
          </ac:spMkLst>
        </pc:spChg>
        <pc:spChg chg="mod">
          <ac:chgData name="SERGIO SPANO'" userId="3abdd0b9-513e-40ac-aad4-56920065037d" providerId="ADAL" clId="{2DCFDF45-1F6B-4A47-892B-C9094FDD5642}" dt="2022-03-21T11:08:19.259" v="1310" actId="27803"/>
          <ac:spMkLst>
            <pc:docMk/>
            <pc:sldMk cId="1175821773" sldId="258"/>
            <ac:spMk id="1208" creationId="{D30C586E-5DA1-455A-97F3-FD49513D5D50}"/>
          </ac:spMkLst>
        </pc:spChg>
        <pc:spChg chg="mod">
          <ac:chgData name="SERGIO SPANO'" userId="3abdd0b9-513e-40ac-aad4-56920065037d" providerId="ADAL" clId="{2DCFDF45-1F6B-4A47-892B-C9094FDD5642}" dt="2022-03-21T11:08:19.259" v="1310" actId="27803"/>
          <ac:spMkLst>
            <pc:docMk/>
            <pc:sldMk cId="1175821773" sldId="258"/>
            <ac:spMk id="1209" creationId="{8C046F7E-AD5A-4555-B5BA-3D015A6DA771}"/>
          </ac:spMkLst>
        </pc:spChg>
        <pc:spChg chg="mod">
          <ac:chgData name="SERGIO SPANO'" userId="3abdd0b9-513e-40ac-aad4-56920065037d" providerId="ADAL" clId="{2DCFDF45-1F6B-4A47-892B-C9094FDD5642}" dt="2022-03-21T11:08:19.259" v="1310" actId="27803"/>
          <ac:spMkLst>
            <pc:docMk/>
            <pc:sldMk cId="1175821773" sldId="258"/>
            <ac:spMk id="1210" creationId="{1E046F02-60D6-4F52-9C57-54CA15B52975}"/>
          </ac:spMkLst>
        </pc:spChg>
        <pc:spChg chg="mod">
          <ac:chgData name="SERGIO SPANO'" userId="3abdd0b9-513e-40ac-aad4-56920065037d" providerId="ADAL" clId="{2DCFDF45-1F6B-4A47-892B-C9094FDD5642}" dt="2022-03-21T11:08:19.259" v="1310" actId="27803"/>
          <ac:spMkLst>
            <pc:docMk/>
            <pc:sldMk cId="1175821773" sldId="258"/>
            <ac:spMk id="1211" creationId="{1B90C1F5-2B20-46EE-9BC1-0CE4C4985047}"/>
          </ac:spMkLst>
        </pc:spChg>
        <pc:spChg chg="mod">
          <ac:chgData name="SERGIO SPANO'" userId="3abdd0b9-513e-40ac-aad4-56920065037d" providerId="ADAL" clId="{2DCFDF45-1F6B-4A47-892B-C9094FDD5642}" dt="2022-03-21T11:08:19.259" v="1310" actId="27803"/>
          <ac:spMkLst>
            <pc:docMk/>
            <pc:sldMk cId="1175821773" sldId="258"/>
            <ac:spMk id="1212" creationId="{90A2B709-7F9A-402C-BC67-38229CEA825D}"/>
          </ac:spMkLst>
        </pc:spChg>
        <pc:spChg chg="mod">
          <ac:chgData name="SERGIO SPANO'" userId="3abdd0b9-513e-40ac-aad4-56920065037d" providerId="ADAL" clId="{2DCFDF45-1F6B-4A47-892B-C9094FDD5642}" dt="2022-03-21T11:08:19.259" v="1310" actId="27803"/>
          <ac:spMkLst>
            <pc:docMk/>
            <pc:sldMk cId="1175821773" sldId="258"/>
            <ac:spMk id="1213" creationId="{2479A0E6-9EB3-4963-A6DB-DDF1B1C9688F}"/>
          </ac:spMkLst>
        </pc:spChg>
        <pc:spChg chg="mod">
          <ac:chgData name="SERGIO SPANO'" userId="3abdd0b9-513e-40ac-aad4-56920065037d" providerId="ADAL" clId="{2DCFDF45-1F6B-4A47-892B-C9094FDD5642}" dt="2022-03-21T11:08:19.259" v="1310" actId="27803"/>
          <ac:spMkLst>
            <pc:docMk/>
            <pc:sldMk cId="1175821773" sldId="258"/>
            <ac:spMk id="1214" creationId="{9C4F5B1B-CA15-4937-8AAA-09D9335BC718}"/>
          </ac:spMkLst>
        </pc:spChg>
        <pc:spChg chg="mod">
          <ac:chgData name="SERGIO SPANO'" userId="3abdd0b9-513e-40ac-aad4-56920065037d" providerId="ADAL" clId="{2DCFDF45-1F6B-4A47-892B-C9094FDD5642}" dt="2022-03-21T11:08:19.259" v="1310" actId="27803"/>
          <ac:spMkLst>
            <pc:docMk/>
            <pc:sldMk cId="1175821773" sldId="258"/>
            <ac:spMk id="1215" creationId="{F464F77A-8C39-4E80-99EC-E45CEFA630B7}"/>
          </ac:spMkLst>
        </pc:spChg>
        <pc:spChg chg="mod">
          <ac:chgData name="SERGIO SPANO'" userId="3abdd0b9-513e-40ac-aad4-56920065037d" providerId="ADAL" clId="{2DCFDF45-1F6B-4A47-892B-C9094FDD5642}" dt="2022-03-21T11:08:19.259" v="1310" actId="27803"/>
          <ac:spMkLst>
            <pc:docMk/>
            <pc:sldMk cId="1175821773" sldId="258"/>
            <ac:spMk id="1216" creationId="{89E35900-280B-4019-806E-AB1AFAAFDE2F}"/>
          </ac:spMkLst>
        </pc:spChg>
        <pc:spChg chg="mod">
          <ac:chgData name="SERGIO SPANO'" userId="3abdd0b9-513e-40ac-aad4-56920065037d" providerId="ADAL" clId="{2DCFDF45-1F6B-4A47-892B-C9094FDD5642}" dt="2022-03-21T11:08:19.259" v="1310" actId="27803"/>
          <ac:spMkLst>
            <pc:docMk/>
            <pc:sldMk cId="1175821773" sldId="258"/>
            <ac:spMk id="1217" creationId="{69E0A980-967C-48E0-A10E-239966B0A2C9}"/>
          </ac:spMkLst>
        </pc:spChg>
        <pc:spChg chg="mod">
          <ac:chgData name="SERGIO SPANO'" userId="3abdd0b9-513e-40ac-aad4-56920065037d" providerId="ADAL" clId="{2DCFDF45-1F6B-4A47-892B-C9094FDD5642}" dt="2022-03-21T11:08:19.259" v="1310" actId="27803"/>
          <ac:spMkLst>
            <pc:docMk/>
            <pc:sldMk cId="1175821773" sldId="258"/>
            <ac:spMk id="1218" creationId="{C4CD1364-8AA5-4B48-9DE5-599BDB553813}"/>
          </ac:spMkLst>
        </pc:spChg>
        <pc:spChg chg="mod">
          <ac:chgData name="SERGIO SPANO'" userId="3abdd0b9-513e-40ac-aad4-56920065037d" providerId="ADAL" clId="{2DCFDF45-1F6B-4A47-892B-C9094FDD5642}" dt="2022-03-21T11:08:19.259" v="1310" actId="27803"/>
          <ac:spMkLst>
            <pc:docMk/>
            <pc:sldMk cId="1175821773" sldId="258"/>
            <ac:spMk id="1219" creationId="{3DB96D53-F7DE-451E-91EE-3C2AE80D5EE7}"/>
          </ac:spMkLst>
        </pc:spChg>
        <pc:spChg chg="mod">
          <ac:chgData name="SERGIO SPANO'" userId="3abdd0b9-513e-40ac-aad4-56920065037d" providerId="ADAL" clId="{2DCFDF45-1F6B-4A47-892B-C9094FDD5642}" dt="2022-03-21T11:08:19.259" v="1310" actId="27803"/>
          <ac:spMkLst>
            <pc:docMk/>
            <pc:sldMk cId="1175821773" sldId="258"/>
            <ac:spMk id="1220" creationId="{F28C07C7-DB9D-45EC-A188-17B6E2D977F2}"/>
          </ac:spMkLst>
        </pc:spChg>
        <pc:spChg chg="mod">
          <ac:chgData name="SERGIO SPANO'" userId="3abdd0b9-513e-40ac-aad4-56920065037d" providerId="ADAL" clId="{2DCFDF45-1F6B-4A47-892B-C9094FDD5642}" dt="2022-03-21T11:08:19.259" v="1310" actId="27803"/>
          <ac:spMkLst>
            <pc:docMk/>
            <pc:sldMk cId="1175821773" sldId="258"/>
            <ac:spMk id="1221" creationId="{16193FF4-A57A-4A57-B09B-B8FBA906FAD4}"/>
          </ac:spMkLst>
        </pc:spChg>
        <pc:spChg chg="mod">
          <ac:chgData name="SERGIO SPANO'" userId="3abdd0b9-513e-40ac-aad4-56920065037d" providerId="ADAL" clId="{2DCFDF45-1F6B-4A47-892B-C9094FDD5642}" dt="2022-03-21T11:08:19.259" v="1310" actId="27803"/>
          <ac:spMkLst>
            <pc:docMk/>
            <pc:sldMk cId="1175821773" sldId="258"/>
            <ac:spMk id="1222" creationId="{2923CC3D-BFA5-40ED-87E3-49B885177A7F}"/>
          </ac:spMkLst>
        </pc:spChg>
        <pc:spChg chg="mod">
          <ac:chgData name="SERGIO SPANO'" userId="3abdd0b9-513e-40ac-aad4-56920065037d" providerId="ADAL" clId="{2DCFDF45-1F6B-4A47-892B-C9094FDD5642}" dt="2022-03-21T11:08:19.259" v="1310" actId="27803"/>
          <ac:spMkLst>
            <pc:docMk/>
            <pc:sldMk cId="1175821773" sldId="258"/>
            <ac:spMk id="1223" creationId="{204EEF79-714A-4C8A-A7C5-C29F128FA5B3}"/>
          </ac:spMkLst>
        </pc:spChg>
        <pc:spChg chg="mod">
          <ac:chgData name="SERGIO SPANO'" userId="3abdd0b9-513e-40ac-aad4-56920065037d" providerId="ADAL" clId="{2DCFDF45-1F6B-4A47-892B-C9094FDD5642}" dt="2022-03-21T11:08:19.259" v="1310" actId="27803"/>
          <ac:spMkLst>
            <pc:docMk/>
            <pc:sldMk cId="1175821773" sldId="258"/>
            <ac:spMk id="1224" creationId="{C47523BD-8F31-4A19-B2F9-DBC849F32D10}"/>
          </ac:spMkLst>
        </pc:spChg>
        <pc:spChg chg="mod">
          <ac:chgData name="SERGIO SPANO'" userId="3abdd0b9-513e-40ac-aad4-56920065037d" providerId="ADAL" clId="{2DCFDF45-1F6B-4A47-892B-C9094FDD5642}" dt="2022-03-21T11:08:19.259" v="1310" actId="27803"/>
          <ac:spMkLst>
            <pc:docMk/>
            <pc:sldMk cId="1175821773" sldId="258"/>
            <ac:spMk id="1225" creationId="{83A7E66A-1F44-4126-8987-51AF827D587C}"/>
          </ac:spMkLst>
        </pc:spChg>
        <pc:spChg chg="mod">
          <ac:chgData name="SERGIO SPANO'" userId="3abdd0b9-513e-40ac-aad4-56920065037d" providerId="ADAL" clId="{2DCFDF45-1F6B-4A47-892B-C9094FDD5642}" dt="2022-03-21T11:08:19.259" v="1310" actId="27803"/>
          <ac:spMkLst>
            <pc:docMk/>
            <pc:sldMk cId="1175821773" sldId="258"/>
            <ac:spMk id="1226" creationId="{5BEA5A3D-1026-4446-AF75-C77A078FFCFD}"/>
          </ac:spMkLst>
        </pc:spChg>
        <pc:spChg chg="mod">
          <ac:chgData name="SERGIO SPANO'" userId="3abdd0b9-513e-40ac-aad4-56920065037d" providerId="ADAL" clId="{2DCFDF45-1F6B-4A47-892B-C9094FDD5642}" dt="2022-03-21T11:08:19.259" v="1310" actId="27803"/>
          <ac:spMkLst>
            <pc:docMk/>
            <pc:sldMk cId="1175821773" sldId="258"/>
            <ac:spMk id="1227" creationId="{39A09437-0AE6-4CE6-A950-F66850D1E51A}"/>
          </ac:spMkLst>
        </pc:spChg>
        <pc:spChg chg="mod">
          <ac:chgData name="SERGIO SPANO'" userId="3abdd0b9-513e-40ac-aad4-56920065037d" providerId="ADAL" clId="{2DCFDF45-1F6B-4A47-892B-C9094FDD5642}" dt="2022-03-21T11:08:19.259" v="1310" actId="27803"/>
          <ac:spMkLst>
            <pc:docMk/>
            <pc:sldMk cId="1175821773" sldId="258"/>
            <ac:spMk id="1228" creationId="{577B1483-7204-4C19-A729-03D2559A477C}"/>
          </ac:spMkLst>
        </pc:spChg>
        <pc:spChg chg="mod">
          <ac:chgData name="SERGIO SPANO'" userId="3abdd0b9-513e-40ac-aad4-56920065037d" providerId="ADAL" clId="{2DCFDF45-1F6B-4A47-892B-C9094FDD5642}" dt="2022-03-21T11:08:19.259" v="1310" actId="27803"/>
          <ac:spMkLst>
            <pc:docMk/>
            <pc:sldMk cId="1175821773" sldId="258"/>
            <ac:spMk id="1229" creationId="{698E8CDF-7F1B-4020-805E-815454A28E48}"/>
          </ac:spMkLst>
        </pc:spChg>
        <pc:spChg chg="mod">
          <ac:chgData name="SERGIO SPANO'" userId="3abdd0b9-513e-40ac-aad4-56920065037d" providerId="ADAL" clId="{2DCFDF45-1F6B-4A47-892B-C9094FDD5642}" dt="2022-03-21T11:08:19.259" v="1310" actId="27803"/>
          <ac:spMkLst>
            <pc:docMk/>
            <pc:sldMk cId="1175821773" sldId="258"/>
            <ac:spMk id="1230" creationId="{9E7496EE-A82B-45D5-B317-33519E5ADA74}"/>
          </ac:spMkLst>
        </pc:spChg>
        <pc:spChg chg="mod">
          <ac:chgData name="SERGIO SPANO'" userId="3abdd0b9-513e-40ac-aad4-56920065037d" providerId="ADAL" clId="{2DCFDF45-1F6B-4A47-892B-C9094FDD5642}" dt="2022-03-21T11:08:19.259" v="1310" actId="27803"/>
          <ac:spMkLst>
            <pc:docMk/>
            <pc:sldMk cId="1175821773" sldId="258"/>
            <ac:spMk id="1231" creationId="{8271F72A-2120-4503-AB21-E363E41CC9C3}"/>
          </ac:spMkLst>
        </pc:spChg>
        <pc:spChg chg="mod">
          <ac:chgData name="SERGIO SPANO'" userId="3abdd0b9-513e-40ac-aad4-56920065037d" providerId="ADAL" clId="{2DCFDF45-1F6B-4A47-892B-C9094FDD5642}" dt="2022-03-21T11:08:19.259" v="1310" actId="27803"/>
          <ac:spMkLst>
            <pc:docMk/>
            <pc:sldMk cId="1175821773" sldId="258"/>
            <ac:spMk id="1232" creationId="{E25AE1A8-C93E-4F8B-8DA3-DC136B08A409}"/>
          </ac:spMkLst>
        </pc:spChg>
        <pc:spChg chg="mod">
          <ac:chgData name="SERGIO SPANO'" userId="3abdd0b9-513e-40ac-aad4-56920065037d" providerId="ADAL" clId="{2DCFDF45-1F6B-4A47-892B-C9094FDD5642}" dt="2022-03-21T11:08:19.259" v="1310" actId="27803"/>
          <ac:spMkLst>
            <pc:docMk/>
            <pc:sldMk cId="1175821773" sldId="258"/>
            <ac:spMk id="1233" creationId="{26E5F91A-23C1-4595-9911-00D46E13D218}"/>
          </ac:spMkLst>
        </pc:spChg>
        <pc:spChg chg="mod">
          <ac:chgData name="SERGIO SPANO'" userId="3abdd0b9-513e-40ac-aad4-56920065037d" providerId="ADAL" clId="{2DCFDF45-1F6B-4A47-892B-C9094FDD5642}" dt="2022-03-21T11:08:19.259" v="1310" actId="27803"/>
          <ac:spMkLst>
            <pc:docMk/>
            <pc:sldMk cId="1175821773" sldId="258"/>
            <ac:spMk id="1234" creationId="{1BA74F02-B564-4CEE-AE2E-8AFF183A1C8A}"/>
          </ac:spMkLst>
        </pc:spChg>
        <pc:spChg chg="mod">
          <ac:chgData name="SERGIO SPANO'" userId="3abdd0b9-513e-40ac-aad4-56920065037d" providerId="ADAL" clId="{2DCFDF45-1F6B-4A47-892B-C9094FDD5642}" dt="2022-03-21T11:08:19.259" v="1310" actId="27803"/>
          <ac:spMkLst>
            <pc:docMk/>
            <pc:sldMk cId="1175821773" sldId="258"/>
            <ac:spMk id="1235" creationId="{39B80C7E-2306-4C08-87B1-817A321D73FE}"/>
          </ac:spMkLst>
        </pc:spChg>
        <pc:spChg chg="mod">
          <ac:chgData name="SERGIO SPANO'" userId="3abdd0b9-513e-40ac-aad4-56920065037d" providerId="ADAL" clId="{2DCFDF45-1F6B-4A47-892B-C9094FDD5642}" dt="2022-03-21T11:08:19.259" v="1310" actId="27803"/>
          <ac:spMkLst>
            <pc:docMk/>
            <pc:sldMk cId="1175821773" sldId="258"/>
            <ac:spMk id="1236" creationId="{F99BB419-69A0-429D-AEB2-D016F46EFAEE}"/>
          </ac:spMkLst>
        </pc:spChg>
        <pc:spChg chg="mod">
          <ac:chgData name="SERGIO SPANO'" userId="3abdd0b9-513e-40ac-aad4-56920065037d" providerId="ADAL" clId="{2DCFDF45-1F6B-4A47-892B-C9094FDD5642}" dt="2022-03-21T11:08:19.259" v="1310" actId="27803"/>
          <ac:spMkLst>
            <pc:docMk/>
            <pc:sldMk cId="1175821773" sldId="258"/>
            <ac:spMk id="1237" creationId="{5E2795CB-E58A-4DC1-8C2A-9B94945A073D}"/>
          </ac:spMkLst>
        </pc:spChg>
        <pc:spChg chg="mod">
          <ac:chgData name="SERGIO SPANO'" userId="3abdd0b9-513e-40ac-aad4-56920065037d" providerId="ADAL" clId="{2DCFDF45-1F6B-4A47-892B-C9094FDD5642}" dt="2022-03-21T11:08:19.259" v="1310" actId="27803"/>
          <ac:spMkLst>
            <pc:docMk/>
            <pc:sldMk cId="1175821773" sldId="258"/>
            <ac:spMk id="1238" creationId="{DB593CE4-2356-4CF2-9279-AC7A5EF1A77E}"/>
          </ac:spMkLst>
        </pc:spChg>
        <pc:spChg chg="mod">
          <ac:chgData name="SERGIO SPANO'" userId="3abdd0b9-513e-40ac-aad4-56920065037d" providerId="ADAL" clId="{2DCFDF45-1F6B-4A47-892B-C9094FDD5642}" dt="2022-03-21T11:08:19.259" v="1310" actId="27803"/>
          <ac:spMkLst>
            <pc:docMk/>
            <pc:sldMk cId="1175821773" sldId="258"/>
            <ac:spMk id="1239" creationId="{54F5E893-B5C5-48E5-8967-D45B29AA8579}"/>
          </ac:spMkLst>
        </pc:spChg>
        <pc:spChg chg="mod">
          <ac:chgData name="SERGIO SPANO'" userId="3abdd0b9-513e-40ac-aad4-56920065037d" providerId="ADAL" clId="{2DCFDF45-1F6B-4A47-892B-C9094FDD5642}" dt="2022-03-21T11:08:19.259" v="1310" actId="27803"/>
          <ac:spMkLst>
            <pc:docMk/>
            <pc:sldMk cId="1175821773" sldId="258"/>
            <ac:spMk id="1240" creationId="{9F059638-D179-45D2-9031-1511ADC0CB39}"/>
          </ac:spMkLst>
        </pc:spChg>
        <pc:spChg chg="mod">
          <ac:chgData name="SERGIO SPANO'" userId="3abdd0b9-513e-40ac-aad4-56920065037d" providerId="ADAL" clId="{2DCFDF45-1F6B-4A47-892B-C9094FDD5642}" dt="2022-03-21T11:08:19.259" v="1310" actId="27803"/>
          <ac:spMkLst>
            <pc:docMk/>
            <pc:sldMk cId="1175821773" sldId="258"/>
            <ac:spMk id="1241" creationId="{545E4DE7-2F1E-484F-842D-B7724BAB8AC1}"/>
          </ac:spMkLst>
        </pc:spChg>
        <pc:spChg chg="mod">
          <ac:chgData name="SERGIO SPANO'" userId="3abdd0b9-513e-40ac-aad4-56920065037d" providerId="ADAL" clId="{2DCFDF45-1F6B-4A47-892B-C9094FDD5642}" dt="2022-03-21T11:08:19.259" v="1310" actId="27803"/>
          <ac:spMkLst>
            <pc:docMk/>
            <pc:sldMk cId="1175821773" sldId="258"/>
            <ac:spMk id="1242" creationId="{7D624C8D-22B0-4AA8-B094-A09968C78137}"/>
          </ac:spMkLst>
        </pc:spChg>
        <pc:spChg chg="mod">
          <ac:chgData name="SERGIO SPANO'" userId="3abdd0b9-513e-40ac-aad4-56920065037d" providerId="ADAL" clId="{2DCFDF45-1F6B-4A47-892B-C9094FDD5642}" dt="2022-03-21T11:08:19.259" v="1310" actId="27803"/>
          <ac:spMkLst>
            <pc:docMk/>
            <pc:sldMk cId="1175821773" sldId="258"/>
            <ac:spMk id="1243" creationId="{289377A3-64B3-496A-A6A6-B42FB3AF1E7C}"/>
          </ac:spMkLst>
        </pc:spChg>
        <pc:spChg chg="mod">
          <ac:chgData name="SERGIO SPANO'" userId="3abdd0b9-513e-40ac-aad4-56920065037d" providerId="ADAL" clId="{2DCFDF45-1F6B-4A47-892B-C9094FDD5642}" dt="2022-03-21T11:08:19.259" v="1310" actId="27803"/>
          <ac:spMkLst>
            <pc:docMk/>
            <pc:sldMk cId="1175821773" sldId="258"/>
            <ac:spMk id="1244" creationId="{3EB47EEB-973C-4963-826A-36EA2F9F9F46}"/>
          </ac:spMkLst>
        </pc:spChg>
        <pc:spChg chg="mod">
          <ac:chgData name="SERGIO SPANO'" userId="3abdd0b9-513e-40ac-aad4-56920065037d" providerId="ADAL" clId="{2DCFDF45-1F6B-4A47-892B-C9094FDD5642}" dt="2022-03-21T11:08:19.259" v="1310" actId="27803"/>
          <ac:spMkLst>
            <pc:docMk/>
            <pc:sldMk cId="1175821773" sldId="258"/>
            <ac:spMk id="1245" creationId="{670D32D6-DCA9-457D-9FE2-A6D3A50407CF}"/>
          </ac:spMkLst>
        </pc:spChg>
        <pc:spChg chg="mod">
          <ac:chgData name="SERGIO SPANO'" userId="3abdd0b9-513e-40ac-aad4-56920065037d" providerId="ADAL" clId="{2DCFDF45-1F6B-4A47-892B-C9094FDD5642}" dt="2022-03-21T11:08:19.259" v="1310" actId="27803"/>
          <ac:spMkLst>
            <pc:docMk/>
            <pc:sldMk cId="1175821773" sldId="258"/>
            <ac:spMk id="1246" creationId="{96DAAB7A-8772-47A1-9D17-DC16B86C268B}"/>
          </ac:spMkLst>
        </pc:spChg>
        <pc:spChg chg="mod">
          <ac:chgData name="SERGIO SPANO'" userId="3abdd0b9-513e-40ac-aad4-56920065037d" providerId="ADAL" clId="{2DCFDF45-1F6B-4A47-892B-C9094FDD5642}" dt="2022-03-21T11:08:19.259" v="1310" actId="27803"/>
          <ac:spMkLst>
            <pc:docMk/>
            <pc:sldMk cId="1175821773" sldId="258"/>
            <ac:spMk id="1247" creationId="{694D37C6-3EAF-4C2B-BFFE-96EFA966BAFA}"/>
          </ac:spMkLst>
        </pc:spChg>
        <pc:spChg chg="mod">
          <ac:chgData name="SERGIO SPANO'" userId="3abdd0b9-513e-40ac-aad4-56920065037d" providerId="ADAL" clId="{2DCFDF45-1F6B-4A47-892B-C9094FDD5642}" dt="2022-03-21T11:08:19.259" v="1310" actId="27803"/>
          <ac:spMkLst>
            <pc:docMk/>
            <pc:sldMk cId="1175821773" sldId="258"/>
            <ac:spMk id="1248" creationId="{67D5CD80-D953-4F16-953B-D62373F83E39}"/>
          </ac:spMkLst>
        </pc:spChg>
        <pc:spChg chg="mod">
          <ac:chgData name="SERGIO SPANO'" userId="3abdd0b9-513e-40ac-aad4-56920065037d" providerId="ADAL" clId="{2DCFDF45-1F6B-4A47-892B-C9094FDD5642}" dt="2022-03-21T11:08:19.259" v="1310" actId="27803"/>
          <ac:spMkLst>
            <pc:docMk/>
            <pc:sldMk cId="1175821773" sldId="258"/>
            <ac:spMk id="1249" creationId="{5C9E044B-4147-41E7-85EA-563EF282C9C9}"/>
          </ac:spMkLst>
        </pc:spChg>
        <pc:spChg chg="mod">
          <ac:chgData name="SERGIO SPANO'" userId="3abdd0b9-513e-40ac-aad4-56920065037d" providerId="ADAL" clId="{2DCFDF45-1F6B-4A47-892B-C9094FDD5642}" dt="2022-03-21T11:08:19.259" v="1310" actId="27803"/>
          <ac:spMkLst>
            <pc:docMk/>
            <pc:sldMk cId="1175821773" sldId="258"/>
            <ac:spMk id="1250" creationId="{966C8F67-3D1D-442E-A341-FE1D74E94947}"/>
          </ac:spMkLst>
        </pc:spChg>
        <pc:spChg chg="mod">
          <ac:chgData name="SERGIO SPANO'" userId="3abdd0b9-513e-40ac-aad4-56920065037d" providerId="ADAL" clId="{2DCFDF45-1F6B-4A47-892B-C9094FDD5642}" dt="2022-03-21T11:08:19.259" v="1310" actId="27803"/>
          <ac:spMkLst>
            <pc:docMk/>
            <pc:sldMk cId="1175821773" sldId="258"/>
            <ac:spMk id="1251" creationId="{AD46515C-8D9E-40E8-A146-F18DED79E340}"/>
          </ac:spMkLst>
        </pc:spChg>
        <pc:spChg chg="mod">
          <ac:chgData name="SERGIO SPANO'" userId="3abdd0b9-513e-40ac-aad4-56920065037d" providerId="ADAL" clId="{2DCFDF45-1F6B-4A47-892B-C9094FDD5642}" dt="2022-03-21T11:08:19.259" v="1310" actId="27803"/>
          <ac:spMkLst>
            <pc:docMk/>
            <pc:sldMk cId="1175821773" sldId="258"/>
            <ac:spMk id="1252" creationId="{79F36507-7676-4C31-8000-08F300C71758}"/>
          </ac:spMkLst>
        </pc:spChg>
        <pc:spChg chg="mod">
          <ac:chgData name="SERGIO SPANO'" userId="3abdd0b9-513e-40ac-aad4-56920065037d" providerId="ADAL" clId="{2DCFDF45-1F6B-4A47-892B-C9094FDD5642}" dt="2022-03-21T11:08:19.259" v="1310" actId="27803"/>
          <ac:spMkLst>
            <pc:docMk/>
            <pc:sldMk cId="1175821773" sldId="258"/>
            <ac:spMk id="1253" creationId="{34676CDD-600E-4297-9993-11F6A4E7362F}"/>
          </ac:spMkLst>
        </pc:spChg>
        <pc:spChg chg="mod">
          <ac:chgData name="SERGIO SPANO'" userId="3abdd0b9-513e-40ac-aad4-56920065037d" providerId="ADAL" clId="{2DCFDF45-1F6B-4A47-892B-C9094FDD5642}" dt="2022-03-21T11:08:19.259" v="1310" actId="27803"/>
          <ac:spMkLst>
            <pc:docMk/>
            <pc:sldMk cId="1175821773" sldId="258"/>
            <ac:spMk id="1254" creationId="{FF2CE2DF-17FE-46F8-B8F4-31D376C1A533}"/>
          </ac:spMkLst>
        </pc:spChg>
        <pc:spChg chg="mod">
          <ac:chgData name="SERGIO SPANO'" userId="3abdd0b9-513e-40ac-aad4-56920065037d" providerId="ADAL" clId="{2DCFDF45-1F6B-4A47-892B-C9094FDD5642}" dt="2022-03-21T11:08:19.259" v="1310" actId="27803"/>
          <ac:spMkLst>
            <pc:docMk/>
            <pc:sldMk cId="1175821773" sldId="258"/>
            <ac:spMk id="1255" creationId="{1945CA5E-23E0-455A-89C3-1C6C5F04CC9C}"/>
          </ac:spMkLst>
        </pc:spChg>
        <pc:spChg chg="mod">
          <ac:chgData name="SERGIO SPANO'" userId="3abdd0b9-513e-40ac-aad4-56920065037d" providerId="ADAL" clId="{2DCFDF45-1F6B-4A47-892B-C9094FDD5642}" dt="2022-03-21T11:08:19.259" v="1310" actId="27803"/>
          <ac:spMkLst>
            <pc:docMk/>
            <pc:sldMk cId="1175821773" sldId="258"/>
            <ac:spMk id="1256" creationId="{1D17DF96-480C-455E-9F43-D0547E495971}"/>
          </ac:spMkLst>
        </pc:spChg>
        <pc:spChg chg="mod">
          <ac:chgData name="SERGIO SPANO'" userId="3abdd0b9-513e-40ac-aad4-56920065037d" providerId="ADAL" clId="{2DCFDF45-1F6B-4A47-892B-C9094FDD5642}" dt="2022-03-21T11:08:19.259" v="1310" actId="27803"/>
          <ac:spMkLst>
            <pc:docMk/>
            <pc:sldMk cId="1175821773" sldId="258"/>
            <ac:spMk id="1257" creationId="{941CEAB8-E1C4-4FED-8573-0D185F87E0FE}"/>
          </ac:spMkLst>
        </pc:spChg>
        <pc:spChg chg="mod">
          <ac:chgData name="SERGIO SPANO'" userId="3abdd0b9-513e-40ac-aad4-56920065037d" providerId="ADAL" clId="{2DCFDF45-1F6B-4A47-892B-C9094FDD5642}" dt="2022-03-21T11:08:19.259" v="1310" actId="27803"/>
          <ac:spMkLst>
            <pc:docMk/>
            <pc:sldMk cId="1175821773" sldId="258"/>
            <ac:spMk id="1258" creationId="{C6C5EA18-67F4-4276-A176-4B3209997E4D}"/>
          </ac:spMkLst>
        </pc:spChg>
        <pc:spChg chg="mod">
          <ac:chgData name="SERGIO SPANO'" userId="3abdd0b9-513e-40ac-aad4-56920065037d" providerId="ADAL" clId="{2DCFDF45-1F6B-4A47-892B-C9094FDD5642}" dt="2022-03-21T11:08:19.259" v="1310" actId="27803"/>
          <ac:spMkLst>
            <pc:docMk/>
            <pc:sldMk cId="1175821773" sldId="258"/>
            <ac:spMk id="1259" creationId="{2D112219-123D-4027-9279-EBB8D2D64BE2}"/>
          </ac:spMkLst>
        </pc:spChg>
        <pc:spChg chg="mod">
          <ac:chgData name="SERGIO SPANO'" userId="3abdd0b9-513e-40ac-aad4-56920065037d" providerId="ADAL" clId="{2DCFDF45-1F6B-4A47-892B-C9094FDD5642}" dt="2022-03-21T11:08:19.259" v="1310" actId="27803"/>
          <ac:spMkLst>
            <pc:docMk/>
            <pc:sldMk cId="1175821773" sldId="258"/>
            <ac:spMk id="1260" creationId="{705666D9-B1F9-4F04-BE9E-26CD4B6179F8}"/>
          </ac:spMkLst>
        </pc:spChg>
        <pc:spChg chg="mod">
          <ac:chgData name="SERGIO SPANO'" userId="3abdd0b9-513e-40ac-aad4-56920065037d" providerId="ADAL" clId="{2DCFDF45-1F6B-4A47-892B-C9094FDD5642}" dt="2022-03-21T11:08:19.259" v="1310" actId="27803"/>
          <ac:spMkLst>
            <pc:docMk/>
            <pc:sldMk cId="1175821773" sldId="258"/>
            <ac:spMk id="1261" creationId="{5EC9D751-CFD2-4EE4-9273-29D93C514EAD}"/>
          </ac:spMkLst>
        </pc:spChg>
        <pc:spChg chg="mod">
          <ac:chgData name="SERGIO SPANO'" userId="3abdd0b9-513e-40ac-aad4-56920065037d" providerId="ADAL" clId="{2DCFDF45-1F6B-4A47-892B-C9094FDD5642}" dt="2022-03-21T11:08:19.259" v="1310" actId="27803"/>
          <ac:spMkLst>
            <pc:docMk/>
            <pc:sldMk cId="1175821773" sldId="258"/>
            <ac:spMk id="1262" creationId="{40A0637C-77F8-4394-93D2-F8964EE0FD8C}"/>
          </ac:spMkLst>
        </pc:spChg>
        <pc:spChg chg="mod">
          <ac:chgData name="SERGIO SPANO'" userId="3abdd0b9-513e-40ac-aad4-56920065037d" providerId="ADAL" clId="{2DCFDF45-1F6B-4A47-892B-C9094FDD5642}" dt="2022-03-21T11:08:19.259" v="1310" actId="27803"/>
          <ac:spMkLst>
            <pc:docMk/>
            <pc:sldMk cId="1175821773" sldId="258"/>
            <ac:spMk id="1263" creationId="{258CB5BB-9CCE-462E-A1EC-194BD580D5BC}"/>
          </ac:spMkLst>
        </pc:spChg>
        <pc:spChg chg="mod">
          <ac:chgData name="SERGIO SPANO'" userId="3abdd0b9-513e-40ac-aad4-56920065037d" providerId="ADAL" clId="{2DCFDF45-1F6B-4A47-892B-C9094FDD5642}" dt="2022-03-21T11:08:19.259" v="1310" actId="27803"/>
          <ac:spMkLst>
            <pc:docMk/>
            <pc:sldMk cId="1175821773" sldId="258"/>
            <ac:spMk id="1264" creationId="{BA10A0D5-AFFB-4954-AE22-A7C302E5C248}"/>
          </ac:spMkLst>
        </pc:spChg>
        <pc:spChg chg="mod">
          <ac:chgData name="SERGIO SPANO'" userId="3abdd0b9-513e-40ac-aad4-56920065037d" providerId="ADAL" clId="{2DCFDF45-1F6B-4A47-892B-C9094FDD5642}" dt="2022-03-21T11:08:19.259" v="1310" actId="27803"/>
          <ac:spMkLst>
            <pc:docMk/>
            <pc:sldMk cId="1175821773" sldId="258"/>
            <ac:spMk id="1265" creationId="{499D69B8-B50E-4430-A8F8-A99014D723F6}"/>
          </ac:spMkLst>
        </pc:spChg>
        <pc:spChg chg="mod">
          <ac:chgData name="SERGIO SPANO'" userId="3abdd0b9-513e-40ac-aad4-56920065037d" providerId="ADAL" clId="{2DCFDF45-1F6B-4A47-892B-C9094FDD5642}" dt="2022-03-21T11:08:19.259" v="1310" actId="27803"/>
          <ac:spMkLst>
            <pc:docMk/>
            <pc:sldMk cId="1175821773" sldId="258"/>
            <ac:spMk id="1266" creationId="{B41FA9DC-1729-4524-8CBE-62FD6215B34F}"/>
          </ac:spMkLst>
        </pc:spChg>
        <pc:spChg chg="mod">
          <ac:chgData name="SERGIO SPANO'" userId="3abdd0b9-513e-40ac-aad4-56920065037d" providerId="ADAL" clId="{2DCFDF45-1F6B-4A47-892B-C9094FDD5642}" dt="2022-03-21T11:08:19.259" v="1310" actId="27803"/>
          <ac:spMkLst>
            <pc:docMk/>
            <pc:sldMk cId="1175821773" sldId="258"/>
            <ac:spMk id="1267" creationId="{A9BFEB0E-4660-4AD4-AE1B-DB0E131838DB}"/>
          </ac:spMkLst>
        </pc:spChg>
        <pc:spChg chg="mod">
          <ac:chgData name="SERGIO SPANO'" userId="3abdd0b9-513e-40ac-aad4-56920065037d" providerId="ADAL" clId="{2DCFDF45-1F6B-4A47-892B-C9094FDD5642}" dt="2022-03-21T11:08:19.259" v="1310" actId="27803"/>
          <ac:spMkLst>
            <pc:docMk/>
            <pc:sldMk cId="1175821773" sldId="258"/>
            <ac:spMk id="1268" creationId="{B5798A0A-791C-46F4-9682-CA7F09B060A9}"/>
          </ac:spMkLst>
        </pc:spChg>
        <pc:spChg chg="mod">
          <ac:chgData name="SERGIO SPANO'" userId="3abdd0b9-513e-40ac-aad4-56920065037d" providerId="ADAL" clId="{2DCFDF45-1F6B-4A47-892B-C9094FDD5642}" dt="2022-03-21T11:08:19.259" v="1310" actId="27803"/>
          <ac:spMkLst>
            <pc:docMk/>
            <pc:sldMk cId="1175821773" sldId="258"/>
            <ac:spMk id="1269" creationId="{34F0A66A-9529-4D47-A0C9-6C06C840534E}"/>
          </ac:spMkLst>
        </pc:spChg>
        <pc:spChg chg="mod">
          <ac:chgData name="SERGIO SPANO'" userId="3abdd0b9-513e-40ac-aad4-56920065037d" providerId="ADAL" clId="{2DCFDF45-1F6B-4A47-892B-C9094FDD5642}" dt="2022-03-21T11:08:19.259" v="1310" actId="27803"/>
          <ac:spMkLst>
            <pc:docMk/>
            <pc:sldMk cId="1175821773" sldId="258"/>
            <ac:spMk id="1270" creationId="{6BA90907-0D02-41E9-9838-19028C72DA13}"/>
          </ac:spMkLst>
        </pc:spChg>
        <pc:spChg chg="mod">
          <ac:chgData name="SERGIO SPANO'" userId="3abdd0b9-513e-40ac-aad4-56920065037d" providerId="ADAL" clId="{2DCFDF45-1F6B-4A47-892B-C9094FDD5642}" dt="2022-03-21T11:08:19.259" v="1310" actId="27803"/>
          <ac:spMkLst>
            <pc:docMk/>
            <pc:sldMk cId="1175821773" sldId="258"/>
            <ac:spMk id="1271" creationId="{447E182E-0911-41F9-81A0-908E6D37E3E8}"/>
          </ac:spMkLst>
        </pc:spChg>
        <pc:spChg chg="mod">
          <ac:chgData name="SERGIO SPANO'" userId="3abdd0b9-513e-40ac-aad4-56920065037d" providerId="ADAL" clId="{2DCFDF45-1F6B-4A47-892B-C9094FDD5642}" dt="2022-03-21T11:08:19.259" v="1310" actId="27803"/>
          <ac:spMkLst>
            <pc:docMk/>
            <pc:sldMk cId="1175821773" sldId="258"/>
            <ac:spMk id="1272" creationId="{378B5D9C-5F08-45A9-91F2-DA53944BC049}"/>
          </ac:spMkLst>
        </pc:spChg>
        <pc:spChg chg="mod">
          <ac:chgData name="SERGIO SPANO'" userId="3abdd0b9-513e-40ac-aad4-56920065037d" providerId="ADAL" clId="{2DCFDF45-1F6B-4A47-892B-C9094FDD5642}" dt="2022-03-21T11:08:19.259" v="1310" actId="27803"/>
          <ac:spMkLst>
            <pc:docMk/>
            <pc:sldMk cId="1175821773" sldId="258"/>
            <ac:spMk id="1273" creationId="{78196757-D7DA-4F98-A96D-341DD5D40E53}"/>
          </ac:spMkLst>
        </pc:spChg>
        <pc:spChg chg="mod">
          <ac:chgData name="SERGIO SPANO'" userId="3abdd0b9-513e-40ac-aad4-56920065037d" providerId="ADAL" clId="{2DCFDF45-1F6B-4A47-892B-C9094FDD5642}" dt="2022-03-21T11:08:19.259" v="1310" actId="27803"/>
          <ac:spMkLst>
            <pc:docMk/>
            <pc:sldMk cId="1175821773" sldId="258"/>
            <ac:spMk id="1274" creationId="{7DF1F056-C24D-4B4D-952D-D3C26D6BD307}"/>
          </ac:spMkLst>
        </pc:spChg>
        <pc:spChg chg="mod">
          <ac:chgData name="SERGIO SPANO'" userId="3abdd0b9-513e-40ac-aad4-56920065037d" providerId="ADAL" clId="{2DCFDF45-1F6B-4A47-892B-C9094FDD5642}" dt="2022-03-21T11:08:19.259" v="1310" actId="27803"/>
          <ac:spMkLst>
            <pc:docMk/>
            <pc:sldMk cId="1175821773" sldId="258"/>
            <ac:spMk id="1275" creationId="{C3038F48-E162-4020-8FDA-310562C48EA5}"/>
          </ac:spMkLst>
        </pc:spChg>
        <pc:spChg chg="mod">
          <ac:chgData name="SERGIO SPANO'" userId="3abdd0b9-513e-40ac-aad4-56920065037d" providerId="ADAL" clId="{2DCFDF45-1F6B-4A47-892B-C9094FDD5642}" dt="2022-03-21T11:08:19.259" v="1310" actId="27803"/>
          <ac:spMkLst>
            <pc:docMk/>
            <pc:sldMk cId="1175821773" sldId="258"/>
            <ac:spMk id="1276" creationId="{E2206D0F-96DE-4120-92EE-7496AFAAA6EE}"/>
          </ac:spMkLst>
        </pc:spChg>
        <pc:spChg chg="mod">
          <ac:chgData name="SERGIO SPANO'" userId="3abdd0b9-513e-40ac-aad4-56920065037d" providerId="ADAL" clId="{2DCFDF45-1F6B-4A47-892B-C9094FDD5642}" dt="2022-03-21T11:08:19.259" v="1310" actId="27803"/>
          <ac:spMkLst>
            <pc:docMk/>
            <pc:sldMk cId="1175821773" sldId="258"/>
            <ac:spMk id="1277" creationId="{A5FC9F9F-F431-47EA-AB7A-DCEB1085F375}"/>
          </ac:spMkLst>
        </pc:spChg>
        <pc:spChg chg="mod">
          <ac:chgData name="SERGIO SPANO'" userId="3abdd0b9-513e-40ac-aad4-56920065037d" providerId="ADAL" clId="{2DCFDF45-1F6B-4A47-892B-C9094FDD5642}" dt="2022-03-21T11:08:19.259" v="1310" actId="27803"/>
          <ac:spMkLst>
            <pc:docMk/>
            <pc:sldMk cId="1175821773" sldId="258"/>
            <ac:spMk id="1278" creationId="{79DE6497-B716-489D-969D-BD2A021DF884}"/>
          </ac:spMkLst>
        </pc:spChg>
        <pc:spChg chg="mod">
          <ac:chgData name="SERGIO SPANO'" userId="3abdd0b9-513e-40ac-aad4-56920065037d" providerId="ADAL" clId="{2DCFDF45-1F6B-4A47-892B-C9094FDD5642}" dt="2022-03-21T11:08:19.259" v="1310" actId="27803"/>
          <ac:spMkLst>
            <pc:docMk/>
            <pc:sldMk cId="1175821773" sldId="258"/>
            <ac:spMk id="1279" creationId="{083464FD-CBA5-4877-875D-071F3645E35C}"/>
          </ac:spMkLst>
        </pc:spChg>
        <pc:spChg chg="mod">
          <ac:chgData name="SERGIO SPANO'" userId="3abdd0b9-513e-40ac-aad4-56920065037d" providerId="ADAL" clId="{2DCFDF45-1F6B-4A47-892B-C9094FDD5642}" dt="2022-03-21T11:08:19.259" v="1310" actId="27803"/>
          <ac:spMkLst>
            <pc:docMk/>
            <pc:sldMk cId="1175821773" sldId="258"/>
            <ac:spMk id="1280" creationId="{4CA7E631-C962-459E-A779-C83BDBE38491}"/>
          </ac:spMkLst>
        </pc:spChg>
        <pc:spChg chg="mod">
          <ac:chgData name="SERGIO SPANO'" userId="3abdd0b9-513e-40ac-aad4-56920065037d" providerId="ADAL" clId="{2DCFDF45-1F6B-4A47-892B-C9094FDD5642}" dt="2022-03-21T11:08:19.259" v="1310" actId="27803"/>
          <ac:spMkLst>
            <pc:docMk/>
            <pc:sldMk cId="1175821773" sldId="258"/>
            <ac:spMk id="1281" creationId="{A813D990-988D-47D0-83EE-E4621E0830F7}"/>
          </ac:spMkLst>
        </pc:spChg>
        <pc:spChg chg="mod">
          <ac:chgData name="SERGIO SPANO'" userId="3abdd0b9-513e-40ac-aad4-56920065037d" providerId="ADAL" clId="{2DCFDF45-1F6B-4A47-892B-C9094FDD5642}" dt="2022-03-21T11:08:19.259" v="1310" actId="27803"/>
          <ac:spMkLst>
            <pc:docMk/>
            <pc:sldMk cId="1175821773" sldId="258"/>
            <ac:spMk id="1282" creationId="{42F027B2-098C-42CE-A00E-4AC0242138CC}"/>
          </ac:spMkLst>
        </pc:spChg>
        <pc:spChg chg="mod">
          <ac:chgData name="SERGIO SPANO'" userId="3abdd0b9-513e-40ac-aad4-56920065037d" providerId="ADAL" clId="{2DCFDF45-1F6B-4A47-892B-C9094FDD5642}" dt="2022-03-21T11:08:19.259" v="1310" actId="27803"/>
          <ac:spMkLst>
            <pc:docMk/>
            <pc:sldMk cId="1175821773" sldId="258"/>
            <ac:spMk id="1283" creationId="{5007AD98-0464-4B3D-895B-1F61D04A4B4F}"/>
          </ac:spMkLst>
        </pc:spChg>
        <pc:spChg chg="mod">
          <ac:chgData name="SERGIO SPANO'" userId="3abdd0b9-513e-40ac-aad4-56920065037d" providerId="ADAL" clId="{2DCFDF45-1F6B-4A47-892B-C9094FDD5642}" dt="2022-03-21T11:08:19.259" v="1310" actId="27803"/>
          <ac:spMkLst>
            <pc:docMk/>
            <pc:sldMk cId="1175821773" sldId="258"/>
            <ac:spMk id="1284" creationId="{687C2A39-DD46-469D-B3F0-8D2E0F9F43F0}"/>
          </ac:spMkLst>
        </pc:spChg>
        <pc:spChg chg="mod">
          <ac:chgData name="SERGIO SPANO'" userId="3abdd0b9-513e-40ac-aad4-56920065037d" providerId="ADAL" clId="{2DCFDF45-1F6B-4A47-892B-C9094FDD5642}" dt="2022-03-21T11:08:19.259" v="1310" actId="27803"/>
          <ac:spMkLst>
            <pc:docMk/>
            <pc:sldMk cId="1175821773" sldId="258"/>
            <ac:spMk id="1285" creationId="{6C6AC308-3666-4C52-8F64-7E29C385F4C6}"/>
          </ac:spMkLst>
        </pc:spChg>
        <pc:spChg chg="mod">
          <ac:chgData name="SERGIO SPANO'" userId="3abdd0b9-513e-40ac-aad4-56920065037d" providerId="ADAL" clId="{2DCFDF45-1F6B-4A47-892B-C9094FDD5642}" dt="2022-03-21T11:08:19.259" v="1310" actId="27803"/>
          <ac:spMkLst>
            <pc:docMk/>
            <pc:sldMk cId="1175821773" sldId="258"/>
            <ac:spMk id="1286" creationId="{4D9B7DA9-2AFD-4265-8BC0-253C951EA105}"/>
          </ac:spMkLst>
        </pc:spChg>
        <pc:spChg chg="mod">
          <ac:chgData name="SERGIO SPANO'" userId="3abdd0b9-513e-40ac-aad4-56920065037d" providerId="ADAL" clId="{2DCFDF45-1F6B-4A47-892B-C9094FDD5642}" dt="2022-03-21T11:08:19.259" v="1310" actId="27803"/>
          <ac:spMkLst>
            <pc:docMk/>
            <pc:sldMk cId="1175821773" sldId="258"/>
            <ac:spMk id="1287" creationId="{7D978C34-314E-454C-A860-88FD8A401B7A}"/>
          </ac:spMkLst>
        </pc:spChg>
        <pc:spChg chg="mod">
          <ac:chgData name="SERGIO SPANO'" userId="3abdd0b9-513e-40ac-aad4-56920065037d" providerId="ADAL" clId="{2DCFDF45-1F6B-4A47-892B-C9094FDD5642}" dt="2022-03-21T11:08:19.259" v="1310" actId="27803"/>
          <ac:spMkLst>
            <pc:docMk/>
            <pc:sldMk cId="1175821773" sldId="258"/>
            <ac:spMk id="1288" creationId="{D23001C8-DA60-4A95-998D-5DE17997CE9B}"/>
          </ac:spMkLst>
        </pc:spChg>
        <pc:spChg chg="mod">
          <ac:chgData name="SERGIO SPANO'" userId="3abdd0b9-513e-40ac-aad4-56920065037d" providerId="ADAL" clId="{2DCFDF45-1F6B-4A47-892B-C9094FDD5642}" dt="2022-03-21T11:08:19.259" v="1310" actId="27803"/>
          <ac:spMkLst>
            <pc:docMk/>
            <pc:sldMk cId="1175821773" sldId="258"/>
            <ac:spMk id="1289" creationId="{C15BAEC6-5C02-426D-BBED-A491985367BE}"/>
          </ac:spMkLst>
        </pc:spChg>
        <pc:spChg chg="mod">
          <ac:chgData name="SERGIO SPANO'" userId="3abdd0b9-513e-40ac-aad4-56920065037d" providerId="ADAL" clId="{2DCFDF45-1F6B-4A47-892B-C9094FDD5642}" dt="2022-03-21T11:08:19.259" v="1310" actId="27803"/>
          <ac:spMkLst>
            <pc:docMk/>
            <pc:sldMk cId="1175821773" sldId="258"/>
            <ac:spMk id="1290" creationId="{9D3B4CC2-D260-46DA-B34E-2CC70610DB6A}"/>
          </ac:spMkLst>
        </pc:spChg>
        <pc:spChg chg="mod">
          <ac:chgData name="SERGIO SPANO'" userId="3abdd0b9-513e-40ac-aad4-56920065037d" providerId="ADAL" clId="{2DCFDF45-1F6B-4A47-892B-C9094FDD5642}" dt="2022-03-21T11:08:19.259" v="1310" actId="27803"/>
          <ac:spMkLst>
            <pc:docMk/>
            <pc:sldMk cId="1175821773" sldId="258"/>
            <ac:spMk id="1291" creationId="{BED1ACD4-F973-4565-B888-324643B351D7}"/>
          </ac:spMkLst>
        </pc:spChg>
        <pc:spChg chg="mod">
          <ac:chgData name="SERGIO SPANO'" userId="3abdd0b9-513e-40ac-aad4-56920065037d" providerId="ADAL" clId="{2DCFDF45-1F6B-4A47-892B-C9094FDD5642}" dt="2022-03-21T11:08:19.259" v="1310" actId="27803"/>
          <ac:spMkLst>
            <pc:docMk/>
            <pc:sldMk cId="1175821773" sldId="258"/>
            <ac:spMk id="1292" creationId="{788087BF-10A4-48CA-92D5-F4A031AA2421}"/>
          </ac:spMkLst>
        </pc:spChg>
        <pc:spChg chg="mod">
          <ac:chgData name="SERGIO SPANO'" userId="3abdd0b9-513e-40ac-aad4-56920065037d" providerId="ADAL" clId="{2DCFDF45-1F6B-4A47-892B-C9094FDD5642}" dt="2022-03-21T11:08:19.259" v="1310" actId="27803"/>
          <ac:spMkLst>
            <pc:docMk/>
            <pc:sldMk cId="1175821773" sldId="258"/>
            <ac:spMk id="1293" creationId="{218D5357-B0FB-4CEF-B4BB-D750B137B2E8}"/>
          </ac:spMkLst>
        </pc:spChg>
        <pc:spChg chg="mod">
          <ac:chgData name="SERGIO SPANO'" userId="3abdd0b9-513e-40ac-aad4-56920065037d" providerId="ADAL" clId="{2DCFDF45-1F6B-4A47-892B-C9094FDD5642}" dt="2022-03-21T11:08:19.259" v="1310" actId="27803"/>
          <ac:spMkLst>
            <pc:docMk/>
            <pc:sldMk cId="1175821773" sldId="258"/>
            <ac:spMk id="1294" creationId="{ED69B027-3995-43D4-9AF0-E6D5D08F7FEF}"/>
          </ac:spMkLst>
        </pc:spChg>
        <pc:spChg chg="mod">
          <ac:chgData name="SERGIO SPANO'" userId="3abdd0b9-513e-40ac-aad4-56920065037d" providerId="ADAL" clId="{2DCFDF45-1F6B-4A47-892B-C9094FDD5642}" dt="2022-03-21T11:08:19.259" v="1310" actId="27803"/>
          <ac:spMkLst>
            <pc:docMk/>
            <pc:sldMk cId="1175821773" sldId="258"/>
            <ac:spMk id="1295" creationId="{42C3FA43-EEEC-4839-963F-7D3223A23A11}"/>
          </ac:spMkLst>
        </pc:spChg>
        <pc:spChg chg="mod">
          <ac:chgData name="SERGIO SPANO'" userId="3abdd0b9-513e-40ac-aad4-56920065037d" providerId="ADAL" clId="{2DCFDF45-1F6B-4A47-892B-C9094FDD5642}" dt="2022-03-21T11:08:19.259" v="1310" actId="27803"/>
          <ac:spMkLst>
            <pc:docMk/>
            <pc:sldMk cId="1175821773" sldId="258"/>
            <ac:spMk id="1296" creationId="{D01C8670-EF04-4CFA-889F-6C5F81D6EECD}"/>
          </ac:spMkLst>
        </pc:spChg>
        <pc:spChg chg="mod">
          <ac:chgData name="SERGIO SPANO'" userId="3abdd0b9-513e-40ac-aad4-56920065037d" providerId="ADAL" clId="{2DCFDF45-1F6B-4A47-892B-C9094FDD5642}" dt="2022-03-21T11:08:19.259" v="1310" actId="27803"/>
          <ac:spMkLst>
            <pc:docMk/>
            <pc:sldMk cId="1175821773" sldId="258"/>
            <ac:spMk id="1297" creationId="{BFE6DBBB-72A7-4FF1-9E1D-1B3923A953ED}"/>
          </ac:spMkLst>
        </pc:spChg>
        <pc:spChg chg="mod">
          <ac:chgData name="SERGIO SPANO'" userId="3abdd0b9-513e-40ac-aad4-56920065037d" providerId="ADAL" clId="{2DCFDF45-1F6B-4A47-892B-C9094FDD5642}" dt="2022-03-21T11:08:19.259" v="1310" actId="27803"/>
          <ac:spMkLst>
            <pc:docMk/>
            <pc:sldMk cId="1175821773" sldId="258"/>
            <ac:spMk id="1298" creationId="{FB48BA5E-228C-4672-AB83-453C8FD12E25}"/>
          </ac:spMkLst>
        </pc:spChg>
        <pc:spChg chg="mod">
          <ac:chgData name="SERGIO SPANO'" userId="3abdd0b9-513e-40ac-aad4-56920065037d" providerId="ADAL" clId="{2DCFDF45-1F6B-4A47-892B-C9094FDD5642}" dt="2022-03-21T11:08:19.259" v="1310" actId="27803"/>
          <ac:spMkLst>
            <pc:docMk/>
            <pc:sldMk cId="1175821773" sldId="258"/>
            <ac:spMk id="1299" creationId="{45AFEFA6-0380-4333-B61E-957C295BB78C}"/>
          </ac:spMkLst>
        </pc:spChg>
        <pc:spChg chg="mod">
          <ac:chgData name="SERGIO SPANO'" userId="3abdd0b9-513e-40ac-aad4-56920065037d" providerId="ADAL" clId="{2DCFDF45-1F6B-4A47-892B-C9094FDD5642}" dt="2022-03-21T11:08:19.259" v="1310" actId="27803"/>
          <ac:spMkLst>
            <pc:docMk/>
            <pc:sldMk cId="1175821773" sldId="258"/>
            <ac:spMk id="1300" creationId="{CB9CB48F-75FD-4486-9432-2FEBC76FA85A}"/>
          </ac:spMkLst>
        </pc:spChg>
        <pc:spChg chg="mod">
          <ac:chgData name="SERGIO SPANO'" userId="3abdd0b9-513e-40ac-aad4-56920065037d" providerId="ADAL" clId="{2DCFDF45-1F6B-4A47-892B-C9094FDD5642}" dt="2022-03-21T11:08:19.259" v="1310" actId="27803"/>
          <ac:spMkLst>
            <pc:docMk/>
            <pc:sldMk cId="1175821773" sldId="258"/>
            <ac:spMk id="1301" creationId="{6B825751-ACD2-4604-97F2-EF858977E469}"/>
          </ac:spMkLst>
        </pc:spChg>
        <pc:spChg chg="mod">
          <ac:chgData name="SERGIO SPANO'" userId="3abdd0b9-513e-40ac-aad4-56920065037d" providerId="ADAL" clId="{2DCFDF45-1F6B-4A47-892B-C9094FDD5642}" dt="2022-03-21T11:08:19.259" v="1310" actId="27803"/>
          <ac:spMkLst>
            <pc:docMk/>
            <pc:sldMk cId="1175821773" sldId="258"/>
            <ac:spMk id="1302" creationId="{2716BD5B-F7AC-4C87-BB48-E1D58A94CDE3}"/>
          </ac:spMkLst>
        </pc:spChg>
        <pc:spChg chg="mod">
          <ac:chgData name="SERGIO SPANO'" userId="3abdd0b9-513e-40ac-aad4-56920065037d" providerId="ADAL" clId="{2DCFDF45-1F6B-4A47-892B-C9094FDD5642}" dt="2022-03-21T11:08:19.259" v="1310" actId="27803"/>
          <ac:spMkLst>
            <pc:docMk/>
            <pc:sldMk cId="1175821773" sldId="258"/>
            <ac:spMk id="1303" creationId="{9708532B-D163-4479-85EA-6C235F567C7D}"/>
          </ac:spMkLst>
        </pc:spChg>
        <pc:spChg chg="mod">
          <ac:chgData name="SERGIO SPANO'" userId="3abdd0b9-513e-40ac-aad4-56920065037d" providerId="ADAL" clId="{2DCFDF45-1F6B-4A47-892B-C9094FDD5642}" dt="2022-03-21T11:08:19.259" v="1310" actId="27803"/>
          <ac:spMkLst>
            <pc:docMk/>
            <pc:sldMk cId="1175821773" sldId="258"/>
            <ac:spMk id="1304" creationId="{7AD1BED8-34C2-4C7E-94C5-EF177625CD59}"/>
          </ac:spMkLst>
        </pc:spChg>
        <pc:spChg chg="mod">
          <ac:chgData name="SERGIO SPANO'" userId="3abdd0b9-513e-40ac-aad4-56920065037d" providerId="ADAL" clId="{2DCFDF45-1F6B-4A47-892B-C9094FDD5642}" dt="2022-03-21T11:08:19.259" v="1310" actId="27803"/>
          <ac:spMkLst>
            <pc:docMk/>
            <pc:sldMk cId="1175821773" sldId="258"/>
            <ac:spMk id="1305" creationId="{31DC95CE-CEC3-46FB-BABC-B0931F1F4E04}"/>
          </ac:spMkLst>
        </pc:spChg>
        <pc:spChg chg="mod">
          <ac:chgData name="SERGIO SPANO'" userId="3abdd0b9-513e-40ac-aad4-56920065037d" providerId="ADAL" clId="{2DCFDF45-1F6B-4A47-892B-C9094FDD5642}" dt="2022-03-21T11:08:19.259" v="1310" actId="27803"/>
          <ac:spMkLst>
            <pc:docMk/>
            <pc:sldMk cId="1175821773" sldId="258"/>
            <ac:spMk id="1306" creationId="{F2617A21-5F7F-4DA3-A9AE-B530E3B7F1F5}"/>
          </ac:spMkLst>
        </pc:spChg>
        <pc:spChg chg="mod">
          <ac:chgData name="SERGIO SPANO'" userId="3abdd0b9-513e-40ac-aad4-56920065037d" providerId="ADAL" clId="{2DCFDF45-1F6B-4A47-892B-C9094FDD5642}" dt="2022-03-21T11:08:19.259" v="1310" actId="27803"/>
          <ac:spMkLst>
            <pc:docMk/>
            <pc:sldMk cId="1175821773" sldId="258"/>
            <ac:spMk id="1307" creationId="{AFB1CBEF-C485-4E8F-BB14-A68B8172A75D}"/>
          </ac:spMkLst>
        </pc:spChg>
        <pc:spChg chg="mod">
          <ac:chgData name="SERGIO SPANO'" userId="3abdd0b9-513e-40ac-aad4-56920065037d" providerId="ADAL" clId="{2DCFDF45-1F6B-4A47-892B-C9094FDD5642}" dt="2022-03-21T11:08:19.259" v="1310" actId="27803"/>
          <ac:spMkLst>
            <pc:docMk/>
            <pc:sldMk cId="1175821773" sldId="258"/>
            <ac:spMk id="1308" creationId="{6DD15F48-CC0C-47C0-80DA-F1EE769A3ABF}"/>
          </ac:spMkLst>
        </pc:spChg>
        <pc:spChg chg="mod">
          <ac:chgData name="SERGIO SPANO'" userId="3abdd0b9-513e-40ac-aad4-56920065037d" providerId="ADAL" clId="{2DCFDF45-1F6B-4A47-892B-C9094FDD5642}" dt="2022-03-21T11:08:19.259" v="1310" actId="27803"/>
          <ac:spMkLst>
            <pc:docMk/>
            <pc:sldMk cId="1175821773" sldId="258"/>
            <ac:spMk id="1309" creationId="{5C3DE945-C58A-4339-A1A9-0F0237A9871C}"/>
          </ac:spMkLst>
        </pc:spChg>
        <pc:spChg chg="mod">
          <ac:chgData name="SERGIO SPANO'" userId="3abdd0b9-513e-40ac-aad4-56920065037d" providerId="ADAL" clId="{2DCFDF45-1F6B-4A47-892B-C9094FDD5642}" dt="2022-03-21T11:08:19.259" v="1310" actId="27803"/>
          <ac:spMkLst>
            <pc:docMk/>
            <pc:sldMk cId="1175821773" sldId="258"/>
            <ac:spMk id="1310" creationId="{A108F0A6-FCAA-4ED7-92EA-F697BB50A586}"/>
          </ac:spMkLst>
        </pc:spChg>
        <pc:spChg chg="mod">
          <ac:chgData name="SERGIO SPANO'" userId="3abdd0b9-513e-40ac-aad4-56920065037d" providerId="ADAL" clId="{2DCFDF45-1F6B-4A47-892B-C9094FDD5642}" dt="2022-03-21T11:08:19.259" v="1310" actId="27803"/>
          <ac:spMkLst>
            <pc:docMk/>
            <pc:sldMk cId="1175821773" sldId="258"/>
            <ac:spMk id="1311" creationId="{968B3EF6-D64B-4AF8-BD78-0B51F650AFC1}"/>
          </ac:spMkLst>
        </pc:spChg>
        <pc:spChg chg="mod">
          <ac:chgData name="SERGIO SPANO'" userId="3abdd0b9-513e-40ac-aad4-56920065037d" providerId="ADAL" clId="{2DCFDF45-1F6B-4A47-892B-C9094FDD5642}" dt="2022-03-21T11:08:19.259" v="1310" actId="27803"/>
          <ac:spMkLst>
            <pc:docMk/>
            <pc:sldMk cId="1175821773" sldId="258"/>
            <ac:spMk id="1312" creationId="{12A23650-0AB0-4F0F-8838-5843FCCA0E54}"/>
          </ac:spMkLst>
        </pc:spChg>
        <pc:spChg chg="mod">
          <ac:chgData name="SERGIO SPANO'" userId="3abdd0b9-513e-40ac-aad4-56920065037d" providerId="ADAL" clId="{2DCFDF45-1F6B-4A47-892B-C9094FDD5642}" dt="2022-03-21T11:08:19.259" v="1310" actId="27803"/>
          <ac:spMkLst>
            <pc:docMk/>
            <pc:sldMk cId="1175821773" sldId="258"/>
            <ac:spMk id="1313" creationId="{ECF09C4D-E3E6-4EA8-AC52-C4B48746D249}"/>
          </ac:spMkLst>
        </pc:spChg>
        <pc:spChg chg="mod">
          <ac:chgData name="SERGIO SPANO'" userId="3abdd0b9-513e-40ac-aad4-56920065037d" providerId="ADAL" clId="{2DCFDF45-1F6B-4A47-892B-C9094FDD5642}" dt="2022-03-21T11:08:19.259" v="1310" actId="27803"/>
          <ac:spMkLst>
            <pc:docMk/>
            <pc:sldMk cId="1175821773" sldId="258"/>
            <ac:spMk id="1314" creationId="{548A8D1A-4451-4AD6-A063-04BF1AE19920}"/>
          </ac:spMkLst>
        </pc:spChg>
        <pc:spChg chg="mod">
          <ac:chgData name="SERGIO SPANO'" userId="3abdd0b9-513e-40ac-aad4-56920065037d" providerId="ADAL" clId="{2DCFDF45-1F6B-4A47-892B-C9094FDD5642}" dt="2022-03-21T11:08:19.259" v="1310" actId="27803"/>
          <ac:spMkLst>
            <pc:docMk/>
            <pc:sldMk cId="1175821773" sldId="258"/>
            <ac:spMk id="1315" creationId="{F9D88DED-A6A8-4ECE-8CA5-8C5609AA4230}"/>
          </ac:spMkLst>
        </pc:spChg>
        <pc:spChg chg="mod">
          <ac:chgData name="SERGIO SPANO'" userId="3abdd0b9-513e-40ac-aad4-56920065037d" providerId="ADAL" clId="{2DCFDF45-1F6B-4A47-892B-C9094FDD5642}" dt="2022-03-21T11:08:19.259" v="1310" actId="27803"/>
          <ac:spMkLst>
            <pc:docMk/>
            <pc:sldMk cId="1175821773" sldId="258"/>
            <ac:spMk id="1316" creationId="{54FD5C07-D3DE-44C3-B58C-9A285436687C}"/>
          </ac:spMkLst>
        </pc:spChg>
        <pc:spChg chg="mod">
          <ac:chgData name="SERGIO SPANO'" userId="3abdd0b9-513e-40ac-aad4-56920065037d" providerId="ADAL" clId="{2DCFDF45-1F6B-4A47-892B-C9094FDD5642}" dt="2022-03-21T11:08:19.259" v="1310" actId="27803"/>
          <ac:spMkLst>
            <pc:docMk/>
            <pc:sldMk cId="1175821773" sldId="258"/>
            <ac:spMk id="1317" creationId="{F17A1CBF-AD46-466B-8445-7BD1C9D425AE}"/>
          </ac:spMkLst>
        </pc:spChg>
        <pc:spChg chg="mod">
          <ac:chgData name="SERGIO SPANO'" userId="3abdd0b9-513e-40ac-aad4-56920065037d" providerId="ADAL" clId="{2DCFDF45-1F6B-4A47-892B-C9094FDD5642}" dt="2022-03-21T11:08:19.259" v="1310" actId="27803"/>
          <ac:spMkLst>
            <pc:docMk/>
            <pc:sldMk cId="1175821773" sldId="258"/>
            <ac:spMk id="1318" creationId="{EC23D425-4E2E-4FA5-AE3C-853C1FB979E9}"/>
          </ac:spMkLst>
        </pc:spChg>
        <pc:spChg chg="mod">
          <ac:chgData name="SERGIO SPANO'" userId="3abdd0b9-513e-40ac-aad4-56920065037d" providerId="ADAL" clId="{2DCFDF45-1F6B-4A47-892B-C9094FDD5642}" dt="2022-03-21T11:08:19.259" v="1310" actId="27803"/>
          <ac:spMkLst>
            <pc:docMk/>
            <pc:sldMk cId="1175821773" sldId="258"/>
            <ac:spMk id="1319" creationId="{FFCDFB00-9296-4C68-BB1E-8C80D2DDD3C3}"/>
          </ac:spMkLst>
        </pc:spChg>
        <pc:spChg chg="mod">
          <ac:chgData name="SERGIO SPANO'" userId="3abdd0b9-513e-40ac-aad4-56920065037d" providerId="ADAL" clId="{2DCFDF45-1F6B-4A47-892B-C9094FDD5642}" dt="2022-03-21T11:08:19.259" v="1310" actId="27803"/>
          <ac:spMkLst>
            <pc:docMk/>
            <pc:sldMk cId="1175821773" sldId="258"/>
            <ac:spMk id="1320" creationId="{A7988F6B-6C53-40E9-A11F-946B58470FB4}"/>
          </ac:spMkLst>
        </pc:spChg>
        <pc:spChg chg="mod">
          <ac:chgData name="SERGIO SPANO'" userId="3abdd0b9-513e-40ac-aad4-56920065037d" providerId="ADAL" clId="{2DCFDF45-1F6B-4A47-892B-C9094FDD5642}" dt="2022-03-21T11:08:19.259" v="1310" actId="27803"/>
          <ac:spMkLst>
            <pc:docMk/>
            <pc:sldMk cId="1175821773" sldId="258"/>
            <ac:spMk id="1321" creationId="{59D6AEC5-164B-4D1D-908B-888E1BBC92C8}"/>
          </ac:spMkLst>
        </pc:spChg>
        <pc:spChg chg="mod">
          <ac:chgData name="SERGIO SPANO'" userId="3abdd0b9-513e-40ac-aad4-56920065037d" providerId="ADAL" clId="{2DCFDF45-1F6B-4A47-892B-C9094FDD5642}" dt="2022-03-21T11:08:19.259" v="1310" actId="27803"/>
          <ac:spMkLst>
            <pc:docMk/>
            <pc:sldMk cId="1175821773" sldId="258"/>
            <ac:spMk id="1322" creationId="{F3FEFB4D-F882-4DC6-A5C9-114DE43048E6}"/>
          </ac:spMkLst>
        </pc:spChg>
        <pc:spChg chg="mod">
          <ac:chgData name="SERGIO SPANO'" userId="3abdd0b9-513e-40ac-aad4-56920065037d" providerId="ADAL" clId="{2DCFDF45-1F6B-4A47-892B-C9094FDD5642}" dt="2022-03-21T11:08:19.259" v="1310" actId="27803"/>
          <ac:spMkLst>
            <pc:docMk/>
            <pc:sldMk cId="1175821773" sldId="258"/>
            <ac:spMk id="1323" creationId="{FE5AD0A6-DC34-4524-9862-5EFB7D9871A8}"/>
          </ac:spMkLst>
        </pc:spChg>
        <pc:spChg chg="mod">
          <ac:chgData name="SERGIO SPANO'" userId="3abdd0b9-513e-40ac-aad4-56920065037d" providerId="ADAL" clId="{2DCFDF45-1F6B-4A47-892B-C9094FDD5642}" dt="2022-03-21T11:08:19.259" v="1310" actId="27803"/>
          <ac:spMkLst>
            <pc:docMk/>
            <pc:sldMk cId="1175821773" sldId="258"/>
            <ac:spMk id="1324" creationId="{BD4872FB-8479-4773-8775-07072A845249}"/>
          </ac:spMkLst>
        </pc:spChg>
        <pc:spChg chg="mod">
          <ac:chgData name="SERGIO SPANO'" userId="3abdd0b9-513e-40ac-aad4-56920065037d" providerId="ADAL" clId="{2DCFDF45-1F6B-4A47-892B-C9094FDD5642}" dt="2022-03-21T11:08:19.259" v="1310" actId="27803"/>
          <ac:spMkLst>
            <pc:docMk/>
            <pc:sldMk cId="1175821773" sldId="258"/>
            <ac:spMk id="1325" creationId="{3BED54F4-74EE-4607-A880-6B9032B336FD}"/>
          </ac:spMkLst>
        </pc:spChg>
        <pc:spChg chg="mod">
          <ac:chgData name="SERGIO SPANO'" userId="3abdd0b9-513e-40ac-aad4-56920065037d" providerId="ADAL" clId="{2DCFDF45-1F6B-4A47-892B-C9094FDD5642}" dt="2022-03-21T11:08:19.259" v="1310" actId="27803"/>
          <ac:spMkLst>
            <pc:docMk/>
            <pc:sldMk cId="1175821773" sldId="258"/>
            <ac:spMk id="1326" creationId="{830CCB00-0382-48EF-AED2-63E83C3DE7E5}"/>
          </ac:spMkLst>
        </pc:spChg>
        <pc:spChg chg="mod">
          <ac:chgData name="SERGIO SPANO'" userId="3abdd0b9-513e-40ac-aad4-56920065037d" providerId="ADAL" clId="{2DCFDF45-1F6B-4A47-892B-C9094FDD5642}" dt="2022-03-21T11:08:19.259" v="1310" actId="27803"/>
          <ac:spMkLst>
            <pc:docMk/>
            <pc:sldMk cId="1175821773" sldId="258"/>
            <ac:spMk id="1327" creationId="{4BFB515D-35FC-4B15-AACF-91E3E5C73A2D}"/>
          </ac:spMkLst>
        </pc:spChg>
        <pc:spChg chg="mod">
          <ac:chgData name="SERGIO SPANO'" userId="3abdd0b9-513e-40ac-aad4-56920065037d" providerId="ADAL" clId="{2DCFDF45-1F6B-4A47-892B-C9094FDD5642}" dt="2022-03-21T11:08:19.259" v="1310" actId="27803"/>
          <ac:spMkLst>
            <pc:docMk/>
            <pc:sldMk cId="1175821773" sldId="258"/>
            <ac:spMk id="1328" creationId="{9D899232-B894-4CE0-9F89-92EACE6F99C0}"/>
          </ac:spMkLst>
        </pc:spChg>
        <pc:spChg chg="mod">
          <ac:chgData name="SERGIO SPANO'" userId="3abdd0b9-513e-40ac-aad4-56920065037d" providerId="ADAL" clId="{2DCFDF45-1F6B-4A47-892B-C9094FDD5642}" dt="2022-03-21T11:08:19.259" v="1310" actId="27803"/>
          <ac:spMkLst>
            <pc:docMk/>
            <pc:sldMk cId="1175821773" sldId="258"/>
            <ac:spMk id="1329" creationId="{2B1791C5-AF15-4388-9797-51F10D046759}"/>
          </ac:spMkLst>
        </pc:spChg>
        <pc:spChg chg="mod">
          <ac:chgData name="SERGIO SPANO'" userId="3abdd0b9-513e-40ac-aad4-56920065037d" providerId="ADAL" clId="{2DCFDF45-1F6B-4A47-892B-C9094FDD5642}" dt="2022-03-21T11:08:19.259" v="1310" actId="27803"/>
          <ac:spMkLst>
            <pc:docMk/>
            <pc:sldMk cId="1175821773" sldId="258"/>
            <ac:spMk id="1330" creationId="{46C481D9-2E6A-4CD2-B283-31B49E6BE5D4}"/>
          </ac:spMkLst>
        </pc:spChg>
        <pc:spChg chg="mod">
          <ac:chgData name="SERGIO SPANO'" userId="3abdd0b9-513e-40ac-aad4-56920065037d" providerId="ADAL" clId="{2DCFDF45-1F6B-4A47-892B-C9094FDD5642}" dt="2022-03-21T11:08:19.259" v="1310" actId="27803"/>
          <ac:spMkLst>
            <pc:docMk/>
            <pc:sldMk cId="1175821773" sldId="258"/>
            <ac:spMk id="1331" creationId="{3B6E4048-6C06-4CEA-8BEB-F5DD4AD1942E}"/>
          </ac:spMkLst>
        </pc:spChg>
        <pc:spChg chg="mod">
          <ac:chgData name="SERGIO SPANO'" userId="3abdd0b9-513e-40ac-aad4-56920065037d" providerId="ADAL" clId="{2DCFDF45-1F6B-4A47-892B-C9094FDD5642}" dt="2022-03-21T11:08:19.259" v="1310" actId="27803"/>
          <ac:spMkLst>
            <pc:docMk/>
            <pc:sldMk cId="1175821773" sldId="258"/>
            <ac:spMk id="1332" creationId="{24C212B8-F7D6-4B8E-87C3-ADBE5111D9C9}"/>
          </ac:spMkLst>
        </pc:spChg>
        <pc:spChg chg="mod">
          <ac:chgData name="SERGIO SPANO'" userId="3abdd0b9-513e-40ac-aad4-56920065037d" providerId="ADAL" clId="{2DCFDF45-1F6B-4A47-892B-C9094FDD5642}" dt="2022-03-21T11:08:19.259" v="1310" actId="27803"/>
          <ac:spMkLst>
            <pc:docMk/>
            <pc:sldMk cId="1175821773" sldId="258"/>
            <ac:spMk id="1333" creationId="{F1BFC91C-95C0-4059-B7FC-3D7540C6E6AC}"/>
          </ac:spMkLst>
        </pc:spChg>
        <pc:spChg chg="mod">
          <ac:chgData name="SERGIO SPANO'" userId="3abdd0b9-513e-40ac-aad4-56920065037d" providerId="ADAL" clId="{2DCFDF45-1F6B-4A47-892B-C9094FDD5642}" dt="2022-03-21T11:08:19.259" v="1310" actId="27803"/>
          <ac:spMkLst>
            <pc:docMk/>
            <pc:sldMk cId="1175821773" sldId="258"/>
            <ac:spMk id="1334" creationId="{ABA8508E-CF02-4FBF-B573-A507ED049BC1}"/>
          </ac:spMkLst>
        </pc:spChg>
        <pc:spChg chg="mod">
          <ac:chgData name="SERGIO SPANO'" userId="3abdd0b9-513e-40ac-aad4-56920065037d" providerId="ADAL" clId="{2DCFDF45-1F6B-4A47-892B-C9094FDD5642}" dt="2022-03-21T11:08:19.259" v="1310" actId="27803"/>
          <ac:spMkLst>
            <pc:docMk/>
            <pc:sldMk cId="1175821773" sldId="258"/>
            <ac:spMk id="1335" creationId="{D2FE81F4-8790-4F26-8492-883C624E54A9}"/>
          </ac:spMkLst>
        </pc:spChg>
        <pc:spChg chg="mod">
          <ac:chgData name="SERGIO SPANO'" userId="3abdd0b9-513e-40ac-aad4-56920065037d" providerId="ADAL" clId="{2DCFDF45-1F6B-4A47-892B-C9094FDD5642}" dt="2022-03-21T11:08:19.259" v="1310" actId="27803"/>
          <ac:spMkLst>
            <pc:docMk/>
            <pc:sldMk cId="1175821773" sldId="258"/>
            <ac:spMk id="1336" creationId="{C180FA69-FD67-4FA5-B614-EDD00B8138FE}"/>
          </ac:spMkLst>
        </pc:spChg>
        <pc:spChg chg="mod">
          <ac:chgData name="SERGIO SPANO'" userId="3abdd0b9-513e-40ac-aad4-56920065037d" providerId="ADAL" clId="{2DCFDF45-1F6B-4A47-892B-C9094FDD5642}" dt="2022-03-21T11:08:19.259" v="1310" actId="27803"/>
          <ac:spMkLst>
            <pc:docMk/>
            <pc:sldMk cId="1175821773" sldId="258"/>
            <ac:spMk id="1337" creationId="{D548B786-5083-40B8-8128-D839DBB885DD}"/>
          </ac:spMkLst>
        </pc:spChg>
        <pc:spChg chg="mod">
          <ac:chgData name="SERGIO SPANO'" userId="3abdd0b9-513e-40ac-aad4-56920065037d" providerId="ADAL" clId="{2DCFDF45-1F6B-4A47-892B-C9094FDD5642}" dt="2022-03-21T11:08:19.259" v="1310" actId="27803"/>
          <ac:spMkLst>
            <pc:docMk/>
            <pc:sldMk cId="1175821773" sldId="258"/>
            <ac:spMk id="1338" creationId="{8E05F18A-6F6C-4723-B5F9-F079E01F17C0}"/>
          </ac:spMkLst>
        </pc:spChg>
        <pc:spChg chg="mod">
          <ac:chgData name="SERGIO SPANO'" userId="3abdd0b9-513e-40ac-aad4-56920065037d" providerId="ADAL" clId="{2DCFDF45-1F6B-4A47-892B-C9094FDD5642}" dt="2022-03-21T11:08:19.259" v="1310" actId="27803"/>
          <ac:spMkLst>
            <pc:docMk/>
            <pc:sldMk cId="1175821773" sldId="258"/>
            <ac:spMk id="1339" creationId="{A6F4B1F3-9192-470F-A48D-204A85F01125}"/>
          </ac:spMkLst>
        </pc:spChg>
        <pc:spChg chg="mod">
          <ac:chgData name="SERGIO SPANO'" userId="3abdd0b9-513e-40ac-aad4-56920065037d" providerId="ADAL" clId="{2DCFDF45-1F6B-4A47-892B-C9094FDD5642}" dt="2022-03-21T11:08:19.259" v="1310" actId="27803"/>
          <ac:spMkLst>
            <pc:docMk/>
            <pc:sldMk cId="1175821773" sldId="258"/>
            <ac:spMk id="1340" creationId="{8863F7A9-6523-40D0-9E28-E87193F6A422}"/>
          </ac:spMkLst>
        </pc:spChg>
        <pc:spChg chg="mod">
          <ac:chgData name="SERGIO SPANO'" userId="3abdd0b9-513e-40ac-aad4-56920065037d" providerId="ADAL" clId="{2DCFDF45-1F6B-4A47-892B-C9094FDD5642}" dt="2022-03-21T11:08:19.259" v="1310" actId="27803"/>
          <ac:spMkLst>
            <pc:docMk/>
            <pc:sldMk cId="1175821773" sldId="258"/>
            <ac:spMk id="1341" creationId="{A1BC6AF6-2E23-49FA-9DCC-252C0EB9BAFB}"/>
          </ac:spMkLst>
        </pc:spChg>
        <pc:spChg chg="mod">
          <ac:chgData name="SERGIO SPANO'" userId="3abdd0b9-513e-40ac-aad4-56920065037d" providerId="ADAL" clId="{2DCFDF45-1F6B-4A47-892B-C9094FDD5642}" dt="2022-03-21T11:08:19.259" v="1310" actId="27803"/>
          <ac:spMkLst>
            <pc:docMk/>
            <pc:sldMk cId="1175821773" sldId="258"/>
            <ac:spMk id="1342" creationId="{A786113E-7373-4EF0-AD34-174AEE1C4734}"/>
          </ac:spMkLst>
        </pc:spChg>
        <pc:spChg chg="mod">
          <ac:chgData name="SERGIO SPANO'" userId="3abdd0b9-513e-40ac-aad4-56920065037d" providerId="ADAL" clId="{2DCFDF45-1F6B-4A47-892B-C9094FDD5642}" dt="2022-03-21T11:08:19.259" v="1310" actId="27803"/>
          <ac:spMkLst>
            <pc:docMk/>
            <pc:sldMk cId="1175821773" sldId="258"/>
            <ac:spMk id="1343" creationId="{902B694E-3A5A-499B-A31A-7317BABA9604}"/>
          </ac:spMkLst>
        </pc:spChg>
        <pc:spChg chg="mod">
          <ac:chgData name="SERGIO SPANO'" userId="3abdd0b9-513e-40ac-aad4-56920065037d" providerId="ADAL" clId="{2DCFDF45-1F6B-4A47-892B-C9094FDD5642}" dt="2022-03-21T11:08:19.259" v="1310" actId="27803"/>
          <ac:spMkLst>
            <pc:docMk/>
            <pc:sldMk cId="1175821773" sldId="258"/>
            <ac:spMk id="1344" creationId="{05FBEC59-4DBC-483F-92B8-387B75126654}"/>
          </ac:spMkLst>
        </pc:spChg>
        <pc:spChg chg="mod">
          <ac:chgData name="SERGIO SPANO'" userId="3abdd0b9-513e-40ac-aad4-56920065037d" providerId="ADAL" clId="{2DCFDF45-1F6B-4A47-892B-C9094FDD5642}" dt="2022-03-21T11:08:19.259" v="1310" actId="27803"/>
          <ac:spMkLst>
            <pc:docMk/>
            <pc:sldMk cId="1175821773" sldId="258"/>
            <ac:spMk id="1345" creationId="{A0DBE3FE-CF08-4274-B2AE-D90BDD7602E4}"/>
          </ac:spMkLst>
        </pc:spChg>
        <pc:spChg chg="mod">
          <ac:chgData name="SERGIO SPANO'" userId="3abdd0b9-513e-40ac-aad4-56920065037d" providerId="ADAL" clId="{2DCFDF45-1F6B-4A47-892B-C9094FDD5642}" dt="2022-03-21T11:08:19.259" v="1310" actId="27803"/>
          <ac:spMkLst>
            <pc:docMk/>
            <pc:sldMk cId="1175821773" sldId="258"/>
            <ac:spMk id="1346" creationId="{84722F95-0D29-4C8A-A4F9-2150AA12749F}"/>
          </ac:spMkLst>
        </pc:spChg>
        <pc:spChg chg="mod">
          <ac:chgData name="SERGIO SPANO'" userId="3abdd0b9-513e-40ac-aad4-56920065037d" providerId="ADAL" clId="{2DCFDF45-1F6B-4A47-892B-C9094FDD5642}" dt="2022-03-21T11:08:19.259" v="1310" actId="27803"/>
          <ac:spMkLst>
            <pc:docMk/>
            <pc:sldMk cId="1175821773" sldId="258"/>
            <ac:spMk id="1347" creationId="{6FD60F03-0928-410A-97DF-D4B4020D410A}"/>
          </ac:spMkLst>
        </pc:spChg>
        <pc:spChg chg="mod">
          <ac:chgData name="SERGIO SPANO'" userId="3abdd0b9-513e-40ac-aad4-56920065037d" providerId="ADAL" clId="{2DCFDF45-1F6B-4A47-892B-C9094FDD5642}" dt="2022-03-21T11:08:19.259" v="1310" actId="27803"/>
          <ac:spMkLst>
            <pc:docMk/>
            <pc:sldMk cId="1175821773" sldId="258"/>
            <ac:spMk id="1348" creationId="{8EFB2353-2FFB-49AB-88B4-37B155034537}"/>
          </ac:spMkLst>
        </pc:spChg>
        <pc:spChg chg="mod">
          <ac:chgData name="SERGIO SPANO'" userId="3abdd0b9-513e-40ac-aad4-56920065037d" providerId="ADAL" clId="{2DCFDF45-1F6B-4A47-892B-C9094FDD5642}" dt="2022-03-21T11:08:19.259" v="1310" actId="27803"/>
          <ac:spMkLst>
            <pc:docMk/>
            <pc:sldMk cId="1175821773" sldId="258"/>
            <ac:spMk id="1349" creationId="{A3035BAF-727B-45F1-98EE-1CA976916C06}"/>
          </ac:spMkLst>
        </pc:spChg>
        <pc:spChg chg="mod">
          <ac:chgData name="SERGIO SPANO'" userId="3abdd0b9-513e-40ac-aad4-56920065037d" providerId="ADAL" clId="{2DCFDF45-1F6B-4A47-892B-C9094FDD5642}" dt="2022-03-21T11:08:19.259" v="1310" actId="27803"/>
          <ac:spMkLst>
            <pc:docMk/>
            <pc:sldMk cId="1175821773" sldId="258"/>
            <ac:spMk id="1350" creationId="{24D787A9-820F-4ED6-93E9-94DC70B42797}"/>
          </ac:spMkLst>
        </pc:spChg>
        <pc:spChg chg="mod">
          <ac:chgData name="SERGIO SPANO'" userId="3abdd0b9-513e-40ac-aad4-56920065037d" providerId="ADAL" clId="{2DCFDF45-1F6B-4A47-892B-C9094FDD5642}" dt="2022-03-21T11:08:19.259" v="1310" actId="27803"/>
          <ac:spMkLst>
            <pc:docMk/>
            <pc:sldMk cId="1175821773" sldId="258"/>
            <ac:spMk id="1351" creationId="{78B2D69F-98DA-4960-9106-53690923C2F0}"/>
          </ac:spMkLst>
        </pc:spChg>
        <pc:spChg chg="mod">
          <ac:chgData name="SERGIO SPANO'" userId="3abdd0b9-513e-40ac-aad4-56920065037d" providerId="ADAL" clId="{2DCFDF45-1F6B-4A47-892B-C9094FDD5642}" dt="2022-03-21T11:08:19.259" v="1310" actId="27803"/>
          <ac:spMkLst>
            <pc:docMk/>
            <pc:sldMk cId="1175821773" sldId="258"/>
            <ac:spMk id="1352" creationId="{1780D905-9EFF-458A-8599-5272D7E68A03}"/>
          </ac:spMkLst>
        </pc:spChg>
        <pc:spChg chg="mod">
          <ac:chgData name="SERGIO SPANO'" userId="3abdd0b9-513e-40ac-aad4-56920065037d" providerId="ADAL" clId="{2DCFDF45-1F6B-4A47-892B-C9094FDD5642}" dt="2022-03-21T11:08:19.259" v="1310" actId="27803"/>
          <ac:spMkLst>
            <pc:docMk/>
            <pc:sldMk cId="1175821773" sldId="258"/>
            <ac:spMk id="1353" creationId="{9CF4E251-DE33-4617-A712-DAF853E581BB}"/>
          </ac:spMkLst>
        </pc:spChg>
        <pc:spChg chg="mod">
          <ac:chgData name="SERGIO SPANO'" userId="3abdd0b9-513e-40ac-aad4-56920065037d" providerId="ADAL" clId="{2DCFDF45-1F6B-4A47-892B-C9094FDD5642}" dt="2022-03-21T11:08:19.259" v="1310" actId="27803"/>
          <ac:spMkLst>
            <pc:docMk/>
            <pc:sldMk cId="1175821773" sldId="258"/>
            <ac:spMk id="1354" creationId="{54FD582C-B9DB-44A0-8B06-22E33FF39065}"/>
          </ac:spMkLst>
        </pc:spChg>
        <pc:spChg chg="mod">
          <ac:chgData name="SERGIO SPANO'" userId="3abdd0b9-513e-40ac-aad4-56920065037d" providerId="ADAL" clId="{2DCFDF45-1F6B-4A47-892B-C9094FDD5642}" dt="2022-03-21T11:08:19.259" v="1310" actId="27803"/>
          <ac:spMkLst>
            <pc:docMk/>
            <pc:sldMk cId="1175821773" sldId="258"/>
            <ac:spMk id="1355" creationId="{42376E53-7824-4EEE-ABFC-0FE562953C0E}"/>
          </ac:spMkLst>
        </pc:spChg>
        <pc:spChg chg="mod">
          <ac:chgData name="SERGIO SPANO'" userId="3abdd0b9-513e-40ac-aad4-56920065037d" providerId="ADAL" clId="{2DCFDF45-1F6B-4A47-892B-C9094FDD5642}" dt="2022-03-21T11:08:19.259" v="1310" actId="27803"/>
          <ac:spMkLst>
            <pc:docMk/>
            <pc:sldMk cId="1175821773" sldId="258"/>
            <ac:spMk id="1356" creationId="{0DA3E266-84E3-4E08-BD0A-73CB436352CA}"/>
          </ac:spMkLst>
        </pc:spChg>
        <pc:spChg chg="mod">
          <ac:chgData name="SERGIO SPANO'" userId="3abdd0b9-513e-40ac-aad4-56920065037d" providerId="ADAL" clId="{2DCFDF45-1F6B-4A47-892B-C9094FDD5642}" dt="2022-03-21T11:08:19.259" v="1310" actId="27803"/>
          <ac:spMkLst>
            <pc:docMk/>
            <pc:sldMk cId="1175821773" sldId="258"/>
            <ac:spMk id="1357" creationId="{616029D4-6DE6-4ED4-BAD6-BC92D8AD9728}"/>
          </ac:spMkLst>
        </pc:spChg>
        <pc:spChg chg="mod">
          <ac:chgData name="SERGIO SPANO'" userId="3abdd0b9-513e-40ac-aad4-56920065037d" providerId="ADAL" clId="{2DCFDF45-1F6B-4A47-892B-C9094FDD5642}" dt="2022-03-21T11:08:19.259" v="1310" actId="27803"/>
          <ac:spMkLst>
            <pc:docMk/>
            <pc:sldMk cId="1175821773" sldId="258"/>
            <ac:spMk id="1358" creationId="{627A74FB-9038-477E-AB1E-A84E9159CA3D}"/>
          </ac:spMkLst>
        </pc:spChg>
        <pc:spChg chg="mod">
          <ac:chgData name="SERGIO SPANO'" userId="3abdd0b9-513e-40ac-aad4-56920065037d" providerId="ADAL" clId="{2DCFDF45-1F6B-4A47-892B-C9094FDD5642}" dt="2022-03-21T11:08:19.259" v="1310" actId="27803"/>
          <ac:spMkLst>
            <pc:docMk/>
            <pc:sldMk cId="1175821773" sldId="258"/>
            <ac:spMk id="1359" creationId="{7512E647-4581-43B2-9F34-3B623A20B4EB}"/>
          </ac:spMkLst>
        </pc:spChg>
        <pc:spChg chg="mod">
          <ac:chgData name="SERGIO SPANO'" userId="3abdd0b9-513e-40ac-aad4-56920065037d" providerId="ADAL" clId="{2DCFDF45-1F6B-4A47-892B-C9094FDD5642}" dt="2022-03-21T11:08:19.259" v="1310" actId="27803"/>
          <ac:spMkLst>
            <pc:docMk/>
            <pc:sldMk cId="1175821773" sldId="258"/>
            <ac:spMk id="1360" creationId="{0FF0429D-3775-4BCC-B92A-B92C729437BA}"/>
          </ac:spMkLst>
        </pc:spChg>
        <pc:spChg chg="mod">
          <ac:chgData name="SERGIO SPANO'" userId="3abdd0b9-513e-40ac-aad4-56920065037d" providerId="ADAL" clId="{2DCFDF45-1F6B-4A47-892B-C9094FDD5642}" dt="2022-03-21T11:08:19.259" v="1310" actId="27803"/>
          <ac:spMkLst>
            <pc:docMk/>
            <pc:sldMk cId="1175821773" sldId="258"/>
            <ac:spMk id="1361" creationId="{FC03DE4C-A599-423E-9F1E-EEDD0533FBAF}"/>
          </ac:spMkLst>
        </pc:spChg>
        <pc:spChg chg="mod">
          <ac:chgData name="SERGIO SPANO'" userId="3abdd0b9-513e-40ac-aad4-56920065037d" providerId="ADAL" clId="{2DCFDF45-1F6B-4A47-892B-C9094FDD5642}" dt="2022-03-21T11:08:19.259" v="1310" actId="27803"/>
          <ac:spMkLst>
            <pc:docMk/>
            <pc:sldMk cId="1175821773" sldId="258"/>
            <ac:spMk id="1362" creationId="{990D3F0D-2422-47B2-9AC7-46C486F1F231}"/>
          </ac:spMkLst>
        </pc:spChg>
        <pc:spChg chg="mod">
          <ac:chgData name="SERGIO SPANO'" userId="3abdd0b9-513e-40ac-aad4-56920065037d" providerId="ADAL" clId="{2DCFDF45-1F6B-4A47-892B-C9094FDD5642}" dt="2022-03-21T11:08:19.259" v="1310" actId="27803"/>
          <ac:spMkLst>
            <pc:docMk/>
            <pc:sldMk cId="1175821773" sldId="258"/>
            <ac:spMk id="1363" creationId="{4A2BA79D-8181-4D83-ADE0-1816A890ECD2}"/>
          </ac:spMkLst>
        </pc:spChg>
        <pc:spChg chg="mod">
          <ac:chgData name="SERGIO SPANO'" userId="3abdd0b9-513e-40ac-aad4-56920065037d" providerId="ADAL" clId="{2DCFDF45-1F6B-4A47-892B-C9094FDD5642}" dt="2022-03-21T11:08:19.259" v="1310" actId="27803"/>
          <ac:spMkLst>
            <pc:docMk/>
            <pc:sldMk cId="1175821773" sldId="258"/>
            <ac:spMk id="1364" creationId="{89A9B13C-A2AF-48A2-8DED-6719253A94AC}"/>
          </ac:spMkLst>
        </pc:spChg>
        <pc:spChg chg="mod">
          <ac:chgData name="SERGIO SPANO'" userId="3abdd0b9-513e-40ac-aad4-56920065037d" providerId="ADAL" clId="{2DCFDF45-1F6B-4A47-892B-C9094FDD5642}" dt="2022-03-21T11:08:19.259" v="1310" actId="27803"/>
          <ac:spMkLst>
            <pc:docMk/>
            <pc:sldMk cId="1175821773" sldId="258"/>
            <ac:spMk id="1365" creationId="{B4C4C831-4AF3-4FBF-AFFB-C8EB862B4B7B}"/>
          </ac:spMkLst>
        </pc:spChg>
        <pc:spChg chg="mod">
          <ac:chgData name="SERGIO SPANO'" userId="3abdd0b9-513e-40ac-aad4-56920065037d" providerId="ADAL" clId="{2DCFDF45-1F6B-4A47-892B-C9094FDD5642}" dt="2022-03-21T11:08:19.259" v="1310" actId="27803"/>
          <ac:spMkLst>
            <pc:docMk/>
            <pc:sldMk cId="1175821773" sldId="258"/>
            <ac:spMk id="1366" creationId="{5781D1B7-84E9-4086-844A-E06D3C139A99}"/>
          </ac:spMkLst>
        </pc:spChg>
        <pc:spChg chg="mod">
          <ac:chgData name="SERGIO SPANO'" userId="3abdd0b9-513e-40ac-aad4-56920065037d" providerId="ADAL" clId="{2DCFDF45-1F6B-4A47-892B-C9094FDD5642}" dt="2022-03-21T11:08:19.259" v="1310" actId="27803"/>
          <ac:spMkLst>
            <pc:docMk/>
            <pc:sldMk cId="1175821773" sldId="258"/>
            <ac:spMk id="1367" creationId="{EF1A279A-0B22-4CCB-947E-B3B005896B8B}"/>
          </ac:spMkLst>
        </pc:spChg>
        <pc:spChg chg="mod">
          <ac:chgData name="SERGIO SPANO'" userId="3abdd0b9-513e-40ac-aad4-56920065037d" providerId="ADAL" clId="{2DCFDF45-1F6B-4A47-892B-C9094FDD5642}" dt="2022-03-21T11:08:19.259" v="1310" actId="27803"/>
          <ac:spMkLst>
            <pc:docMk/>
            <pc:sldMk cId="1175821773" sldId="258"/>
            <ac:spMk id="1368" creationId="{BC4ADEC2-E2C2-4DF8-A55C-24FDF457CF5E}"/>
          </ac:spMkLst>
        </pc:spChg>
        <pc:spChg chg="mod">
          <ac:chgData name="SERGIO SPANO'" userId="3abdd0b9-513e-40ac-aad4-56920065037d" providerId="ADAL" clId="{2DCFDF45-1F6B-4A47-892B-C9094FDD5642}" dt="2022-03-21T11:08:19.259" v="1310" actId="27803"/>
          <ac:spMkLst>
            <pc:docMk/>
            <pc:sldMk cId="1175821773" sldId="258"/>
            <ac:spMk id="1369" creationId="{F28837C6-B875-4CBB-9139-53D911AB8822}"/>
          </ac:spMkLst>
        </pc:spChg>
        <pc:spChg chg="mod">
          <ac:chgData name="SERGIO SPANO'" userId="3abdd0b9-513e-40ac-aad4-56920065037d" providerId="ADAL" clId="{2DCFDF45-1F6B-4A47-892B-C9094FDD5642}" dt="2022-03-21T11:08:19.259" v="1310" actId="27803"/>
          <ac:spMkLst>
            <pc:docMk/>
            <pc:sldMk cId="1175821773" sldId="258"/>
            <ac:spMk id="1370" creationId="{55C1FBCF-F218-43A0-8926-5650527051D0}"/>
          </ac:spMkLst>
        </pc:spChg>
        <pc:spChg chg="mod">
          <ac:chgData name="SERGIO SPANO'" userId="3abdd0b9-513e-40ac-aad4-56920065037d" providerId="ADAL" clId="{2DCFDF45-1F6B-4A47-892B-C9094FDD5642}" dt="2022-03-21T11:08:19.259" v="1310" actId="27803"/>
          <ac:spMkLst>
            <pc:docMk/>
            <pc:sldMk cId="1175821773" sldId="258"/>
            <ac:spMk id="1371" creationId="{6AE8E7C1-6D03-4396-96E0-2A0BE8DDF15C}"/>
          </ac:spMkLst>
        </pc:spChg>
        <pc:spChg chg="mod">
          <ac:chgData name="SERGIO SPANO'" userId="3abdd0b9-513e-40ac-aad4-56920065037d" providerId="ADAL" clId="{2DCFDF45-1F6B-4A47-892B-C9094FDD5642}" dt="2022-03-21T11:08:19.259" v="1310" actId="27803"/>
          <ac:spMkLst>
            <pc:docMk/>
            <pc:sldMk cId="1175821773" sldId="258"/>
            <ac:spMk id="1372" creationId="{AC33CB28-32D6-4FEE-8A17-5C460C5F6B8B}"/>
          </ac:spMkLst>
        </pc:spChg>
        <pc:spChg chg="mod">
          <ac:chgData name="SERGIO SPANO'" userId="3abdd0b9-513e-40ac-aad4-56920065037d" providerId="ADAL" clId="{2DCFDF45-1F6B-4A47-892B-C9094FDD5642}" dt="2022-03-21T11:08:19.259" v="1310" actId="27803"/>
          <ac:spMkLst>
            <pc:docMk/>
            <pc:sldMk cId="1175821773" sldId="258"/>
            <ac:spMk id="1373" creationId="{18D3CC60-080A-4F02-8D88-7E6610037DB2}"/>
          </ac:spMkLst>
        </pc:spChg>
        <pc:spChg chg="mod">
          <ac:chgData name="SERGIO SPANO'" userId="3abdd0b9-513e-40ac-aad4-56920065037d" providerId="ADAL" clId="{2DCFDF45-1F6B-4A47-892B-C9094FDD5642}" dt="2022-03-21T11:08:19.259" v="1310" actId="27803"/>
          <ac:spMkLst>
            <pc:docMk/>
            <pc:sldMk cId="1175821773" sldId="258"/>
            <ac:spMk id="1374" creationId="{50E032ED-F437-4025-9AA5-1A6C6D3757F6}"/>
          </ac:spMkLst>
        </pc:spChg>
        <pc:spChg chg="mod">
          <ac:chgData name="SERGIO SPANO'" userId="3abdd0b9-513e-40ac-aad4-56920065037d" providerId="ADAL" clId="{2DCFDF45-1F6B-4A47-892B-C9094FDD5642}" dt="2022-03-21T11:08:19.259" v="1310" actId="27803"/>
          <ac:spMkLst>
            <pc:docMk/>
            <pc:sldMk cId="1175821773" sldId="258"/>
            <ac:spMk id="1375" creationId="{9F511CDF-BFD2-429B-BF41-F53568ACD070}"/>
          </ac:spMkLst>
        </pc:spChg>
        <pc:spChg chg="mod">
          <ac:chgData name="SERGIO SPANO'" userId="3abdd0b9-513e-40ac-aad4-56920065037d" providerId="ADAL" clId="{2DCFDF45-1F6B-4A47-892B-C9094FDD5642}" dt="2022-03-21T11:08:19.259" v="1310" actId="27803"/>
          <ac:spMkLst>
            <pc:docMk/>
            <pc:sldMk cId="1175821773" sldId="258"/>
            <ac:spMk id="1376" creationId="{107F146B-1669-4671-80CA-74DCCE26E59C}"/>
          </ac:spMkLst>
        </pc:spChg>
        <pc:spChg chg="mod">
          <ac:chgData name="SERGIO SPANO'" userId="3abdd0b9-513e-40ac-aad4-56920065037d" providerId="ADAL" clId="{2DCFDF45-1F6B-4A47-892B-C9094FDD5642}" dt="2022-03-21T11:08:19.259" v="1310" actId="27803"/>
          <ac:spMkLst>
            <pc:docMk/>
            <pc:sldMk cId="1175821773" sldId="258"/>
            <ac:spMk id="1377" creationId="{35E6A6AA-98E5-4958-938C-1B71FA5BA5C0}"/>
          </ac:spMkLst>
        </pc:spChg>
        <pc:spChg chg="mod">
          <ac:chgData name="SERGIO SPANO'" userId="3abdd0b9-513e-40ac-aad4-56920065037d" providerId="ADAL" clId="{2DCFDF45-1F6B-4A47-892B-C9094FDD5642}" dt="2022-03-21T11:08:19.259" v="1310" actId="27803"/>
          <ac:spMkLst>
            <pc:docMk/>
            <pc:sldMk cId="1175821773" sldId="258"/>
            <ac:spMk id="1378" creationId="{227450C4-FD78-4450-BCC6-0911031D05BC}"/>
          </ac:spMkLst>
        </pc:spChg>
        <pc:spChg chg="mod">
          <ac:chgData name="SERGIO SPANO'" userId="3abdd0b9-513e-40ac-aad4-56920065037d" providerId="ADAL" clId="{2DCFDF45-1F6B-4A47-892B-C9094FDD5642}" dt="2022-03-21T11:08:19.259" v="1310" actId="27803"/>
          <ac:spMkLst>
            <pc:docMk/>
            <pc:sldMk cId="1175821773" sldId="258"/>
            <ac:spMk id="1379" creationId="{8F30EB36-B9BD-486C-9D52-97247C191AC9}"/>
          </ac:spMkLst>
        </pc:spChg>
        <pc:spChg chg="mod">
          <ac:chgData name="SERGIO SPANO'" userId="3abdd0b9-513e-40ac-aad4-56920065037d" providerId="ADAL" clId="{2DCFDF45-1F6B-4A47-892B-C9094FDD5642}" dt="2022-03-21T11:08:19.259" v="1310" actId="27803"/>
          <ac:spMkLst>
            <pc:docMk/>
            <pc:sldMk cId="1175821773" sldId="258"/>
            <ac:spMk id="1380" creationId="{7F16EC25-4B77-402C-8AEA-048A8E9E461D}"/>
          </ac:spMkLst>
        </pc:spChg>
        <pc:spChg chg="mod">
          <ac:chgData name="SERGIO SPANO'" userId="3abdd0b9-513e-40ac-aad4-56920065037d" providerId="ADAL" clId="{2DCFDF45-1F6B-4A47-892B-C9094FDD5642}" dt="2022-03-21T11:08:19.259" v="1310" actId="27803"/>
          <ac:spMkLst>
            <pc:docMk/>
            <pc:sldMk cId="1175821773" sldId="258"/>
            <ac:spMk id="1381" creationId="{CDF55073-6171-4B4C-850C-EB0FA8D4F9DD}"/>
          </ac:spMkLst>
        </pc:spChg>
        <pc:spChg chg="mod">
          <ac:chgData name="SERGIO SPANO'" userId="3abdd0b9-513e-40ac-aad4-56920065037d" providerId="ADAL" clId="{2DCFDF45-1F6B-4A47-892B-C9094FDD5642}" dt="2022-03-21T11:08:19.259" v="1310" actId="27803"/>
          <ac:spMkLst>
            <pc:docMk/>
            <pc:sldMk cId="1175821773" sldId="258"/>
            <ac:spMk id="1382" creationId="{6577C519-9C67-4BD5-BA1E-2BE642CFF7FD}"/>
          </ac:spMkLst>
        </pc:spChg>
        <pc:spChg chg="mod">
          <ac:chgData name="SERGIO SPANO'" userId="3abdd0b9-513e-40ac-aad4-56920065037d" providerId="ADAL" clId="{2DCFDF45-1F6B-4A47-892B-C9094FDD5642}" dt="2022-03-21T11:08:19.259" v="1310" actId="27803"/>
          <ac:spMkLst>
            <pc:docMk/>
            <pc:sldMk cId="1175821773" sldId="258"/>
            <ac:spMk id="1383" creationId="{7C3BE074-62B3-44EC-A2CF-AF81AA03BBD2}"/>
          </ac:spMkLst>
        </pc:spChg>
        <pc:spChg chg="mod">
          <ac:chgData name="SERGIO SPANO'" userId="3abdd0b9-513e-40ac-aad4-56920065037d" providerId="ADAL" clId="{2DCFDF45-1F6B-4A47-892B-C9094FDD5642}" dt="2022-03-21T11:08:19.259" v="1310" actId="27803"/>
          <ac:spMkLst>
            <pc:docMk/>
            <pc:sldMk cId="1175821773" sldId="258"/>
            <ac:spMk id="1384" creationId="{4B63AA65-7126-4309-82C5-A77DF0BBE81E}"/>
          </ac:spMkLst>
        </pc:spChg>
        <pc:spChg chg="mod">
          <ac:chgData name="SERGIO SPANO'" userId="3abdd0b9-513e-40ac-aad4-56920065037d" providerId="ADAL" clId="{2DCFDF45-1F6B-4A47-892B-C9094FDD5642}" dt="2022-03-21T11:08:19.259" v="1310" actId="27803"/>
          <ac:spMkLst>
            <pc:docMk/>
            <pc:sldMk cId="1175821773" sldId="258"/>
            <ac:spMk id="1385" creationId="{3DF5DE0B-74BA-4CC8-908C-5B5BC519353E}"/>
          </ac:spMkLst>
        </pc:spChg>
        <pc:spChg chg="mod">
          <ac:chgData name="SERGIO SPANO'" userId="3abdd0b9-513e-40ac-aad4-56920065037d" providerId="ADAL" clId="{2DCFDF45-1F6B-4A47-892B-C9094FDD5642}" dt="2022-03-21T11:08:19.259" v="1310" actId="27803"/>
          <ac:spMkLst>
            <pc:docMk/>
            <pc:sldMk cId="1175821773" sldId="258"/>
            <ac:spMk id="1386" creationId="{2B6B2F55-7A4F-4129-881A-084C9557F215}"/>
          </ac:spMkLst>
        </pc:spChg>
        <pc:spChg chg="mod">
          <ac:chgData name="SERGIO SPANO'" userId="3abdd0b9-513e-40ac-aad4-56920065037d" providerId="ADAL" clId="{2DCFDF45-1F6B-4A47-892B-C9094FDD5642}" dt="2022-03-21T11:08:19.259" v="1310" actId="27803"/>
          <ac:spMkLst>
            <pc:docMk/>
            <pc:sldMk cId="1175821773" sldId="258"/>
            <ac:spMk id="1387" creationId="{5C55B922-F698-43E1-BBF6-EBABC254674D}"/>
          </ac:spMkLst>
        </pc:spChg>
        <pc:spChg chg="mod">
          <ac:chgData name="SERGIO SPANO'" userId="3abdd0b9-513e-40ac-aad4-56920065037d" providerId="ADAL" clId="{2DCFDF45-1F6B-4A47-892B-C9094FDD5642}" dt="2022-03-21T11:08:19.259" v="1310" actId="27803"/>
          <ac:spMkLst>
            <pc:docMk/>
            <pc:sldMk cId="1175821773" sldId="258"/>
            <ac:spMk id="1388" creationId="{ADC4DCC2-2DC3-40F5-A4A9-C72037EA9952}"/>
          </ac:spMkLst>
        </pc:spChg>
        <pc:spChg chg="mod">
          <ac:chgData name="SERGIO SPANO'" userId="3abdd0b9-513e-40ac-aad4-56920065037d" providerId="ADAL" clId="{2DCFDF45-1F6B-4A47-892B-C9094FDD5642}" dt="2022-03-21T11:08:19.259" v="1310" actId="27803"/>
          <ac:spMkLst>
            <pc:docMk/>
            <pc:sldMk cId="1175821773" sldId="258"/>
            <ac:spMk id="1389" creationId="{8A236EA3-0F05-4341-8955-27CC9439E8A3}"/>
          </ac:spMkLst>
        </pc:spChg>
        <pc:spChg chg="mod">
          <ac:chgData name="SERGIO SPANO'" userId="3abdd0b9-513e-40ac-aad4-56920065037d" providerId="ADAL" clId="{2DCFDF45-1F6B-4A47-892B-C9094FDD5642}" dt="2022-03-21T11:08:19.259" v="1310" actId="27803"/>
          <ac:spMkLst>
            <pc:docMk/>
            <pc:sldMk cId="1175821773" sldId="258"/>
            <ac:spMk id="1390" creationId="{861648A0-18AA-4607-8A10-5862B22D02A8}"/>
          </ac:spMkLst>
        </pc:spChg>
        <pc:spChg chg="mod">
          <ac:chgData name="SERGIO SPANO'" userId="3abdd0b9-513e-40ac-aad4-56920065037d" providerId="ADAL" clId="{2DCFDF45-1F6B-4A47-892B-C9094FDD5642}" dt="2022-03-21T11:08:19.259" v="1310" actId="27803"/>
          <ac:spMkLst>
            <pc:docMk/>
            <pc:sldMk cId="1175821773" sldId="258"/>
            <ac:spMk id="1391" creationId="{C2D6210F-4AA1-4518-9D50-611E1A0AB40E}"/>
          </ac:spMkLst>
        </pc:spChg>
        <pc:spChg chg="mod">
          <ac:chgData name="SERGIO SPANO'" userId="3abdd0b9-513e-40ac-aad4-56920065037d" providerId="ADAL" clId="{2DCFDF45-1F6B-4A47-892B-C9094FDD5642}" dt="2022-03-21T11:08:19.259" v="1310" actId="27803"/>
          <ac:spMkLst>
            <pc:docMk/>
            <pc:sldMk cId="1175821773" sldId="258"/>
            <ac:spMk id="1392" creationId="{3CEB4A5A-1193-45D8-9801-7B5EC88276E6}"/>
          </ac:spMkLst>
        </pc:spChg>
        <pc:spChg chg="mod">
          <ac:chgData name="SERGIO SPANO'" userId="3abdd0b9-513e-40ac-aad4-56920065037d" providerId="ADAL" clId="{2DCFDF45-1F6B-4A47-892B-C9094FDD5642}" dt="2022-03-21T11:08:19.259" v="1310" actId="27803"/>
          <ac:spMkLst>
            <pc:docMk/>
            <pc:sldMk cId="1175821773" sldId="258"/>
            <ac:spMk id="1393" creationId="{50D4D048-BA27-4614-AA19-AD3103813EBE}"/>
          </ac:spMkLst>
        </pc:spChg>
        <pc:spChg chg="mod">
          <ac:chgData name="SERGIO SPANO'" userId="3abdd0b9-513e-40ac-aad4-56920065037d" providerId="ADAL" clId="{2DCFDF45-1F6B-4A47-892B-C9094FDD5642}" dt="2022-03-21T11:08:19.259" v="1310" actId="27803"/>
          <ac:spMkLst>
            <pc:docMk/>
            <pc:sldMk cId="1175821773" sldId="258"/>
            <ac:spMk id="1394" creationId="{52CD4F7C-8DA5-4274-9BA3-12A18D3D8651}"/>
          </ac:spMkLst>
        </pc:spChg>
        <pc:spChg chg="mod">
          <ac:chgData name="SERGIO SPANO'" userId="3abdd0b9-513e-40ac-aad4-56920065037d" providerId="ADAL" clId="{2DCFDF45-1F6B-4A47-892B-C9094FDD5642}" dt="2022-03-21T11:08:19.259" v="1310" actId="27803"/>
          <ac:spMkLst>
            <pc:docMk/>
            <pc:sldMk cId="1175821773" sldId="258"/>
            <ac:spMk id="1395" creationId="{AA314C77-8711-41E8-A0E2-F4D3202F4744}"/>
          </ac:spMkLst>
        </pc:spChg>
        <pc:spChg chg="mod">
          <ac:chgData name="SERGIO SPANO'" userId="3abdd0b9-513e-40ac-aad4-56920065037d" providerId="ADAL" clId="{2DCFDF45-1F6B-4A47-892B-C9094FDD5642}" dt="2022-03-21T11:08:19.259" v="1310" actId="27803"/>
          <ac:spMkLst>
            <pc:docMk/>
            <pc:sldMk cId="1175821773" sldId="258"/>
            <ac:spMk id="1396" creationId="{28008E35-3BD5-49AE-BAB9-249C896CAC43}"/>
          </ac:spMkLst>
        </pc:spChg>
        <pc:spChg chg="mod">
          <ac:chgData name="SERGIO SPANO'" userId="3abdd0b9-513e-40ac-aad4-56920065037d" providerId="ADAL" clId="{2DCFDF45-1F6B-4A47-892B-C9094FDD5642}" dt="2022-03-21T11:08:19.259" v="1310" actId="27803"/>
          <ac:spMkLst>
            <pc:docMk/>
            <pc:sldMk cId="1175821773" sldId="258"/>
            <ac:spMk id="1397" creationId="{686A1599-C82C-4495-9323-22B127045018}"/>
          </ac:spMkLst>
        </pc:spChg>
        <pc:spChg chg="mod">
          <ac:chgData name="SERGIO SPANO'" userId="3abdd0b9-513e-40ac-aad4-56920065037d" providerId="ADAL" clId="{2DCFDF45-1F6B-4A47-892B-C9094FDD5642}" dt="2022-03-21T11:08:19.259" v="1310" actId="27803"/>
          <ac:spMkLst>
            <pc:docMk/>
            <pc:sldMk cId="1175821773" sldId="258"/>
            <ac:spMk id="1398" creationId="{F1FC3150-2829-4E48-89B6-A2C405465370}"/>
          </ac:spMkLst>
        </pc:spChg>
        <pc:spChg chg="mod">
          <ac:chgData name="SERGIO SPANO'" userId="3abdd0b9-513e-40ac-aad4-56920065037d" providerId="ADAL" clId="{2DCFDF45-1F6B-4A47-892B-C9094FDD5642}" dt="2022-03-21T11:08:19.259" v="1310" actId="27803"/>
          <ac:spMkLst>
            <pc:docMk/>
            <pc:sldMk cId="1175821773" sldId="258"/>
            <ac:spMk id="1399" creationId="{FC399275-C6C9-4823-B6A1-61A551C3A183}"/>
          </ac:spMkLst>
        </pc:spChg>
        <pc:spChg chg="mod">
          <ac:chgData name="SERGIO SPANO'" userId="3abdd0b9-513e-40ac-aad4-56920065037d" providerId="ADAL" clId="{2DCFDF45-1F6B-4A47-892B-C9094FDD5642}" dt="2022-03-21T11:08:19.259" v="1310" actId="27803"/>
          <ac:spMkLst>
            <pc:docMk/>
            <pc:sldMk cId="1175821773" sldId="258"/>
            <ac:spMk id="1400" creationId="{58877D54-6A17-45E0-8F87-270D1335829B}"/>
          </ac:spMkLst>
        </pc:spChg>
        <pc:spChg chg="mod">
          <ac:chgData name="SERGIO SPANO'" userId="3abdd0b9-513e-40ac-aad4-56920065037d" providerId="ADAL" clId="{2DCFDF45-1F6B-4A47-892B-C9094FDD5642}" dt="2022-03-21T11:08:19.259" v="1310" actId="27803"/>
          <ac:spMkLst>
            <pc:docMk/>
            <pc:sldMk cId="1175821773" sldId="258"/>
            <ac:spMk id="1401" creationId="{1F5F3045-2E11-4413-AE37-B4EE272B27E5}"/>
          </ac:spMkLst>
        </pc:spChg>
        <pc:spChg chg="mod">
          <ac:chgData name="SERGIO SPANO'" userId="3abdd0b9-513e-40ac-aad4-56920065037d" providerId="ADAL" clId="{2DCFDF45-1F6B-4A47-892B-C9094FDD5642}" dt="2022-03-21T11:08:19.259" v="1310" actId="27803"/>
          <ac:spMkLst>
            <pc:docMk/>
            <pc:sldMk cId="1175821773" sldId="258"/>
            <ac:spMk id="1402" creationId="{896D2441-601F-4A17-B1A4-8FDF603D0E4B}"/>
          </ac:spMkLst>
        </pc:spChg>
        <pc:spChg chg="mod">
          <ac:chgData name="SERGIO SPANO'" userId="3abdd0b9-513e-40ac-aad4-56920065037d" providerId="ADAL" clId="{2DCFDF45-1F6B-4A47-892B-C9094FDD5642}" dt="2022-03-21T11:08:19.259" v="1310" actId="27803"/>
          <ac:spMkLst>
            <pc:docMk/>
            <pc:sldMk cId="1175821773" sldId="258"/>
            <ac:spMk id="1403" creationId="{334F450B-13F2-4FCD-B0CC-5B60EAF7DF85}"/>
          </ac:spMkLst>
        </pc:spChg>
        <pc:spChg chg="mod">
          <ac:chgData name="SERGIO SPANO'" userId="3abdd0b9-513e-40ac-aad4-56920065037d" providerId="ADAL" clId="{2DCFDF45-1F6B-4A47-892B-C9094FDD5642}" dt="2022-03-21T11:08:19.259" v="1310" actId="27803"/>
          <ac:spMkLst>
            <pc:docMk/>
            <pc:sldMk cId="1175821773" sldId="258"/>
            <ac:spMk id="1404" creationId="{8469F0D8-745C-48C4-92C0-2B8AAE797783}"/>
          </ac:spMkLst>
        </pc:spChg>
        <pc:spChg chg="mod">
          <ac:chgData name="SERGIO SPANO'" userId="3abdd0b9-513e-40ac-aad4-56920065037d" providerId="ADAL" clId="{2DCFDF45-1F6B-4A47-892B-C9094FDD5642}" dt="2022-03-21T11:08:19.259" v="1310" actId="27803"/>
          <ac:spMkLst>
            <pc:docMk/>
            <pc:sldMk cId="1175821773" sldId="258"/>
            <ac:spMk id="1405" creationId="{83DA7BD3-F4B3-4186-8A7B-DC09A786A1B5}"/>
          </ac:spMkLst>
        </pc:spChg>
        <pc:spChg chg="mod">
          <ac:chgData name="SERGIO SPANO'" userId="3abdd0b9-513e-40ac-aad4-56920065037d" providerId="ADAL" clId="{2DCFDF45-1F6B-4A47-892B-C9094FDD5642}" dt="2022-03-21T11:08:19.259" v="1310" actId="27803"/>
          <ac:spMkLst>
            <pc:docMk/>
            <pc:sldMk cId="1175821773" sldId="258"/>
            <ac:spMk id="1406" creationId="{9FD48A61-A1CE-4381-B326-AB3096EFDF6D}"/>
          </ac:spMkLst>
        </pc:spChg>
        <pc:spChg chg="mod">
          <ac:chgData name="SERGIO SPANO'" userId="3abdd0b9-513e-40ac-aad4-56920065037d" providerId="ADAL" clId="{2DCFDF45-1F6B-4A47-892B-C9094FDD5642}" dt="2022-03-21T11:08:19.259" v="1310" actId="27803"/>
          <ac:spMkLst>
            <pc:docMk/>
            <pc:sldMk cId="1175821773" sldId="258"/>
            <ac:spMk id="1407" creationId="{392D907A-16F2-48D4-ACA8-6B9A0389AB6E}"/>
          </ac:spMkLst>
        </pc:spChg>
        <pc:spChg chg="mod">
          <ac:chgData name="SERGIO SPANO'" userId="3abdd0b9-513e-40ac-aad4-56920065037d" providerId="ADAL" clId="{2DCFDF45-1F6B-4A47-892B-C9094FDD5642}" dt="2022-03-21T11:08:19.259" v="1310" actId="27803"/>
          <ac:spMkLst>
            <pc:docMk/>
            <pc:sldMk cId="1175821773" sldId="258"/>
            <ac:spMk id="1408" creationId="{17136BE4-D4AA-4E22-B5D1-231045202A41}"/>
          </ac:spMkLst>
        </pc:spChg>
        <pc:spChg chg="mod">
          <ac:chgData name="SERGIO SPANO'" userId="3abdd0b9-513e-40ac-aad4-56920065037d" providerId="ADAL" clId="{2DCFDF45-1F6B-4A47-892B-C9094FDD5642}" dt="2022-03-21T11:08:19.259" v="1310" actId="27803"/>
          <ac:spMkLst>
            <pc:docMk/>
            <pc:sldMk cId="1175821773" sldId="258"/>
            <ac:spMk id="1409" creationId="{37ED9859-1269-4ED1-B215-F0FDA0512F71}"/>
          </ac:spMkLst>
        </pc:spChg>
        <pc:spChg chg="mod">
          <ac:chgData name="SERGIO SPANO'" userId="3abdd0b9-513e-40ac-aad4-56920065037d" providerId="ADAL" clId="{2DCFDF45-1F6B-4A47-892B-C9094FDD5642}" dt="2022-03-21T11:08:19.259" v="1310" actId="27803"/>
          <ac:spMkLst>
            <pc:docMk/>
            <pc:sldMk cId="1175821773" sldId="258"/>
            <ac:spMk id="1410" creationId="{80C06C3E-60F8-4F99-B239-3940E80DFA03}"/>
          </ac:spMkLst>
        </pc:spChg>
        <pc:spChg chg="mod">
          <ac:chgData name="SERGIO SPANO'" userId="3abdd0b9-513e-40ac-aad4-56920065037d" providerId="ADAL" clId="{2DCFDF45-1F6B-4A47-892B-C9094FDD5642}" dt="2022-03-21T11:08:19.259" v="1310" actId="27803"/>
          <ac:spMkLst>
            <pc:docMk/>
            <pc:sldMk cId="1175821773" sldId="258"/>
            <ac:spMk id="1411" creationId="{43867D92-7A60-4104-99AC-F1B6D58A8823}"/>
          </ac:spMkLst>
        </pc:spChg>
        <pc:spChg chg="mod">
          <ac:chgData name="SERGIO SPANO'" userId="3abdd0b9-513e-40ac-aad4-56920065037d" providerId="ADAL" clId="{2DCFDF45-1F6B-4A47-892B-C9094FDD5642}" dt="2022-03-21T11:08:19.259" v="1310" actId="27803"/>
          <ac:spMkLst>
            <pc:docMk/>
            <pc:sldMk cId="1175821773" sldId="258"/>
            <ac:spMk id="1412" creationId="{4351EF89-9BC3-4716-93BF-8A504A540C65}"/>
          </ac:spMkLst>
        </pc:spChg>
        <pc:spChg chg="mod">
          <ac:chgData name="SERGIO SPANO'" userId="3abdd0b9-513e-40ac-aad4-56920065037d" providerId="ADAL" clId="{2DCFDF45-1F6B-4A47-892B-C9094FDD5642}" dt="2022-03-21T11:08:19.259" v="1310" actId="27803"/>
          <ac:spMkLst>
            <pc:docMk/>
            <pc:sldMk cId="1175821773" sldId="258"/>
            <ac:spMk id="1413" creationId="{8EC4B02F-2776-42DD-BFBB-00C20A91EFAF}"/>
          </ac:spMkLst>
        </pc:spChg>
        <pc:spChg chg="mod">
          <ac:chgData name="SERGIO SPANO'" userId="3abdd0b9-513e-40ac-aad4-56920065037d" providerId="ADAL" clId="{2DCFDF45-1F6B-4A47-892B-C9094FDD5642}" dt="2022-03-21T11:08:19.259" v="1310" actId="27803"/>
          <ac:spMkLst>
            <pc:docMk/>
            <pc:sldMk cId="1175821773" sldId="258"/>
            <ac:spMk id="1414" creationId="{254AF75C-0D6F-4039-89E9-E3B809F41013}"/>
          </ac:spMkLst>
        </pc:spChg>
        <pc:spChg chg="mod">
          <ac:chgData name="SERGIO SPANO'" userId="3abdd0b9-513e-40ac-aad4-56920065037d" providerId="ADAL" clId="{2DCFDF45-1F6B-4A47-892B-C9094FDD5642}" dt="2022-03-21T11:08:19.259" v="1310" actId="27803"/>
          <ac:spMkLst>
            <pc:docMk/>
            <pc:sldMk cId="1175821773" sldId="258"/>
            <ac:spMk id="1415" creationId="{D92A3095-C05E-4CFE-83F9-4E76CF2475FF}"/>
          </ac:spMkLst>
        </pc:spChg>
        <pc:spChg chg="mod">
          <ac:chgData name="SERGIO SPANO'" userId="3abdd0b9-513e-40ac-aad4-56920065037d" providerId="ADAL" clId="{2DCFDF45-1F6B-4A47-892B-C9094FDD5642}" dt="2022-03-21T11:08:19.259" v="1310" actId="27803"/>
          <ac:spMkLst>
            <pc:docMk/>
            <pc:sldMk cId="1175821773" sldId="258"/>
            <ac:spMk id="1416" creationId="{5D027694-279F-43E7-98DA-D8BB69293010}"/>
          </ac:spMkLst>
        </pc:spChg>
        <pc:spChg chg="mod">
          <ac:chgData name="SERGIO SPANO'" userId="3abdd0b9-513e-40ac-aad4-56920065037d" providerId="ADAL" clId="{2DCFDF45-1F6B-4A47-892B-C9094FDD5642}" dt="2022-03-21T11:08:19.259" v="1310" actId="27803"/>
          <ac:spMkLst>
            <pc:docMk/>
            <pc:sldMk cId="1175821773" sldId="258"/>
            <ac:spMk id="1417" creationId="{26A7DCEC-AD64-489D-A947-BE50CE87124A}"/>
          </ac:spMkLst>
        </pc:spChg>
        <pc:spChg chg="mod">
          <ac:chgData name="SERGIO SPANO'" userId="3abdd0b9-513e-40ac-aad4-56920065037d" providerId="ADAL" clId="{2DCFDF45-1F6B-4A47-892B-C9094FDD5642}" dt="2022-03-21T11:08:19.259" v="1310" actId="27803"/>
          <ac:spMkLst>
            <pc:docMk/>
            <pc:sldMk cId="1175821773" sldId="258"/>
            <ac:spMk id="1418" creationId="{309FC04D-28D5-4FA5-9D41-2965677090C1}"/>
          </ac:spMkLst>
        </pc:spChg>
        <pc:spChg chg="mod">
          <ac:chgData name="SERGIO SPANO'" userId="3abdd0b9-513e-40ac-aad4-56920065037d" providerId="ADAL" clId="{2DCFDF45-1F6B-4A47-892B-C9094FDD5642}" dt="2022-03-21T11:08:19.259" v="1310" actId="27803"/>
          <ac:spMkLst>
            <pc:docMk/>
            <pc:sldMk cId="1175821773" sldId="258"/>
            <ac:spMk id="1419" creationId="{E01A9269-1AA1-49A3-8DEB-95F4E694A8D6}"/>
          </ac:spMkLst>
        </pc:spChg>
        <pc:spChg chg="mod">
          <ac:chgData name="SERGIO SPANO'" userId="3abdd0b9-513e-40ac-aad4-56920065037d" providerId="ADAL" clId="{2DCFDF45-1F6B-4A47-892B-C9094FDD5642}" dt="2022-03-21T11:08:19.259" v="1310" actId="27803"/>
          <ac:spMkLst>
            <pc:docMk/>
            <pc:sldMk cId="1175821773" sldId="258"/>
            <ac:spMk id="1420" creationId="{AD22EE45-1774-4F4D-8053-730C9247016E}"/>
          </ac:spMkLst>
        </pc:spChg>
        <pc:spChg chg="mod">
          <ac:chgData name="SERGIO SPANO'" userId="3abdd0b9-513e-40ac-aad4-56920065037d" providerId="ADAL" clId="{2DCFDF45-1F6B-4A47-892B-C9094FDD5642}" dt="2022-03-21T11:08:19.259" v="1310" actId="27803"/>
          <ac:spMkLst>
            <pc:docMk/>
            <pc:sldMk cId="1175821773" sldId="258"/>
            <ac:spMk id="1421" creationId="{9EC533E4-B53A-46BE-981E-F0EF20063723}"/>
          </ac:spMkLst>
        </pc:spChg>
        <pc:spChg chg="mod">
          <ac:chgData name="SERGIO SPANO'" userId="3abdd0b9-513e-40ac-aad4-56920065037d" providerId="ADAL" clId="{2DCFDF45-1F6B-4A47-892B-C9094FDD5642}" dt="2022-03-21T11:08:19.259" v="1310" actId="27803"/>
          <ac:spMkLst>
            <pc:docMk/>
            <pc:sldMk cId="1175821773" sldId="258"/>
            <ac:spMk id="1422" creationId="{7AEACC92-FD3D-452A-9D52-599DDA8FE42D}"/>
          </ac:spMkLst>
        </pc:spChg>
        <pc:spChg chg="mod">
          <ac:chgData name="SERGIO SPANO'" userId="3abdd0b9-513e-40ac-aad4-56920065037d" providerId="ADAL" clId="{2DCFDF45-1F6B-4A47-892B-C9094FDD5642}" dt="2022-03-21T11:08:19.259" v="1310" actId="27803"/>
          <ac:spMkLst>
            <pc:docMk/>
            <pc:sldMk cId="1175821773" sldId="258"/>
            <ac:spMk id="1423" creationId="{2EDE8463-060B-436D-9C84-DFAFA49C77B5}"/>
          </ac:spMkLst>
        </pc:spChg>
        <pc:spChg chg="mod">
          <ac:chgData name="SERGIO SPANO'" userId="3abdd0b9-513e-40ac-aad4-56920065037d" providerId="ADAL" clId="{2DCFDF45-1F6B-4A47-892B-C9094FDD5642}" dt="2022-03-21T11:08:19.259" v="1310" actId="27803"/>
          <ac:spMkLst>
            <pc:docMk/>
            <pc:sldMk cId="1175821773" sldId="258"/>
            <ac:spMk id="1424" creationId="{21CE2558-C14D-4A39-BDED-01CF278EDC9F}"/>
          </ac:spMkLst>
        </pc:spChg>
        <pc:spChg chg="mod">
          <ac:chgData name="SERGIO SPANO'" userId="3abdd0b9-513e-40ac-aad4-56920065037d" providerId="ADAL" clId="{2DCFDF45-1F6B-4A47-892B-C9094FDD5642}" dt="2022-03-21T11:08:19.259" v="1310" actId="27803"/>
          <ac:spMkLst>
            <pc:docMk/>
            <pc:sldMk cId="1175821773" sldId="258"/>
            <ac:spMk id="1425" creationId="{31F61A61-EF9A-4E7C-ACA3-4F921F00D588}"/>
          </ac:spMkLst>
        </pc:spChg>
        <pc:spChg chg="mod">
          <ac:chgData name="SERGIO SPANO'" userId="3abdd0b9-513e-40ac-aad4-56920065037d" providerId="ADAL" clId="{2DCFDF45-1F6B-4A47-892B-C9094FDD5642}" dt="2022-03-21T11:08:19.259" v="1310" actId="27803"/>
          <ac:spMkLst>
            <pc:docMk/>
            <pc:sldMk cId="1175821773" sldId="258"/>
            <ac:spMk id="1426" creationId="{053C5539-F24B-41D2-8782-36FBB304D878}"/>
          </ac:spMkLst>
        </pc:spChg>
        <pc:spChg chg="mod">
          <ac:chgData name="SERGIO SPANO'" userId="3abdd0b9-513e-40ac-aad4-56920065037d" providerId="ADAL" clId="{2DCFDF45-1F6B-4A47-892B-C9094FDD5642}" dt="2022-03-21T11:08:19.259" v="1310" actId="27803"/>
          <ac:spMkLst>
            <pc:docMk/>
            <pc:sldMk cId="1175821773" sldId="258"/>
            <ac:spMk id="1427" creationId="{CA14F35E-FE79-40DC-9771-B313297A4D65}"/>
          </ac:spMkLst>
        </pc:spChg>
        <pc:spChg chg="mod">
          <ac:chgData name="SERGIO SPANO'" userId="3abdd0b9-513e-40ac-aad4-56920065037d" providerId="ADAL" clId="{2DCFDF45-1F6B-4A47-892B-C9094FDD5642}" dt="2022-03-21T11:08:19.259" v="1310" actId="27803"/>
          <ac:spMkLst>
            <pc:docMk/>
            <pc:sldMk cId="1175821773" sldId="258"/>
            <ac:spMk id="1428" creationId="{9FDA0315-D399-41D9-8734-B45D39713C20}"/>
          </ac:spMkLst>
        </pc:spChg>
        <pc:spChg chg="mod">
          <ac:chgData name="SERGIO SPANO'" userId="3abdd0b9-513e-40ac-aad4-56920065037d" providerId="ADAL" clId="{2DCFDF45-1F6B-4A47-892B-C9094FDD5642}" dt="2022-03-21T11:08:19.259" v="1310" actId="27803"/>
          <ac:spMkLst>
            <pc:docMk/>
            <pc:sldMk cId="1175821773" sldId="258"/>
            <ac:spMk id="1429" creationId="{CECCE858-E4D2-4ED1-9E9C-4289E1D5EA28}"/>
          </ac:spMkLst>
        </pc:spChg>
        <pc:spChg chg="mod">
          <ac:chgData name="SERGIO SPANO'" userId="3abdd0b9-513e-40ac-aad4-56920065037d" providerId="ADAL" clId="{2DCFDF45-1F6B-4A47-892B-C9094FDD5642}" dt="2022-03-21T11:08:19.259" v="1310" actId="27803"/>
          <ac:spMkLst>
            <pc:docMk/>
            <pc:sldMk cId="1175821773" sldId="258"/>
            <ac:spMk id="1430" creationId="{AC3140C9-6322-418C-9B0A-7323D5A0F6C3}"/>
          </ac:spMkLst>
        </pc:spChg>
        <pc:spChg chg="mod">
          <ac:chgData name="SERGIO SPANO'" userId="3abdd0b9-513e-40ac-aad4-56920065037d" providerId="ADAL" clId="{2DCFDF45-1F6B-4A47-892B-C9094FDD5642}" dt="2022-03-21T11:08:19.259" v="1310" actId="27803"/>
          <ac:spMkLst>
            <pc:docMk/>
            <pc:sldMk cId="1175821773" sldId="258"/>
            <ac:spMk id="1431" creationId="{F85A1D65-DA92-4E2F-8813-123DB6683AE5}"/>
          </ac:spMkLst>
        </pc:spChg>
        <pc:spChg chg="mod">
          <ac:chgData name="SERGIO SPANO'" userId="3abdd0b9-513e-40ac-aad4-56920065037d" providerId="ADAL" clId="{2DCFDF45-1F6B-4A47-892B-C9094FDD5642}" dt="2022-03-21T11:08:19.259" v="1310" actId="27803"/>
          <ac:spMkLst>
            <pc:docMk/>
            <pc:sldMk cId="1175821773" sldId="258"/>
            <ac:spMk id="1432" creationId="{453E3377-AE67-48FE-9E30-0B3D4AE5EA44}"/>
          </ac:spMkLst>
        </pc:spChg>
        <pc:spChg chg="mod">
          <ac:chgData name="SERGIO SPANO'" userId="3abdd0b9-513e-40ac-aad4-56920065037d" providerId="ADAL" clId="{2DCFDF45-1F6B-4A47-892B-C9094FDD5642}" dt="2022-03-21T11:08:19.259" v="1310" actId="27803"/>
          <ac:spMkLst>
            <pc:docMk/>
            <pc:sldMk cId="1175821773" sldId="258"/>
            <ac:spMk id="1433" creationId="{C9AEA562-580C-4327-B93F-08E60CEB2AC5}"/>
          </ac:spMkLst>
        </pc:spChg>
        <pc:spChg chg="mod">
          <ac:chgData name="SERGIO SPANO'" userId="3abdd0b9-513e-40ac-aad4-56920065037d" providerId="ADAL" clId="{2DCFDF45-1F6B-4A47-892B-C9094FDD5642}" dt="2022-03-21T11:08:19.259" v="1310" actId="27803"/>
          <ac:spMkLst>
            <pc:docMk/>
            <pc:sldMk cId="1175821773" sldId="258"/>
            <ac:spMk id="1434" creationId="{1A52F65C-4DC7-43AE-8E6F-88168B052DB7}"/>
          </ac:spMkLst>
        </pc:spChg>
        <pc:spChg chg="mod">
          <ac:chgData name="SERGIO SPANO'" userId="3abdd0b9-513e-40ac-aad4-56920065037d" providerId="ADAL" clId="{2DCFDF45-1F6B-4A47-892B-C9094FDD5642}" dt="2022-03-21T11:08:19.259" v="1310" actId="27803"/>
          <ac:spMkLst>
            <pc:docMk/>
            <pc:sldMk cId="1175821773" sldId="258"/>
            <ac:spMk id="1435" creationId="{2E69EF9F-F819-4611-8644-FB2435B91B89}"/>
          </ac:spMkLst>
        </pc:spChg>
        <pc:spChg chg="mod">
          <ac:chgData name="SERGIO SPANO'" userId="3abdd0b9-513e-40ac-aad4-56920065037d" providerId="ADAL" clId="{2DCFDF45-1F6B-4A47-892B-C9094FDD5642}" dt="2022-03-21T11:08:19.259" v="1310" actId="27803"/>
          <ac:spMkLst>
            <pc:docMk/>
            <pc:sldMk cId="1175821773" sldId="258"/>
            <ac:spMk id="1436" creationId="{242CCF30-77ED-4E05-BEA3-7C09191DCACA}"/>
          </ac:spMkLst>
        </pc:spChg>
        <pc:spChg chg="mod">
          <ac:chgData name="SERGIO SPANO'" userId="3abdd0b9-513e-40ac-aad4-56920065037d" providerId="ADAL" clId="{2DCFDF45-1F6B-4A47-892B-C9094FDD5642}" dt="2022-03-21T11:08:19.259" v="1310" actId="27803"/>
          <ac:spMkLst>
            <pc:docMk/>
            <pc:sldMk cId="1175821773" sldId="258"/>
            <ac:spMk id="1437" creationId="{087BB70C-4274-4F64-8432-D49C72B961C5}"/>
          </ac:spMkLst>
        </pc:spChg>
        <pc:spChg chg="mod">
          <ac:chgData name="SERGIO SPANO'" userId="3abdd0b9-513e-40ac-aad4-56920065037d" providerId="ADAL" clId="{2DCFDF45-1F6B-4A47-892B-C9094FDD5642}" dt="2022-03-21T11:08:19.259" v="1310" actId="27803"/>
          <ac:spMkLst>
            <pc:docMk/>
            <pc:sldMk cId="1175821773" sldId="258"/>
            <ac:spMk id="1438" creationId="{BAB192D1-1919-4CED-81F0-C32220622AD2}"/>
          </ac:spMkLst>
        </pc:spChg>
        <pc:spChg chg="mod">
          <ac:chgData name="SERGIO SPANO'" userId="3abdd0b9-513e-40ac-aad4-56920065037d" providerId="ADAL" clId="{2DCFDF45-1F6B-4A47-892B-C9094FDD5642}" dt="2022-03-21T11:08:19.259" v="1310" actId="27803"/>
          <ac:spMkLst>
            <pc:docMk/>
            <pc:sldMk cId="1175821773" sldId="258"/>
            <ac:spMk id="1439" creationId="{747AF6E4-B2DC-4DC0-9616-9485CF83D28A}"/>
          </ac:spMkLst>
        </pc:spChg>
        <pc:spChg chg="mod">
          <ac:chgData name="SERGIO SPANO'" userId="3abdd0b9-513e-40ac-aad4-56920065037d" providerId="ADAL" clId="{2DCFDF45-1F6B-4A47-892B-C9094FDD5642}" dt="2022-03-21T11:08:19.259" v="1310" actId="27803"/>
          <ac:spMkLst>
            <pc:docMk/>
            <pc:sldMk cId="1175821773" sldId="258"/>
            <ac:spMk id="1440" creationId="{15F1C90F-CA0B-4EF8-8700-D82F2977D625}"/>
          </ac:spMkLst>
        </pc:spChg>
        <pc:spChg chg="mod">
          <ac:chgData name="SERGIO SPANO'" userId="3abdd0b9-513e-40ac-aad4-56920065037d" providerId="ADAL" clId="{2DCFDF45-1F6B-4A47-892B-C9094FDD5642}" dt="2022-03-21T11:08:19.259" v="1310" actId="27803"/>
          <ac:spMkLst>
            <pc:docMk/>
            <pc:sldMk cId="1175821773" sldId="258"/>
            <ac:spMk id="1441" creationId="{2C1C0ABA-537E-4BD7-863C-8271745F2415}"/>
          </ac:spMkLst>
        </pc:spChg>
        <pc:spChg chg="mod">
          <ac:chgData name="SERGIO SPANO'" userId="3abdd0b9-513e-40ac-aad4-56920065037d" providerId="ADAL" clId="{2DCFDF45-1F6B-4A47-892B-C9094FDD5642}" dt="2022-03-21T11:08:19.259" v="1310" actId="27803"/>
          <ac:spMkLst>
            <pc:docMk/>
            <pc:sldMk cId="1175821773" sldId="258"/>
            <ac:spMk id="1442" creationId="{9E6B2680-F221-4814-99DD-D9EE60A92AB7}"/>
          </ac:spMkLst>
        </pc:spChg>
        <pc:spChg chg="mod">
          <ac:chgData name="SERGIO SPANO'" userId="3abdd0b9-513e-40ac-aad4-56920065037d" providerId="ADAL" clId="{2DCFDF45-1F6B-4A47-892B-C9094FDD5642}" dt="2022-03-21T11:08:19.259" v="1310" actId="27803"/>
          <ac:spMkLst>
            <pc:docMk/>
            <pc:sldMk cId="1175821773" sldId="258"/>
            <ac:spMk id="1443" creationId="{C994E96A-C584-40E0-8E6D-86EFCE3CBF0F}"/>
          </ac:spMkLst>
        </pc:spChg>
        <pc:spChg chg="mod">
          <ac:chgData name="SERGIO SPANO'" userId="3abdd0b9-513e-40ac-aad4-56920065037d" providerId="ADAL" clId="{2DCFDF45-1F6B-4A47-892B-C9094FDD5642}" dt="2022-03-21T11:08:19.259" v="1310" actId="27803"/>
          <ac:spMkLst>
            <pc:docMk/>
            <pc:sldMk cId="1175821773" sldId="258"/>
            <ac:spMk id="1444" creationId="{D2CEFE05-6C56-4ED6-B51F-14F0276853AD}"/>
          </ac:spMkLst>
        </pc:spChg>
        <pc:spChg chg="mod">
          <ac:chgData name="SERGIO SPANO'" userId="3abdd0b9-513e-40ac-aad4-56920065037d" providerId="ADAL" clId="{2DCFDF45-1F6B-4A47-892B-C9094FDD5642}" dt="2022-03-21T11:08:19.259" v="1310" actId="27803"/>
          <ac:spMkLst>
            <pc:docMk/>
            <pc:sldMk cId="1175821773" sldId="258"/>
            <ac:spMk id="1445" creationId="{DB7B25E1-E5B4-481C-8B20-054F7C144521}"/>
          </ac:spMkLst>
        </pc:spChg>
        <pc:spChg chg="mod">
          <ac:chgData name="SERGIO SPANO'" userId="3abdd0b9-513e-40ac-aad4-56920065037d" providerId="ADAL" clId="{2DCFDF45-1F6B-4A47-892B-C9094FDD5642}" dt="2022-03-21T11:08:19.259" v="1310" actId="27803"/>
          <ac:spMkLst>
            <pc:docMk/>
            <pc:sldMk cId="1175821773" sldId="258"/>
            <ac:spMk id="1446" creationId="{BAD49816-B604-4F7D-8CA3-393EB9B75E03}"/>
          </ac:spMkLst>
        </pc:spChg>
        <pc:spChg chg="mod">
          <ac:chgData name="SERGIO SPANO'" userId="3abdd0b9-513e-40ac-aad4-56920065037d" providerId="ADAL" clId="{2DCFDF45-1F6B-4A47-892B-C9094FDD5642}" dt="2022-03-21T11:08:19.259" v="1310" actId="27803"/>
          <ac:spMkLst>
            <pc:docMk/>
            <pc:sldMk cId="1175821773" sldId="258"/>
            <ac:spMk id="1447" creationId="{C47DE1C6-7CC0-49AA-83FE-91F8D8C80F8C}"/>
          </ac:spMkLst>
        </pc:spChg>
        <pc:spChg chg="mod">
          <ac:chgData name="SERGIO SPANO'" userId="3abdd0b9-513e-40ac-aad4-56920065037d" providerId="ADAL" clId="{2DCFDF45-1F6B-4A47-892B-C9094FDD5642}" dt="2022-03-21T11:08:19.259" v="1310" actId="27803"/>
          <ac:spMkLst>
            <pc:docMk/>
            <pc:sldMk cId="1175821773" sldId="258"/>
            <ac:spMk id="1448" creationId="{8C6C2437-7E8D-4D69-A34C-A25BADB4DCBE}"/>
          </ac:spMkLst>
        </pc:spChg>
        <pc:spChg chg="mod">
          <ac:chgData name="SERGIO SPANO'" userId="3abdd0b9-513e-40ac-aad4-56920065037d" providerId="ADAL" clId="{2DCFDF45-1F6B-4A47-892B-C9094FDD5642}" dt="2022-03-21T11:08:19.259" v="1310" actId="27803"/>
          <ac:spMkLst>
            <pc:docMk/>
            <pc:sldMk cId="1175821773" sldId="258"/>
            <ac:spMk id="1449" creationId="{AF5780D3-7D45-43F8-A90A-7D79D0466E4D}"/>
          </ac:spMkLst>
        </pc:spChg>
        <pc:spChg chg="mod">
          <ac:chgData name="SERGIO SPANO'" userId="3abdd0b9-513e-40ac-aad4-56920065037d" providerId="ADAL" clId="{2DCFDF45-1F6B-4A47-892B-C9094FDD5642}" dt="2022-03-21T11:08:19.259" v="1310" actId="27803"/>
          <ac:spMkLst>
            <pc:docMk/>
            <pc:sldMk cId="1175821773" sldId="258"/>
            <ac:spMk id="1450" creationId="{21123CE8-AF20-4A50-B0A7-916D3958C024}"/>
          </ac:spMkLst>
        </pc:spChg>
        <pc:spChg chg="mod">
          <ac:chgData name="SERGIO SPANO'" userId="3abdd0b9-513e-40ac-aad4-56920065037d" providerId="ADAL" clId="{2DCFDF45-1F6B-4A47-892B-C9094FDD5642}" dt="2022-03-21T11:08:19.259" v="1310" actId="27803"/>
          <ac:spMkLst>
            <pc:docMk/>
            <pc:sldMk cId="1175821773" sldId="258"/>
            <ac:spMk id="1451" creationId="{221713ED-9ACC-4551-A346-DD1DC2C40F0A}"/>
          </ac:spMkLst>
        </pc:spChg>
        <pc:spChg chg="mod">
          <ac:chgData name="SERGIO SPANO'" userId="3abdd0b9-513e-40ac-aad4-56920065037d" providerId="ADAL" clId="{2DCFDF45-1F6B-4A47-892B-C9094FDD5642}" dt="2022-03-21T11:08:19.259" v="1310" actId="27803"/>
          <ac:spMkLst>
            <pc:docMk/>
            <pc:sldMk cId="1175821773" sldId="258"/>
            <ac:spMk id="1452" creationId="{492303CE-9074-409B-BD1C-141D1570DCB7}"/>
          </ac:spMkLst>
        </pc:spChg>
        <pc:spChg chg="mod">
          <ac:chgData name="SERGIO SPANO'" userId="3abdd0b9-513e-40ac-aad4-56920065037d" providerId="ADAL" clId="{2DCFDF45-1F6B-4A47-892B-C9094FDD5642}" dt="2022-03-21T11:08:19.259" v="1310" actId="27803"/>
          <ac:spMkLst>
            <pc:docMk/>
            <pc:sldMk cId="1175821773" sldId="258"/>
            <ac:spMk id="1453" creationId="{B61589BD-DC57-402E-944A-34CF4E4F7B92}"/>
          </ac:spMkLst>
        </pc:spChg>
        <pc:spChg chg="mod">
          <ac:chgData name="SERGIO SPANO'" userId="3abdd0b9-513e-40ac-aad4-56920065037d" providerId="ADAL" clId="{2DCFDF45-1F6B-4A47-892B-C9094FDD5642}" dt="2022-03-21T11:08:19.259" v="1310" actId="27803"/>
          <ac:spMkLst>
            <pc:docMk/>
            <pc:sldMk cId="1175821773" sldId="258"/>
            <ac:spMk id="1454" creationId="{CE40C096-6A6F-4E01-A3C3-8D7D1FADAD57}"/>
          </ac:spMkLst>
        </pc:spChg>
        <pc:spChg chg="mod">
          <ac:chgData name="SERGIO SPANO'" userId="3abdd0b9-513e-40ac-aad4-56920065037d" providerId="ADAL" clId="{2DCFDF45-1F6B-4A47-892B-C9094FDD5642}" dt="2022-03-21T11:08:19.259" v="1310" actId="27803"/>
          <ac:spMkLst>
            <pc:docMk/>
            <pc:sldMk cId="1175821773" sldId="258"/>
            <ac:spMk id="1455" creationId="{BFEB3D1E-BE7D-4B34-9D3D-2B63D6AF9E88}"/>
          </ac:spMkLst>
        </pc:spChg>
        <pc:spChg chg="mod">
          <ac:chgData name="SERGIO SPANO'" userId="3abdd0b9-513e-40ac-aad4-56920065037d" providerId="ADAL" clId="{2DCFDF45-1F6B-4A47-892B-C9094FDD5642}" dt="2022-03-21T11:08:19.259" v="1310" actId="27803"/>
          <ac:spMkLst>
            <pc:docMk/>
            <pc:sldMk cId="1175821773" sldId="258"/>
            <ac:spMk id="1456" creationId="{919EE55B-82B4-4FFC-9CA6-3107B23CAD2E}"/>
          </ac:spMkLst>
        </pc:spChg>
        <pc:spChg chg="mod">
          <ac:chgData name="SERGIO SPANO'" userId="3abdd0b9-513e-40ac-aad4-56920065037d" providerId="ADAL" clId="{2DCFDF45-1F6B-4A47-892B-C9094FDD5642}" dt="2022-03-21T11:08:19.259" v="1310" actId="27803"/>
          <ac:spMkLst>
            <pc:docMk/>
            <pc:sldMk cId="1175821773" sldId="258"/>
            <ac:spMk id="1457" creationId="{DC11FCF0-967F-4113-96B5-4F036D7D8064}"/>
          </ac:spMkLst>
        </pc:spChg>
        <pc:spChg chg="mod">
          <ac:chgData name="SERGIO SPANO'" userId="3abdd0b9-513e-40ac-aad4-56920065037d" providerId="ADAL" clId="{2DCFDF45-1F6B-4A47-892B-C9094FDD5642}" dt="2022-03-21T11:08:19.259" v="1310" actId="27803"/>
          <ac:spMkLst>
            <pc:docMk/>
            <pc:sldMk cId="1175821773" sldId="258"/>
            <ac:spMk id="1458" creationId="{814AB068-FA2A-493E-8131-C9193E9A288D}"/>
          </ac:spMkLst>
        </pc:spChg>
        <pc:spChg chg="mod">
          <ac:chgData name="SERGIO SPANO'" userId="3abdd0b9-513e-40ac-aad4-56920065037d" providerId="ADAL" clId="{2DCFDF45-1F6B-4A47-892B-C9094FDD5642}" dt="2022-03-21T11:08:19.259" v="1310" actId="27803"/>
          <ac:spMkLst>
            <pc:docMk/>
            <pc:sldMk cId="1175821773" sldId="258"/>
            <ac:spMk id="1459" creationId="{3D00DC94-95AB-413D-96E7-CA95E5174D2F}"/>
          </ac:spMkLst>
        </pc:spChg>
        <pc:spChg chg="mod">
          <ac:chgData name="SERGIO SPANO'" userId="3abdd0b9-513e-40ac-aad4-56920065037d" providerId="ADAL" clId="{2DCFDF45-1F6B-4A47-892B-C9094FDD5642}" dt="2022-03-21T11:08:19.259" v="1310" actId="27803"/>
          <ac:spMkLst>
            <pc:docMk/>
            <pc:sldMk cId="1175821773" sldId="258"/>
            <ac:spMk id="1460" creationId="{38D72B8D-37F6-4235-BED3-1ABAC0A4D54E}"/>
          </ac:spMkLst>
        </pc:spChg>
        <pc:spChg chg="mod">
          <ac:chgData name="SERGIO SPANO'" userId="3abdd0b9-513e-40ac-aad4-56920065037d" providerId="ADAL" clId="{2DCFDF45-1F6B-4A47-892B-C9094FDD5642}" dt="2022-03-21T11:08:19.259" v="1310" actId="27803"/>
          <ac:spMkLst>
            <pc:docMk/>
            <pc:sldMk cId="1175821773" sldId="258"/>
            <ac:spMk id="1461" creationId="{31A8E639-AD52-4598-B76D-675EE98ECAE3}"/>
          </ac:spMkLst>
        </pc:spChg>
        <pc:spChg chg="mod">
          <ac:chgData name="SERGIO SPANO'" userId="3abdd0b9-513e-40ac-aad4-56920065037d" providerId="ADAL" clId="{2DCFDF45-1F6B-4A47-892B-C9094FDD5642}" dt="2022-03-21T11:08:19.259" v="1310" actId="27803"/>
          <ac:spMkLst>
            <pc:docMk/>
            <pc:sldMk cId="1175821773" sldId="258"/>
            <ac:spMk id="1462" creationId="{3D946816-D099-4FD5-A760-C2DAECC58B53}"/>
          </ac:spMkLst>
        </pc:spChg>
        <pc:spChg chg="mod">
          <ac:chgData name="SERGIO SPANO'" userId="3abdd0b9-513e-40ac-aad4-56920065037d" providerId="ADAL" clId="{2DCFDF45-1F6B-4A47-892B-C9094FDD5642}" dt="2022-03-21T11:08:19.259" v="1310" actId="27803"/>
          <ac:spMkLst>
            <pc:docMk/>
            <pc:sldMk cId="1175821773" sldId="258"/>
            <ac:spMk id="1463" creationId="{0F3B02F0-EBE5-4718-A196-8110601EBE25}"/>
          </ac:spMkLst>
        </pc:spChg>
        <pc:spChg chg="mod">
          <ac:chgData name="SERGIO SPANO'" userId="3abdd0b9-513e-40ac-aad4-56920065037d" providerId="ADAL" clId="{2DCFDF45-1F6B-4A47-892B-C9094FDD5642}" dt="2022-03-21T11:08:19.259" v="1310" actId="27803"/>
          <ac:spMkLst>
            <pc:docMk/>
            <pc:sldMk cId="1175821773" sldId="258"/>
            <ac:spMk id="1464" creationId="{55D838FE-40A6-4376-BCBA-0444D2CF3AE1}"/>
          </ac:spMkLst>
        </pc:spChg>
        <pc:spChg chg="mod">
          <ac:chgData name="SERGIO SPANO'" userId="3abdd0b9-513e-40ac-aad4-56920065037d" providerId="ADAL" clId="{2DCFDF45-1F6B-4A47-892B-C9094FDD5642}" dt="2022-03-21T11:08:19.259" v="1310" actId="27803"/>
          <ac:spMkLst>
            <pc:docMk/>
            <pc:sldMk cId="1175821773" sldId="258"/>
            <ac:spMk id="1465" creationId="{E0EE2F8F-962E-4681-85EB-03A96FCF9A93}"/>
          </ac:spMkLst>
        </pc:spChg>
        <pc:spChg chg="mod">
          <ac:chgData name="SERGIO SPANO'" userId="3abdd0b9-513e-40ac-aad4-56920065037d" providerId="ADAL" clId="{2DCFDF45-1F6B-4A47-892B-C9094FDD5642}" dt="2022-03-21T11:08:19.259" v="1310" actId="27803"/>
          <ac:spMkLst>
            <pc:docMk/>
            <pc:sldMk cId="1175821773" sldId="258"/>
            <ac:spMk id="1466" creationId="{7393BA14-70AB-4156-B639-81AA9F2E876C}"/>
          </ac:spMkLst>
        </pc:spChg>
        <pc:spChg chg="mod">
          <ac:chgData name="SERGIO SPANO'" userId="3abdd0b9-513e-40ac-aad4-56920065037d" providerId="ADAL" clId="{2DCFDF45-1F6B-4A47-892B-C9094FDD5642}" dt="2022-03-21T11:08:19.259" v="1310" actId="27803"/>
          <ac:spMkLst>
            <pc:docMk/>
            <pc:sldMk cId="1175821773" sldId="258"/>
            <ac:spMk id="1467" creationId="{32376E39-A701-4D82-99C1-EE80C93C8413}"/>
          </ac:spMkLst>
        </pc:spChg>
        <pc:spChg chg="mod">
          <ac:chgData name="SERGIO SPANO'" userId="3abdd0b9-513e-40ac-aad4-56920065037d" providerId="ADAL" clId="{2DCFDF45-1F6B-4A47-892B-C9094FDD5642}" dt="2022-03-21T11:08:19.259" v="1310" actId="27803"/>
          <ac:spMkLst>
            <pc:docMk/>
            <pc:sldMk cId="1175821773" sldId="258"/>
            <ac:spMk id="1468" creationId="{351765D7-61E5-4273-93B8-C2AF3E0DC7C7}"/>
          </ac:spMkLst>
        </pc:spChg>
        <pc:spChg chg="mod">
          <ac:chgData name="SERGIO SPANO'" userId="3abdd0b9-513e-40ac-aad4-56920065037d" providerId="ADAL" clId="{2DCFDF45-1F6B-4A47-892B-C9094FDD5642}" dt="2022-03-21T11:08:19.259" v="1310" actId="27803"/>
          <ac:spMkLst>
            <pc:docMk/>
            <pc:sldMk cId="1175821773" sldId="258"/>
            <ac:spMk id="1469" creationId="{8893492D-9145-476A-BDAD-CF11EA8959FD}"/>
          </ac:spMkLst>
        </pc:spChg>
        <pc:spChg chg="mod">
          <ac:chgData name="SERGIO SPANO'" userId="3abdd0b9-513e-40ac-aad4-56920065037d" providerId="ADAL" clId="{2DCFDF45-1F6B-4A47-892B-C9094FDD5642}" dt="2022-03-21T11:08:19.259" v="1310" actId="27803"/>
          <ac:spMkLst>
            <pc:docMk/>
            <pc:sldMk cId="1175821773" sldId="258"/>
            <ac:spMk id="1470" creationId="{7BF366D9-F697-4510-92B2-84CA853769DC}"/>
          </ac:spMkLst>
        </pc:spChg>
        <pc:spChg chg="mod">
          <ac:chgData name="SERGIO SPANO'" userId="3abdd0b9-513e-40ac-aad4-56920065037d" providerId="ADAL" clId="{2DCFDF45-1F6B-4A47-892B-C9094FDD5642}" dt="2022-03-21T11:08:19.259" v="1310" actId="27803"/>
          <ac:spMkLst>
            <pc:docMk/>
            <pc:sldMk cId="1175821773" sldId="258"/>
            <ac:spMk id="1471" creationId="{AE8A5A0F-0A91-45AA-81C5-558114C70D8E}"/>
          </ac:spMkLst>
        </pc:spChg>
        <pc:spChg chg="mod">
          <ac:chgData name="SERGIO SPANO'" userId="3abdd0b9-513e-40ac-aad4-56920065037d" providerId="ADAL" clId="{2DCFDF45-1F6B-4A47-892B-C9094FDD5642}" dt="2022-03-21T11:08:19.259" v="1310" actId="27803"/>
          <ac:spMkLst>
            <pc:docMk/>
            <pc:sldMk cId="1175821773" sldId="258"/>
            <ac:spMk id="1472" creationId="{8496F993-A958-4424-ACBA-AF7E517167EB}"/>
          </ac:spMkLst>
        </pc:spChg>
        <pc:spChg chg="mod">
          <ac:chgData name="SERGIO SPANO'" userId="3abdd0b9-513e-40ac-aad4-56920065037d" providerId="ADAL" clId="{2DCFDF45-1F6B-4A47-892B-C9094FDD5642}" dt="2022-03-21T11:08:19.259" v="1310" actId="27803"/>
          <ac:spMkLst>
            <pc:docMk/>
            <pc:sldMk cId="1175821773" sldId="258"/>
            <ac:spMk id="1473" creationId="{178828E7-09B7-4665-8D36-CEA8D1A46D92}"/>
          </ac:spMkLst>
        </pc:spChg>
        <pc:spChg chg="mod">
          <ac:chgData name="SERGIO SPANO'" userId="3abdd0b9-513e-40ac-aad4-56920065037d" providerId="ADAL" clId="{2DCFDF45-1F6B-4A47-892B-C9094FDD5642}" dt="2022-03-21T11:08:19.259" v="1310" actId="27803"/>
          <ac:spMkLst>
            <pc:docMk/>
            <pc:sldMk cId="1175821773" sldId="258"/>
            <ac:spMk id="1474" creationId="{67D99432-618C-4438-8C6F-2F78D3194584}"/>
          </ac:spMkLst>
        </pc:spChg>
        <pc:spChg chg="mod">
          <ac:chgData name="SERGIO SPANO'" userId="3abdd0b9-513e-40ac-aad4-56920065037d" providerId="ADAL" clId="{2DCFDF45-1F6B-4A47-892B-C9094FDD5642}" dt="2022-03-21T11:08:19.259" v="1310" actId="27803"/>
          <ac:spMkLst>
            <pc:docMk/>
            <pc:sldMk cId="1175821773" sldId="258"/>
            <ac:spMk id="1475" creationId="{57F35691-B6DC-4224-BD56-3621FCEE0C57}"/>
          </ac:spMkLst>
        </pc:spChg>
        <pc:spChg chg="mod">
          <ac:chgData name="SERGIO SPANO'" userId="3abdd0b9-513e-40ac-aad4-56920065037d" providerId="ADAL" clId="{2DCFDF45-1F6B-4A47-892B-C9094FDD5642}" dt="2022-03-21T11:08:19.259" v="1310" actId="27803"/>
          <ac:spMkLst>
            <pc:docMk/>
            <pc:sldMk cId="1175821773" sldId="258"/>
            <ac:spMk id="1476" creationId="{DB4CBB77-E85F-4165-BCF5-81B0175A6DF0}"/>
          </ac:spMkLst>
        </pc:spChg>
        <pc:spChg chg="mod">
          <ac:chgData name="SERGIO SPANO'" userId="3abdd0b9-513e-40ac-aad4-56920065037d" providerId="ADAL" clId="{2DCFDF45-1F6B-4A47-892B-C9094FDD5642}" dt="2022-03-21T11:08:19.259" v="1310" actId="27803"/>
          <ac:spMkLst>
            <pc:docMk/>
            <pc:sldMk cId="1175821773" sldId="258"/>
            <ac:spMk id="1477" creationId="{CA2CF613-35D1-4609-AC80-91145DA21D00}"/>
          </ac:spMkLst>
        </pc:spChg>
        <pc:spChg chg="mod">
          <ac:chgData name="SERGIO SPANO'" userId="3abdd0b9-513e-40ac-aad4-56920065037d" providerId="ADAL" clId="{2DCFDF45-1F6B-4A47-892B-C9094FDD5642}" dt="2022-03-21T11:08:19.259" v="1310" actId="27803"/>
          <ac:spMkLst>
            <pc:docMk/>
            <pc:sldMk cId="1175821773" sldId="258"/>
            <ac:spMk id="1478" creationId="{654F86C9-40BF-4510-8475-3BD91DDA284C}"/>
          </ac:spMkLst>
        </pc:spChg>
        <pc:spChg chg="mod">
          <ac:chgData name="SERGIO SPANO'" userId="3abdd0b9-513e-40ac-aad4-56920065037d" providerId="ADAL" clId="{2DCFDF45-1F6B-4A47-892B-C9094FDD5642}" dt="2022-03-21T11:08:19.259" v="1310" actId="27803"/>
          <ac:spMkLst>
            <pc:docMk/>
            <pc:sldMk cId="1175821773" sldId="258"/>
            <ac:spMk id="1479" creationId="{87BDAEE5-F0AB-4F03-95EA-2996D655E57A}"/>
          </ac:spMkLst>
        </pc:spChg>
        <pc:spChg chg="mod">
          <ac:chgData name="SERGIO SPANO'" userId="3abdd0b9-513e-40ac-aad4-56920065037d" providerId="ADAL" clId="{2DCFDF45-1F6B-4A47-892B-C9094FDD5642}" dt="2022-03-21T11:08:19.259" v="1310" actId="27803"/>
          <ac:spMkLst>
            <pc:docMk/>
            <pc:sldMk cId="1175821773" sldId="258"/>
            <ac:spMk id="1480" creationId="{7509EF03-30F1-4AB7-B30D-3A6F6B5C1952}"/>
          </ac:spMkLst>
        </pc:spChg>
        <pc:spChg chg="mod">
          <ac:chgData name="SERGIO SPANO'" userId="3abdd0b9-513e-40ac-aad4-56920065037d" providerId="ADAL" clId="{2DCFDF45-1F6B-4A47-892B-C9094FDD5642}" dt="2022-03-21T11:08:19.259" v="1310" actId="27803"/>
          <ac:spMkLst>
            <pc:docMk/>
            <pc:sldMk cId="1175821773" sldId="258"/>
            <ac:spMk id="1481" creationId="{FDA58C47-3609-428F-B64F-DABCDD3DDD52}"/>
          </ac:spMkLst>
        </pc:spChg>
        <pc:spChg chg="mod">
          <ac:chgData name="SERGIO SPANO'" userId="3abdd0b9-513e-40ac-aad4-56920065037d" providerId="ADAL" clId="{2DCFDF45-1F6B-4A47-892B-C9094FDD5642}" dt="2022-03-21T11:08:19.259" v="1310" actId="27803"/>
          <ac:spMkLst>
            <pc:docMk/>
            <pc:sldMk cId="1175821773" sldId="258"/>
            <ac:spMk id="1482" creationId="{F4BE816F-6120-495B-B4E2-8F1468138B86}"/>
          </ac:spMkLst>
        </pc:spChg>
        <pc:spChg chg="mod">
          <ac:chgData name="SERGIO SPANO'" userId="3abdd0b9-513e-40ac-aad4-56920065037d" providerId="ADAL" clId="{2DCFDF45-1F6B-4A47-892B-C9094FDD5642}" dt="2022-03-21T11:08:19.259" v="1310" actId="27803"/>
          <ac:spMkLst>
            <pc:docMk/>
            <pc:sldMk cId="1175821773" sldId="258"/>
            <ac:spMk id="1483" creationId="{B167C7EE-B46E-4B73-9D57-33944F6E9C1D}"/>
          </ac:spMkLst>
        </pc:spChg>
        <pc:spChg chg="mod">
          <ac:chgData name="SERGIO SPANO'" userId="3abdd0b9-513e-40ac-aad4-56920065037d" providerId="ADAL" clId="{2DCFDF45-1F6B-4A47-892B-C9094FDD5642}" dt="2022-03-21T11:08:19.259" v="1310" actId="27803"/>
          <ac:spMkLst>
            <pc:docMk/>
            <pc:sldMk cId="1175821773" sldId="258"/>
            <ac:spMk id="1484" creationId="{F3D187F0-2775-41A5-883C-6AEE66B6222D}"/>
          </ac:spMkLst>
        </pc:spChg>
        <pc:spChg chg="mod">
          <ac:chgData name="SERGIO SPANO'" userId="3abdd0b9-513e-40ac-aad4-56920065037d" providerId="ADAL" clId="{2DCFDF45-1F6B-4A47-892B-C9094FDD5642}" dt="2022-03-21T11:08:19.259" v="1310" actId="27803"/>
          <ac:spMkLst>
            <pc:docMk/>
            <pc:sldMk cId="1175821773" sldId="258"/>
            <ac:spMk id="1485" creationId="{5B8AF8FE-34C2-42B7-967D-2540F2E82EA1}"/>
          </ac:spMkLst>
        </pc:spChg>
        <pc:spChg chg="mod">
          <ac:chgData name="SERGIO SPANO'" userId="3abdd0b9-513e-40ac-aad4-56920065037d" providerId="ADAL" clId="{2DCFDF45-1F6B-4A47-892B-C9094FDD5642}" dt="2022-03-21T11:08:19.259" v="1310" actId="27803"/>
          <ac:spMkLst>
            <pc:docMk/>
            <pc:sldMk cId="1175821773" sldId="258"/>
            <ac:spMk id="1486" creationId="{9FD18351-6959-46B4-B499-71DC8B31734D}"/>
          </ac:spMkLst>
        </pc:spChg>
        <pc:spChg chg="mod">
          <ac:chgData name="SERGIO SPANO'" userId="3abdd0b9-513e-40ac-aad4-56920065037d" providerId="ADAL" clId="{2DCFDF45-1F6B-4A47-892B-C9094FDD5642}" dt="2022-03-21T11:08:19.259" v="1310" actId="27803"/>
          <ac:spMkLst>
            <pc:docMk/>
            <pc:sldMk cId="1175821773" sldId="258"/>
            <ac:spMk id="1487" creationId="{27B6B35C-821A-4A82-9C50-5E747DFB57C5}"/>
          </ac:spMkLst>
        </pc:spChg>
        <pc:spChg chg="mod">
          <ac:chgData name="SERGIO SPANO'" userId="3abdd0b9-513e-40ac-aad4-56920065037d" providerId="ADAL" clId="{2DCFDF45-1F6B-4A47-892B-C9094FDD5642}" dt="2022-03-21T11:08:19.259" v="1310" actId="27803"/>
          <ac:spMkLst>
            <pc:docMk/>
            <pc:sldMk cId="1175821773" sldId="258"/>
            <ac:spMk id="1488" creationId="{26B0FEB0-280C-4D78-A53A-723CB10215D5}"/>
          </ac:spMkLst>
        </pc:spChg>
        <pc:spChg chg="mod">
          <ac:chgData name="SERGIO SPANO'" userId="3abdd0b9-513e-40ac-aad4-56920065037d" providerId="ADAL" clId="{2DCFDF45-1F6B-4A47-892B-C9094FDD5642}" dt="2022-03-21T11:08:19.259" v="1310" actId="27803"/>
          <ac:spMkLst>
            <pc:docMk/>
            <pc:sldMk cId="1175821773" sldId="258"/>
            <ac:spMk id="1489" creationId="{C294C88B-CDE9-4751-8112-AEEA9908851F}"/>
          </ac:spMkLst>
        </pc:spChg>
        <pc:spChg chg="mod">
          <ac:chgData name="SERGIO SPANO'" userId="3abdd0b9-513e-40ac-aad4-56920065037d" providerId="ADAL" clId="{2DCFDF45-1F6B-4A47-892B-C9094FDD5642}" dt="2022-03-21T11:08:19.259" v="1310" actId="27803"/>
          <ac:spMkLst>
            <pc:docMk/>
            <pc:sldMk cId="1175821773" sldId="258"/>
            <ac:spMk id="1490" creationId="{36A27BD5-0BA4-4AC2-93EF-65DDC630916A}"/>
          </ac:spMkLst>
        </pc:spChg>
        <pc:spChg chg="mod">
          <ac:chgData name="SERGIO SPANO'" userId="3abdd0b9-513e-40ac-aad4-56920065037d" providerId="ADAL" clId="{2DCFDF45-1F6B-4A47-892B-C9094FDD5642}" dt="2022-03-21T11:08:19.259" v="1310" actId="27803"/>
          <ac:spMkLst>
            <pc:docMk/>
            <pc:sldMk cId="1175821773" sldId="258"/>
            <ac:spMk id="1491" creationId="{FB924F1D-2D9E-4CB4-A5AB-5C2EDFC90B21}"/>
          </ac:spMkLst>
        </pc:spChg>
        <pc:spChg chg="mod">
          <ac:chgData name="SERGIO SPANO'" userId="3abdd0b9-513e-40ac-aad4-56920065037d" providerId="ADAL" clId="{2DCFDF45-1F6B-4A47-892B-C9094FDD5642}" dt="2022-03-21T11:08:19.259" v="1310" actId="27803"/>
          <ac:spMkLst>
            <pc:docMk/>
            <pc:sldMk cId="1175821773" sldId="258"/>
            <ac:spMk id="1492" creationId="{69B27639-A6FC-49F9-8ACF-6A353E81AC8B}"/>
          </ac:spMkLst>
        </pc:spChg>
        <pc:spChg chg="mod">
          <ac:chgData name="SERGIO SPANO'" userId="3abdd0b9-513e-40ac-aad4-56920065037d" providerId="ADAL" clId="{2DCFDF45-1F6B-4A47-892B-C9094FDD5642}" dt="2022-03-21T11:08:19.259" v="1310" actId="27803"/>
          <ac:spMkLst>
            <pc:docMk/>
            <pc:sldMk cId="1175821773" sldId="258"/>
            <ac:spMk id="1493" creationId="{F247CDBD-A670-4BA6-9016-EF702825095D}"/>
          </ac:spMkLst>
        </pc:spChg>
        <pc:spChg chg="mod">
          <ac:chgData name="SERGIO SPANO'" userId="3abdd0b9-513e-40ac-aad4-56920065037d" providerId="ADAL" clId="{2DCFDF45-1F6B-4A47-892B-C9094FDD5642}" dt="2022-03-21T11:08:19.259" v="1310" actId="27803"/>
          <ac:spMkLst>
            <pc:docMk/>
            <pc:sldMk cId="1175821773" sldId="258"/>
            <ac:spMk id="1494" creationId="{B30A6DAF-4EA5-473F-99F3-5DC367DFDBF2}"/>
          </ac:spMkLst>
        </pc:spChg>
        <pc:spChg chg="mod">
          <ac:chgData name="SERGIO SPANO'" userId="3abdd0b9-513e-40ac-aad4-56920065037d" providerId="ADAL" clId="{2DCFDF45-1F6B-4A47-892B-C9094FDD5642}" dt="2022-03-21T11:08:19.259" v="1310" actId="27803"/>
          <ac:spMkLst>
            <pc:docMk/>
            <pc:sldMk cId="1175821773" sldId="258"/>
            <ac:spMk id="1495" creationId="{71F5219B-1309-438C-9CE5-0B23FB157D58}"/>
          </ac:spMkLst>
        </pc:spChg>
        <pc:spChg chg="mod">
          <ac:chgData name="SERGIO SPANO'" userId="3abdd0b9-513e-40ac-aad4-56920065037d" providerId="ADAL" clId="{2DCFDF45-1F6B-4A47-892B-C9094FDD5642}" dt="2022-03-21T11:08:19.259" v="1310" actId="27803"/>
          <ac:spMkLst>
            <pc:docMk/>
            <pc:sldMk cId="1175821773" sldId="258"/>
            <ac:spMk id="1496" creationId="{EA2377F8-03B9-4834-A116-74E02D01A6B8}"/>
          </ac:spMkLst>
        </pc:spChg>
        <pc:spChg chg="mod">
          <ac:chgData name="SERGIO SPANO'" userId="3abdd0b9-513e-40ac-aad4-56920065037d" providerId="ADAL" clId="{2DCFDF45-1F6B-4A47-892B-C9094FDD5642}" dt="2022-03-21T11:08:19.259" v="1310" actId="27803"/>
          <ac:spMkLst>
            <pc:docMk/>
            <pc:sldMk cId="1175821773" sldId="258"/>
            <ac:spMk id="1497" creationId="{A006FAE6-ECD6-4A0E-9116-1E263F061A6C}"/>
          </ac:spMkLst>
        </pc:spChg>
        <pc:spChg chg="mod">
          <ac:chgData name="SERGIO SPANO'" userId="3abdd0b9-513e-40ac-aad4-56920065037d" providerId="ADAL" clId="{2DCFDF45-1F6B-4A47-892B-C9094FDD5642}" dt="2022-03-21T11:08:19.259" v="1310" actId="27803"/>
          <ac:spMkLst>
            <pc:docMk/>
            <pc:sldMk cId="1175821773" sldId="258"/>
            <ac:spMk id="1498" creationId="{69B9FE43-6BFB-44C9-8E35-C9DE13C3DDE9}"/>
          </ac:spMkLst>
        </pc:spChg>
        <pc:spChg chg="mod">
          <ac:chgData name="SERGIO SPANO'" userId="3abdd0b9-513e-40ac-aad4-56920065037d" providerId="ADAL" clId="{2DCFDF45-1F6B-4A47-892B-C9094FDD5642}" dt="2022-03-21T11:08:19.259" v="1310" actId="27803"/>
          <ac:spMkLst>
            <pc:docMk/>
            <pc:sldMk cId="1175821773" sldId="258"/>
            <ac:spMk id="1499" creationId="{1EC7B6F5-7339-4FC8-B8AA-EF45BAF89C92}"/>
          </ac:spMkLst>
        </pc:spChg>
        <pc:spChg chg="mod">
          <ac:chgData name="SERGIO SPANO'" userId="3abdd0b9-513e-40ac-aad4-56920065037d" providerId="ADAL" clId="{2DCFDF45-1F6B-4A47-892B-C9094FDD5642}" dt="2022-03-21T11:08:19.259" v="1310" actId="27803"/>
          <ac:spMkLst>
            <pc:docMk/>
            <pc:sldMk cId="1175821773" sldId="258"/>
            <ac:spMk id="1500" creationId="{2F82727F-DCD4-4660-8BB4-5855298B1858}"/>
          </ac:spMkLst>
        </pc:spChg>
        <pc:spChg chg="mod">
          <ac:chgData name="SERGIO SPANO'" userId="3abdd0b9-513e-40ac-aad4-56920065037d" providerId="ADAL" clId="{2DCFDF45-1F6B-4A47-892B-C9094FDD5642}" dt="2022-03-21T11:08:19.259" v="1310" actId="27803"/>
          <ac:spMkLst>
            <pc:docMk/>
            <pc:sldMk cId="1175821773" sldId="258"/>
            <ac:spMk id="1501" creationId="{CAB4A33D-1026-4F3B-9B32-D82D2EF9099A}"/>
          </ac:spMkLst>
        </pc:spChg>
        <pc:spChg chg="mod">
          <ac:chgData name="SERGIO SPANO'" userId="3abdd0b9-513e-40ac-aad4-56920065037d" providerId="ADAL" clId="{2DCFDF45-1F6B-4A47-892B-C9094FDD5642}" dt="2022-03-21T11:08:19.259" v="1310" actId="27803"/>
          <ac:spMkLst>
            <pc:docMk/>
            <pc:sldMk cId="1175821773" sldId="258"/>
            <ac:spMk id="1502" creationId="{8DEBBDC9-91F0-4323-9629-5FC58CB51A48}"/>
          </ac:spMkLst>
        </pc:spChg>
        <pc:spChg chg="mod">
          <ac:chgData name="SERGIO SPANO'" userId="3abdd0b9-513e-40ac-aad4-56920065037d" providerId="ADAL" clId="{2DCFDF45-1F6B-4A47-892B-C9094FDD5642}" dt="2022-03-21T11:08:19.259" v="1310" actId="27803"/>
          <ac:spMkLst>
            <pc:docMk/>
            <pc:sldMk cId="1175821773" sldId="258"/>
            <ac:spMk id="1503" creationId="{136C66DA-4373-4ED5-AED0-1FCBADD0686B}"/>
          </ac:spMkLst>
        </pc:spChg>
        <pc:spChg chg="mod">
          <ac:chgData name="SERGIO SPANO'" userId="3abdd0b9-513e-40ac-aad4-56920065037d" providerId="ADAL" clId="{2DCFDF45-1F6B-4A47-892B-C9094FDD5642}" dt="2022-03-21T11:08:19.259" v="1310" actId="27803"/>
          <ac:spMkLst>
            <pc:docMk/>
            <pc:sldMk cId="1175821773" sldId="258"/>
            <ac:spMk id="1504" creationId="{2C25671E-4297-43A5-84EA-532F27AEC48F}"/>
          </ac:spMkLst>
        </pc:spChg>
        <pc:spChg chg="mod">
          <ac:chgData name="SERGIO SPANO'" userId="3abdd0b9-513e-40ac-aad4-56920065037d" providerId="ADAL" clId="{2DCFDF45-1F6B-4A47-892B-C9094FDD5642}" dt="2022-03-21T11:08:19.259" v="1310" actId="27803"/>
          <ac:spMkLst>
            <pc:docMk/>
            <pc:sldMk cId="1175821773" sldId="258"/>
            <ac:spMk id="1505" creationId="{1E43DC72-F65C-4CF8-9449-9F9F62D13C7D}"/>
          </ac:spMkLst>
        </pc:spChg>
        <pc:spChg chg="mod">
          <ac:chgData name="SERGIO SPANO'" userId="3abdd0b9-513e-40ac-aad4-56920065037d" providerId="ADAL" clId="{2DCFDF45-1F6B-4A47-892B-C9094FDD5642}" dt="2022-03-21T11:08:19.259" v="1310" actId="27803"/>
          <ac:spMkLst>
            <pc:docMk/>
            <pc:sldMk cId="1175821773" sldId="258"/>
            <ac:spMk id="1506" creationId="{DDCF6779-6795-4C07-93C7-24F7EED6695D}"/>
          </ac:spMkLst>
        </pc:spChg>
        <pc:spChg chg="mod">
          <ac:chgData name="SERGIO SPANO'" userId="3abdd0b9-513e-40ac-aad4-56920065037d" providerId="ADAL" clId="{2DCFDF45-1F6B-4A47-892B-C9094FDD5642}" dt="2022-03-21T11:08:19.259" v="1310" actId="27803"/>
          <ac:spMkLst>
            <pc:docMk/>
            <pc:sldMk cId="1175821773" sldId="258"/>
            <ac:spMk id="1507" creationId="{A0E96D15-F6F3-455B-8394-5F78F5A19F25}"/>
          </ac:spMkLst>
        </pc:spChg>
        <pc:spChg chg="mod">
          <ac:chgData name="SERGIO SPANO'" userId="3abdd0b9-513e-40ac-aad4-56920065037d" providerId="ADAL" clId="{2DCFDF45-1F6B-4A47-892B-C9094FDD5642}" dt="2022-03-21T11:08:19.259" v="1310" actId="27803"/>
          <ac:spMkLst>
            <pc:docMk/>
            <pc:sldMk cId="1175821773" sldId="258"/>
            <ac:spMk id="1508" creationId="{58ED0898-351D-4DA7-9CB5-499CACAC76C2}"/>
          </ac:spMkLst>
        </pc:spChg>
        <pc:spChg chg="mod">
          <ac:chgData name="SERGIO SPANO'" userId="3abdd0b9-513e-40ac-aad4-56920065037d" providerId="ADAL" clId="{2DCFDF45-1F6B-4A47-892B-C9094FDD5642}" dt="2022-03-21T11:08:19.259" v="1310" actId="27803"/>
          <ac:spMkLst>
            <pc:docMk/>
            <pc:sldMk cId="1175821773" sldId="258"/>
            <ac:spMk id="1509" creationId="{DE04EEAD-7F2F-40EE-8CE3-B72511A61786}"/>
          </ac:spMkLst>
        </pc:spChg>
        <pc:spChg chg="mod">
          <ac:chgData name="SERGIO SPANO'" userId="3abdd0b9-513e-40ac-aad4-56920065037d" providerId="ADAL" clId="{2DCFDF45-1F6B-4A47-892B-C9094FDD5642}" dt="2022-03-21T11:08:19.259" v="1310" actId="27803"/>
          <ac:spMkLst>
            <pc:docMk/>
            <pc:sldMk cId="1175821773" sldId="258"/>
            <ac:spMk id="1510" creationId="{3347362A-AC96-4616-ACA5-BB9AA9563F93}"/>
          </ac:spMkLst>
        </pc:spChg>
        <pc:spChg chg="mod">
          <ac:chgData name="SERGIO SPANO'" userId="3abdd0b9-513e-40ac-aad4-56920065037d" providerId="ADAL" clId="{2DCFDF45-1F6B-4A47-892B-C9094FDD5642}" dt="2022-03-21T11:08:19.259" v="1310" actId="27803"/>
          <ac:spMkLst>
            <pc:docMk/>
            <pc:sldMk cId="1175821773" sldId="258"/>
            <ac:spMk id="1511" creationId="{EE2BB7FC-A89A-40DF-80DB-D8F12685265F}"/>
          </ac:spMkLst>
        </pc:spChg>
        <pc:spChg chg="mod">
          <ac:chgData name="SERGIO SPANO'" userId="3abdd0b9-513e-40ac-aad4-56920065037d" providerId="ADAL" clId="{2DCFDF45-1F6B-4A47-892B-C9094FDD5642}" dt="2022-03-21T11:08:19.259" v="1310" actId="27803"/>
          <ac:spMkLst>
            <pc:docMk/>
            <pc:sldMk cId="1175821773" sldId="258"/>
            <ac:spMk id="1512" creationId="{CB242361-7519-46D3-A321-968A9E18AE82}"/>
          </ac:spMkLst>
        </pc:spChg>
        <pc:spChg chg="mod">
          <ac:chgData name="SERGIO SPANO'" userId="3abdd0b9-513e-40ac-aad4-56920065037d" providerId="ADAL" clId="{2DCFDF45-1F6B-4A47-892B-C9094FDD5642}" dt="2022-03-21T11:08:19.259" v="1310" actId="27803"/>
          <ac:spMkLst>
            <pc:docMk/>
            <pc:sldMk cId="1175821773" sldId="258"/>
            <ac:spMk id="1513" creationId="{18C342B9-291E-4202-B679-87CB836BDC79}"/>
          </ac:spMkLst>
        </pc:spChg>
        <pc:spChg chg="mod">
          <ac:chgData name="SERGIO SPANO'" userId="3abdd0b9-513e-40ac-aad4-56920065037d" providerId="ADAL" clId="{2DCFDF45-1F6B-4A47-892B-C9094FDD5642}" dt="2022-03-21T11:08:19.259" v="1310" actId="27803"/>
          <ac:spMkLst>
            <pc:docMk/>
            <pc:sldMk cId="1175821773" sldId="258"/>
            <ac:spMk id="1514" creationId="{66F031D5-F7F4-458A-8C06-B6F8C8D59B3C}"/>
          </ac:spMkLst>
        </pc:spChg>
        <pc:spChg chg="mod">
          <ac:chgData name="SERGIO SPANO'" userId="3abdd0b9-513e-40ac-aad4-56920065037d" providerId="ADAL" clId="{2DCFDF45-1F6B-4A47-892B-C9094FDD5642}" dt="2022-03-21T11:08:19.259" v="1310" actId="27803"/>
          <ac:spMkLst>
            <pc:docMk/>
            <pc:sldMk cId="1175821773" sldId="258"/>
            <ac:spMk id="1515" creationId="{5F823BE6-3271-45C9-AF5B-2852A0F5C65A}"/>
          </ac:spMkLst>
        </pc:spChg>
        <pc:spChg chg="mod">
          <ac:chgData name="SERGIO SPANO'" userId="3abdd0b9-513e-40ac-aad4-56920065037d" providerId="ADAL" clId="{2DCFDF45-1F6B-4A47-892B-C9094FDD5642}" dt="2022-03-21T11:08:19.259" v="1310" actId="27803"/>
          <ac:spMkLst>
            <pc:docMk/>
            <pc:sldMk cId="1175821773" sldId="258"/>
            <ac:spMk id="1516" creationId="{87C4E86E-103D-4CD7-BA17-08F936A37781}"/>
          </ac:spMkLst>
        </pc:spChg>
        <pc:spChg chg="mod">
          <ac:chgData name="SERGIO SPANO'" userId="3abdd0b9-513e-40ac-aad4-56920065037d" providerId="ADAL" clId="{2DCFDF45-1F6B-4A47-892B-C9094FDD5642}" dt="2022-03-21T11:08:19.259" v="1310" actId="27803"/>
          <ac:spMkLst>
            <pc:docMk/>
            <pc:sldMk cId="1175821773" sldId="258"/>
            <ac:spMk id="1517" creationId="{0EC2BF4B-5C3B-4D0C-B87C-D7B06B4E6F04}"/>
          </ac:spMkLst>
        </pc:spChg>
        <pc:spChg chg="mod">
          <ac:chgData name="SERGIO SPANO'" userId="3abdd0b9-513e-40ac-aad4-56920065037d" providerId="ADAL" clId="{2DCFDF45-1F6B-4A47-892B-C9094FDD5642}" dt="2022-03-21T11:08:19.259" v="1310" actId="27803"/>
          <ac:spMkLst>
            <pc:docMk/>
            <pc:sldMk cId="1175821773" sldId="258"/>
            <ac:spMk id="1518" creationId="{BE647B86-5945-4727-BC5A-CE2266995CE1}"/>
          </ac:spMkLst>
        </pc:spChg>
        <pc:spChg chg="mod">
          <ac:chgData name="SERGIO SPANO'" userId="3abdd0b9-513e-40ac-aad4-56920065037d" providerId="ADAL" clId="{2DCFDF45-1F6B-4A47-892B-C9094FDD5642}" dt="2022-03-21T11:08:19.259" v="1310" actId="27803"/>
          <ac:spMkLst>
            <pc:docMk/>
            <pc:sldMk cId="1175821773" sldId="258"/>
            <ac:spMk id="1519" creationId="{FAEA561D-3470-43D8-A2C8-94684AE84FF4}"/>
          </ac:spMkLst>
        </pc:spChg>
        <pc:spChg chg="mod">
          <ac:chgData name="SERGIO SPANO'" userId="3abdd0b9-513e-40ac-aad4-56920065037d" providerId="ADAL" clId="{2DCFDF45-1F6B-4A47-892B-C9094FDD5642}" dt="2022-03-21T11:08:19.259" v="1310" actId="27803"/>
          <ac:spMkLst>
            <pc:docMk/>
            <pc:sldMk cId="1175821773" sldId="258"/>
            <ac:spMk id="1520" creationId="{DC49CC91-8AB8-45EF-A26A-E2DE86E7AD5A}"/>
          </ac:spMkLst>
        </pc:spChg>
        <pc:spChg chg="mod">
          <ac:chgData name="SERGIO SPANO'" userId="3abdd0b9-513e-40ac-aad4-56920065037d" providerId="ADAL" clId="{2DCFDF45-1F6B-4A47-892B-C9094FDD5642}" dt="2022-03-21T11:08:19.259" v="1310" actId="27803"/>
          <ac:spMkLst>
            <pc:docMk/>
            <pc:sldMk cId="1175821773" sldId="258"/>
            <ac:spMk id="1521" creationId="{37D2C6C1-599F-4F73-A95E-DC27FEFA0312}"/>
          </ac:spMkLst>
        </pc:spChg>
        <pc:spChg chg="mod">
          <ac:chgData name="SERGIO SPANO'" userId="3abdd0b9-513e-40ac-aad4-56920065037d" providerId="ADAL" clId="{2DCFDF45-1F6B-4A47-892B-C9094FDD5642}" dt="2022-03-21T11:08:19.259" v="1310" actId="27803"/>
          <ac:spMkLst>
            <pc:docMk/>
            <pc:sldMk cId="1175821773" sldId="258"/>
            <ac:spMk id="1522" creationId="{5C6AC86A-33A7-4C8F-A108-37F249E4C9EC}"/>
          </ac:spMkLst>
        </pc:spChg>
        <pc:spChg chg="mod">
          <ac:chgData name="SERGIO SPANO'" userId="3abdd0b9-513e-40ac-aad4-56920065037d" providerId="ADAL" clId="{2DCFDF45-1F6B-4A47-892B-C9094FDD5642}" dt="2022-03-21T11:08:19.259" v="1310" actId="27803"/>
          <ac:spMkLst>
            <pc:docMk/>
            <pc:sldMk cId="1175821773" sldId="258"/>
            <ac:spMk id="1523" creationId="{3C03A9A8-F01B-45EB-ABC4-2295D69505A4}"/>
          </ac:spMkLst>
        </pc:spChg>
        <pc:spChg chg="mod">
          <ac:chgData name="SERGIO SPANO'" userId="3abdd0b9-513e-40ac-aad4-56920065037d" providerId="ADAL" clId="{2DCFDF45-1F6B-4A47-892B-C9094FDD5642}" dt="2022-03-21T11:08:19.259" v="1310" actId="27803"/>
          <ac:spMkLst>
            <pc:docMk/>
            <pc:sldMk cId="1175821773" sldId="258"/>
            <ac:spMk id="1524" creationId="{268C86CB-C7B2-47A2-9C80-FBA9B7CC0FD8}"/>
          </ac:spMkLst>
        </pc:spChg>
        <pc:spChg chg="mod">
          <ac:chgData name="SERGIO SPANO'" userId="3abdd0b9-513e-40ac-aad4-56920065037d" providerId="ADAL" clId="{2DCFDF45-1F6B-4A47-892B-C9094FDD5642}" dt="2022-03-21T11:08:19.259" v="1310" actId="27803"/>
          <ac:spMkLst>
            <pc:docMk/>
            <pc:sldMk cId="1175821773" sldId="258"/>
            <ac:spMk id="1525" creationId="{A49C6775-6ECE-4D5A-ACB4-DA9898A68A12}"/>
          </ac:spMkLst>
        </pc:spChg>
        <pc:spChg chg="mod">
          <ac:chgData name="SERGIO SPANO'" userId="3abdd0b9-513e-40ac-aad4-56920065037d" providerId="ADAL" clId="{2DCFDF45-1F6B-4A47-892B-C9094FDD5642}" dt="2022-03-21T11:08:19.259" v="1310" actId="27803"/>
          <ac:spMkLst>
            <pc:docMk/>
            <pc:sldMk cId="1175821773" sldId="258"/>
            <ac:spMk id="1526" creationId="{46E61A49-46EF-4D7E-9CCD-A4783E94D7AD}"/>
          </ac:spMkLst>
        </pc:spChg>
        <pc:spChg chg="mod">
          <ac:chgData name="SERGIO SPANO'" userId="3abdd0b9-513e-40ac-aad4-56920065037d" providerId="ADAL" clId="{2DCFDF45-1F6B-4A47-892B-C9094FDD5642}" dt="2022-03-21T11:08:19.259" v="1310" actId="27803"/>
          <ac:spMkLst>
            <pc:docMk/>
            <pc:sldMk cId="1175821773" sldId="258"/>
            <ac:spMk id="1527" creationId="{DC343D7D-20A7-48CD-A9A5-2EEA72CC79B7}"/>
          </ac:spMkLst>
        </pc:spChg>
        <pc:spChg chg="mod">
          <ac:chgData name="SERGIO SPANO'" userId="3abdd0b9-513e-40ac-aad4-56920065037d" providerId="ADAL" clId="{2DCFDF45-1F6B-4A47-892B-C9094FDD5642}" dt="2022-03-21T11:08:19.259" v="1310" actId="27803"/>
          <ac:spMkLst>
            <pc:docMk/>
            <pc:sldMk cId="1175821773" sldId="258"/>
            <ac:spMk id="1528" creationId="{84A21C1F-A14E-451D-817C-8E5D7EC978A6}"/>
          </ac:spMkLst>
        </pc:spChg>
        <pc:spChg chg="mod">
          <ac:chgData name="SERGIO SPANO'" userId="3abdd0b9-513e-40ac-aad4-56920065037d" providerId="ADAL" clId="{2DCFDF45-1F6B-4A47-892B-C9094FDD5642}" dt="2022-03-21T11:08:19.259" v="1310" actId="27803"/>
          <ac:spMkLst>
            <pc:docMk/>
            <pc:sldMk cId="1175821773" sldId="258"/>
            <ac:spMk id="1529" creationId="{CFBFD0C5-B6A7-4E0E-8D9F-E75D3DA8427A}"/>
          </ac:spMkLst>
        </pc:spChg>
        <pc:spChg chg="mod">
          <ac:chgData name="SERGIO SPANO'" userId="3abdd0b9-513e-40ac-aad4-56920065037d" providerId="ADAL" clId="{2DCFDF45-1F6B-4A47-892B-C9094FDD5642}" dt="2022-03-21T11:08:19.259" v="1310" actId="27803"/>
          <ac:spMkLst>
            <pc:docMk/>
            <pc:sldMk cId="1175821773" sldId="258"/>
            <ac:spMk id="1530" creationId="{34446042-0AEE-4412-B9B3-4D6BA96333B5}"/>
          </ac:spMkLst>
        </pc:spChg>
        <pc:spChg chg="mod">
          <ac:chgData name="SERGIO SPANO'" userId="3abdd0b9-513e-40ac-aad4-56920065037d" providerId="ADAL" clId="{2DCFDF45-1F6B-4A47-892B-C9094FDD5642}" dt="2022-03-21T11:08:19.259" v="1310" actId="27803"/>
          <ac:spMkLst>
            <pc:docMk/>
            <pc:sldMk cId="1175821773" sldId="258"/>
            <ac:spMk id="1531" creationId="{4CFC0F50-FA6A-47FC-A80E-0F0B41DBA967}"/>
          </ac:spMkLst>
        </pc:spChg>
        <pc:spChg chg="mod">
          <ac:chgData name="SERGIO SPANO'" userId="3abdd0b9-513e-40ac-aad4-56920065037d" providerId="ADAL" clId="{2DCFDF45-1F6B-4A47-892B-C9094FDD5642}" dt="2022-03-21T11:08:19.259" v="1310" actId="27803"/>
          <ac:spMkLst>
            <pc:docMk/>
            <pc:sldMk cId="1175821773" sldId="258"/>
            <ac:spMk id="1532" creationId="{0E66268C-D97A-4099-87B7-5161D4C6D010}"/>
          </ac:spMkLst>
        </pc:spChg>
        <pc:spChg chg="mod">
          <ac:chgData name="SERGIO SPANO'" userId="3abdd0b9-513e-40ac-aad4-56920065037d" providerId="ADAL" clId="{2DCFDF45-1F6B-4A47-892B-C9094FDD5642}" dt="2022-03-21T11:08:19.259" v="1310" actId="27803"/>
          <ac:spMkLst>
            <pc:docMk/>
            <pc:sldMk cId="1175821773" sldId="258"/>
            <ac:spMk id="1533" creationId="{F0E7EEB9-209A-4A4D-A512-A5915B42361F}"/>
          </ac:spMkLst>
        </pc:spChg>
        <pc:spChg chg="mod">
          <ac:chgData name="SERGIO SPANO'" userId="3abdd0b9-513e-40ac-aad4-56920065037d" providerId="ADAL" clId="{2DCFDF45-1F6B-4A47-892B-C9094FDD5642}" dt="2022-03-21T11:08:19.259" v="1310" actId="27803"/>
          <ac:spMkLst>
            <pc:docMk/>
            <pc:sldMk cId="1175821773" sldId="258"/>
            <ac:spMk id="1534" creationId="{22A9195F-A967-4179-B93C-189B4D167E14}"/>
          </ac:spMkLst>
        </pc:spChg>
        <pc:spChg chg="mod">
          <ac:chgData name="SERGIO SPANO'" userId="3abdd0b9-513e-40ac-aad4-56920065037d" providerId="ADAL" clId="{2DCFDF45-1F6B-4A47-892B-C9094FDD5642}" dt="2022-03-21T11:08:19.259" v="1310" actId="27803"/>
          <ac:spMkLst>
            <pc:docMk/>
            <pc:sldMk cId="1175821773" sldId="258"/>
            <ac:spMk id="1535" creationId="{B1E755C6-D015-429B-8CA8-3F814B3BDDF1}"/>
          </ac:spMkLst>
        </pc:spChg>
        <pc:spChg chg="mod">
          <ac:chgData name="SERGIO SPANO'" userId="3abdd0b9-513e-40ac-aad4-56920065037d" providerId="ADAL" clId="{2DCFDF45-1F6B-4A47-892B-C9094FDD5642}" dt="2022-03-21T11:08:19.259" v="1310" actId="27803"/>
          <ac:spMkLst>
            <pc:docMk/>
            <pc:sldMk cId="1175821773" sldId="258"/>
            <ac:spMk id="1536" creationId="{523D75AE-4F28-4D8C-B9DD-4586CE11B74B}"/>
          </ac:spMkLst>
        </pc:spChg>
        <pc:spChg chg="mod">
          <ac:chgData name="SERGIO SPANO'" userId="3abdd0b9-513e-40ac-aad4-56920065037d" providerId="ADAL" clId="{2DCFDF45-1F6B-4A47-892B-C9094FDD5642}" dt="2022-03-21T11:08:19.259" v="1310" actId="27803"/>
          <ac:spMkLst>
            <pc:docMk/>
            <pc:sldMk cId="1175821773" sldId="258"/>
            <ac:spMk id="1537" creationId="{FC697FA3-6877-419E-9581-85A3D3462CF2}"/>
          </ac:spMkLst>
        </pc:spChg>
        <pc:spChg chg="mod">
          <ac:chgData name="SERGIO SPANO'" userId="3abdd0b9-513e-40ac-aad4-56920065037d" providerId="ADAL" clId="{2DCFDF45-1F6B-4A47-892B-C9094FDD5642}" dt="2022-03-21T11:08:19.259" v="1310" actId="27803"/>
          <ac:spMkLst>
            <pc:docMk/>
            <pc:sldMk cId="1175821773" sldId="258"/>
            <ac:spMk id="1538" creationId="{8A146346-266E-466B-BF89-77CC6080730E}"/>
          </ac:spMkLst>
        </pc:spChg>
        <pc:spChg chg="mod">
          <ac:chgData name="SERGIO SPANO'" userId="3abdd0b9-513e-40ac-aad4-56920065037d" providerId="ADAL" clId="{2DCFDF45-1F6B-4A47-892B-C9094FDD5642}" dt="2022-03-21T11:08:19.259" v="1310" actId="27803"/>
          <ac:spMkLst>
            <pc:docMk/>
            <pc:sldMk cId="1175821773" sldId="258"/>
            <ac:spMk id="1539" creationId="{08F7C37D-F407-4B09-8142-40A159F6DC11}"/>
          </ac:spMkLst>
        </pc:spChg>
        <pc:spChg chg="mod">
          <ac:chgData name="SERGIO SPANO'" userId="3abdd0b9-513e-40ac-aad4-56920065037d" providerId="ADAL" clId="{2DCFDF45-1F6B-4A47-892B-C9094FDD5642}" dt="2022-03-21T11:08:19.259" v="1310" actId="27803"/>
          <ac:spMkLst>
            <pc:docMk/>
            <pc:sldMk cId="1175821773" sldId="258"/>
            <ac:spMk id="1540" creationId="{80205DAB-F185-42D8-A8D5-9523DEACCDC9}"/>
          </ac:spMkLst>
        </pc:spChg>
        <pc:spChg chg="mod">
          <ac:chgData name="SERGIO SPANO'" userId="3abdd0b9-513e-40ac-aad4-56920065037d" providerId="ADAL" clId="{2DCFDF45-1F6B-4A47-892B-C9094FDD5642}" dt="2022-03-21T11:08:19.259" v="1310" actId="27803"/>
          <ac:spMkLst>
            <pc:docMk/>
            <pc:sldMk cId="1175821773" sldId="258"/>
            <ac:spMk id="1541" creationId="{486F2D23-BB1D-47AA-9DA3-351C8CD11B31}"/>
          </ac:spMkLst>
        </pc:spChg>
        <pc:spChg chg="mod">
          <ac:chgData name="SERGIO SPANO'" userId="3abdd0b9-513e-40ac-aad4-56920065037d" providerId="ADAL" clId="{2DCFDF45-1F6B-4A47-892B-C9094FDD5642}" dt="2022-03-21T11:08:19.259" v="1310" actId="27803"/>
          <ac:spMkLst>
            <pc:docMk/>
            <pc:sldMk cId="1175821773" sldId="258"/>
            <ac:spMk id="1542" creationId="{6362F4A2-BC78-45C0-8A52-DE86DFD167CF}"/>
          </ac:spMkLst>
        </pc:spChg>
        <pc:spChg chg="mod">
          <ac:chgData name="SERGIO SPANO'" userId="3abdd0b9-513e-40ac-aad4-56920065037d" providerId="ADAL" clId="{2DCFDF45-1F6B-4A47-892B-C9094FDD5642}" dt="2022-03-21T11:08:19.259" v="1310" actId="27803"/>
          <ac:spMkLst>
            <pc:docMk/>
            <pc:sldMk cId="1175821773" sldId="258"/>
            <ac:spMk id="1543" creationId="{6B153D50-BB7C-4A0D-BD75-C162F6A8175C}"/>
          </ac:spMkLst>
        </pc:spChg>
        <pc:spChg chg="mod">
          <ac:chgData name="SERGIO SPANO'" userId="3abdd0b9-513e-40ac-aad4-56920065037d" providerId="ADAL" clId="{2DCFDF45-1F6B-4A47-892B-C9094FDD5642}" dt="2022-03-21T11:08:19.259" v="1310" actId="27803"/>
          <ac:spMkLst>
            <pc:docMk/>
            <pc:sldMk cId="1175821773" sldId="258"/>
            <ac:spMk id="1544" creationId="{7C2A399F-5565-46DA-A915-597FB0E42D4C}"/>
          </ac:spMkLst>
        </pc:spChg>
        <pc:spChg chg="mod">
          <ac:chgData name="SERGIO SPANO'" userId="3abdd0b9-513e-40ac-aad4-56920065037d" providerId="ADAL" clId="{2DCFDF45-1F6B-4A47-892B-C9094FDD5642}" dt="2022-03-21T11:08:19.259" v="1310" actId="27803"/>
          <ac:spMkLst>
            <pc:docMk/>
            <pc:sldMk cId="1175821773" sldId="258"/>
            <ac:spMk id="1545" creationId="{F860F8BD-C963-4BA5-AD6F-C5B3F20CE1F4}"/>
          </ac:spMkLst>
        </pc:spChg>
        <pc:spChg chg="mod">
          <ac:chgData name="SERGIO SPANO'" userId="3abdd0b9-513e-40ac-aad4-56920065037d" providerId="ADAL" clId="{2DCFDF45-1F6B-4A47-892B-C9094FDD5642}" dt="2022-03-21T11:08:19.259" v="1310" actId="27803"/>
          <ac:spMkLst>
            <pc:docMk/>
            <pc:sldMk cId="1175821773" sldId="258"/>
            <ac:spMk id="1546" creationId="{77613CD4-DD35-435E-B8AB-3D1C3FB95A46}"/>
          </ac:spMkLst>
        </pc:spChg>
        <pc:spChg chg="mod">
          <ac:chgData name="SERGIO SPANO'" userId="3abdd0b9-513e-40ac-aad4-56920065037d" providerId="ADAL" clId="{2DCFDF45-1F6B-4A47-892B-C9094FDD5642}" dt="2022-03-21T11:08:19.259" v="1310" actId="27803"/>
          <ac:spMkLst>
            <pc:docMk/>
            <pc:sldMk cId="1175821773" sldId="258"/>
            <ac:spMk id="1547" creationId="{E9BB5B48-38ED-4F58-B497-82DA2EEC53FC}"/>
          </ac:spMkLst>
        </pc:spChg>
        <pc:spChg chg="mod">
          <ac:chgData name="SERGIO SPANO'" userId="3abdd0b9-513e-40ac-aad4-56920065037d" providerId="ADAL" clId="{2DCFDF45-1F6B-4A47-892B-C9094FDD5642}" dt="2022-03-21T11:08:19.259" v="1310" actId="27803"/>
          <ac:spMkLst>
            <pc:docMk/>
            <pc:sldMk cId="1175821773" sldId="258"/>
            <ac:spMk id="1548" creationId="{20812D4C-C6FB-479A-985B-F38799C8A652}"/>
          </ac:spMkLst>
        </pc:spChg>
        <pc:spChg chg="mod">
          <ac:chgData name="SERGIO SPANO'" userId="3abdd0b9-513e-40ac-aad4-56920065037d" providerId="ADAL" clId="{2DCFDF45-1F6B-4A47-892B-C9094FDD5642}" dt="2022-03-21T11:08:19.259" v="1310" actId="27803"/>
          <ac:spMkLst>
            <pc:docMk/>
            <pc:sldMk cId="1175821773" sldId="258"/>
            <ac:spMk id="1549" creationId="{D1465C16-2191-4040-AD14-B42D808CBE79}"/>
          </ac:spMkLst>
        </pc:spChg>
        <pc:spChg chg="mod">
          <ac:chgData name="SERGIO SPANO'" userId="3abdd0b9-513e-40ac-aad4-56920065037d" providerId="ADAL" clId="{2DCFDF45-1F6B-4A47-892B-C9094FDD5642}" dt="2022-03-21T11:08:19.259" v="1310" actId="27803"/>
          <ac:spMkLst>
            <pc:docMk/>
            <pc:sldMk cId="1175821773" sldId="258"/>
            <ac:spMk id="1550" creationId="{517F42FD-D49C-4D92-928C-0D1493E1D5B1}"/>
          </ac:spMkLst>
        </pc:spChg>
        <pc:spChg chg="mod">
          <ac:chgData name="SERGIO SPANO'" userId="3abdd0b9-513e-40ac-aad4-56920065037d" providerId="ADAL" clId="{2DCFDF45-1F6B-4A47-892B-C9094FDD5642}" dt="2022-03-21T11:08:19.259" v="1310" actId="27803"/>
          <ac:spMkLst>
            <pc:docMk/>
            <pc:sldMk cId="1175821773" sldId="258"/>
            <ac:spMk id="1551" creationId="{705DE800-73C7-46C4-8341-D346F5499540}"/>
          </ac:spMkLst>
        </pc:spChg>
        <pc:spChg chg="mod">
          <ac:chgData name="SERGIO SPANO'" userId="3abdd0b9-513e-40ac-aad4-56920065037d" providerId="ADAL" clId="{2DCFDF45-1F6B-4A47-892B-C9094FDD5642}" dt="2022-03-21T11:08:19.259" v="1310" actId="27803"/>
          <ac:spMkLst>
            <pc:docMk/>
            <pc:sldMk cId="1175821773" sldId="258"/>
            <ac:spMk id="1552" creationId="{19AF2160-268D-43CA-8D00-7953A4F88D23}"/>
          </ac:spMkLst>
        </pc:spChg>
        <pc:spChg chg="mod">
          <ac:chgData name="SERGIO SPANO'" userId="3abdd0b9-513e-40ac-aad4-56920065037d" providerId="ADAL" clId="{2DCFDF45-1F6B-4A47-892B-C9094FDD5642}" dt="2022-03-21T11:08:19.259" v="1310" actId="27803"/>
          <ac:spMkLst>
            <pc:docMk/>
            <pc:sldMk cId="1175821773" sldId="258"/>
            <ac:spMk id="1553" creationId="{6628AD5D-6974-419D-A1CA-A14A21675F8E}"/>
          </ac:spMkLst>
        </pc:spChg>
        <pc:spChg chg="mod">
          <ac:chgData name="SERGIO SPANO'" userId="3abdd0b9-513e-40ac-aad4-56920065037d" providerId="ADAL" clId="{2DCFDF45-1F6B-4A47-892B-C9094FDD5642}" dt="2022-03-21T11:08:19.259" v="1310" actId="27803"/>
          <ac:spMkLst>
            <pc:docMk/>
            <pc:sldMk cId="1175821773" sldId="258"/>
            <ac:spMk id="1554" creationId="{D2F1E0A8-A2F2-437F-952B-CC9CF5398CD1}"/>
          </ac:spMkLst>
        </pc:spChg>
        <pc:spChg chg="mod">
          <ac:chgData name="SERGIO SPANO'" userId="3abdd0b9-513e-40ac-aad4-56920065037d" providerId="ADAL" clId="{2DCFDF45-1F6B-4A47-892B-C9094FDD5642}" dt="2022-03-21T11:08:19.259" v="1310" actId="27803"/>
          <ac:spMkLst>
            <pc:docMk/>
            <pc:sldMk cId="1175821773" sldId="258"/>
            <ac:spMk id="1555" creationId="{2D40DB9F-0297-4470-91A3-E0AB64C4606A}"/>
          </ac:spMkLst>
        </pc:spChg>
        <pc:spChg chg="mod">
          <ac:chgData name="SERGIO SPANO'" userId="3abdd0b9-513e-40ac-aad4-56920065037d" providerId="ADAL" clId="{2DCFDF45-1F6B-4A47-892B-C9094FDD5642}" dt="2022-03-21T11:08:19.259" v="1310" actId="27803"/>
          <ac:spMkLst>
            <pc:docMk/>
            <pc:sldMk cId="1175821773" sldId="258"/>
            <ac:spMk id="1556" creationId="{ED7D6640-A553-4801-8653-1083A4061A0D}"/>
          </ac:spMkLst>
        </pc:spChg>
        <pc:spChg chg="mod">
          <ac:chgData name="SERGIO SPANO'" userId="3abdd0b9-513e-40ac-aad4-56920065037d" providerId="ADAL" clId="{2DCFDF45-1F6B-4A47-892B-C9094FDD5642}" dt="2022-03-21T11:08:19.259" v="1310" actId="27803"/>
          <ac:spMkLst>
            <pc:docMk/>
            <pc:sldMk cId="1175821773" sldId="258"/>
            <ac:spMk id="1557" creationId="{3E4E75AA-6308-473F-A9BA-B4E6597F46E8}"/>
          </ac:spMkLst>
        </pc:spChg>
        <pc:spChg chg="mod">
          <ac:chgData name="SERGIO SPANO'" userId="3abdd0b9-513e-40ac-aad4-56920065037d" providerId="ADAL" clId="{2DCFDF45-1F6B-4A47-892B-C9094FDD5642}" dt="2022-03-21T11:08:19.259" v="1310" actId="27803"/>
          <ac:spMkLst>
            <pc:docMk/>
            <pc:sldMk cId="1175821773" sldId="258"/>
            <ac:spMk id="1558" creationId="{EFDDACD1-4964-4F56-B0E7-68C1FD2F6B17}"/>
          </ac:spMkLst>
        </pc:spChg>
        <pc:spChg chg="mod">
          <ac:chgData name="SERGIO SPANO'" userId="3abdd0b9-513e-40ac-aad4-56920065037d" providerId="ADAL" clId="{2DCFDF45-1F6B-4A47-892B-C9094FDD5642}" dt="2022-03-21T11:08:19.259" v="1310" actId="27803"/>
          <ac:spMkLst>
            <pc:docMk/>
            <pc:sldMk cId="1175821773" sldId="258"/>
            <ac:spMk id="1559" creationId="{F1A31A76-62FA-489E-BB9A-1B3CA26C1958}"/>
          </ac:spMkLst>
        </pc:spChg>
        <pc:spChg chg="mod">
          <ac:chgData name="SERGIO SPANO'" userId="3abdd0b9-513e-40ac-aad4-56920065037d" providerId="ADAL" clId="{2DCFDF45-1F6B-4A47-892B-C9094FDD5642}" dt="2022-03-21T11:08:19.259" v="1310" actId="27803"/>
          <ac:spMkLst>
            <pc:docMk/>
            <pc:sldMk cId="1175821773" sldId="258"/>
            <ac:spMk id="1560" creationId="{FBA93324-66B1-4DD9-B33F-CBAE4B5F8BA3}"/>
          </ac:spMkLst>
        </pc:spChg>
        <pc:spChg chg="mod">
          <ac:chgData name="SERGIO SPANO'" userId="3abdd0b9-513e-40ac-aad4-56920065037d" providerId="ADAL" clId="{2DCFDF45-1F6B-4A47-892B-C9094FDD5642}" dt="2022-03-21T11:08:19.259" v="1310" actId="27803"/>
          <ac:spMkLst>
            <pc:docMk/>
            <pc:sldMk cId="1175821773" sldId="258"/>
            <ac:spMk id="1561" creationId="{65C555DC-174C-4381-BAE0-6001C5205606}"/>
          </ac:spMkLst>
        </pc:spChg>
        <pc:spChg chg="mod">
          <ac:chgData name="SERGIO SPANO'" userId="3abdd0b9-513e-40ac-aad4-56920065037d" providerId="ADAL" clId="{2DCFDF45-1F6B-4A47-892B-C9094FDD5642}" dt="2022-03-21T11:08:19.259" v="1310" actId="27803"/>
          <ac:spMkLst>
            <pc:docMk/>
            <pc:sldMk cId="1175821773" sldId="258"/>
            <ac:spMk id="1562" creationId="{C34FE338-8CA3-42FD-81CF-F2C2935680BC}"/>
          </ac:spMkLst>
        </pc:spChg>
        <pc:spChg chg="mod">
          <ac:chgData name="SERGIO SPANO'" userId="3abdd0b9-513e-40ac-aad4-56920065037d" providerId="ADAL" clId="{2DCFDF45-1F6B-4A47-892B-C9094FDD5642}" dt="2022-03-21T11:08:19.259" v="1310" actId="27803"/>
          <ac:spMkLst>
            <pc:docMk/>
            <pc:sldMk cId="1175821773" sldId="258"/>
            <ac:spMk id="1563" creationId="{BF3CC5AD-BD63-4A62-A653-4453012B0C78}"/>
          </ac:spMkLst>
        </pc:spChg>
        <pc:spChg chg="mod">
          <ac:chgData name="SERGIO SPANO'" userId="3abdd0b9-513e-40ac-aad4-56920065037d" providerId="ADAL" clId="{2DCFDF45-1F6B-4A47-892B-C9094FDD5642}" dt="2022-03-21T11:08:19.259" v="1310" actId="27803"/>
          <ac:spMkLst>
            <pc:docMk/>
            <pc:sldMk cId="1175821773" sldId="258"/>
            <ac:spMk id="1564" creationId="{A4F7883A-4220-4748-8E8F-21494E000049}"/>
          </ac:spMkLst>
        </pc:spChg>
        <pc:spChg chg="mod">
          <ac:chgData name="SERGIO SPANO'" userId="3abdd0b9-513e-40ac-aad4-56920065037d" providerId="ADAL" clId="{2DCFDF45-1F6B-4A47-892B-C9094FDD5642}" dt="2022-03-21T11:08:19.259" v="1310" actId="27803"/>
          <ac:spMkLst>
            <pc:docMk/>
            <pc:sldMk cId="1175821773" sldId="258"/>
            <ac:spMk id="1565" creationId="{A2E52ED6-F294-4CED-BF76-6F781B6875D4}"/>
          </ac:spMkLst>
        </pc:spChg>
        <pc:spChg chg="mod">
          <ac:chgData name="SERGIO SPANO'" userId="3abdd0b9-513e-40ac-aad4-56920065037d" providerId="ADAL" clId="{2DCFDF45-1F6B-4A47-892B-C9094FDD5642}" dt="2022-03-21T11:08:19.259" v="1310" actId="27803"/>
          <ac:spMkLst>
            <pc:docMk/>
            <pc:sldMk cId="1175821773" sldId="258"/>
            <ac:spMk id="1566" creationId="{CC77257E-591D-406A-861F-17F2219BA9B4}"/>
          </ac:spMkLst>
        </pc:spChg>
        <pc:spChg chg="mod">
          <ac:chgData name="SERGIO SPANO'" userId="3abdd0b9-513e-40ac-aad4-56920065037d" providerId="ADAL" clId="{2DCFDF45-1F6B-4A47-892B-C9094FDD5642}" dt="2022-03-21T11:08:19.259" v="1310" actId="27803"/>
          <ac:spMkLst>
            <pc:docMk/>
            <pc:sldMk cId="1175821773" sldId="258"/>
            <ac:spMk id="1567" creationId="{58BA46CD-3BD9-405E-A4C8-E09A95867284}"/>
          </ac:spMkLst>
        </pc:spChg>
        <pc:spChg chg="mod">
          <ac:chgData name="SERGIO SPANO'" userId="3abdd0b9-513e-40ac-aad4-56920065037d" providerId="ADAL" clId="{2DCFDF45-1F6B-4A47-892B-C9094FDD5642}" dt="2022-03-21T11:08:19.259" v="1310" actId="27803"/>
          <ac:spMkLst>
            <pc:docMk/>
            <pc:sldMk cId="1175821773" sldId="258"/>
            <ac:spMk id="1568" creationId="{50AC9E1F-639A-4D95-883F-8C0B10DA684E}"/>
          </ac:spMkLst>
        </pc:spChg>
        <pc:spChg chg="mod">
          <ac:chgData name="SERGIO SPANO'" userId="3abdd0b9-513e-40ac-aad4-56920065037d" providerId="ADAL" clId="{2DCFDF45-1F6B-4A47-892B-C9094FDD5642}" dt="2022-03-21T11:08:19.259" v="1310" actId="27803"/>
          <ac:spMkLst>
            <pc:docMk/>
            <pc:sldMk cId="1175821773" sldId="258"/>
            <ac:spMk id="1569" creationId="{4211C0CC-8993-4092-9228-A1A1E4E612E1}"/>
          </ac:spMkLst>
        </pc:spChg>
        <pc:spChg chg="mod">
          <ac:chgData name="SERGIO SPANO'" userId="3abdd0b9-513e-40ac-aad4-56920065037d" providerId="ADAL" clId="{2DCFDF45-1F6B-4A47-892B-C9094FDD5642}" dt="2022-03-21T11:08:19.259" v="1310" actId="27803"/>
          <ac:spMkLst>
            <pc:docMk/>
            <pc:sldMk cId="1175821773" sldId="258"/>
            <ac:spMk id="1570" creationId="{0EB818F0-F71A-44BB-B9CF-152035B9AC50}"/>
          </ac:spMkLst>
        </pc:spChg>
        <pc:spChg chg="mod">
          <ac:chgData name="SERGIO SPANO'" userId="3abdd0b9-513e-40ac-aad4-56920065037d" providerId="ADAL" clId="{2DCFDF45-1F6B-4A47-892B-C9094FDD5642}" dt="2022-03-21T11:08:19.259" v="1310" actId="27803"/>
          <ac:spMkLst>
            <pc:docMk/>
            <pc:sldMk cId="1175821773" sldId="258"/>
            <ac:spMk id="1571" creationId="{4FAD6860-CB3A-4F33-9829-8A3933CC6C62}"/>
          </ac:spMkLst>
        </pc:spChg>
        <pc:spChg chg="mod">
          <ac:chgData name="SERGIO SPANO'" userId="3abdd0b9-513e-40ac-aad4-56920065037d" providerId="ADAL" clId="{2DCFDF45-1F6B-4A47-892B-C9094FDD5642}" dt="2022-03-21T11:08:19.259" v="1310" actId="27803"/>
          <ac:spMkLst>
            <pc:docMk/>
            <pc:sldMk cId="1175821773" sldId="258"/>
            <ac:spMk id="1572" creationId="{139AD796-C95E-4B49-BECB-124ADA570CEB}"/>
          </ac:spMkLst>
        </pc:spChg>
        <pc:spChg chg="mod">
          <ac:chgData name="SERGIO SPANO'" userId="3abdd0b9-513e-40ac-aad4-56920065037d" providerId="ADAL" clId="{2DCFDF45-1F6B-4A47-892B-C9094FDD5642}" dt="2022-03-21T11:08:19.259" v="1310" actId="27803"/>
          <ac:spMkLst>
            <pc:docMk/>
            <pc:sldMk cId="1175821773" sldId="258"/>
            <ac:spMk id="1573" creationId="{29074C85-338D-41B2-A829-91B20FF0D12B}"/>
          </ac:spMkLst>
        </pc:spChg>
        <pc:spChg chg="mod">
          <ac:chgData name="SERGIO SPANO'" userId="3abdd0b9-513e-40ac-aad4-56920065037d" providerId="ADAL" clId="{2DCFDF45-1F6B-4A47-892B-C9094FDD5642}" dt="2022-03-21T11:08:19.259" v="1310" actId="27803"/>
          <ac:spMkLst>
            <pc:docMk/>
            <pc:sldMk cId="1175821773" sldId="258"/>
            <ac:spMk id="1574" creationId="{BAF43446-A6FF-4FD2-9AEB-FF10AC808473}"/>
          </ac:spMkLst>
        </pc:spChg>
        <pc:spChg chg="mod">
          <ac:chgData name="SERGIO SPANO'" userId="3abdd0b9-513e-40ac-aad4-56920065037d" providerId="ADAL" clId="{2DCFDF45-1F6B-4A47-892B-C9094FDD5642}" dt="2022-03-21T11:08:19.259" v="1310" actId="27803"/>
          <ac:spMkLst>
            <pc:docMk/>
            <pc:sldMk cId="1175821773" sldId="258"/>
            <ac:spMk id="1575" creationId="{0D12ACE6-167B-4567-9DBF-4BC09A61E1FD}"/>
          </ac:spMkLst>
        </pc:spChg>
        <pc:spChg chg="mod">
          <ac:chgData name="SERGIO SPANO'" userId="3abdd0b9-513e-40ac-aad4-56920065037d" providerId="ADAL" clId="{2DCFDF45-1F6B-4A47-892B-C9094FDD5642}" dt="2022-03-21T11:08:19.259" v="1310" actId="27803"/>
          <ac:spMkLst>
            <pc:docMk/>
            <pc:sldMk cId="1175821773" sldId="258"/>
            <ac:spMk id="1576" creationId="{5E05F005-CABB-4D1A-80FD-C95504B94309}"/>
          </ac:spMkLst>
        </pc:spChg>
        <pc:spChg chg="mod">
          <ac:chgData name="SERGIO SPANO'" userId="3abdd0b9-513e-40ac-aad4-56920065037d" providerId="ADAL" clId="{2DCFDF45-1F6B-4A47-892B-C9094FDD5642}" dt="2022-03-21T11:08:19.259" v="1310" actId="27803"/>
          <ac:spMkLst>
            <pc:docMk/>
            <pc:sldMk cId="1175821773" sldId="258"/>
            <ac:spMk id="1577" creationId="{395EAAED-F353-4597-8797-6F2EA818B6EB}"/>
          </ac:spMkLst>
        </pc:spChg>
        <pc:spChg chg="mod">
          <ac:chgData name="SERGIO SPANO'" userId="3abdd0b9-513e-40ac-aad4-56920065037d" providerId="ADAL" clId="{2DCFDF45-1F6B-4A47-892B-C9094FDD5642}" dt="2022-03-21T11:08:19.259" v="1310" actId="27803"/>
          <ac:spMkLst>
            <pc:docMk/>
            <pc:sldMk cId="1175821773" sldId="258"/>
            <ac:spMk id="1578" creationId="{4BCB4293-7115-4A10-8D33-05F8441EA540}"/>
          </ac:spMkLst>
        </pc:spChg>
        <pc:spChg chg="mod">
          <ac:chgData name="SERGIO SPANO'" userId="3abdd0b9-513e-40ac-aad4-56920065037d" providerId="ADAL" clId="{2DCFDF45-1F6B-4A47-892B-C9094FDD5642}" dt="2022-03-21T11:08:19.259" v="1310" actId="27803"/>
          <ac:spMkLst>
            <pc:docMk/>
            <pc:sldMk cId="1175821773" sldId="258"/>
            <ac:spMk id="1579" creationId="{0E34999B-2C26-40E7-94E7-48DD0312E6F9}"/>
          </ac:spMkLst>
        </pc:spChg>
        <pc:spChg chg="mod">
          <ac:chgData name="SERGIO SPANO'" userId="3abdd0b9-513e-40ac-aad4-56920065037d" providerId="ADAL" clId="{2DCFDF45-1F6B-4A47-892B-C9094FDD5642}" dt="2022-03-21T11:08:19.259" v="1310" actId="27803"/>
          <ac:spMkLst>
            <pc:docMk/>
            <pc:sldMk cId="1175821773" sldId="258"/>
            <ac:spMk id="1580" creationId="{5578EEDD-D683-4933-9D4D-D719EF659973}"/>
          </ac:spMkLst>
        </pc:spChg>
        <pc:spChg chg="mod">
          <ac:chgData name="SERGIO SPANO'" userId="3abdd0b9-513e-40ac-aad4-56920065037d" providerId="ADAL" clId="{2DCFDF45-1F6B-4A47-892B-C9094FDD5642}" dt="2022-03-21T11:08:19.259" v="1310" actId="27803"/>
          <ac:spMkLst>
            <pc:docMk/>
            <pc:sldMk cId="1175821773" sldId="258"/>
            <ac:spMk id="1581" creationId="{1FDF81B7-411B-4A66-B889-9F02AFC01DAA}"/>
          </ac:spMkLst>
        </pc:spChg>
        <pc:spChg chg="mod">
          <ac:chgData name="SERGIO SPANO'" userId="3abdd0b9-513e-40ac-aad4-56920065037d" providerId="ADAL" clId="{2DCFDF45-1F6B-4A47-892B-C9094FDD5642}" dt="2022-03-21T11:08:19.259" v="1310" actId="27803"/>
          <ac:spMkLst>
            <pc:docMk/>
            <pc:sldMk cId="1175821773" sldId="258"/>
            <ac:spMk id="1582" creationId="{68552A37-5527-4BD3-838E-F033A50FF533}"/>
          </ac:spMkLst>
        </pc:spChg>
        <pc:spChg chg="mod">
          <ac:chgData name="SERGIO SPANO'" userId="3abdd0b9-513e-40ac-aad4-56920065037d" providerId="ADAL" clId="{2DCFDF45-1F6B-4A47-892B-C9094FDD5642}" dt="2022-03-21T11:08:19.259" v="1310" actId="27803"/>
          <ac:spMkLst>
            <pc:docMk/>
            <pc:sldMk cId="1175821773" sldId="258"/>
            <ac:spMk id="1583" creationId="{C1BF8349-7424-4AB5-A597-253A6E1B417B}"/>
          </ac:spMkLst>
        </pc:spChg>
        <pc:spChg chg="mod">
          <ac:chgData name="SERGIO SPANO'" userId="3abdd0b9-513e-40ac-aad4-56920065037d" providerId="ADAL" clId="{2DCFDF45-1F6B-4A47-892B-C9094FDD5642}" dt="2022-03-21T11:08:19.259" v="1310" actId="27803"/>
          <ac:spMkLst>
            <pc:docMk/>
            <pc:sldMk cId="1175821773" sldId="258"/>
            <ac:spMk id="1584" creationId="{EB4D1635-6DD3-4ACE-90DE-54219EF771DD}"/>
          </ac:spMkLst>
        </pc:spChg>
        <pc:spChg chg="mod">
          <ac:chgData name="SERGIO SPANO'" userId="3abdd0b9-513e-40ac-aad4-56920065037d" providerId="ADAL" clId="{2DCFDF45-1F6B-4A47-892B-C9094FDD5642}" dt="2022-03-21T11:08:19.259" v="1310" actId="27803"/>
          <ac:spMkLst>
            <pc:docMk/>
            <pc:sldMk cId="1175821773" sldId="258"/>
            <ac:spMk id="1585" creationId="{BB1617A3-3917-4BC2-9FB1-F5FCBF4677A2}"/>
          </ac:spMkLst>
        </pc:spChg>
        <pc:spChg chg="mod">
          <ac:chgData name="SERGIO SPANO'" userId="3abdd0b9-513e-40ac-aad4-56920065037d" providerId="ADAL" clId="{2DCFDF45-1F6B-4A47-892B-C9094FDD5642}" dt="2022-03-21T11:08:19.259" v="1310" actId="27803"/>
          <ac:spMkLst>
            <pc:docMk/>
            <pc:sldMk cId="1175821773" sldId="258"/>
            <ac:spMk id="1586" creationId="{6699E057-132A-4AEA-9D81-B0426A16CCD0}"/>
          </ac:spMkLst>
        </pc:spChg>
        <pc:spChg chg="mod">
          <ac:chgData name="SERGIO SPANO'" userId="3abdd0b9-513e-40ac-aad4-56920065037d" providerId="ADAL" clId="{2DCFDF45-1F6B-4A47-892B-C9094FDD5642}" dt="2022-03-21T11:08:19.259" v="1310" actId="27803"/>
          <ac:spMkLst>
            <pc:docMk/>
            <pc:sldMk cId="1175821773" sldId="258"/>
            <ac:spMk id="1587" creationId="{7BC9494E-FCBC-45A4-9BF0-355539A162D1}"/>
          </ac:spMkLst>
        </pc:spChg>
        <pc:spChg chg="mod">
          <ac:chgData name="SERGIO SPANO'" userId="3abdd0b9-513e-40ac-aad4-56920065037d" providerId="ADAL" clId="{2DCFDF45-1F6B-4A47-892B-C9094FDD5642}" dt="2022-03-21T11:08:19.259" v="1310" actId="27803"/>
          <ac:spMkLst>
            <pc:docMk/>
            <pc:sldMk cId="1175821773" sldId="258"/>
            <ac:spMk id="1588" creationId="{5F52EB68-02AD-426C-ABFB-C705FE5C5175}"/>
          </ac:spMkLst>
        </pc:spChg>
        <pc:spChg chg="mod">
          <ac:chgData name="SERGIO SPANO'" userId="3abdd0b9-513e-40ac-aad4-56920065037d" providerId="ADAL" clId="{2DCFDF45-1F6B-4A47-892B-C9094FDD5642}" dt="2022-03-21T11:08:19.259" v="1310" actId="27803"/>
          <ac:spMkLst>
            <pc:docMk/>
            <pc:sldMk cId="1175821773" sldId="258"/>
            <ac:spMk id="1589" creationId="{141D833C-1C0E-4D00-9EC8-E13AC084E73D}"/>
          </ac:spMkLst>
        </pc:spChg>
        <pc:spChg chg="mod">
          <ac:chgData name="SERGIO SPANO'" userId="3abdd0b9-513e-40ac-aad4-56920065037d" providerId="ADAL" clId="{2DCFDF45-1F6B-4A47-892B-C9094FDD5642}" dt="2022-03-21T11:08:19.259" v="1310" actId="27803"/>
          <ac:spMkLst>
            <pc:docMk/>
            <pc:sldMk cId="1175821773" sldId="258"/>
            <ac:spMk id="1590" creationId="{4BC6EB20-1ADA-44DC-BF4D-0A0F14BE86D9}"/>
          </ac:spMkLst>
        </pc:spChg>
        <pc:spChg chg="mod">
          <ac:chgData name="SERGIO SPANO'" userId="3abdd0b9-513e-40ac-aad4-56920065037d" providerId="ADAL" clId="{2DCFDF45-1F6B-4A47-892B-C9094FDD5642}" dt="2022-03-21T11:08:19.259" v="1310" actId="27803"/>
          <ac:spMkLst>
            <pc:docMk/>
            <pc:sldMk cId="1175821773" sldId="258"/>
            <ac:spMk id="1591" creationId="{7E820A8C-57AD-4FED-A99A-ACBB455BC912}"/>
          </ac:spMkLst>
        </pc:spChg>
        <pc:spChg chg="mod">
          <ac:chgData name="SERGIO SPANO'" userId="3abdd0b9-513e-40ac-aad4-56920065037d" providerId="ADAL" clId="{2DCFDF45-1F6B-4A47-892B-C9094FDD5642}" dt="2022-03-21T11:08:19.259" v="1310" actId="27803"/>
          <ac:spMkLst>
            <pc:docMk/>
            <pc:sldMk cId="1175821773" sldId="258"/>
            <ac:spMk id="1592" creationId="{3A952BFC-5E0E-4EB9-9F7B-7F966B5D5605}"/>
          </ac:spMkLst>
        </pc:spChg>
        <pc:spChg chg="mod">
          <ac:chgData name="SERGIO SPANO'" userId="3abdd0b9-513e-40ac-aad4-56920065037d" providerId="ADAL" clId="{2DCFDF45-1F6B-4A47-892B-C9094FDD5642}" dt="2022-03-21T11:08:19.259" v="1310" actId="27803"/>
          <ac:spMkLst>
            <pc:docMk/>
            <pc:sldMk cId="1175821773" sldId="258"/>
            <ac:spMk id="1593" creationId="{B160F759-449E-4FF0-A4FD-9D431E603149}"/>
          </ac:spMkLst>
        </pc:spChg>
        <pc:spChg chg="mod">
          <ac:chgData name="SERGIO SPANO'" userId="3abdd0b9-513e-40ac-aad4-56920065037d" providerId="ADAL" clId="{2DCFDF45-1F6B-4A47-892B-C9094FDD5642}" dt="2022-03-21T11:08:19.259" v="1310" actId="27803"/>
          <ac:spMkLst>
            <pc:docMk/>
            <pc:sldMk cId="1175821773" sldId="258"/>
            <ac:spMk id="1594" creationId="{0F30B305-337F-4AE9-9A96-8B6EF63D3DB8}"/>
          </ac:spMkLst>
        </pc:spChg>
        <pc:spChg chg="mod">
          <ac:chgData name="SERGIO SPANO'" userId="3abdd0b9-513e-40ac-aad4-56920065037d" providerId="ADAL" clId="{2DCFDF45-1F6B-4A47-892B-C9094FDD5642}" dt="2022-03-21T11:08:19.259" v="1310" actId="27803"/>
          <ac:spMkLst>
            <pc:docMk/>
            <pc:sldMk cId="1175821773" sldId="258"/>
            <ac:spMk id="1595" creationId="{78D8C19E-9102-4D74-A7A8-5C30BF63421F}"/>
          </ac:spMkLst>
        </pc:spChg>
        <pc:spChg chg="mod">
          <ac:chgData name="SERGIO SPANO'" userId="3abdd0b9-513e-40ac-aad4-56920065037d" providerId="ADAL" clId="{2DCFDF45-1F6B-4A47-892B-C9094FDD5642}" dt="2022-03-21T11:08:19.259" v="1310" actId="27803"/>
          <ac:spMkLst>
            <pc:docMk/>
            <pc:sldMk cId="1175821773" sldId="258"/>
            <ac:spMk id="1596" creationId="{2BA80372-C950-4B7A-857C-E3A56E54F890}"/>
          </ac:spMkLst>
        </pc:spChg>
        <pc:spChg chg="mod">
          <ac:chgData name="SERGIO SPANO'" userId="3abdd0b9-513e-40ac-aad4-56920065037d" providerId="ADAL" clId="{2DCFDF45-1F6B-4A47-892B-C9094FDD5642}" dt="2022-03-21T11:08:19.259" v="1310" actId="27803"/>
          <ac:spMkLst>
            <pc:docMk/>
            <pc:sldMk cId="1175821773" sldId="258"/>
            <ac:spMk id="1597" creationId="{CF47E56E-668B-4AC2-9FF0-34F95D01368F}"/>
          </ac:spMkLst>
        </pc:spChg>
        <pc:spChg chg="mod">
          <ac:chgData name="SERGIO SPANO'" userId="3abdd0b9-513e-40ac-aad4-56920065037d" providerId="ADAL" clId="{2DCFDF45-1F6B-4A47-892B-C9094FDD5642}" dt="2022-03-21T11:08:19.259" v="1310" actId="27803"/>
          <ac:spMkLst>
            <pc:docMk/>
            <pc:sldMk cId="1175821773" sldId="258"/>
            <ac:spMk id="1598" creationId="{A8FB4EA3-1423-4583-8E64-2A6A7D26E2CD}"/>
          </ac:spMkLst>
        </pc:spChg>
        <pc:spChg chg="mod">
          <ac:chgData name="SERGIO SPANO'" userId="3abdd0b9-513e-40ac-aad4-56920065037d" providerId="ADAL" clId="{2DCFDF45-1F6B-4A47-892B-C9094FDD5642}" dt="2022-03-21T11:08:19.259" v="1310" actId="27803"/>
          <ac:spMkLst>
            <pc:docMk/>
            <pc:sldMk cId="1175821773" sldId="258"/>
            <ac:spMk id="1599" creationId="{25760A16-A7B7-465B-9383-465BBFD02D6E}"/>
          </ac:spMkLst>
        </pc:spChg>
        <pc:spChg chg="mod">
          <ac:chgData name="SERGIO SPANO'" userId="3abdd0b9-513e-40ac-aad4-56920065037d" providerId="ADAL" clId="{2DCFDF45-1F6B-4A47-892B-C9094FDD5642}" dt="2022-03-21T11:08:19.259" v="1310" actId="27803"/>
          <ac:spMkLst>
            <pc:docMk/>
            <pc:sldMk cId="1175821773" sldId="258"/>
            <ac:spMk id="1600" creationId="{907856BC-6203-4197-A86F-6B5016C1BE70}"/>
          </ac:spMkLst>
        </pc:spChg>
        <pc:spChg chg="mod">
          <ac:chgData name="SERGIO SPANO'" userId="3abdd0b9-513e-40ac-aad4-56920065037d" providerId="ADAL" clId="{2DCFDF45-1F6B-4A47-892B-C9094FDD5642}" dt="2022-03-21T11:08:19.259" v="1310" actId="27803"/>
          <ac:spMkLst>
            <pc:docMk/>
            <pc:sldMk cId="1175821773" sldId="258"/>
            <ac:spMk id="1601" creationId="{678E65F0-DDAF-4A68-9E4D-2BEEF8F0DBCD}"/>
          </ac:spMkLst>
        </pc:spChg>
        <pc:spChg chg="mod">
          <ac:chgData name="SERGIO SPANO'" userId="3abdd0b9-513e-40ac-aad4-56920065037d" providerId="ADAL" clId="{2DCFDF45-1F6B-4A47-892B-C9094FDD5642}" dt="2022-03-21T11:08:19.259" v="1310" actId="27803"/>
          <ac:spMkLst>
            <pc:docMk/>
            <pc:sldMk cId="1175821773" sldId="258"/>
            <ac:spMk id="1602" creationId="{B716A733-DE22-43E9-9664-8468B68721D8}"/>
          </ac:spMkLst>
        </pc:spChg>
        <pc:spChg chg="mod">
          <ac:chgData name="SERGIO SPANO'" userId="3abdd0b9-513e-40ac-aad4-56920065037d" providerId="ADAL" clId="{2DCFDF45-1F6B-4A47-892B-C9094FDD5642}" dt="2022-03-21T11:08:19.259" v="1310" actId="27803"/>
          <ac:spMkLst>
            <pc:docMk/>
            <pc:sldMk cId="1175821773" sldId="258"/>
            <ac:spMk id="1603" creationId="{065C4D03-90B6-40D1-8C2C-2BCEEA11F499}"/>
          </ac:spMkLst>
        </pc:spChg>
        <pc:spChg chg="mod">
          <ac:chgData name="SERGIO SPANO'" userId="3abdd0b9-513e-40ac-aad4-56920065037d" providerId="ADAL" clId="{2DCFDF45-1F6B-4A47-892B-C9094FDD5642}" dt="2022-03-21T11:08:19.259" v="1310" actId="27803"/>
          <ac:spMkLst>
            <pc:docMk/>
            <pc:sldMk cId="1175821773" sldId="258"/>
            <ac:spMk id="1604" creationId="{749A51E5-D41A-45EA-8804-9CE7E2BBB098}"/>
          </ac:spMkLst>
        </pc:spChg>
        <pc:spChg chg="mod">
          <ac:chgData name="SERGIO SPANO'" userId="3abdd0b9-513e-40ac-aad4-56920065037d" providerId="ADAL" clId="{2DCFDF45-1F6B-4A47-892B-C9094FDD5642}" dt="2022-03-21T11:08:19.259" v="1310" actId="27803"/>
          <ac:spMkLst>
            <pc:docMk/>
            <pc:sldMk cId="1175821773" sldId="258"/>
            <ac:spMk id="1605" creationId="{8BC9009A-4662-43C3-9BB5-252266F628D1}"/>
          </ac:spMkLst>
        </pc:spChg>
        <pc:spChg chg="mod">
          <ac:chgData name="SERGIO SPANO'" userId="3abdd0b9-513e-40ac-aad4-56920065037d" providerId="ADAL" clId="{2DCFDF45-1F6B-4A47-892B-C9094FDD5642}" dt="2022-03-21T11:08:19.259" v="1310" actId="27803"/>
          <ac:spMkLst>
            <pc:docMk/>
            <pc:sldMk cId="1175821773" sldId="258"/>
            <ac:spMk id="1606" creationId="{CF2B26FC-1562-476F-A22B-8536351AC2F7}"/>
          </ac:spMkLst>
        </pc:spChg>
        <pc:spChg chg="mod">
          <ac:chgData name="SERGIO SPANO'" userId="3abdd0b9-513e-40ac-aad4-56920065037d" providerId="ADAL" clId="{2DCFDF45-1F6B-4A47-892B-C9094FDD5642}" dt="2022-03-21T11:08:19.259" v="1310" actId="27803"/>
          <ac:spMkLst>
            <pc:docMk/>
            <pc:sldMk cId="1175821773" sldId="258"/>
            <ac:spMk id="1607" creationId="{484C99C4-7AF7-445D-BB14-56419A5F011C}"/>
          </ac:spMkLst>
        </pc:spChg>
        <pc:spChg chg="mod">
          <ac:chgData name="SERGIO SPANO'" userId="3abdd0b9-513e-40ac-aad4-56920065037d" providerId="ADAL" clId="{2DCFDF45-1F6B-4A47-892B-C9094FDD5642}" dt="2022-03-21T11:08:19.259" v="1310" actId="27803"/>
          <ac:spMkLst>
            <pc:docMk/>
            <pc:sldMk cId="1175821773" sldId="258"/>
            <ac:spMk id="1608" creationId="{A4049075-CBD9-45DC-A6EC-629EFE9912BB}"/>
          </ac:spMkLst>
        </pc:spChg>
        <pc:spChg chg="mod">
          <ac:chgData name="SERGIO SPANO'" userId="3abdd0b9-513e-40ac-aad4-56920065037d" providerId="ADAL" clId="{2DCFDF45-1F6B-4A47-892B-C9094FDD5642}" dt="2022-03-21T11:08:19.259" v="1310" actId="27803"/>
          <ac:spMkLst>
            <pc:docMk/>
            <pc:sldMk cId="1175821773" sldId="258"/>
            <ac:spMk id="1609" creationId="{2743DE75-D749-4866-97FD-3A8C1ECC22F6}"/>
          </ac:spMkLst>
        </pc:spChg>
        <pc:spChg chg="mod">
          <ac:chgData name="SERGIO SPANO'" userId="3abdd0b9-513e-40ac-aad4-56920065037d" providerId="ADAL" clId="{2DCFDF45-1F6B-4A47-892B-C9094FDD5642}" dt="2022-03-21T11:08:19.259" v="1310" actId="27803"/>
          <ac:spMkLst>
            <pc:docMk/>
            <pc:sldMk cId="1175821773" sldId="258"/>
            <ac:spMk id="1610" creationId="{22B4AE78-8638-4EAD-A5A2-FAF0ACC454D2}"/>
          </ac:spMkLst>
        </pc:spChg>
        <pc:spChg chg="mod">
          <ac:chgData name="SERGIO SPANO'" userId="3abdd0b9-513e-40ac-aad4-56920065037d" providerId="ADAL" clId="{2DCFDF45-1F6B-4A47-892B-C9094FDD5642}" dt="2022-03-21T11:08:19.259" v="1310" actId="27803"/>
          <ac:spMkLst>
            <pc:docMk/>
            <pc:sldMk cId="1175821773" sldId="258"/>
            <ac:spMk id="1611" creationId="{877E7351-4ECA-4503-B7A7-E66F95B5B627}"/>
          </ac:spMkLst>
        </pc:spChg>
        <pc:spChg chg="mod">
          <ac:chgData name="SERGIO SPANO'" userId="3abdd0b9-513e-40ac-aad4-56920065037d" providerId="ADAL" clId="{2DCFDF45-1F6B-4A47-892B-C9094FDD5642}" dt="2022-03-21T11:08:19.259" v="1310" actId="27803"/>
          <ac:spMkLst>
            <pc:docMk/>
            <pc:sldMk cId="1175821773" sldId="258"/>
            <ac:spMk id="1612" creationId="{54A04049-1716-48E0-845F-9702B20A7E7C}"/>
          </ac:spMkLst>
        </pc:spChg>
        <pc:spChg chg="mod">
          <ac:chgData name="SERGIO SPANO'" userId="3abdd0b9-513e-40ac-aad4-56920065037d" providerId="ADAL" clId="{2DCFDF45-1F6B-4A47-892B-C9094FDD5642}" dt="2022-03-21T11:08:19.259" v="1310" actId="27803"/>
          <ac:spMkLst>
            <pc:docMk/>
            <pc:sldMk cId="1175821773" sldId="258"/>
            <ac:spMk id="1613" creationId="{8C4DBA5D-B6FA-4286-8724-439904EB680C}"/>
          </ac:spMkLst>
        </pc:spChg>
        <pc:spChg chg="mod">
          <ac:chgData name="SERGIO SPANO'" userId="3abdd0b9-513e-40ac-aad4-56920065037d" providerId="ADAL" clId="{2DCFDF45-1F6B-4A47-892B-C9094FDD5642}" dt="2022-03-21T11:08:19.259" v="1310" actId="27803"/>
          <ac:spMkLst>
            <pc:docMk/>
            <pc:sldMk cId="1175821773" sldId="258"/>
            <ac:spMk id="1614" creationId="{1CF62847-E3CB-43A3-A064-FDB439C712AD}"/>
          </ac:spMkLst>
        </pc:spChg>
        <pc:spChg chg="mod">
          <ac:chgData name="SERGIO SPANO'" userId="3abdd0b9-513e-40ac-aad4-56920065037d" providerId="ADAL" clId="{2DCFDF45-1F6B-4A47-892B-C9094FDD5642}" dt="2022-03-21T11:08:19.259" v="1310" actId="27803"/>
          <ac:spMkLst>
            <pc:docMk/>
            <pc:sldMk cId="1175821773" sldId="258"/>
            <ac:spMk id="1615" creationId="{C456DA1E-1E65-4769-B2FD-5BFB530351CF}"/>
          </ac:spMkLst>
        </pc:spChg>
        <pc:spChg chg="mod">
          <ac:chgData name="SERGIO SPANO'" userId="3abdd0b9-513e-40ac-aad4-56920065037d" providerId="ADAL" clId="{2DCFDF45-1F6B-4A47-892B-C9094FDD5642}" dt="2022-03-21T11:08:19.259" v="1310" actId="27803"/>
          <ac:spMkLst>
            <pc:docMk/>
            <pc:sldMk cId="1175821773" sldId="258"/>
            <ac:spMk id="1616" creationId="{F334E55A-915F-4AC5-9035-524FDFB8CCA8}"/>
          </ac:spMkLst>
        </pc:spChg>
        <pc:spChg chg="mod">
          <ac:chgData name="SERGIO SPANO'" userId="3abdd0b9-513e-40ac-aad4-56920065037d" providerId="ADAL" clId="{2DCFDF45-1F6B-4A47-892B-C9094FDD5642}" dt="2022-03-21T11:08:19.259" v="1310" actId="27803"/>
          <ac:spMkLst>
            <pc:docMk/>
            <pc:sldMk cId="1175821773" sldId="258"/>
            <ac:spMk id="1617" creationId="{8FCD5E86-DFFF-43BE-8B18-E3B4D42C5D59}"/>
          </ac:spMkLst>
        </pc:spChg>
        <pc:spChg chg="mod">
          <ac:chgData name="SERGIO SPANO'" userId="3abdd0b9-513e-40ac-aad4-56920065037d" providerId="ADAL" clId="{2DCFDF45-1F6B-4A47-892B-C9094FDD5642}" dt="2022-03-21T11:08:19.259" v="1310" actId="27803"/>
          <ac:spMkLst>
            <pc:docMk/>
            <pc:sldMk cId="1175821773" sldId="258"/>
            <ac:spMk id="1618" creationId="{194B8C08-B00F-4309-A166-FDEE84AD6683}"/>
          </ac:spMkLst>
        </pc:spChg>
        <pc:spChg chg="mod">
          <ac:chgData name="SERGIO SPANO'" userId="3abdd0b9-513e-40ac-aad4-56920065037d" providerId="ADAL" clId="{2DCFDF45-1F6B-4A47-892B-C9094FDD5642}" dt="2022-03-21T11:08:19.259" v="1310" actId="27803"/>
          <ac:spMkLst>
            <pc:docMk/>
            <pc:sldMk cId="1175821773" sldId="258"/>
            <ac:spMk id="1619" creationId="{709F88B3-FF37-4E7C-AF80-07FD86D3BB4A}"/>
          </ac:spMkLst>
        </pc:spChg>
        <pc:spChg chg="mod">
          <ac:chgData name="SERGIO SPANO'" userId="3abdd0b9-513e-40ac-aad4-56920065037d" providerId="ADAL" clId="{2DCFDF45-1F6B-4A47-892B-C9094FDD5642}" dt="2022-03-21T11:08:19.259" v="1310" actId="27803"/>
          <ac:spMkLst>
            <pc:docMk/>
            <pc:sldMk cId="1175821773" sldId="258"/>
            <ac:spMk id="1620" creationId="{5A0D79E3-1343-47C6-918E-5706173611E3}"/>
          </ac:spMkLst>
        </pc:spChg>
        <pc:spChg chg="mod">
          <ac:chgData name="SERGIO SPANO'" userId="3abdd0b9-513e-40ac-aad4-56920065037d" providerId="ADAL" clId="{2DCFDF45-1F6B-4A47-892B-C9094FDD5642}" dt="2022-03-21T11:08:19.259" v="1310" actId="27803"/>
          <ac:spMkLst>
            <pc:docMk/>
            <pc:sldMk cId="1175821773" sldId="258"/>
            <ac:spMk id="1621" creationId="{4703A58C-E51F-4A82-9C5D-FDD25582A038}"/>
          </ac:spMkLst>
        </pc:spChg>
        <pc:spChg chg="mod">
          <ac:chgData name="SERGIO SPANO'" userId="3abdd0b9-513e-40ac-aad4-56920065037d" providerId="ADAL" clId="{2DCFDF45-1F6B-4A47-892B-C9094FDD5642}" dt="2022-03-21T11:08:19.259" v="1310" actId="27803"/>
          <ac:spMkLst>
            <pc:docMk/>
            <pc:sldMk cId="1175821773" sldId="258"/>
            <ac:spMk id="1622" creationId="{C54DC41F-88C7-4219-9E2F-91AAA6CFDF3A}"/>
          </ac:spMkLst>
        </pc:spChg>
        <pc:spChg chg="mod">
          <ac:chgData name="SERGIO SPANO'" userId="3abdd0b9-513e-40ac-aad4-56920065037d" providerId="ADAL" clId="{2DCFDF45-1F6B-4A47-892B-C9094FDD5642}" dt="2022-03-21T11:08:19.259" v="1310" actId="27803"/>
          <ac:spMkLst>
            <pc:docMk/>
            <pc:sldMk cId="1175821773" sldId="258"/>
            <ac:spMk id="1623" creationId="{6A8CB12A-4EAA-44DE-9732-85D67A048DD2}"/>
          </ac:spMkLst>
        </pc:spChg>
        <pc:spChg chg="mod">
          <ac:chgData name="SERGIO SPANO'" userId="3abdd0b9-513e-40ac-aad4-56920065037d" providerId="ADAL" clId="{2DCFDF45-1F6B-4A47-892B-C9094FDD5642}" dt="2022-03-21T11:08:19.259" v="1310" actId="27803"/>
          <ac:spMkLst>
            <pc:docMk/>
            <pc:sldMk cId="1175821773" sldId="258"/>
            <ac:spMk id="1624" creationId="{F2789B21-6967-43A5-80D8-2901E33CD206}"/>
          </ac:spMkLst>
        </pc:spChg>
        <pc:spChg chg="mod">
          <ac:chgData name="SERGIO SPANO'" userId="3abdd0b9-513e-40ac-aad4-56920065037d" providerId="ADAL" clId="{2DCFDF45-1F6B-4A47-892B-C9094FDD5642}" dt="2022-03-21T11:08:19.259" v="1310" actId="27803"/>
          <ac:spMkLst>
            <pc:docMk/>
            <pc:sldMk cId="1175821773" sldId="258"/>
            <ac:spMk id="1625" creationId="{B379663B-3A80-414A-813E-4AE16CE140C5}"/>
          </ac:spMkLst>
        </pc:spChg>
        <pc:spChg chg="mod">
          <ac:chgData name="SERGIO SPANO'" userId="3abdd0b9-513e-40ac-aad4-56920065037d" providerId="ADAL" clId="{2DCFDF45-1F6B-4A47-892B-C9094FDD5642}" dt="2022-03-21T11:08:19.259" v="1310" actId="27803"/>
          <ac:spMkLst>
            <pc:docMk/>
            <pc:sldMk cId="1175821773" sldId="258"/>
            <ac:spMk id="1626" creationId="{48DCCAEE-CE9C-40B6-997B-12374C6D4AC8}"/>
          </ac:spMkLst>
        </pc:spChg>
        <pc:spChg chg="mod">
          <ac:chgData name="SERGIO SPANO'" userId="3abdd0b9-513e-40ac-aad4-56920065037d" providerId="ADAL" clId="{2DCFDF45-1F6B-4A47-892B-C9094FDD5642}" dt="2022-03-21T11:08:19.259" v="1310" actId="27803"/>
          <ac:spMkLst>
            <pc:docMk/>
            <pc:sldMk cId="1175821773" sldId="258"/>
            <ac:spMk id="1627" creationId="{22F48859-D91C-4AAC-8B69-62C0F9FD04E0}"/>
          </ac:spMkLst>
        </pc:spChg>
        <pc:spChg chg="mod">
          <ac:chgData name="SERGIO SPANO'" userId="3abdd0b9-513e-40ac-aad4-56920065037d" providerId="ADAL" clId="{2DCFDF45-1F6B-4A47-892B-C9094FDD5642}" dt="2022-03-21T11:08:19.259" v="1310" actId="27803"/>
          <ac:spMkLst>
            <pc:docMk/>
            <pc:sldMk cId="1175821773" sldId="258"/>
            <ac:spMk id="1628" creationId="{D60CE549-B4A4-4873-8AC8-8A5162156E26}"/>
          </ac:spMkLst>
        </pc:spChg>
        <pc:spChg chg="mod">
          <ac:chgData name="SERGIO SPANO'" userId="3abdd0b9-513e-40ac-aad4-56920065037d" providerId="ADAL" clId="{2DCFDF45-1F6B-4A47-892B-C9094FDD5642}" dt="2022-03-21T11:08:19.259" v="1310" actId="27803"/>
          <ac:spMkLst>
            <pc:docMk/>
            <pc:sldMk cId="1175821773" sldId="258"/>
            <ac:spMk id="1629" creationId="{896900C3-D75C-4D62-B0A5-C487D563DF57}"/>
          </ac:spMkLst>
        </pc:spChg>
        <pc:spChg chg="mod">
          <ac:chgData name="SERGIO SPANO'" userId="3abdd0b9-513e-40ac-aad4-56920065037d" providerId="ADAL" clId="{2DCFDF45-1F6B-4A47-892B-C9094FDD5642}" dt="2022-03-21T11:08:19.259" v="1310" actId="27803"/>
          <ac:spMkLst>
            <pc:docMk/>
            <pc:sldMk cId="1175821773" sldId="258"/>
            <ac:spMk id="1630" creationId="{98D928A1-CD75-444E-8348-F327D7F85A31}"/>
          </ac:spMkLst>
        </pc:spChg>
        <pc:spChg chg="mod">
          <ac:chgData name="SERGIO SPANO'" userId="3abdd0b9-513e-40ac-aad4-56920065037d" providerId="ADAL" clId="{2DCFDF45-1F6B-4A47-892B-C9094FDD5642}" dt="2022-03-21T11:08:19.259" v="1310" actId="27803"/>
          <ac:spMkLst>
            <pc:docMk/>
            <pc:sldMk cId="1175821773" sldId="258"/>
            <ac:spMk id="1631" creationId="{D43C53E7-440B-48D7-AF5B-686B85855180}"/>
          </ac:spMkLst>
        </pc:spChg>
        <pc:spChg chg="mod">
          <ac:chgData name="SERGIO SPANO'" userId="3abdd0b9-513e-40ac-aad4-56920065037d" providerId="ADAL" clId="{2DCFDF45-1F6B-4A47-892B-C9094FDD5642}" dt="2022-03-21T11:08:19.259" v="1310" actId="27803"/>
          <ac:spMkLst>
            <pc:docMk/>
            <pc:sldMk cId="1175821773" sldId="258"/>
            <ac:spMk id="1632" creationId="{93F9E781-86BA-44C5-B0D3-79743EE83A16}"/>
          </ac:spMkLst>
        </pc:spChg>
        <pc:spChg chg="mod">
          <ac:chgData name="SERGIO SPANO'" userId="3abdd0b9-513e-40ac-aad4-56920065037d" providerId="ADAL" clId="{2DCFDF45-1F6B-4A47-892B-C9094FDD5642}" dt="2022-03-21T11:08:19.259" v="1310" actId="27803"/>
          <ac:spMkLst>
            <pc:docMk/>
            <pc:sldMk cId="1175821773" sldId="258"/>
            <ac:spMk id="1633" creationId="{65243C49-B94A-42D9-B3B4-E9608B215205}"/>
          </ac:spMkLst>
        </pc:spChg>
        <pc:spChg chg="mod">
          <ac:chgData name="SERGIO SPANO'" userId="3abdd0b9-513e-40ac-aad4-56920065037d" providerId="ADAL" clId="{2DCFDF45-1F6B-4A47-892B-C9094FDD5642}" dt="2022-03-21T11:08:19.259" v="1310" actId="27803"/>
          <ac:spMkLst>
            <pc:docMk/>
            <pc:sldMk cId="1175821773" sldId="258"/>
            <ac:spMk id="1634" creationId="{73668EDB-A0DE-4683-A2F7-072B841AC24F}"/>
          </ac:spMkLst>
        </pc:spChg>
        <pc:spChg chg="mod">
          <ac:chgData name="SERGIO SPANO'" userId="3abdd0b9-513e-40ac-aad4-56920065037d" providerId="ADAL" clId="{2DCFDF45-1F6B-4A47-892B-C9094FDD5642}" dt="2022-03-21T11:08:19.259" v="1310" actId="27803"/>
          <ac:spMkLst>
            <pc:docMk/>
            <pc:sldMk cId="1175821773" sldId="258"/>
            <ac:spMk id="1635" creationId="{E60DE8E9-5576-4264-AD00-F6964A380FCA}"/>
          </ac:spMkLst>
        </pc:spChg>
        <pc:spChg chg="mod">
          <ac:chgData name="SERGIO SPANO'" userId="3abdd0b9-513e-40ac-aad4-56920065037d" providerId="ADAL" clId="{2DCFDF45-1F6B-4A47-892B-C9094FDD5642}" dt="2022-03-21T11:08:19.259" v="1310" actId="27803"/>
          <ac:spMkLst>
            <pc:docMk/>
            <pc:sldMk cId="1175821773" sldId="258"/>
            <ac:spMk id="1636" creationId="{C4AC3A0B-E7EC-476A-B6B9-B4FD2E165D9D}"/>
          </ac:spMkLst>
        </pc:spChg>
        <pc:spChg chg="mod">
          <ac:chgData name="SERGIO SPANO'" userId="3abdd0b9-513e-40ac-aad4-56920065037d" providerId="ADAL" clId="{2DCFDF45-1F6B-4A47-892B-C9094FDD5642}" dt="2022-03-21T11:08:19.259" v="1310" actId="27803"/>
          <ac:spMkLst>
            <pc:docMk/>
            <pc:sldMk cId="1175821773" sldId="258"/>
            <ac:spMk id="1637" creationId="{08F9116B-6872-4CD1-8F5B-C64D4BF0645F}"/>
          </ac:spMkLst>
        </pc:spChg>
        <pc:spChg chg="mod">
          <ac:chgData name="SERGIO SPANO'" userId="3abdd0b9-513e-40ac-aad4-56920065037d" providerId="ADAL" clId="{2DCFDF45-1F6B-4A47-892B-C9094FDD5642}" dt="2022-03-21T11:08:19.259" v="1310" actId="27803"/>
          <ac:spMkLst>
            <pc:docMk/>
            <pc:sldMk cId="1175821773" sldId="258"/>
            <ac:spMk id="1638" creationId="{4820908D-B71A-41F7-8219-78694A473947}"/>
          </ac:spMkLst>
        </pc:spChg>
        <pc:spChg chg="mod">
          <ac:chgData name="SERGIO SPANO'" userId="3abdd0b9-513e-40ac-aad4-56920065037d" providerId="ADAL" clId="{2DCFDF45-1F6B-4A47-892B-C9094FDD5642}" dt="2022-03-21T11:08:19.259" v="1310" actId="27803"/>
          <ac:spMkLst>
            <pc:docMk/>
            <pc:sldMk cId="1175821773" sldId="258"/>
            <ac:spMk id="1639" creationId="{26F63D3F-010D-4284-A3E1-F98481E68B73}"/>
          </ac:spMkLst>
        </pc:spChg>
        <pc:spChg chg="mod">
          <ac:chgData name="SERGIO SPANO'" userId="3abdd0b9-513e-40ac-aad4-56920065037d" providerId="ADAL" clId="{2DCFDF45-1F6B-4A47-892B-C9094FDD5642}" dt="2022-03-21T11:08:19.259" v="1310" actId="27803"/>
          <ac:spMkLst>
            <pc:docMk/>
            <pc:sldMk cId="1175821773" sldId="258"/>
            <ac:spMk id="1640" creationId="{84344AF9-2C03-47AB-ABA1-C91DF77531BE}"/>
          </ac:spMkLst>
        </pc:spChg>
        <pc:spChg chg="mod">
          <ac:chgData name="SERGIO SPANO'" userId="3abdd0b9-513e-40ac-aad4-56920065037d" providerId="ADAL" clId="{2DCFDF45-1F6B-4A47-892B-C9094FDD5642}" dt="2022-03-21T11:08:19.259" v="1310" actId="27803"/>
          <ac:spMkLst>
            <pc:docMk/>
            <pc:sldMk cId="1175821773" sldId="258"/>
            <ac:spMk id="1641" creationId="{BC7F7951-1C33-4F2A-B585-F2DC1767427E}"/>
          </ac:spMkLst>
        </pc:spChg>
        <pc:spChg chg="mod">
          <ac:chgData name="SERGIO SPANO'" userId="3abdd0b9-513e-40ac-aad4-56920065037d" providerId="ADAL" clId="{2DCFDF45-1F6B-4A47-892B-C9094FDD5642}" dt="2022-03-21T11:08:19.259" v="1310" actId="27803"/>
          <ac:spMkLst>
            <pc:docMk/>
            <pc:sldMk cId="1175821773" sldId="258"/>
            <ac:spMk id="1642" creationId="{879C8B41-3791-443F-9743-4F59DBAB41A3}"/>
          </ac:spMkLst>
        </pc:spChg>
        <pc:spChg chg="mod">
          <ac:chgData name="SERGIO SPANO'" userId="3abdd0b9-513e-40ac-aad4-56920065037d" providerId="ADAL" clId="{2DCFDF45-1F6B-4A47-892B-C9094FDD5642}" dt="2022-03-21T11:08:19.259" v="1310" actId="27803"/>
          <ac:spMkLst>
            <pc:docMk/>
            <pc:sldMk cId="1175821773" sldId="258"/>
            <ac:spMk id="1643" creationId="{B97C35BD-032E-435A-A102-007049798693}"/>
          </ac:spMkLst>
        </pc:spChg>
        <pc:spChg chg="mod">
          <ac:chgData name="SERGIO SPANO'" userId="3abdd0b9-513e-40ac-aad4-56920065037d" providerId="ADAL" clId="{2DCFDF45-1F6B-4A47-892B-C9094FDD5642}" dt="2022-03-21T11:08:19.259" v="1310" actId="27803"/>
          <ac:spMkLst>
            <pc:docMk/>
            <pc:sldMk cId="1175821773" sldId="258"/>
            <ac:spMk id="1644" creationId="{B32BF0A8-3D68-4855-9C67-0CBD2806E08A}"/>
          </ac:spMkLst>
        </pc:spChg>
        <pc:spChg chg="mod">
          <ac:chgData name="SERGIO SPANO'" userId="3abdd0b9-513e-40ac-aad4-56920065037d" providerId="ADAL" clId="{2DCFDF45-1F6B-4A47-892B-C9094FDD5642}" dt="2022-03-21T11:08:19.259" v="1310" actId="27803"/>
          <ac:spMkLst>
            <pc:docMk/>
            <pc:sldMk cId="1175821773" sldId="258"/>
            <ac:spMk id="1645" creationId="{B92E4484-DE6B-47F0-9D37-77EAEF678AA8}"/>
          </ac:spMkLst>
        </pc:spChg>
        <pc:spChg chg="mod">
          <ac:chgData name="SERGIO SPANO'" userId="3abdd0b9-513e-40ac-aad4-56920065037d" providerId="ADAL" clId="{2DCFDF45-1F6B-4A47-892B-C9094FDD5642}" dt="2022-03-21T11:08:19.259" v="1310" actId="27803"/>
          <ac:spMkLst>
            <pc:docMk/>
            <pc:sldMk cId="1175821773" sldId="258"/>
            <ac:spMk id="1646" creationId="{C94EAEAD-50D9-4F50-8A00-EDDAFA71CE4F}"/>
          </ac:spMkLst>
        </pc:spChg>
        <pc:spChg chg="mod">
          <ac:chgData name="SERGIO SPANO'" userId="3abdd0b9-513e-40ac-aad4-56920065037d" providerId="ADAL" clId="{2DCFDF45-1F6B-4A47-892B-C9094FDD5642}" dt="2022-03-21T11:08:19.259" v="1310" actId="27803"/>
          <ac:spMkLst>
            <pc:docMk/>
            <pc:sldMk cId="1175821773" sldId="258"/>
            <ac:spMk id="1647" creationId="{4FA74C12-28D2-41B9-B6BA-0E7FC62F556E}"/>
          </ac:spMkLst>
        </pc:spChg>
        <pc:spChg chg="mod">
          <ac:chgData name="SERGIO SPANO'" userId="3abdd0b9-513e-40ac-aad4-56920065037d" providerId="ADAL" clId="{2DCFDF45-1F6B-4A47-892B-C9094FDD5642}" dt="2022-03-21T11:08:19.259" v="1310" actId="27803"/>
          <ac:spMkLst>
            <pc:docMk/>
            <pc:sldMk cId="1175821773" sldId="258"/>
            <ac:spMk id="1648" creationId="{08E849BA-44EC-4654-B1C8-E3F2BCF9DF12}"/>
          </ac:spMkLst>
        </pc:spChg>
        <pc:spChg chg="mod">
          <ac:chgData name="SERGIO SPANO'" userId="3abdd0b9-513e-40ac-aad4-56920065037d" providerId="ADAL" clId="{2DCFDF45-1F6B-4A47-892B-C9094FDD5642}" dt="2022-03-21T11:08:19.259" v="1310" actId="27803"/>
          <ac:spMkLst>
            <pc:docMk/>
            <pc:sldMk cId="1175821773" sldId="258"/>
            <ac:spMk id="1649" creationId="{6D65AAD6-910C-41C6-A6D2-99614E5C9F21}"/>
          </ac:spMkLst>
        </pc:spChg>
        <pc:spChg chg="mod">
          <ac:chgData name="SERGIO SPANO'" userId="3abdd0b9-513e-40ac-aad4-56920065037d" providerId="ADAL" clId="{2DCFDF45-1F6B-4A47-892B-C9094FDD5642}" dt="2022-03-21T11:08:19.259" v="1310" actId="27803"/>
          <ac:spMkLst>
            <pc:docMk/>
            <pc:sldMk cId="1175821773" sldId="258"/>
            <ac:spMk id="1650" creationId="{13D25493-5F9D-4002-AF3E-693613042EDB}"/>
          </ac:spMkLst>
        </pc:spChg>
        <pc:spChg chg="mod">
          <ac:chgData name="SERGIO SPANO'" userId="3abdd0b9-513e-40ac-aad4-56920065037d" providerId="ADAL" clId="{2DCFDF45-1F6B-4A47-892B-C9094FDD5642}" dt="2022-03-21T11:08:19.259" v="1310" actId="27803"/>
          <ac:spMkLst>
            <pc:docMk/>
            <pc:sldMk cId="1175821773" sldId="258"/>
            <ac:spMk id="1651" creationId="{000D34F2-5811-40FF-9585-CE462B8D28CB}"/>
          </ac:spMkLst>
        </pc:spChg>
        <pc:spChg chg="mod">
          <ac:chgData name="SERGIO SPANO'" userId="3abdd0b9-513e-40ac-aad4-56920065037d" providerId="ADAL" clId="{2DCFDF45-1F6B-4A47-892B-C9094FDD5642}" dt="2022-03-21T11:08:19.259" v="1310" actId="27803"/>
          <ac:spMkLst>
            <pc:docMk/>
            <pc:sldMk cId="1175821773" sldId="258"/>
            <ac:spMk id="1652" creationId="{F9B4BD3E-041C-41BC-B65E-F829A2269862}"/>
          </ac:spMkLst>
        </pc:spChg>
        <pc:spChg chg="mod">
          <ac:chgData name="SERGIO SPANO'" userId="3abdd0b9-513e-40ac-aad4-56920065037d" providerId="ADAL" clId="{2DCFDF45-1F6B-4A47-892B-C9094FDD5642}" dt="2022-03-21T11:08:19.259" v="1310" actId="27803"/>
          <ac:spMkLst>
            <pc:docMk/>
            <pc:sldMk cId="1175821773" sldId="258"/>
            <ac:spMk id="1653" creationId="{3B0A6E0C-9AC5-4968-AC83-7E498B361D85}"/>
          </ac:spMkLst>
        </pc:spChg>
        <pc:spChg chg="mod">
          <ac:chgData name="SERGIO SPANO'" userId="3abdd0b9-513e-40ac-aad4-56920065037d" providerId="ADAL" clId="{2DCFDF45-1F6B-4A47-892B-C9094FDD5642}" dt="2022-03-21T11:08:19.259" v="1310" actId="27803"/>
          <ac:spMkLst>
            <pc:docMk/>
            <pc:sldMk cId="1175821773" sldId="258"/>
            <ac:spMk id="1654" creationId="{35BDB451-A785-4BEE-BBE4-FA4DA82C5053}"/>
          </ac:spMkLst>
        </pc:spChg>
        <pc:spChg chg="mod">
          <ac:chgData name="SERGIO SPANO'" userId="3abdd0b9-513e-40ac-aad4-56920065037d" providerId="ADAL" clId="{2DCFDF45-1F6B-4A47-892B-C9094FDD5642}" dt="2022-03-21T11:08:19.259" v="1310" actId="27803"/>
          <ac:spMkLst>
            <pc:docMk/>
            <pc:sldMk cId="1175821773" sldId="258"/>
            <ac:spMk id="1655" creationId="{97D6D40D-B32F-4B65-93BD-48064B6FBA28}"/>
          </ac:spMkLst>
        </pc:spChg>
        <pc:spChg chg="mod">
          <ac:chgData name="SERGIO SPANO'" userId="3abdd0b9-513e-40ac-aad4-56920065037d" providerId="ADAL" clId="{2DCFDF45-1F6B-4A47-892B-C9094FDD5642}" dt="2022-03-21T11:08:19.259" v="1310" actId="27803"/>
          <ac:spMkLst>
            <pc:docMk/>
            <pc:sldMk cId="1175821773" sldId="258"/>
            <ac:spMk id="1656" creationId="{1646E04F-381A-4BB7-BC3E-9095906771B3}"/>
          </ac:spMkLst>
        </pc:spChg>
        <pc:spChg chg="mod">
          <ac:chgData name="SERGIO SPANO'" userId="3abdd0b9-513e-40ac-aad4-56920065037d" providerId="ADAL" clId="{2DCFDF45-1F6B-4A47-892B-C9094FDD5642}" dt="2022-03-21T11:08:19.259" v="1310" actId="27803"/>
          <ac:spMkLst>
            <pc:docMk/>
            <pc:sldMk cId="1175821773" sldId="258"/>
            <ac:spMk id="1657" creationId="{E8DDD29B-E835-4F0C-A691-F20BC6BD195A}"/>
          </ac:spMkLst>
        </pc:spChg>
        <pc:spChg chg="mod">
          <ac:chgData name="SERGIO SPANO'" userId="3abdd0b9-513e-40ac-aad4-56920065037d" providerId="ADAL" clId="{2DCFDF45-1F6B-4A47-892B-C9094FDD5642}" dt="2022-03-21T11:08:19.259" v="1310" actId="27803"/>
          <ac:spMkLst>
            <pc:docMk/>
            <pc:sldMk cId="1175821773" sldId="258"/>
            <ac:spMk id="1658" creationId="{24EC57E1-535C-4F60-96A9-98BC696CBBC2}"/>
          </ac:spMkLst>
        </pc:spChg>
        <pc:spChg chg="mod">
          <ac:chgData name="SERGIO SPANO'" userId="3abdd0b9-513e-40ac-aad4-56920065037d" providerId="ADAL" clId="{2DCFDF45-1F6B-4A47-892B-C9094FDD5642}" dt="2022-03-21T11:08:19.259" v="1310" actId="27803"/>
          <ac:spMkLst>
            <pc:docMk/>
            <pc:sldMk cId="1175821773" sldId="258"/>
            <ac:spMk id="1659" creationId="{64323A91-408D-4FDE-88D9-3BD07F1875FA}"/>
          </ac:spMkLst>
        </pc:spChg>
        <pc:spChg chg="mod">
          <ac:chgData name="SERGIO SPANO'" userId="3abdd0b9-513e-40ac-aad4-56920065037d" providerId="ADAL" clId="{2DCFDF45-1F6B-4A47-892B-C9094FDD5642}" dt="2022-03-21T11:08:19.259" v="1310" actId="27803"/>
          <ac:spMkLst>
            <pc:docMk/>
            <pc:sldMk cId="1175821773" sldId="258"/>
            <ac:spMk id="1660" creationId="{4365753A-797B-4A4D-BC5A-91DD50BB32C7}"/>
          </ac:spMkLst>
        </pc:spChg>
        <pc:spChg chg="mod">
          <ac:chgData name="SERGIO SPANO'" userId="3abdd0b9-513e-40ac-aad4-56920065037d" providerId="ADAL" clId="{2DCFDF45-1F6B-4A47-892B-C9094FDD5642}" dt="2022-03-21T11:08:19.259" v="1310" actId="27803"/>
          <ac:spMkLst>
            <pc:docMk/>
            <pc:sldMk cId="1175821773" sldId="258"/>
            <ac:spMk id="1661" creationId="{2EFC3DAE-7955-4A54-8979-A3E33CBC5C66}"/>
          </ac:spMkLst>
        </pc:spChg>
        <pc:spChg chg="mod">
          <ac:chgData name="SERGIO SPANO'" userId="3abdd0b9-513e-40ac-aad4-56920065037d" providerId="ADAL" clId="{2DCFDF45-1F6B-4A47-892B-C9094FDD5642}" dt="2022-03-21T11:08:19.259" v="1310" actId="27803"/>
          <ac:spMkLst>
            <pc:docMk/>
            <pc:sldMk cId="1175821773" sldId="258"/>
            <ac:spMk id="1662" creationId="{CB6D1C01-5973-4A9D-A487-116A4D183C4A}"/>
          </ac:spMkLst>
        </pc:spChg>
        <pc:spChg chg="mod">
          <ac:chgData name="SERGIO SPANO'" userId="3abdd0b9-513e-40ac-aad4-56920065037d" providerId="ADAL" clId="{2DCFDF45-1F6B-4A47-892B-C9094FDD5642}" dt="2022-03-21T11:08:19.259" v="1310" actId="27803"/>
          <ac:spMkLst>
            <pc:docMk/>
            <pc:sldMk cId="1175821773" sldId="258"/>
            <ac:spMk id="1663" creationId="{EDA2B70E-1D1F-4272-9680-26785D34B6BF}"/>
          </ac:spMkLst>
        </pc:spChg>
        <pc:spChg chg="mod">
          <ac:chgData name="SERGIO SPANO'" userId="3abdd0b9-513e-40ac-aad4-56920065037d" providerId="ADAL" clId="{2DCFDF45-1F6B-4A47-892B-C9094FDD5642}" dt="2022-03-21T11:08:19.259" v="1310" actId="27803"/>
          <ac:spMkLst>
            <pc:docMk/>
            <pc:sldMk cId="1175821773" sldId="258"/>
            <ac:spMk id="1664" creationId="{AF4DA7AB-2A2C-4D1D-8824-0411BED48595}"/>
          </ac:spMkLst>
        </pc:spChg>
        <pc:spChg chg="mod">
          <ac:chgData name="SERGIO SPANO'" userId="3abdd0b9-513e-40ac-aad4-56920065037d" providerId="ADAL" clId="{2DCFDF45-1F6B-4A47-892B-C9094FDD5642}" dt="2022-03-21T11:08:19.259" v="1310" actId="27803"/>
          <ac:spMkLst>
            <pc:docMk/>
            <pc:sldMk cId="1175821773" sldId="258"/>
            <ac:spMk id="1665" creationId="{A2C9611B-22CA-418D-925D-2E8580073575}"/>
          </ac:spMkLst>
        </pc:spChg>
        <pc:spChg chg="mod">
          <ac:chgData name="SERGIO SPANO'" userId="3abdd0b9-513e-40ac-aad4-56920065037d" providerId="ADAL" clId="{2DCFDF45-1F6B-4A47-892B-C9094FDD5642}" dt="2022-03-21T11:08:19.259" v="1310" actId="27803"/>
          <ac:spMkLst>
            <pc:docMk/>
            <pc:sldMk cId="1175821773" sldId="258"/>
            <ac:spMk id="1666" creationId="{028468BE-1A68-49BC-B060-B3539D0FCB12}"/>
          </ac:spMkLst>
        </pc:spChg>
        <pc:spChg chg="mod">
          <ac:chgData name="SERGIO SPANO'" userId="3abdd0b9-513e-40ac-aad4-56920065037d" providerId="ADAL" clId="{2DCFDF45-1F6B-4A47-892B-C9094FDD5642}" dt="2022-03-21T11:08:19.259" v="1310" actId="27803"/>
          <ac:spMkLst>
            <pc:docMk/>
            <pc:sldMk cId="1175821773" sldId="258"/>
            <ac:spMk id="1667" creationId="{D7AC12BD-FAB9-44A9-B7C3-A9F0D638B637}"/>
          </ac:spMkLst>
        </pc:spChg>
        <pc:spChg chg="mod">
          <ac:chgData name="SERGIO SPANO'" userId="3abdd0b9-513e-40ac-aad4-56920065037d" providerId="ADAL" clId="{2DCFDF45-1F6B-4A47-892B-C9094FDD5642}" dt="2022-03-21T11:08:19.259" v="1310" actId="27803"/>
          <ac:spMkLst>
            <pc:docMk/>
            <pc:sldMk cId="1175821773" sldId="258"/>
            <ac:spMk id="1668" creationId="{A219ED7F-FDBE-473C-8C4E-C9690D964A95}"/>
          </ac:spMkLst>
        </pc:spChg>
        <pc:spChg chg="mod">
          <ac:chgData name="SERGIO SPANO'" userId="3abdd0b9-513e-40ac-aad4-56920065037d" providerId="ADAL" clId="{2DCFDF45-1F6B-4A47-892B-C9094FDD5642}" dt="2022-03-21T11:08:19.259" v="1310" actId="27803"/>
          <ac:spMkLst>
            <pc:docMk/>
            <pc:sldMk cId="1175821773" sldId="258"/>
            <ac:spMk id="1669" creationId="{ECAFBC7A-21A1-4A41-808D-0063F6932D4F}"/>
          </ac:spMkLst>
        </pc:spChg>
        <pc:spChg chg="mod">
          <ac:chgData name="SERGIO SPANO'" userId="3abdd0b9-513e-40ac-aad4-56920065037d" providerId="ADAL" clId="{2DCFDF45-1F6B-4A47-892B-C9094FDD5642}" dt="2022-03-21T11:08:19.259" v="1310" actId="27803"/>
          <ac:spMkLst>
            <pc:docMk/>
            <pc:sldMk cId="1175821773" sldId="258"/>
            <ac:spMk id="1670" creationId="{BCBB7572-2BC6-4460-9814-598E5EA1841D}"/>
          </ac:spMkLst>
        </pc:spChg>
        <pc:spChg chg="mod">
          <ac:chgData name="SERGIO SPANO'" userId="3abdd0b9-513e-40ac-aad4-56920065037d" providerId="ADAL" clId="{2DCFDF45-1F6B-4A47-892B-C9094FDD5642}" dt="2022-03-21T11:08:19.259" v="1310" actId="27803"/>
          <ac:spMkLst>
            <pc:docMk/>
            <pc:sldMk cId="1175821773" sldId="258"/>
            <ac:spMk id="1671" creationId="{4A1179CF-097D-407F-AEF7-78C5FF2DC6D5}"/>
          </ac:spMkLst>
        </pc:spChg>
        <pc:spChg chg="mod">
          <ac:chgData name="SERGIO SPANO'" userId="3abdd0b9-513e-40ac-aad4-56920065037d" providerId="ADAL" clId="{2DCFDF45-1F6B-4A47-892B-C9094FDD5642}" dt="2022-03-21T11:08:19.259" v="1310" actId="27803"/>
          <ac:spMkLst>
            <pc:docMk/>
            <pc:sldMk cId="1175821773" sldId="258"/>
            <ac:spMk id="1672" creationId="{DE815C89-1F8D-4A70-9F0A-57DF5D5EB1AE}"/>
          </ac:spMkLst>
        </pc:spChg>
        <pc:spChg chg="mod">
          <ac:chgData name="SERGIO SPANO'" userId="3abdd0b9-513e-40ac-aad4-56920065037d" providerId="ADAL" clId="{2DCFDF45-1F6B-4A47-892B-C9094FDD5642}" dt="2022-03-21T11:08:19.259" v="1310" actId="27803"/>
          <ac:spMkLst>
            <pc:docMk/>
            <pc:sldMk cId="1175821773" sldId="258"/>
            <ac:spMk id="1673" creationId="{D446F2EF-81EB-4F26-9823-34582A32A97D}"/>
          </ac:spMkLst>
        </pc:spChg>
        <pc:spChg chg="mod">
          <ac:chgData name="SERGIO SPANO'" userId="3abdd0b9-513e-40ac-aad4-56920065037d" providerId="ADAL" clId="{2DCFDF45-1F6B-4A47-892B-C9094FDD5642}" dt="2022-03-21T11:08:19.259" v="1310" actId="27803"/>
          <ac:spMkLst>
            <pc:docMk/>
            <pc:sldMk cId="1175821773" sldId="258"/>
            <ac:spMk id="1674" creationId="{B7F48A34-8921-4978-8DD4-F9EF1D0C188F}"/>
          </ac:spMkLst>
        </pc:spChg>
        <pc:spChg chg="mod">
          <ac:chgData name="SERGIO SPANO'" userId="3abdd0b9-513e-40ac-aad4-56920065037d" providerId="ADAL" clId="{2DCFDF45-1F6B-4A47-892B-C9094FDD5642}" dt="2022-03-21T11:08:19.259" v="1310" actId="27803"/>
          <ac:spMkLst>
            <pc:docMk/>
            <pc:sldMk cId="1175821773" sldId="258"/>
            <ac:spMk id="1675" creationId="{9108435C-6CF1-40FE-A68C-3DF20C13A1B4}"/>
          </ac:spMkLst>
        </pc:spChg>
        <pc:spChg chg="mod">
          <ac:chgData name="SERGIO SPANO'" userId="3abdd0b9-513e-40ac-aad4-56920065037d" providerId="ADAL" clId="{2DCFDF45-1F6B-4A47-892B-C9094FDD5642}" dt="2022-03-21T11:08:19.259" v="1310" actId="27803"/>
          <ac:spMkLst>
            <pc:docMk/>
            <pc:sldMk cId="1175821773" sldId="258"/>
            <ac:spMk id="1676" creationId="{18585342-A41D-4D92-BBC8-BEF8A032A9E6}"/>
          </ac:spMkLst>
        </pc:spChg>
        <pc:spChg chg="mod">
          <ac:chgData name="SERGIO SPANO'" userId="3abdd0b9-513e-40ac-aad4-56920065037d" providerId="ADAL" clId="{2DCFDF45-1F6B-4A47-892B-C9094FDD5642}" dt="2022-03-21T11:08:19.259" v="1310" actId="27803"/>
          <ac:spMkLst>
            <pc:docMk/>
            <pc:sldMk cId="1175821773" sldId="258"/>
            <ac:spMk id="1677" creationId="{CCCFBBB2-6F18-45AF-9EF1-0E84FE096CF2}"/>
          </ac:spMkLst>
        </pc:spChg>
        <pc:spChg chg="mod">
          <ac:chgData name="SERGIO SPANO'" userId="3abdd0b9-513e-40ac-aad4-56920065037d" providerId="ADAL" clId="{2DCFDF45-1F6B-4A47-892B-C9094FDD5642}" dt="2022-03-21T11:08:19.259" v="1310" actId="27803"/>
          <ac:spMkLst>
            <pc:docMk/>
            <pc:sldMk cId="1175821773" sldId="258"/>
            <ac:spMk id="1678" creationId="{D71E5CEC-BBEF-4500-ABE9-C1177D7A69B9}"/>
          </ac:spMkLst>
        </pc:spChg>
        <pc:spChg chg="mod">
          <ac:chgData name="SERGIO SPANO'" userId="3abdd0b9-513e-40ac-aad4-56920065037d" providerId="ADAL" clId="{2DCFDF45-1F6B-4A47-892B-C9094FDD5642}" dt="2022-03-21T11:08:19.259" v="1310" actId="27803"/>
          <ac:spMkLst>
            <pc:docMk/>
            <pc:sldMk cId="1175821773" sldId="258"/>
            <ac:spMk id="1679" creationId="{EA6CFED1-8329-40E3-B303-2F77A3C59E8A}"/>
          </ac:spMkLst>
        </pc:spChg>
        <pc:spChg chg="mod">
          <ac:chgData name="SERGIO SPANO'" userId="3abdd0b9-513e-40ac-aad4-56920065037d" providerId="ADAL" clId="{2DCFDF45-1F6B-4A47-892B-C9094FDD5642}" dt="2022-03-21T11:08:19.259" v="1310" actId="27803"/>
          <ac:spMkLst>
            <pc:docMk/>
            <pc:sldMk cId="1175821773" sldId="258"/>
            <ac:spMk id="1680" creationId="{5EEE2135-BAE3-49D3-ABAF-BA2E439BB9F1}"/>
          </ac:spMkLst>
        </pc:spChg>
        <pc:spChg chg="mod">
          <ac:chgData name="SERGIO SPANO'" userId="3abdd0b9-513e-40ac-aad4-56920065037d" providerId="ADAL" clId="{2DCFDF45-1F6B-4A47-892B-C9094FDD5642}" dt="2022-03-21T11:08:19.259" v="1310" actId="27803"/>
          <ac:spMkLst>
            <pc:docMk/>
            <pc:sldMk cId="1175821773" sldId="258"/>
            <ac:spMk id="1681" creationId="{7AB4D6E5-5DB1-4A2A-A1BA-EE36FB37E987}"/>
          </ac:spMkLst>
        </pc:spChg>
        <pc:spChg chg="mod">
          <ac:chgData name="SERGIO SPANO'" userId="3abdd0b9-513e-40ac-aad4-56920065037d" providerId="ADAL" clId="{2DCFDF45-1F6B-4A47-892B-C9094FDD5642}" dt="2022-03-21T11:08:19.259" v="1310" actId="27803"/>
          <ac:spMkLst>
            <pc:docMk/>
            <pc:sldMk cId="1175821773" sldId="258"/>
            <ac:spMk id="1682" creationId="{7D01DD44-BE77-4458-9422-A9375DB34592}"/>
          </ac:spMkLst>
        </pc:spChg>
        <pc:spChg chg="mod">
          <ac:chgData name="SERGIO SPANO'" userId="3abdd0b9-513e-40ac-aad4-56920065037d" providerId="ADAL" clId="{2DCFDF45-1F6B-4A47-892B-C9094FDD5642}" dt="2022-03-21T11:08:19.259" v="1310" actId="27803"/>
          <ac:spMkLst>
            <pc:docMk/>
            <pc:sldMk cId="1175821773" sldId="258"/>
            <ac:spMk id="1683" creationId="{CD884113-CA18-405F-B8BD-4977BD37763E}"/>
          </ac:spMkLst>
        </pc:spChg>
        <pc:spChg chg="mod">
          <ac:chgData name="SERGIO SPANO'" userId="3abdd0b9-513e-40ac-aad4-56920065037d" providerId="ADAL" clId="{2DCFDF45-1F6B-4A47-892B-C9094FDD5642}" dt="2022-03-21T11:08:19.259" v="1310" actId="27803"/>
          <ac:spMkLst>
            <pc:docMk/>
            <pc:sldMk cId="1175821773" sldId="258"/>
            <ac:spMk id="1684" creationId="{0533BACC-2C21-40B9-9D10-9702612432F8}"/>
          </ac:spMkLst>
        </pc:spChg>
        <pc:spChg chg="mod">
          <ac:chgData name="SERGIO SPANO'" userId="3abdd0b9-513e-40ac-aad4-56920065037d" providerId="ADAL" clId="{2DCFDF45-1F6B-4A47-892B-C9094FDD5642}" dt="2022-03-21T11:08:19.259" v="1310" actId="27803"/>
          <ac:spMkLst>
            <pc:docMk/>
            <pc:sldMk cId="1175821773" sldId="258"/>
            <ac:spMk id="1685" creationId="{1588ABD6-6917-464C-8CFF-F3F3B139AF00}"/>
          </ac:spMkLst>
        </pc:spChg>
        <pc:spChg chg="mod">
          <ac:chgData name="SERGIO SPANO'" userId="3abdd0b9-513e-40ac-aad4-56920065037d" providerId="ADAL" clId="{2DCFDF45-1F6B-4A47-892B-C9094FDD5642}" dt="2022-03-21T11:08:19.259" v="1310" actId="27803"/>
          <ac:spMkLst>
            <pc:docMk/>
            <pc:sldMk cId="1175821773" sldId="258"/>
            <ac:spMk id="1686" creationId="{0F647F3E-241A-4231-8F39-5F4B32039D54}"/>
          </ac:spMkLst>
        </pc:spChg>
        <pc:spChg chg="mod">
          <ac:chgData name="SERGIO SPANO'" userId="3abdd0b9-513e-40ac-aad4-56920065037d" providerId="ADAL" clId="{2DCFDF45-1F6B-4A47-892B-C9094FDD5642}" dt="2022-03-21T11:08:19.259" v="1310" actId="27803"/>
          <ac:spMkLst>
            <pc:docMk/>
            <pc:sldMk cId="1175821773" sldId="258"/>
            <ac:spMk id="1687" creationId="{B46FDE38-EA6F-49B8-8BDB-03B3A6E65174}"/>
          </ac:spMkLst>
        </pc:spChg>
        <pc:spChg chg="mod">
          <ac:chgData name="SERGIO SPANO'" userId="3abdd0b9-513e-40ac-aad4-56920065037d" providerId="ADAL" clId="{2DCFDF45-1F6B-4A47-892B-C9094FDD5642}" dt="2022-03-21T11:08:19.259" v="1310" actId="27803"/>
          <ac:spMkLst>
            <pc:docMk/>
            <pc:sldMk cId="1175821773" sldId="258"/>
            <ac:spMk id="1688" creationId="{7B52978C-B1F8-421A-88FB-8500BF452D62}"/>
          </ac:spMkLst>
        </pc:spChg>
        <pc:spChg chg="mod">
          <ac:chgData name="SERGIO SPANO'" userId="3abdd0b9-513e-40ac-aad4-56920065037d" providerId="ADAL" clId="{2DCFDF45-1F6B-4A47-892B-C9094FDD5642}" dt="2022-03-21T11:08:19.259" v="1310" actId="27803"/>
          <ac:spMkLst>
            <pc:docMk/>
            <pc:sldMk cId="1175821773" sldId="258"/>
            <ac:spMk id="1689" creationId="{DB5D0685-F626-429F-AB56-15593CC9E153}"/>
          </ac:spMkLst>
        </pc:spChg>
        <pc:spChg chg="mod">
          <ac:chgData name="SERGIO SPANO'" userId="3abdd0b9-513e-40ac-aad4-56920065037d" providerId="ADAL" clId="{2DCFDF45-1F6B-4A47-892B-C9094FDD5642}" dt="2022-03-21T11:08:19.259" v="1310" actId="27803"/>
          <ac:spMkLst>
            <pc:docMk/>
            <pc:sldMk cId="1175821773" sldId="258"/>
            <ac:spMk id="1690" creationId="{064D686F-0FCF-4572-9F52-6CC77E6063FE}"/>
          </ac:spMkLst>
        </pc:spChg>
        <pc:spChg chg="mod">
          <ac:chgData name="SERGIO SPANO'" userId="3abdd0b9-513e-40ac-aad4-56920065037d" providerId="ADAL" clId="{2DCFDF45-1F6B-4A47-892B-C9094FDD5642}" dt="2022-03-21T11:08:19.259" v="1310" actId="27803"/>
          <ac:spMkLst>
            <pc:docMk/>
            <pc:sldMk cId="1175821773" sldId="258"/>
            <ac:spMk id="1691" creationId="{1C6C6695-FB21-4245-A4B8-784D0EB1B989}"/>
          </ac:spMkLst>
        </pc:spChg>
        <pc:spChg chg="mod">
          <ac:chgData name="SERGIO SPANO'" userId="3abdd0b9-513e-40ac-aad4-56920065037d" providerId="ADAL" clId="{2DCFDF45-1F6B-4A47-892B-C9094FDD5642}" dt="2022-03-21T11:08:19.259" v="1310" actId="27803"/>
          <ac:spMkLst>
            <pc:docMk/>
            <pc:sldMk cId="1175821773" sldId="258"/>
            <ac:spMk id="1692" creationId="{CA7F9103-5633-47BD-95AA-AD2C4A579B51}"/>
          </ac:spMkLst>
        </pc:spChg>
        <pc:spChg chg="mod">
          <ac:chgData name="SERGIO SPANO'" userId="3abdd0b9-513e-40ac-aad4-56920065037d" providerId="ADAL" clId="{2DCFDF45-1F6B-4A47-892B-C9094FDD5642}" dt="2022-03-21T11:08:19.259" v="1310" actId="27803"/>
          <ac:spMkLst>
            <pc:docMk/>
            <pc:sldMk cId="1175821773" sldId="258"/>
            <ac:spMk id="1693" creationId="{2AF73494-7012-44F8-AF32-7CFC730DB550}"/>
          </ac:spMkLst>
        </pc:spChg>
        <pc:spChg chg="mod">
          <ac:chgData name="SERGIO SPANO'" userId="3abdd0b9-513e-40ac-aad4-56920065037d" providerId="ADAL" clId="{2DCFDF45-1F6B-4A47-892B-C9094FDD5642}" dt="2022-03-21T11:08:19.259" v="1310" actId="27803"/>
          <ac:spMkLst>
            <pc:docMk/>
            <pc:sldMk cId="1175821773" sldId="258"/>
            <ac:spMk id="1694" creationId="{85CAFC85-85CF-4A58-A3F4-9EA66EC10058}"/>
          </ac:spMkLst>
        </pc:spChg>
        <pc:spChg chg="mod">
          <ac:chgData name="SERGIO SPANO'" userId="3abdd0b9-513e-40ac-aad4-56920065037d" providerId="ADAL" clId="{2DCFDF45-1F6B-4A47-892B-C9094FDD5642}" dt="2022-03-21T11:08:19.259" v="1310" actId="27803"/>
          <ac:spMkLst>
            <pc:docMk/>
            <pc:sldMk cId="1175821773" sldId="258"/>
            <ac:spMk id="1695" creationId="{BD456B24-34DF-4B28-AE29-C3FD410766E8}"/>
          </ac:spMkLst>
        </pc:spChg>
        <pc:spChg chg="mod">
          <ac:chgData name="SERGIO SPANO'" userId="3abdd0b9-513e-40ac-aad4-56920065037d" providerId="ADAL" clId="{2DCFDF45-1F6B-4A47-892B-C9094FDD5642}" dt="2022-03-21T11:08:19.259" v="1310" actId="27803"/>
          <ac:spMkLst>
            <pc:docMk/>
            <pc:sldMk cId="1175821773" sldId="258"/>
            <ac:spMk id="1696" creationId="{632656CE-C6AF-4C21-A2B1-8325814D3F95}"/>
          </ac:spMkLst>
        </pc:spChg>
        <pc:spChg chg="mod">
          <ac:chgData name="SERGIO SPANO'" userId="3abdd0b9-513e-40ac-aad4-56920065037d" providerId="ADAL" clId="{2DCFDF45-1F6B-4A47-892B-C9094FDD5642}" dt="2022-03-21T11:08:19.259" v="1310" actId="27803"/>
          <ac:spMkLst>
            <pc:docMk/>
            <pc:sldMk cId="1175821773" sldId="258"/>
            <ac:spMk id="1697" creationId="{8C221E23-1FFC-4230-89EA-3EF4A0A07E04}"/>
          </ac:spMkLst>
        </pc:spChg>
        <pc:spChg chg="mod">
          <ac:chgData name="SERGIO SPANO'" userId="3abdd0b9-513e-40ac-aad4-56920065037d" providerId="ADAL" clId="{2DCFDF45-1F6B-4A47-892B-C9094FDD5642}" dt="2022-03-21T11:08:19.259" v="1310" actId="27803"/>
          <ac:spMkLst>
            <pc:docMk/>
            <pc:sldMk cId="1175821773" sldId="258"/>
            <ac:spMk id="1698" creationId="{601FED12-68B3-4D2B-BA8D-EFBA0CE45CD4}"/>
          </ac:spMkLst>
        </pc:spChg>
        <pc:spChg chg="mod">
          <ac:chgData name="SERGIO SPANO'" userId="3abdd0b9-513e-40ac-aad4-56920065037d" providerId="ADAL" clId="{2DCFDF45-1F6B-4A47-892B-C9094FDD5642}" dt="2022-03-21T11:08:19.259" v="1310" actId="27803"/>
          <ac:spMkLst>
            <pc:docMk/>
            <pc:sldMk cId="1175821773" sldId="258"/>
            <ac:spMk id="1699" creationId="{D392A687-C6EE-485B-85A2-7FABC9D3DD18}"/>
          </ac:spMkLst>
        </pc:spChg>
        <pc:spChg chg="mod">
          <ac:chgData name="SERGIO SPANO'" userId="3abdd0b9-513e-40ac-aad4-56920065037d" providerId="ADAL" clId="{2DCFDF45-1F6B-4A47-892B-C9094FDD5642}" dt="2022-03-21T11:08:19.259" v="1310" actId="27803"/>
          <ac:spMkLst>
            <pc:docMk/>
            <pc:sldMk cId="1175821773" sldId="258"/>
            <ac:spMk id="1700" creationId="{18580BEC-B2B9-4F64-A121-9F0B078C55EB}"/>
          </ac:spMkLst>
        </pc:spChg>
        <pc:spChg chg="mod">
          <ac:chgData name="SERGIO SPANO'" userId="3abdd0b9-513e-40ac-aad4-56920065037d" providerId="ADAL" clId="{2DCFDF45-1F6B-4A47-892B-C9094FDD5642}" dt="2022-03-21T11:08:19.259" v="1310" actId="27803"/>
          <ac:spMkLst>
            <pc:docMk/>
            <pc:sldMk cId="1175821773" sldId="258"/>
            <ac:spMk id="1701" creationId="{D5F0C138-47A2-466F-A130-1DAEA152D59C}"/>
          </ac:spMkLst>
        </pc:spChg>
        <pc:spChg chg="mod">
          <ac:chgData name="SERGIO SPANO'" userId="3abdd0b9-513e-40ac-aad4-56920065037d" providerId="ADAL" clId="{2DCFDF45-1F6B-4A47-892B-C9094FDD5642}" dt="2022-03-21T11:08:19.259" v="1310" actId="27803"/>
          <ac:spMkLst>
            <pc:docMk/>
            <pc:sldMk cId="1175821773" sldId="258"/>
            <ac:spMk id="1702" creationId="{0157567A-4F69-404F-9820-32CF84A9725A}"/>
          </ac:spMkLst>
        </pc:spChg>
        <pc:spChg chg="mod">
          <ac:chgData name="SERGIO SPANO'" userId="3abdd0b9-513e-40ac-aad4-56920065037d" providerId="ADAL" clId="{2DCFDF45-1F6B-4A47-892B-C9094FDD5642}" dt="2022-03-21T11:08:19.259" v="1310" actId="27803"/>
          <ac:spMkLst>
            <pc:docMk/>
            <pc:sldMk cId="1175821773" sldId="258"/>
            <ac:spMk id="1703" creationId="{54E0E003-F47A-4659-9DBE-7FBEBDF10B61}"/>
          </ac:spMkLst>
        </pc:spChg>
        <pc:spChg chg="mod">
          <ac:chgData name="SERGIO SPANO'" userId="3abdd0b9-513e-40ac-aad4-56920065037d" providerId="ADAL" clId="{2DCFDF45-1F6B-4A47-892B-C9094FDD5642}" dt="2022-03-21T11:08:19.259" v="1310" actId="27803"/>
          <ac:spMkLst>
            <pc:docMk/>
            <pc:sldMk cId="1175821773" sldId="258"/>
            <ac:spMk id="1704" creationId="{214121E7-E3B0-489D-9A9F-FB69B3470939}"/>
          </ac:spMkLst>
        </pc:spChg>
        <pc:spChg chg="mod">
          <ac:chgData name="SERGIO SPANO'" userId="3abdd0b9-513e-40ac-aad4-56920065037d" providerId="ADAL" clId="{2DCFDF45-1F6B-4A47-892B-C9094FDD5642}" dt="2022-03-21T11:08:19.259" v="1310" actId="27803"/>
          <ac:spMkLst>
            <pc:docMk/>
            <pc:sldMk cId="1175821773" sldId="258"/>
            <ac:spMk id="1705" creationId="{533A395D-113A-4FCB-901D-3AD62BAE4D00}"/>
          </ac:spMkLst>
        </pc:spChg>
        <pc:spChg chg="mod">
          <ac:chgData name="SERGIO SPANO'" userId="3abdd0b9-513e-40ac-aad4-56920065037d" providerId="ADAL" clId="{2DCFDF45-1F6B-4A47-892B-C9094FDD5642}" dt="2022-03-21T11:08:19.259" v="1310" actId="27803"/>
          <ac:spMkLst>
            <pc:docMk/>
            <pc:sldMk cId="1175821773" sldId="258"/>
            <ac:spMk id="1706" creationId="{CCCFC248-E479-46A3-9059-40F768E9F706}"/>
          </ac:spMkLst>
        </pc:spChg>
        <pc:spChg chg="mod">
          <ac:chgData name="SERGIO SPANO'" userId="3abdd0b9-513e-40ac-aad4-56920065037d" providerId="ADAL" clId="{2DCFDF45-1F6B-4A47-892B-C9094FDD5642}" dt="2022-03-21T11:08:19.259" v="1310" actId="27803"/>
          <ac:spMkLst>
            <pc:docMk/>
            <pc:sldMk cId="1175821773" sldId="258"/>
            <ac:spMk id="1707" creationId="{5DDF5C13-1409-44E9-AB6C-ED38396E615C}"/>
          </ac:spMkLst>
        </pc:spChg>
        <pc:spChg chg="mod">
          <ac:chgData name="SERGIO SPANO'" userId="3abdd0b9-513e-40ac-aad4-56920065037d" providerId="ADAL" clId="{2DCFDF45-1F6B-4A47-892B-C9094FDD5642}" dt="2022-03-21T11:08:19.259" v="1310" actId="27803"/>
          <ac:spMkLst>
            <pc:docMk/>
            <pc:sldMk cId="1175821773" sldId="258"/>
            <ac:spMk id="1708" creationId="{5CD45598-08C2-403B-8039-9BA9E134AF69}"/>
          </ac:spMkLst>
        </pc:spChg>
        <pc:spChg chg="mod">
          <ac:chgData name="SERGIO SPANO'" userId="3abdd0b9-513e-40ac-aad4-56920065037d" providerId="ADAL" clId="{2DCFDF45-1F6B-4A47-892B-C9094FDD5642}" dt="2022-03-21T11:08:19.259" v="1310" actId="27803"/>
          <ac:spMkLst>
            <pc:docMk/>
            <pc:sldMk cId="1175821773" sldId="258"/>
            <ac:spMk id="1709" creationId="{E900FD40-5C84-451C-963D-F1A5BF0AB008}"/>
          </ac:spMkLst>
        </pc:spChg>
        <pc:spChg chg="mod">
          <ac:chgData name="SERGIO SPANO'" userId="3abdd0b9-513e-40ac-aad4-56920065037d" providerId="ADAL" clId="{2DCFDF45-1F6B-4A47-892B-C9094FDD5642}" dt="2022-03-21T11:08:19.259" v="1310" actId="27803"/>
          <ac:spMkLst>
            <pc:docMk/>
            <pc:sldMk cId="1175821773" sldId="258"/>
            <ac:spMk id="1710" creationId="{8B537313-85F0-4E75-A9BD-6B000C200781}"/>
          </ac:spMkLst>
        </pc:spChg>
        <pc:spChg chg="mod">
          <ac:chgData name="SERGIO SPANO'" userId="3abdd0b9-513e-40ac-aad4-56920065037d" providerId="ADAL" clId="{2DCFDF45-1F6B-4A47-892B-C9094FDD5642}" dt="2022-03-21T11:08:19.259" v="1310" actId="27803"/>
          <ac:spMkLst>
            <pc:docMk/>
            <pc:sldMk cId="1175821773" sldId="258"/>
            <ac:spMk id="1711" creationId="{4FFA6DF9-D0EB-4632-B6F2-DB8FACA0E442}"/>
          </ac:spMkLst>
        </pc:spChg>
        <pc:spChg chg="mod">
          <ac:chgData name="SERGIO SPANO'" userId="3abdd0b9-513e-40ac-aad4-56920065037d" providerId="ADAL" clId="{2DCFDF45-1F6B-4A47-892B-C9094FDD5642}" dt="2022-03-21T11:08:19.259" v="1310" actId="27803"/>
          <ac:spMkLst>
            <pc:docMk/>
            <pc:sldMk cId="1175821773" sldId="258"/>
            <ac:spMk id="1712" creationId="{FFEAFCEA-D87A-4C9A-9C11-E8BADE4947B5}"/>
          </ac:spMkLst>
        </pc:spChg>
        <pc:spChg chg="mod">
          <ac:chgData name="SERGIO SPANO'" userId="3abdd0b9-513e-40ac-aad4-56920065037d" providerId="ADAL" clId="{2DCFDF45-1F6B-4A47-892B-C9094FDD5642}" dt="2022-03-21T11:08:19.259" v="1310" actId="27803"/>
          <ac:spMkLst>
            <pc:docMk/>
            <pc:sldMk cId="1175821773" sldId="258"/>
            <ac:spMk id="1713" creationId="{BF0B936D-D35B-48D7-A5D3-D5966F96459A}"/>
          </ac:spMkLst>
        </pc:spChg>
        <pc:spChg chg="mod">
          <ac:chgData name="SERGIO SPANO'" userId="3abdd0b9-513e-40ac-aad4-56920065037d" providerId="ADAL" clId="{2DCFDF45-1F6B-4A47-892B-C9094FDD5642}" dt="2022-03-21T11:08:19.259" v="1310" actId="27803"/>
          <ac:spMkLst>
            <pc:docMk/>
            <pc:sldMk cId="1175821773" sldId="258"/>
            <ac:spMk id="1714" creationId="{0B2069F5-08BD-4DD1-AFEC-210902E42A97}"/>
          </ac:spMkLst>
        </pc:spChg>
        <pc:spChg chg="mod">
          <ac:chgData name="SERGIO SPANO'" userId="3abdd0b9-513e-40ac-aad4-56920065037d" providerId="ADAL" clId="{2DCFDF45-1F6B-4A47-892B-C9094FDD5642}" dt="2022-03-21T11:08:19.259" v="1310" actId="27803"/>
          <ac:spMkLst>
            <pc:docMk/>
            <pc:sldMk cId="1175821773" sldId="258"/>
            <ac:spMk id="1715" creationId="{045D2B11-DE62-40A0-93ED-9D204B7054F9}"/>
          </ac:spMkLst>
        </pc:spChg>
        <pc:spChg chg="mod">
          <ac:chgData name="SERGIO SPANO'" userId="3abdd0b9-513e-40ac-aad4-56920065037d" providerId="ADAL" clId="{2DCFDF45-1F6B-4A47-892B-C9094FDD5642}" dt="2022-03-21T11:08:19.259" v="1310" actId="27803"/>
          <ac:spMkLst>
            <pc:docMk/>
            <pc:sldMk cId="1175821773" sldId="258"/>
            <ac:spMk id="1716" creationId="{907A9253-2121-4C8E-A79B-58E13B664538}"/>
          </ac:spMkLst>
        </pc:spChg>
        <pc:spChg chg="mod">
          <ac:chgData name="SERGIO SPANO'" userId="3abdd0b9-513e-40ac-aad4-56920065037d" providerId="ADAL" clId="{2DCFDF45-1F6B-4A47-892B-C9094FDD5642}" dt="2022-03-21T11:08:19.259" v="1310" actId="27803"/>
          <ac:spMkLst>
            <pc:docMk/>
            <pc:sldMk cId="1175821773" sldId="258"/>
            <ac:spMk id="1717" creationId="{0640EA43-C548-4F04-87CE-BD2A42542B38}"/>
          </ac:spMkLst>
        </pc:spChg>
        <pc:spChg chg="mod">
          <ac:chgData name="SERGIO SPANO'" userId="3abdd0b9-513e-40ac-aad4-56920065037d" providerId="ADAL" clId="{2DCFDF45-1F6B-4A47-892B-C9094FDD5642}" dt="2022-03-21T11:08:19.259" v="1310" actId="27803"/>
          <ac:spMkLst>
            <pc:docMk/>
            <pc:sldMk cId="1175821773" sldId="258"/>
            <ac:spMk id="1718" creationId="{CE17DA7A-5E8E-4EC7-93B3-E885DD843273}"/>
          </ac:spMkLst>
        </pc:spChg>
        <pc:spChg chg="mod">
          <ac:chgData name="SERGIO SPANO'" userId="3abdd0b9-513e-40ac-aad4-56920065037d" providerId="ADAL" clId="{2DCFDF45-1F6B-4A47-892B-C9094FDD5642}" dt="2022-03-21T11:08:19.259" v="1310" actId="27803"/>
          <ac:spMkLst>
            <pc:docMk/>
            <pc:sldMk cId="1175821773" sldId="258"/>
            <ac:spMk id="1719" creationId="{B77BB060-4B25-49E9-949C-64450F0E6035}"/>
          </ac:spMkLst>
        </pc:spChg>
        <pc:spChg chg="mod">
          <ac:chgData name="SERGIO SPANO'" userId="3abdd0b9-513e-40ac-aad4-56920065037d" providerId="ADAL" clId="{2DCFDF45-1F6B-4A47-892B-C9094FDD5642}" dt="2022-03-21T11:08:19.259" v="1310" actId="27803"/>
          <ac:spMkLst>
            <pc:docMk/>
            <pc:sldMk cId="1175821773" sldId="258"/>
            <ac:spMk id="1720" creationId="{65233E2C-C14C-4683-841F-3E5E50D3E15B}"/>
          </ac:spMkLst>
        </pc:spChg>
        <pc:spChg chg="mod">
          <ac:chgData name="SERGIO SPANO'" userId="3abdd0b9-513e-40ac-aad4-56920065037d" providerId="ADAL" clId="{2DCFDF45-1F6B-4A47-892B-C9094FDD5642}" dt="2022-03-21T11:08:19.259" v="1310" actId="27803"/>
          <ac:spMkLst>
            <pc:docMk/>
            <pc:sldMk cId="1175821773" sldId="258"/>
            <ac:spMk id="1721" creationId="{FCC2304D-A1A8-45AF-AEA5-BB32E2211281}"/>
          </ac:spMkLst>
        </pc:spChg>
        <pc:spChg chg="mod">
          <ac:chgData name="SERGIO SPANO'" userId="3abdd0b9-513e-40ac-aad4-56920065037d" providerId="ADAL" clId="{2DCFDF45-1F6B-4A47-892B-C9094FDD5642}" dt="2022-03-21T11:08:19.259" v="1310" actId="27803"/>
          <ac:spMkLst>
            <pc:docMk/>
            <pc:sldMk cId="1175821773" sldId="258"/>
            <ac:spMk id="1722" creationId="{618F617D-7F06-44D3-9CAC-B48B770D9265}"/>
          </ac:spMkLst>
        </pc:spChg>
        <pc:spChg chg="mod">
          <ac:chgData name="SERGIO SPANO'" userId="3abdd0b9-513e-40ac-aad4-56920065037d" providerId="ADAL" clId="{2DCFDF45-1F6B-4A47-892B-C9094FDD5642}" dt="2022-03-21T11:08:19.259" v="1310" actId="27803"/>
          <ac:spMkLst>
            <pc:docMk/>
            <pc:sldMk cId="1175821773" sldId="258"/>
            <ac:spMk id="1723" creationId="{70E0195F-5EF5-43F3-818B-9AF02A966B4B}"/>
          </ac:spMkLst>
        </pc:spChg>
        <pc:spChg chg="mod">
          <ac:chgData name="SERGIO SPANO'" userId="3abdd0b9-513e-40ac-aad4-56920065037d" providerId="ADAL" clId="{2DCFDF45-1F6B-4A47-892B-C9094FDD5642}" dt="2022-03-21T11:08:19.259" v="1310" actId="27803"/>
          <ac:spMkLst>
            <pc:docMk/>
            <pc:sldMk cId="1175821773" sldId="258"/>
            <ac:spMk id="1724" creationId="{2BA52CF2-915E-452D-8850-115C4C678C6A}"/>
          </ac:spMkLst>
        </pc:spChg>
        <pc:spChg chg="mod">
          <ac:chgData name="SERGIO SPANO'" userId="3abdd0b9-513e-40ac-aad4-56920065037d" providerId="ADAL" clId="{2DCFDF45-1F6B-4A47-892B-C9094FDD5642}" dt="2022-03-21T11:08:19.259" v="1310" actId="27803"/>
          <ac:spMkLst>
            <pc:docMk/>
            <pc:sldMk cId="1175821773" sldId="258"/>
            <ac:spMk id="1725" creationId="{1956C73B-9096-45A0-B716-681C600677B1}"/>
          </ac:spMkLst>
        </pc:spChg>
        <pc:spChg chg="mod">
          <ac:chgData name="SERGIO SPANO'" userId="3abdd0b9-513e-40ac-aad4-56920065037d" providerId="ADAL" clId="{2DCFDF45-1F6B-4A47-892B-C9094FDD5642}" dt="2022-03-21T11:08:19.259" v="1310" actId="27803"/>
          <ac:spMkLst>
            <pc:docMk/>
            <pc:sldMk cId="1175821773" sldId="258"/>
            <ac:spMk id="1726" creationId="{EB498E37-211D-4A3D-B574-5075466B8E50}"/>
          </ac:spMkLst>
        </pc:spChg>
        <pc:spChg chg="mod">
          <ac:chgData name="SERGIO SPANO'" userId="3abdd0b9-513e-40ac-aad4-56920065037d" providerId="ADAL" clId="{2DCFDF45-1F6B-4A47-892B-C9094FDD5642}" dt="2022-03-21T11:08:19.259" v="1310" actId="27803"/>
          <ac:spMkLst>
            <pc:docMk/>
            <pc:sldMk cId="1175821773" sldId="258"/>
            <ac:spMk id="1727" creationId="{8AEAE897-EE4F-48AD-83BB-328624EE8CE5}"/>
          </ac:spMkLst>
        </pc:spChg>
        <pc:spChg chg="mod">
          <ac:chgData name="SERGIO SPANO'" userId="3abdd0b9-513e-40ac-aad4-56920065037d" providerId="ADAL" clId="{2DCFDF45-1F6B-4A47-892B-C9094FDD5642}" dt="2022-03-21T11:08:19.259" v="1310" actId="27803"/>
          <ac:spMkLst>
            <pc:docMk/>
            <pc:sldMk cId="1175821773" sldId="258"/>
            <ac:spMk id="1728" creationId="{C6CF7AE4-C3C1-45CC-8865-D7D5E4980DF7}"/>
          </ac:spMkLst>
        </pc:spChg>
        <pc:spChg chg="mod">
          <ac:chgData name="SERGIO SPANO'" userId="3abdd0b9-513e-40ac-aad4-56920065037d" providerId="ADAL" clId="{2DCFDF45-1F6B-4A47-892B-C9094FDD5642}" dt="2022-03-21T11:08:19.259" v="1310" actId="27803"/>
          <ac:spMkLst>
            <pc:docMk/>
            <pc:sldMk cId="1175821773" sldId="258"/>
            <ac:spMk id="1729" creationId="{44075A94-DFC1-4F90-9008-BD3A973984F2}"/>
          </ac:spMkLst>
        </pc:spChg>
        <pc:spChg chg="mod">
          <ac:chgData name="SERGIO SPANO'" userId="3abdd0b9-513e-40ac-aad4-56920065037d" providerId="ADAL" clId="{2DCFDF45-1F6B-4A47-892B-C9094FDD5642}" dt="2022-03-21T11:08:19.259" v="1310" actId="27803"/>
          <ac:spMkLst>
            <pc:docMk/>
            <pc:sldMk cId="1175821773" sldId="258"/>
            <ac:spMk id="1730" creationId="{BF5BFB5C-F15F-46C4-833A-F1AC06971C66}"/>
          </ac:spMkLst>
        </pc:spChg>
        <pc:spChg chg="mod">
          <ac:chgData name="SERGIO SPANO'" userId="3abdd0b9-513e-40ac-aad4-56920065037d" providerId="ADAL" clId="{2DCFDF45-1F6B-4A47-892B-C9094FDD5642}" dt="2022-03-21T11:08:19.259" v="1310" actId="27803"/>
          <ac:spMkLst>
            <pc:docMk/>
            <pc:sldMk cId="1175821773" sldId="258"/>
            <ac:spMk id="1731" creationId="{48D3E4FC-CCB4-47CF-B489-4CE677E631EA}"/>
          </ac:spMkLst>
        </pc:spChg>
        <pc:spChg chg="mod">
          <ac:chgData name="SERGIO SPANO'" userId="3abdd0b9-513e-40ac-aad4-56920065037d" providerId="ADAL" clId="{2DCFDF45-1F6B-4A47-892B-C9094FDD5642}" dt="2022-03-21T11:08:19.259" v="1310" actId="27803"/>
          <ac:spMkLst>
            <pc:docMk/>
            <pc:sldMk cId="1175821773" sldId="258"/>
            <ac:spMk id="1732" creationId="{D17715FC-7229-40C0-A2BB-54E6F9FF8C27}"/>
          </ac:spMkLst>
        </pc:spChg>
        <pc:spChg chg="mod">
          <ac:chgData name="SERGIO SPANO'" userId="3abdd0b9-513e-40ac-aad4-56920065037d" providerId="ADAL" clId="{2DCFDF45-1F6B-4A47-892B-C9094FDD5642}" dt="2022-03-21T11:08:19.259" v="1310" actId="27803"/>
          <ac:spMkLst>
            <pc:docMk/>
            <pc:sldMk cId="1175821773" sldId="258"/>
            <ac:spMk id="1733" creationId="{7F137957-B433-455A-8D42-1D922E93F69D}"/>
          </ac:spMkLst>
        </pc:spChg>
        <pc:spChg chg="mod">
          <ac:chgData name="SERGIO SPANO'" userId="3abdd0b9-513e-40ac-aad4-56920065037d" providerId="ADAL" clId="{2DCFDF45-1F6B-4A47-892B-C9094FDD5642}" dt="2022-03-21T11:08:19.259" v="1310" actId="27803"/>
          <ac:spMkLst>
            <pc:docMk/>
            <pc:sldMk cId="1175821773" sldId="258"/>
            <ac:spMk id="1734" creationId="{38820938-7761-4DA7-84D0-1E9064694016}"/>
          </ac:spMkLst>
        </pc:spChg>
        <pc:spChg chg="mod">
          <ac:chgData name="SERGIO SPANO'" userId="3abdd0b9-513e-40ac-aad4-56920065037d" providerId="ADAL" clId="{2DCFDF45-1F6B-4A47-892B-C9094FDD5642}" dt="2022-03-21T11:08:19.259" v="1310" actId="27803"/>
          <ac:spMkLst>
            <pc:docMk/>
            <pc:sldMk cId="1175821773" sldId="258"/>
            <ac:spMk id="1735" creationId="{14B7F95C-776B-44A8-A7D1-817066FC70E2}"/>
          </ac:spMkLst>
        </pc:spChg>
        <pc:spChg chg="mod">
          <ac:chgData name="SERGIO SPANO'" userId="3abdd0b9-513e-40ac-aad4-56920065037d" providerId="ADAL" clId="{2DCFDF45-1F6B-4A47-892B-C9094FDD5642}" dt="2022-03-21T11:08:19.259" v="1310" actId="27803"/>
          <ac:spMkLst>
            <pc:docMk/>
            <pc:sldMk cId="1175821773" sldId="258"/>
            <ac:spMk id="1736" creationId="{C7C32590-F74D-4E7D-A729-C0712C826CCB}"/>
          </ac:spMkLst>
        </pc:spChg>
        <pc:spChg chg="mod">
          <ac:chgData name="SERGIO SPANO'" userId="3abdd0b9-513e-40ac-aad4-56920065037d" providerId="ADAL" clId="{2DCFDF45-1F6B-4A47-892B-C9094FDD5642}" dt="2022-03-21T11:08:19.259" v="1310" actId="27803"/>
          <ac:spMkLst>
            <pc:docMk/>
            <pc:sldMk cId="1175821773" sldId="258"/>
            <ac:spMk id="1737" creationId="{B802F536-287A-4FDD-81CF-2146DFF63AF9}"/>
          </ac:spMkLst>
        </pc:spChg>
        <pc:spChg chg="mod">
          <ac:chgData name="SERGIO SPANO'" userId="3abdd0b9-513e-40ac-aad4-56920065037d" providerId="ADAL" clId="{2DCFDF45-1F6B-4A47-892B-C9094FDD5642}" dt="2022-03-21T11:08:19.259" v="1310" actId="27803"/>
          <ac:spMkLst>
            <pc:docMk/>
            <pc:sldMk cId="1175821773" sldId="258"/>
            <ac:spMk id="1738" creationId="{85AF7EFF-30F7-43E9-8F8D-B4DB6F2FB5E6}"/>
          </ac:spMkLst>
        </pc:spChg>
        <pc:spChg chg="mod">
          <ac:chgData name="SERGIO SPANO'" userId="3abdd0b9-513e-40ac-aad4-56920065037d" providerId="ADAL" clId="{2DCFDF45-1F6B-4A47-892B-C9094FDD5642}" dt="2022-03-21T11:08:19.259" v="1310" actId="27803"/>
          <ac:spMkLst>
            <pc:docMk/>
            <pc:sldMk cId="1175821773" sldId="258"/>
            <ac:spMk id="1739" creationId="{06F557D3-285E-4EAD-B8CB-D34F21A7C84C}"/>
          </ac:spMkLst>
        </pc:spChg>
        <pc:spChg chg="mod">
          <ac:chgData name="SERGIO SPANO'" userId="3abdd0b9-513e-40ac-aad4-56920065037d" providerId="ADAL" clId="{2DCFDF45-1F6B-4A47-892B-C9094FDD5642}" dt="2022-03-21T11:08:19.259" v="1310" actId="27803"/>
          <ac:spMkLst>
            <pc:docMk/>
            <pc:sldMk cId="1175821773" sldId="258"/>
            <ac:spMk id="1740" creationId="{9BE8260A-DBF2-4745-9927-29796167D30F}"/>
          </ac:spMkLst>
        </pc:spChg>
        <pc:spChg chg="mod">
          <ac:chgData name="SERGIO SPANO'" userId="3abdd0b9-513e-40ac-aad4-56920065037d" providerId="ADAL" clId="{2DCFDF45-1F6B-4A47-892B-C9094FDD5642}" dt="2022-03-21T11:08:19.259" v="1310" actId="27803"/>
          <ac:spMkLst>
            <pc:docMk/>
            <pc:sldMk cId="1175821773" sldId="258"/>
            <ac:spMk id="1741" creationId="{A1BB68ED-815B-42CF-B428-B66BEB8E488A}"/>
          </ac:spMkLst>
        </pc:spChg>
        <pc:spChg chg="mod">
          <ac:chgData name="SERGIO SPANO'" userId="3abdd0b9-513e-40ac-aad4-56920065037d" providerId="ADAL" clId="{2DCFDF45-1F6B-4A47-892B-C9094FDD5642}" dt="2022-03-21T11:08:19.259" v="1310" actId="27803"/>
          <ac:spMkLst>
            <pc:docMk/>
            <pc:sldMk cId="1175821773" sldId="258"/>
            <ac:spMk id="1742" creationId="{DD805224-AE54-41A6-9257-3DEC78055676}"/>
          </ac:spMkLst>
        </pc:spChg>
        <pc:spChg chg="mod">
          <ac:chgData name="SERGIO SPANO'" userId="3abdd0b9-513e-40ac-aad4-56920065037d" providerId="ADAL" clId="{2DCFDF45-1F6B-4A47-892B-C9094FDD5642}" dt="2022-03-21T11:08:19.259" v="1310" actId="27803"/>
          <ac:spMkLst>
            <pc:docMk/>
            <pc:sldMk cId="1175821773" sldId="258"/>
            <ac:spMk id="1743" creationId="{0DE56090-E27C-491F-ABBE-D0DCB6197865}"/>
          </ac:spMkLst>
        </pc:spChg>
        <pc:spChg chg="mod">
          <ac:chgData name="SERGIO SPANO'" userId="3abdd0b9-513e-40ac-aad4-56920065037d" providerId="ADAL" clId="{2DCFDF45-1F6B-4A47-892B-C9094FDD5642}" dt="2022-03-21T11:08:19.259" v="1310" actId="27803"/>
          <ac:spMkLst>
            <pc:docMk/>
            <pc:sldMk cId="1175821773" sldId="258"/>
            <ac:spMk id="1744" creationId="{A05D1EDA-CFF2-4449-804F-E800DD38ED19}"/>
          </ac:spMkLst>
        </pc:spChg>
        <pc:spChg chg="mod">
          <ac:chgData name="SERGIO SPANO'" userId="3abdd0b9-513e-40ac-aad4-56920065037d" providerId="ADAL" clId="{2DCFDF45-1F6B-4A47-892B-C9094FDD5642}" dt="2022-03-21T11:08:19.259" v="1310" actId="27803"/>
          <ac:spMkLst>
            <pc:docMk/>
            <pc:sldMk cId="1175821773" sldId="258"/>
            <ac:spMk id="1745" creationId="{2228F549-665F-4B6B-8CA6-1518BC71839B}"/>
          </ac:spMkLst>
        </pc:spChg>
        <pc:spChg chg="mod">
          <ac:chgData name="SERGIO SPANO'" userId="3abdd0b9-513e-40ac-aad4-56920065037d" providerId="ADAL" clId="{2DCFDF45-1F6B-4A47-892B-C9094FDD5642}" dt="2022-03-21T11:08:19.259" v="1310" actId="27803"/>
          <ac:spMkLst>
            <pc:docMk/>
            <pc:sldMk cId="1175821773" sldId="258"/>
            <ac:spMk id="1746" creationId="{97F93FEA-070C-40CB-B487-6B308CCBE9A5}"/>
          </ac:spMkLst>
        </pc:spChg>
        <pc:spChg chg="mod">
          <ac:chgData name="SERGIO SPANO'" userId="3abdd0b9-513e-40ac-aad4-56920065037d" providerId="ADAL" clId="{2DCFDF45-1F6B-4A47-892B-C9094FDD5642}" dt="2022-03-21T11:08:19.259" v="1310" actId="27803"/>
          <ac:spMkLst>
            <pc:docMk/>
            <pc:sldMk cId="1175821773" sldId="258"/>
            <ac:spMk id="1747" creationId="{01D91D89-846E-47E7-B150-D0CCBD1475FC}"/>
          </ac:spMkLst>
        </pc:spChg>
        <pc:spChg chg="mod">
          <ac:chgData name="SERGIO SPANO'" userId="3abdd0b9-513e-40ac-aad4-56920065037d" providerId="ADAL" clId="{2DCFDF45-1F6B-4A47-892B-C9094FDD5642}" dt="2022-03-21T11:08:19.259" v="1310" actId="27803"/>
          <ac:spMkLst>
            <pc:docMk/>
            <pc:sldMk cId="1175821773" sldId="258"/>
            <ac:spMk id="1748" creationId="{F3BDA5A9-3FCA-4291-B724-19CFD4ED60E9}"/>
          </ac:spMkLst>
        </pc:spChg>
        <pc:spChg chg="mod">
          <ac:chgData name="SERGIO SPANO'" userId="3abdd0b9-513e-40ac-aad4-56920065037d" providerId="ADAL" clId="{2DCFDF45-1F6B-4A47-892B-C9094FDD5642}" dt="2022-03-21T11:08:19.259" v="1310" actId="27803"/>
          <ac:spMkLst>
            <pc:docMk/>
            <pc:sldMk cId="1175821773" sldId="258"/>
            <ac:spMk id="1749" creationId="{F8E37F00-55B0-411A-835C-B5BB405D74DE}"/>
          </ac:spMkLst>
        </pc:spChg>
        <pc:spChg chg="mod">
          <ac:chgData name="SERGIO SPANO'" userId="3abdd0b9-513e-40ac-aad4-56920065037d" providerId="ADAL" clId="{2DCFDF45-1F6B-4A47-892B-C9094FDD5642}" dt="2022-03-21T11:08:19.259" v="1310" actId="27803"/>
          <ac:spMkLst>
            <pc:docMk/>
            <pc:sldMk cId="1175821773" sldId="258"/>
            <ac:spMk id="1750" creationId="{04B8A5C3-A0FB-4864-9618-757EFA0D5F08}"/>
          </ac:spMkLst>
        </pc:spChg>
        <pc:spChg chg="mod">
          <ac:chgData name="SERGIO SPANO'" userId="3abdd0b9-513e-40ac-aad4-56920065037d" providerId="ADAL" clId="{2DCFDF45-1F6B-4A47-892B-C9094FDD5642}" dt="2022-03-21T11:08:19.259" v="1310" actId="27803"/>
          <ac:spMkLst>
            <pc:docMk/>
            <pc:sldMk cId="1175821773" sldId="258"/>
            <ac:spMk id="1751" creationId="{8E929F07-2F4B-4729-9446-2C232AAD6520}"/>
          </ac:spMkLst>
        </pc:spChg>
        <pc:spChg chg="mod">
          <ac:chgData name="SERGIO SPANO'" userId="3abdd0b9-513e-40ac-aad4-56920065037d" providerId="ADAL" clId="{2DCFDF45-1F6B-4A47-892B-C9094FDD5642}" dt="2022-03-21T11:08:19.259" v="1310" actId="27803"/>
          <ac:spMkLst>
            <pc:docMk/>
            <pc:sldMk cId="1175821773" sldId="258"/>
            <ac:spMk id="1752" creationId="{0135FB19-64C9-4D9D-8BF6-01843FDB2324}"/>
          </ac:spMkLst>
        </pc:spChg>
        <pc:spChg chg="mod">
          <ac:chgData name="SERGIO SPANO'" userId="3abdd0b9-513e-40ac-aad4-56920065037d" providerId="ADAL" clId="{2DCFDF45-1F6B-4A47-892B-C9094FDD5642}" dt="2022-03-21T11:08:19.259" v="1310" actId="27803"/>
          <ac:spMkLst>
            <pc:docMk/>
            <pc:sldMk cId="1175821773" sldId="258"/>
            <ac:spMk id="1753" creationId="{753363C1-8530-414D-A38F-38C75926E990}"/>
          </ac:spMkLst>
        </pc:spChg>
        <pc:spChg chg="mod">
          <ac:chgData name="SERGIO SPANO'" userId="3abdd0b9-513e-40ac-aad4-56920065037d" providerId="ADAL" clId="{2DCFDF45-1F6B-4A47-892B-C9094FDD5642}" dt="2022-03-21T11:08:19.259" v="1310" actId="27803"/>
          <ac:spMkLst>
            <pc:docMk/>
            <pc:sldMk cId="1175821773" sldId="258"/>
            <ac:spMk id="1754" creationId="{08EB7FBD-BA5A-4C39-9E7C-A6246BAF12CD}"/>
          </ac:spMkLst>
        </pc:spChg>
        <pc:spChg chg="mod">
          <ac:chgData name="SERGIO SPANO'" userId="3abdd0b9-513e-40ac-aad4-56920065037d" providerId="ADAL" clId="{2DCFDF45-1F6B-4A47-892B-C9094FDD5642}" dt="2022-03-21T11:08:19.259" v="1310" actId="27803"/>
          <ac:spMkLst>
            <pc:docMk/>
            <pc:sldMk cId="1175821773" sldId="258"/>
            <ac:spMk id="1755" creationId="{BEF16317-7B41-4619-9745-1865FC809C43}"/>
          </ac:spMkLst>
        </pc:spChg>
        <pc:spChg chg="mod">
          <ac:chgData name="SERGIO SPANO'" userId="3abdd0b9-513e-40ac-aad4-56920065037d" providerId="ADAL" clId="{2DCFDF45-1F6B-4A47-892B-C9094FDD5642}" dt="2022-03-21T11:08:19.259" v="1310" actId="27803"/>
          <ac:spMkLst>
            <pc:docMk/>
            <pc:sldMk cId="1175821773" sldId="258"/>
            <ac:spMk id="1756" creationId="{078D17A7-273D-4728-BA30-1D8758E2BC70}"/>
          </ac:spMkLst>
        </pc:spChg>
        <pc:spChg chg="mod">
          <ac:chgData name="SERGIO SPANO'" userId="3abdd0b9-513e-40ac-aad4-56920065037d" providerId="ADAL" clId="{2DCFDF45-1F6B-4A47-892B-C9094FDD5642}" dt="2022-03-21T11:08:19.259" v="1310" actId="27803"/>
          <ac:spMkLst>
            <pc:docMk/>
            <pc:sldMk cId="1175821773" sldId="258"/>
            <ac:spMk id="1757" creationId="{171B1B0E-4F60-4990-A672-18F3A21AAB9E}"/>
          </ac:spMkLst>
        </pc:spChg>
        <pc:spChg chg="mod">
          <ac:chgData name="SERGIO SPANO'" userId="3abdd0b9-513e-40ac-aad4-56920065037d" providerId="ADAL" clId="{2DCFDF45-1F6B-4A47-892B-C9094FDD5642}" dt="2022-03-21T11:08:19.259" v="1310" actId="27803"/>
          <ac:spMkLst>
            <pc:docMk/>
            <pc:sldMk cId="1175821773" sldId="258"/>
            <ac:spMk id="1758" creationId="{73DC615A-3015-4020-A34E-4C76165F38A4}"/>
          </ac:spMkLst>
        </pc:spChg>
        <pc:spChg chg="mod">
          <ac:chgData name="SERGIO SPANO'" userId="3abdd0b9-513e-40ac-aad4-56920065037d" providerId="ADAL" clId="{2DCFDF45-1F6B-4A47-892B-C9094FDD5642}" dt="2022-03-21T11:08:19.259" v="1310" actId="27803"/>
          <ac:spMkLst>
            <pc:docMk/>
            <pc:sldMk cId="1175821773" sldId="258"/>
            <ac:spMk id="1759" creationId="{F0BB25B6-F1FE-476F-84BC-C5CDA95B65AD}"/>
          </ac:spMkLst>
        </pc:spChg>
        <pc:spChg chg="mod">
          <ac:chgData name="SERGIO SPANO'" userId="3abdd0b9-513e-40ac-aad4-56920065037d" providerId="ADAL" clId="{2DCFDF45-1F6B-4A47-892B-C9094FDD5642}" dt="2022-03-21T11:08:19.259" v="1310" actId="27803"/>
          <ac:spMkLst>
            <pc:docMk/>
            <pc:sldMk cId="1175821773" sldId="258"/>
            <ac:spMk id="1760" creationId="{ACCA86E5-BE46-45DB-93EE-B7C6F5B2E003}"/>
          </ac:spMkLst>
        </pc:spChg>
        <pc:spChg chg="mod">
          <ac:chgData name="SERGIO SPANO'" userId="3abdd0b9-513e-40ac-aad4-56920065037d" providerId="ADAL" clId="{2DCFDF45-1F6B-4A47-892B-C9094FDD5642}" dt="2022-03-21T11:08:19.259" v="1310" actId="27803"/>
          <ac:spMkLst>
            <pc:docMk/>
            <pc:sldMk cId="1175821773" sldId="258"/>
            <ac:spMk id="1761" creationId="{4186EB6D-B673-4CD0-8156-483877FD4535}"/>
          </ac:spMkLst>
        </pc:spChg>
        <pc:spChg chg="mod">
          <ac:chgData name="SERGIO SPANO'" userId="3abdd0b9-513e-40ac-aad4-56920065037d" providerId="ADAL" clId="{2DCFDF45-1F6B-4A47-892B-C9094FDD5642}" dt="2022-03-21T11:08:19.259" v="1310" actId="27803"/>
          <ac:spMkLst>
            <pc:docMk/>
            <pc:sldMk cId="1175821773" sldId="258"/>
            <ac:spMk id="1762" creationId="{5A0A12E4-088B-4AB0-AA7A-996AD16696C5}"/>
          </ac:spMkLst>
        </pc:spChg>
        <pc:spChg chg="mod">
          <ac:chgData name="SERGIO SPANO'" userId="3abdd0b9-513e-40ac-aad4-56920065037d" providerId="ADAL" clId="{2DCFDF45-1F6B-4A47-892B-C9094FDD5642}" dt="2022-03-21T11:08:19.259" v="1310" actId="27803"/>
          <ac:spMkLst>
            <pc:docMk/>
            <pc:sldMk cId="1175821773" sldId="258"/>
            <ac:spMk id="1763" creationId="{09AE545D-CB97-43C2-93D1-FF937CE1F9FC}"/>
          </ac:spMkLst>
        </pc:spChg>
        <pc:spChg chg="mod">
          <ac:chgData name="SERGIO SPANO'" userId="3abdd0b9-513e-40ac-aad4-56920065037d" providerId="ADAL" clId="{2DCFDF45-1F6B-4A47-892B-C9094FDD5642}" dt="2022-03-21T11:08:19.259" v="1310" actId="27803"/>
          <ac:spMkLst>
            <pc:docMk/>
            <pc:sldMk cId="1175821773" sldId="258"/>
            <ac:spMk id="1764" creationId="{39325CAD-A3A0-46AE-8BD4-E1B6C3C16AC5}"/>
          </ac:spMkLst>
        </pc:spChg>
        <pc:spChg chg="mod">
          <ac:chgData name="SERGIO SPANO'" userId="3abdd0b9-513e-40ac-aad4-56920065037d" providerId="ADAL" clId="{2DCFDF45-1F6B-4A47-892B-C9094FDD5642}" dt="2022-03-21T11:08:19.259" v="1310" actId="27803"/>
          <ac:spMkLst>
            <pc:docMk/>
            <pc:sldMk cId="1175821773" sldId="258"/>
            <ac:spMk id="1765" creationId="{B566F21F-3D1B-4D21-B067-469060F68EF9}"/>
          </ac:spMkLst>
        </pc:spChg>
        <pc:spChg chg="mod">
          <ac:chgData name="SERGIO SPANO'" userId="3abdd0b9-513e-40ac-aad4-56920065037d" providerId="ADAL" clId="{2DCFDF45-1F6B-4A47-892B-C9094FDD5642}" dt="2022-03-21T11:08:19.259" v="1310" actId="27803"/>
          <ac:spMkLst>
            <pc:docMk/>
            <pc:sldMk cId="1175821773" sldId="258"/>
            <ac:spMk id="1766" creationId="{D0EE87B7-63E4-423E-B44F-18DFB12ACE9E}"/>
          </ac:spMkLst>
        </pc:spChg>
        <pc:spChg chg="mod">
          <ac:chgData name="SERGIO SPANO'" userId="3abdd0b9-513e-40ac-aad4-56920065037d" providerId="ADAL" clId="{2DCFDF45-1F6B-4A47-892B-C9094FDD5642}" dt="2022-03-21T11:08:19.259" v="1310" actId="27803"/>
          <ac:spMkLst>
            <pc:docMk/>
            <pc:sldMk cId="1175821773" sldId="258"/>
            <ac:spMk id="1767" creationId="{80A836E0-9324-4899-A164-652624B66645}"/>
          </ac:spMkLst>
        </pc:spChg>
        <pc:spChg chg="mod">
          <ac:chgData name="SERGIO SPANO'" userId="3abdd0b9-513e-40ac-aad4-56920065037d" providerId="ADAL" clId="{2DCFDF45-1F6B-4A47-892B-C9094FDD5642}" dt="2022-03-21T11:08:19.259" v="1310" actId="27803"/>
          <ac:spMkLst>
            <pc:docMk/>
            <pc:sldMk cId="1175821773" sldId="258"/>
            <ac:spMk id="1768" creationId="{5B35F621-51A7-44AF-886A-87D31E24D4B3}"/>
          </ac:spMkLst>
        </pc:spChg>
        <pc:spChg chg="mod">
          <ac:chgData name="SERGIO SPANO'" userId="3abdd0b9-513e-40ac-aad4-56920065037d" providerId="ADAL" clId="{2DCFDF45-1F6B-4A47-892B-C9094FDD5642}" dt="2022-03-21T11:08:19.259" v="1310" actId="27803"/>
          <ac:spMkLst>
            <pc:docMk/>
            <pc:sldMk cId="1175821773" sldId="258"/>
            <ac:spMk id="1769" creationId="{599CC461-30B0-4BA2-8BB1-7B238D9FFF40}"/>
          </ac:spMkLst>
        </pc:spChg>
        <pc:spChg chg="mod">
          <ac:chgData name="SERGIO SPANO'" userId="3abdd0b9-513e-40ac-aad4-56920065037d" providerId="ADAL" clId="{2DCFDF45-1F6B-4A47-892B-C9094FDD5642}" dt="2022-03-21T11:08:19.259" v="1310" actId="27803"/>
          <ac:spMkLst>
            <pc:docMk/>
            <pc:sldMk cId="1175821773" sldId="258"/>
            <ac:spMk id="1770" creationId="{762A163F-2366-465D-A620-887D53F07739}"/>
          </ac:spMkLst>
        </pc:spChg>
        <pc:spChg chg="mod">
          <ac:chgData name="SERGIO SPANO'" userId="3abdd0b9-513e-40ac-aad4-56920065037d" providerId="ADAL" clId="{2DCFDF45-1F6B-4A47-892B-C9094FDD5642}" dt="2022-03-21T11:08:19.259" v="1310" actId="27803"/>
          <ac:spMkLst>
            <pc:docMk/>
            <pc:sldMk cId="1175821773" sldId="258"/>
            <ac:spMk id="1771" creationId="{4D69B1D6-F866-4B05-8E91-306AA2D99B73}"/>
          </ac:spMkLst>
        </pc:spChg>
        <pc:spChg chg="mod">
          <ac:chgData name="SERGIO SPANO'" userId="3abdd0b9-513e-40ac-aad4-56920065037d" providerId="ADAL" clId="{2DCFDF45-1F6B-4A47-892B-C9094FDD5642}" dt="2022-03-21T11:08:19.259" v="1310" actId="27803"/>
          <ac:spMkLst>
            <pc:docMk/>
            <pc:sldMk cId="1175821773" sldId="258"/>
            <ac:spMk id="1772" creationId="{3D96D329-BF24-41C9-AC26-CE8282D064E2}"/>
          </ac:spMkLst>
        </pc:spChg>
        <pc:spChg chg="mod">
          <ac:chgData name="SERGIO SPANO'" userId="3abdd0b9-513e-40ac-aad4-56920065037d" providerId="ADAL" clId="{2DCFDF45-1F6B-4A47-892B-C9094FDD5642}" dt="2022-03-21T11:08:19.259" v="1310" actId="27803"/>
          <ac:spMkLst>
            <pc:docMk/>
            <pc:sldMk cId="1175821773" sldId="258"/>
            <ac:spMk id="1773" creationId="{0EC51762-92FB-4EEB-9A77-0AF9BA07B2F2}"/>
          </ac:spMkLst>
        </pc:spChg>
        <pc:spChg chg="mod">
          <ac:chgData name="SERGIO SPANO'" userId="3abdd0b9-513e-40ac-aad4-56920065037d" providerId="ADAL" clId="{2DCFDF45-1F6B-4A47-892B-C9094FDD5642}" dt="2022-03-21T11:08:19.259" v="1310" actId="27803"/>
          <ac:spMkLst>
            <pc:docMk/>
            <pc:sldMk cId="1175821773" sldId="258"/>
            <ac:spMk id="1774" creationId="{094F60ED-1DF0-4F25-BF6F-E4DD1470E764}"/>
          </ac:spMkLst>
        </pc:spChg>
        <pc:spChg chg="mod">
          <ac:chgData name="SERGIO SPANO'" userId="3abdd0b9-513e-40ac-aad4-56920065037d" providerId="ADAL" clId="{2DCFDF45-1F6B-4A47-892B-C9094FDD5642}" dt="2022-03-21T11:08:19.259" v="1310" actId="27803"/>
          <ac:spMkLst>
            <pc:docMk/>
            <pc:sldMk cId="1175821773" sldId="258"/>
            <ac:spMk id="1775" creationId="{411E7DD4-03C2-4EBA-932F-BDAA02CD79BD}"/>
          </ac:spMkLst>
        </pc:spChg>
        <pc:spChg chg="mod">
          <ac:chgData name="SERGIO SPANO'" userId="3abdd0b9-513e-40ac-aad4-56920065037d" providerId="ADAL" clId="{2DCFDF45-1F6B-4A47-892B-C9094FDD5642}" dt="2022-03-21T11:08:19.259" v="1310" actId="27803"/>
          <ac:spMkLst>
            <pc:docMk/>
            <pc:sldMk cId="1175821773" sldId="258"/>
            <ac:spMk id="1776" creationId="{BDC919CF-1A74-4566-AA47-E6988D6E08DB}"/>
          </ac:spMkLst>
        </pc:spChg>
        <pc:spChg chg="mod">
          <ac:chgData name="SERGIO SPANO'" userId="3abdd0b9-513e-40ac-aad4-56920065037d" providerId="ADAL" clId="{2DCFDF45-1F6B-4A47-892B-C9094FDD5642}" dt="2022-03-21T11:08:19.259" v="1310" actId="27803"/>
          <ac:spMkLst>
            <pc:docMk/>
            <pc:sldMk cId="1175821773" sldId="258"/>
            <ac:spMk id="1777" creationId="{8FAF232F-8469-47CF-BBB0-9C7D3F4D73EB}"/>
          </ac:spMkLst>
        </pc:spChg>
        <pc:spChg chg="mod">
          <ac:chgData name="SERGIO SPANO'" userId="3abdd0b9-513e-40ac-aad4-56920065037d" providerId="ADAL" clId="{2DCFDF45-1F6B-4A47-892B-C9094FDD5642}" dt="2022-03-21T11:08:19.259" v="1310" actId="27803"/>
          <ac:spMkLst>
            <pc:docMk/>
            <pc:sldMk cId="1175821773" sldId="258"/>
            <ac:spMk id="1778" creationId="{D0291EF8-596B-491F-90BD-9D7637DE273D}"/>
          </ac:spMkLst>
        </pc:spChg>
        <pc:spChg chg="mod">
          <ac:chgData name="SERGIO SPANO'" userId="3abdd0b9-513e-40ac-aad4-56920065037d" providerId="ADAL" clId="{2DCFDF45-1F6B-4A47-892B-C9094FDD5642}" dt="2022-03-21T11:08:19.259" v="1310" actId="27803"/>
          <ac:spMkLst>
            <pc:docMk/>
            <pc:sldMk cId="1175821773" sldId="258"/>
            <ac:spMk id="1779" creationId="{C547DF08-09BE-4E68-88E9-15D2A91FACAD}"/>
          </ac:spMkLst>
        </pc:spChg>
        <pc:spChg chg="mod">
          <ac:chgData name="SERGIO SPANO'" userId="3abdd0b9-513e-40ac-aad4-56920065037d" providerId="ADAL" clId="{2DCFDF45-1F6B-4A47-892B-C9094FDD5642}" dt="2022-03-21T11:08:19.259" v="1310" actId="27803"/>
          <ac:spMkLst>
            <pc:docMk/>
            <pc:sldMk cId="1175821773" sldId="258"/>
            <ac:spMk id="1780" creationId="{F22989B1-526B-40FA-ABD9-0DF9B1C5002B}"/>
          </ac:spMkLst>
        </pc:spChg>
        <pc:spChg chg="mod">
          <ac:chgData name="SERGIO SPANO'" userId="3abdd0b9-513e-40ac-aad4-56920065037d" providerId="ADAL" clId="{2DCFDF45-1F6B-4A47-892B-C9094FDD5642}" dt="2022-03-21T11:08:19.259" v="1310" actId="27803"/>
          <ac:spMkLst>
            <pc:docMk/>
            <pc:sldMk cId="1175821773" sldId="258"/>
            <ac:spMk id="1781" creationId="{2B59DAF2-5DF6-4DCA-B32C-C57D72CEE97E}"/>
          </ac:spMkLst>
        </pc:spChg>
        <pc:spChg chg="mod">
          <ac:chgData name="SERGIO SPANO'" userId="3abdd0b9-513e-40ac-aad4-56920065037d" providerId="ADAL" clId="{2DCFDF45-1F6B-4A47-892B-C9094FDD5642}" dt="2022-03-21T11:08:19.259" v="1310" actId="27803"/>
          <ac:spMkLst>
            <pc:docMk/>
            <pc:sldMk cId="1175821773" sldId="258"/>
            <ac:spMk id="1782" creationId="{38462F6E-20CB-4C5B-8330-7DC5C474343E}"/>
          </ac:spMkLst>
        </pc:spChg>
        <pc:spChg chg="mod">
          <ac:chgData name="SERGIO SPANO'" userId="3abdd0b9-513e-40ac-aad4-56920065037d" providerId="ADAL" clId="{2DCFDF45-1F6B-4A47-892B-C9094FDD5642}" dt="2022-03-21T11:08:19.259" v="1310" actId="27803"/>
          <ac:spMkLst>
            <pc:docMk/>
            <pc:sldMk cId="1175821773" sldId="258"/>
            <ac:spMk id="1783" creationId="{30BD1075-A4C7-4812-B680-A04ACAB4C23F}"/>
          </ac:spMkLst>
        </pc:spChg>
        <pc:spChg chg="mod">
          <ac:chgData name="SERGIO SPANO'" userId="3abdd0b9-513e-40ac-aad4-56920065037d" providerId="ADAL" clId="{2DCFDF45-1F6B-4A47-892B-C9094FDD5642}" dt="2022-03-21T11:08:19.259" v="1310" actId="27803"/>
          <ac:spMkLst>
            <pc:docMk/>
            <pc:sldMk cId="1175821773" sldId="258"/>
            <ac:spMk id="1784" creationId="{79E4E997-CC39-4B89-A292-777DC99857A9}"/>
          </ac:spMkLst>
        </pc:spChg>
        <pc:spChg chg="mod">
          <ac:chgData name="SERGIO SPANO'" userId="3abdd0b9-513e-40ac-aad4-56920065037d" providerId="ADAL" clId="{2DCFDF45-1F6B-4A47-892B-C9094FDD5642}" dt="2022-03-21T11:08:19.259" v="1310" actId="27803"/>
          <ac:spMkLst>
            <pc:docMk/>
            <pc:sldMk cId="1175821773" sldId="258"/>
            <ac:spMk id="1785" creationId="{66716418-8993-4CD2-B5B8-B624E3999964}"/>
          </ac:spMkLst>
        </pc:spChg>
        <pc:spChg chg="mod">
          <ac:chgData name="SERGIO SPANO'" userId="3abdd0b9-513e-40ac-aad4-56920065037d" providerId="ADAL" clId="{2DCFDF45-1F6B-4A47-892B-C9094FDD5642}" dt="2022-03-21T11:08:19.259" v="1310" actId="27803"/>
          <ac:spMkLst>
            <pc:docMk/>
            <pc:sldMk cId="1175821773" sldId="258"/>
            <ac:spMk id="1786" creationId="{0EADD0E0-1D5F-42A0-84EE-C447D1066A36}"/>
          </ac:spMkLst>
        </pc:spChg>
        <pc:spChg chg="mod">
          <ac:chgData name="SERGIO SPANO'" userId="3abdd0b9-513e-40ac-aad4-56920065037d" providerId="ADAL" clId="{2DCFDF45-1F6B-4A47-892B-C9094FDD5642}" dt="2022-03-21T11:08:19.259" v="1310" actId="27803"/>
          <ac:spMkLst>
            <pc:docMk/>
            <pc:sldMk cId="1175821773" sldId="258"/>
            <ac:spMk id="1787" creationId="{0691EA34-F98D-4599-975A-A6E1D15B908A}"/>
          </ac:spMkLst>
        </pc:spChg>
        <pc:spChg chg="mod">
          <ac:chgData name="SERGIO SPANO'" userId="3abdd0b9-513e-40ac-aad4-56920065037d" providerId="ADAL" clId="{2DCFDF45-1F6B-4A47-892B-C9094FDD5642}" dt="2022-03-21T11:08:19.259" v="1310" actId="27803"/>
          <ac:spMkLst>
            <pc:docMk/>
            <pc:sldMk cId="1175821773" sldId="258"/>
            <ac:spMk id="1788" creationId="{1F47AD4B-0C76-4A75-ACF8-AC2B0117C4C7}"/>
          </ac:spMkLst>
        </pc:spChg>
        <pc:spChg chg="mod">
          <ac:chgData name="SERGIO SPANO'" userId="3abdd0b9-513e-40ac-aad4-56920065037d" providerId="ADAL" clId="{2DCFDF45-1F6B-4A47-892B-C9094FDD5642}" dt="2022-03-21T11:08:19.259" v="1310" actId="27803"/>
          <ac:spMkLst>
            <pc:docMk/>
            <pc:sldMk cId="1175821773" sldId="258"/>
            <ac:spMk id="1789" creationId="{26BD4235-976A-4CBB-9437-50F83A1B260E}"/>
          </ac:spMkLst>
        </pc:spChg>
        <pc:spChg chg="mod">
          <ac:chgData name="SERGIO SPANO'" userId="3abdd0b9-513e-40ac-aad4-56920065037d" providerId="ADAL" clId="{2DCFDF45-1F6B-4A47-892B-C9094FDD5642}" dt="2022-03-21T11:08:19.259" v="1310" actId="27803"/>
          <ac:spMkLst>
            <pc:docMk/>
            <pc:sldMk cId="1175821773" sldId="258"/>
            <ac:spMk id="1790" creationId="{FDB55014-A2B4-4CFE-87FC-921A590F65EB}"/>
          </ac:spMkLst>
        </pc:spChg>
        <pc:spChg chg="mod">
          <ac:chgData name="SERGIO SPANO'" userId="3abdd0b9-513e-40ac-aad4-56920065037d" providerId="ADAL" clId="{2DCFDF45-1F6B-4A47-892B-C9094FDD5642}" dt="2022-03-21T11:08:19.259" v="1310" actId="27803"/>
          <ac:spMkLst>
            <pc:docMk/>
            <pc:sldMk cId="1175821773" sldId="258"/>
            <ac:spMk id="1791" creationId="{ECFF822B-0D38-4D89-AA5E-47981E7784C4}"/>
          </ac:spMkLst>
        </pc:spChg>
        <pc:spChg chg="mod">
          <ac:chgData name="SERGIO SPANO'" userId="3abdd0b9-513e-40ac-aad4-56920065037d" providerId="ADAL" clId="{2DCFDF45-1F6B-4A47-892B-C9094FDD5642}" dt="2022-03-21T11:08:19.259" v="1310" actId="27803"/>
          <ac:spMkLst>
            <pc:docMk/>
            <pc:sldMk cId="1175821773" sldId="258"/>
            <ac:spMk id="1792" creationId="{74C37DCC-BDAC-4FF2-A72B-F727A84FC5BD}"/>
          </ac:spMkLst>
        </pc:spChg>
        <pc:spChg chg="mod">
          <ac:chgData name="SERGIO SPANO'" userId="3abdd0b9-513e-40ac-aad4-56920065037d" providerId="ADAL" clId="{2DCFDF45-1F6B-4A47-892B-C9094FDD5642}" dt="2022-03-21T11:08:19.259" v="1310" actId="27803"/>
          <ac:spMkLst>
            <pc:docMk/>
            <pc:sldMk cId="1175821773" sldId="258"/>
            <ac:spMk id="1793" creationId="{7CF5065B-0C89-43CC-B9A2-CA38582605D9}"/>
          </ac:spMkLst>
        </pc:spChg>
        <pc:spChg chg="mod">
          <ac:chgData name="SERGIO SPANO'" userId="3abdd0b9-513e-40ac-aad4-56920065037d" providerId="ADAL" clId="{2DCFDF45-1F6B-4A47-892B-C9094FDD5642}" dt="2022-03-21T11:08:19.259" v="1310" actId="27803"/>
          <ac:spMkLst>
            <pc:docMk/>
            <pc:sldMk cId="1175821773" sldId="258"/>
            <ac:spMk id="1794" creationId="{4E254D1C-B17B-405E-AB30-1871C60102A9}"/>
          </ac:spMkLst>
        </pc:spChg>
        <pc:spChg chg="mod">
          <ac:chgData name="SERGIO SPANO'" userId="3abdd0b9-513e-40ac-aad4-56920065037d" providerId="ADAL" clId="{2DCFDF45-1F6B-4A47-892B-C9094FDD5642}" dt="2022-03-21T11:08:19.259" v="1310" actId="27803"/>
          <ac:spMkLst>
            <pc:docMk/>
            <pc:sldMk cId="1175821773" sldId="258"/>
            <ac:spMk id="1795" creationId="{1B62B0A5-8B17-44C3-A568-D5C8E4B60F08}"/>
          </ac:spMkLst>
        </pc:spChg>
        <pc:spChg chg="mod">
          <ac:chgData name="SERGIO SPANO'" userId="3abdd0b9-513e-40ac-aad4-56920065037d" providerId="ADAL" clId="{2DCFDF45-1F6B-4A47-892B-C9094FDD5642}" dt="2022-03-21T11:08:19.259" v="1310" actId="27803"/>
          <ac:spMkLst>
            <pc:docMk/>
            <pc:sldMk cId="1175821773" sldId="258"/>
            <ac:spMk id="1796" creationId="{7507C857-7F62-41E2-A040-094E12396D9F}"/>
          </ac:spMkLst>
        </pc:spChg>
        <pc:spChg chg="mod">
          <ac:chgData name="SERGIO SPANO'" userId="3abdd0b9-513e-40ac-aad4-56920065037d" providerId="ADAL" clId="{2DCFDF45-1F6B-4A47-892B-C9094FDD5642}" dt="2022-03-21T11:08:19.259" v="1310" actId="27803"/>
          <ac:spMkLst>
            <pc:docMk/>
            <pc:sldMk cId="1175821773" sldId="258"/>
            <ac:spMk id="1797" creationId="{384B885F-662C-4290-914C-0A72F85C6E45}"/>
          </ac:spMkLst>
        </pc:spChg>
        <pc:spChg chg="mod">
          <ac:chgData name="SERGIO SPANO'" userId="3abdd0b9-513e-40ac-aad4-56920065037d" providerId="ADAL" clId="{2DCFDF45-1F6B-4A47-892B-C9094FDD5642}" dt="2022-03-21T11:08:19.259" v="1310" actId="27803"/>
          <ac:spMkLst>
            <pc:docMk/>
            <pc:sldMk cId="1175821773" sldId="258"/>
            <ac:spMk id="1798" creationId="{DDCD3D50-8FE3-4CEA-A3C0-03BFBC6CA64C}"/>
          </ac:spMkLst>
        </pc:spChg>
        <pc:spChg chg="mod">
          <ac:chgData name="SERGIO SPANO'" userId="3abdd0b9-513e-40ac-aad4-56920065037d" providerId="ADAL" clId="{2DCFDF45-1F6B-4A47-892B-C9094FDD5642}" dt="2022-03-21T11:08:19.259" v="1310" actId="27803"/>
          <ac:spMkLst>
            <pc:docMk/>
            <pc:sldMk cId="1175821773" sldId="258"/>
            <ac:spMk id="1799" creationId="{EEB8E28A-034E-456B-8AD7-6AFFAB3BB922}"/>
          </ac:spMkLst>
        </pc:spChg>
        <pc:spChg chg="mod">
          <ac:chgData name="SERGIO SPANO'" userId="3abdd0b9-513e-40ac-aad4-56920065037d" providerId="ADAL" clId="{2DCFDF45-1F6B-4A47-892B-C9094FDD5642}" dt="2022-03-21T11:08:19.259" v="1310" actId="27803"/>
          <ac:spMkLst>
            <pc:docMk/>
            <pc:sldMk cId="1175821773" sldId="258"/>
            <ac:spMk id="1800" creationId="{82321D0B-6812-41DB-BE45-2DAA05D5EB08}"/>
          </ac:spMkLst>
        </pc:spChg>
        <pc:spChg chg="mod">
          <ac:chgData name="SERGIO SPANO'" userId="3abdd0b9-513e-40ac-aad4-56920065037d" providerId="ADAL" clId="{2DCFDF45-1F6B-4A47-892B-C9094FDD5642}" dt="2022-03-21T11:08:19.259" v="1310" actId="27803"/>
          <ac:spMkLst>
            <pc:docMk/>
            <pc:sldMk cId="1175821773" sldId="258"/>
            <ac:spMk id="1801" creationId="{1E364D5A-7C2D-4D95-9D06-6C8DCD611481}"/>
          </ac:spMkLst>
        </pc:spChg>
        <pc:spChg chg="mod">
          <ac:chgData name="SERGIO SPANO'" userId="3abdd0b9-513e-40ac-aad4-56920065037d" providerId="ADAL" clId="{2DCFDF45-1F6B-4A47-892B-C9094FDD5642}" dt="2022-03-21T11:08:19.259" v="1310" actId="27803"/>
          <ac:spMkLst>
            <pc:docMk/>
            <pc:sldMk cId="1175821773" sldId="258"/>
            <ac:spMk id="1802" creationId="{0703626B-A814-400B-886C-7F3AF085471F}"/>
          </ac:spMkLst>
        </pc:spChg>
        <pc:spChg chg="mod">
          <ac:chgData name="SERGIO SPANO'" userId="3abdd0b9-513e-40ac-aad4-56920065037d" providerId="ADAL" clId="{2DCFDF45-1F6B-4A47-892B-C9094FDD5642}" dt="2022-03-21T11:08:19.259" v="1310" actId="27803"/>
          <ac:spMkLst>
            <pc:docMk/>
            <pc:sldMk cId="1175821773" sldId="258"/>
            <ac:spMk id="1803" creationId="{96F9D83C-281B-4BB6-A738-B8BF0433F94F}"/>
          </ac:spMkLst>
        </pc:spChg>
        <pc:spChg chg="mod">
          <ac:chgData name="SERGIO SPANO'" userId="3abdd0b9-513e-40ac-aad4-56920065037d" providerId="ADAL" clId="{2DCFDF45-1F6B-4A47-892B-C9094FDD5642}" dt="2022-03-21T11:08:19.259" v="1310" actId="27803"/>
          <ac:spMkLst>
            <pc:docMk/>
            <pc:sldMk cId="1175821773" sldId="258"/>
            <ac:spMk id="1804" creationId="{AF4325CA-F3EE-422B-B8DB-718390ECB852}"/>
          </ac:spMkLst>
        </pc:spChg>
        <pc:spChg chg="mod">
          <ac:chgData name="SERGIO SPANO'" userId="3abdd0b9-513e-40ac-aad4-56920065037d" providerId="ADAL" clId="{2DCFDF45-1F6B-4A47-892B-C9094FDD5642}" dt="2022-03-21T11:08:19.259" v="1310" actId="27803"/>
          <ac:spMkLst>
            <pc:docMk/>
            <pc:sldMk cId="1175821773" sldId="258"/>
            <ac:spMk id="1805" creationId="{0793A2E9-D3D0-44B0-9874-52CA6CA8E8EB}"/>
          </ac:spMkLst>
        </pc:spChg>
        <pc:spChg chg="mod">
          <ac:chgData name="SERGIO SPANO'" userId="3abdd0b9-513e-40ac-aad4-56920065037d" providerId="ADAL" clId="{2DCFDF45-1F6B-4A47-892B-C9094FDD5642}" dt="2022-03-21T11:08:19.259" v="1310" actId="27803"/>
          <ac:spMkLst>
            <pc:docMk/>
            <pc:sldMk cId="1175821773" sldId="258"/>
            <ac:spMk id="1806" creationId="{B1060C81-80ED-430F-A1F2-9AB9D603A16C}"/>
          </ac:spMkLst>
        </pc:spChg>
        <pc:spChg chg="mod">
          <ac:chgData name="SERGIO SPANO'" userId="3abdd0b9-513e-40ac-aad4-56920065037d" providerId="ADAL" clId="{2DCFDF45-1F6B-4A47-892B-C9094FDD5642}" dt="2022-03-21T11:08:19.259" v="1310" actId="27803"/>
          <ac:spMkLst>
            <pc:docMk/>
            <pc:sldMk cId="1175821773" sldId="258"/>
            <ac:spMk id="1807" creationId="{4F7BE8C7-7A95-4EC0-82DC-B00FBD212CBA}"/>
          </ac:spMkLst>
        </pc:spChg>
        <pc:spChg chg="mod">
          <ac:chgData name="SERGIO SPANO'" userId="3abdd0b9-513e-40ac-aad4-56920065037d" providerId="ADAL" clId="{2DCFDF45-1F6B-4A47-892B-C9094FDD5642}" dt="2022-03-21T11:08:19.259" v="1310" actId="27803"/>
          <ac:spMkLst>
            <pc:docMk/>
            <pc:sldMk cId="1175821773" sldId="258"/>
            <ac:spMk id="1808" creationId="{3D3CC0D4-F98B-43D6-9360-C7AC57CDDD89}"/>
          </ac:spMkLst>
        </pc:spChg>
        <pc:spChg chg="mod">
          <ac:chgData name="SERGIO SPANO'" userId="3abdd0b9-513e-40ac-aad4-56920065037d" providerId="ADAL" clId="{2DCFDF45-1F6B-4A47-892B-C9094FDD5642}" dt="2022-03-21T11:08:19.259" v="1310" actId="27803"/>
          <ac:spMkLst>
            <pc:docMk/>
            <pc:sldMk cId="1175821773" sldId="258"/>
            <ac:spMk id="1809" creationId="{AAF59D73-3A6A-4168-8DAF-62D8B1E81B7B}"/>
          </ac:spMkLst>
        </pc:spChg>
        <pc:spChg chg="mod">
          <ac:chgData name="SERGIO SPANO'" userId="3abdd0b9-513e-40ac-aad4-56920065037d" providerId="ADAL" clId="{2DCFDF45-1F6B-4A47-892B-C9094FDD5642}" dt="2022-03-21T11:08:19.259" v="1310" actId="27803"/>
          <ac:spMkLst>
            <pc:docMk/>
            <pc:sldMk cId="1175821773" sldId="258"/>
            <ac:spMk id="1810" creationId="{BCF661E0-EC06-48F8-B75A-D01845BFCAB1}"/>
          </ac:spMkLst>
        </pc:spChg>
        <pc:spChg chg="mod">
          <ac:chgData name="SERGIO SPANO'" userId="3abdd0b9-513e-40ac-aad4-56920065037d" providerId="ADAL" clId="{2DCFDF45-1F6B-4A47-892B-C9094FDD5642}" dt="2022-03-21T11:08:19.259" v="1310" actId="27803"/>
          <ac:spMkLst>
            <pc:docMk/>
            <pc:sldMk cId="1175821773" sldId="258"/>
            <ac:spMk id="1811" creationId="{E1304515-85FE-4ADF-B9A2-6ACA94248BB0}"/>
          </ac:spMkLst>
        </pc:spChg>
        <pc:spChg chg="mod">
          <ac:chgData name="SERGIO SPANO'" userId="3abdd0b9-513e-40ac-aad4-56920065037d" providerId="ADAL" clId="{2DCFDF45-1F6B-4A47-892B-C9094FDD5642}" dt="2022-03-21T11:08:19.259" v="1310" actId="27803"/>
          <ac:spMkLst>
            <pc:docMk/>
            <pc:sldMk cId="1175821773" sldId="258"/>
            <ac:spMk id="1812" creationId="{E211A232-DF1F-4144-9944-B24AD8F2069B}"/>
          </ac:spMkLst>
        </pc:spChg>
        <pc:spChg chg="mod">
          <ac:chgData name="SERGIO SPANO'" userId="3abdd0b9-513e-40ac-aad4-56920065037d" providerId="ADAL" clId="{2DCFDF45-1F6B-4A47-892B-C9094FDD5642}" dt="2022-03-21T11:08:19.259" v="1310" actId="27803"/>
          <ac:spMkLst>
            <pc:docMk/>
            <pc:sldMk cId="1175821773" sldId="258"/>
            <ac:spMk id="1813" creationId="{9B972AB2-FE08-4ED0-ADE1-FAD2330EC5D0}"/>
          </ac:spMkLst>
        </pc:spChg>
        <pc:spChg chg="mod">
          <ac:chgData name="SERGIO SPANO'" userId="3abdd0b9-513e-40ac-aad4-56920065037d" providerId="ADAL" clId="{2DCFDF45-1F6B-4A47-892B-C9094FDD5642}" dt="2022-03-21T11:08:19.259" v="1310" actId="27803"/>
          <ac:spMkLst>
            <pc:docMk/>
            <pc:sldMk cId="1175821773" sldId="258"/>
            <ac:spMk id="1814" creationId="{27A03C00-DA3E-435C-87BB-755B00286779}"/>
          </ac:spMkLst>
        </pc:spChg>
        <pc:spChg chg="mod">
          <ac:chgData name="SERGIO SPANO'" userId="3abdd0b9-513e-40ac-aad4-56920065037d" providerId="ADAL" clId="{2DCFDF45-1F6B-4A47-892B-C9094FDD5642}" dt="2022-03-21T11:08:19.259" v="1310" actId="27803"/>
          <ac:spMkLst>
            <pc:docMk/>
            <pc:sldMk cId="1175821773" sldId="258"/>
            <ac:spMk id="1815" creationId="{6CABA5DA-DB9C-4379-8D68-63DA38BD7661}"/>
          </ac:spMkLst>
        </pc:spChg>
        <pc:spChg chg="mod">
          <ac:chgData name="SERGIO SPANO'" userId="3abdd0b9-513e-40ac-aad4-56920065037d" providerId="ADAL" clId="{2DCFDF45-1F6B-4A47-892B-C9094FDD5642}" dt="2022-03-21T11:08:19.259" v="1310" actId="27803"/>
          <ac:spMkLst>
            <pc:docMk/>
            <pc:sldMk cId="1175821773" sldId="258"/>
            <ac:spMk id="1816" creationId="{84D21C80-1D62-410E-8BAB-D456DB9FE1F4}"/>
          </ac:spMkLst>
        </pc:spChg>
        <pc:spChg chg="mod">
          <ac:chgData name="SERGIO SPANO'" userId="3abdd0b9-513e-40ac-aad4-56920065037d" providerId="ADAL" clId="{2DCFDF45-1F6B-4A47-892B-C9094FDD5642}" dt="2022-03-21T11:08:19.259" v="1310" actId="27803"/>
          <ac:spMkLst>
            <pc:docMk/>
            <pc:sldMk cId="1175821773" sldId="258"/>
            <ac:spMk id="1817" creationId="{3328CABB-054A-4D24-9F5D-6C10EF6D65B8}"/>
          </ac:spMkLst>
        </pc:spChg>
        <pc:spChg chg="mod">
          <ac:chgData name="SERGIO SPANO'" userId="3abdd0b9-513e-40ac-aad4-56920065037d" providerId="ADAL" clId="{2DCFDF45-1F6B-4A47-892B-C9094FDD5642}" dt="2022-03-21T11:08:19.259" v="1310" actId="27803"/>
          <ac:spMkLst>
            <pc:docMk/>
            <pc:sldMk cId="1175821773" sldId="258"/>
            <ac:spMk id="1818" creationId="{27149CD6-BA1A-45D1-AD66-D867D95B4457}"/>
          </ac:spMkLst>
        </pc:spChg>
        <pc:spChg chg="mod">
          <ac:chgData name="SERGIO SPANO'" userId="3abdd0b9-513e-40ac-aad4-56920065037d" providerId="ADAL" clId="{2DCFDF45-1F6B-4A47-892B-C9094FDD5642}" dt="2022-03-21T11:08:19.259" v="1310" actId="27803"/>
          <ac:spMkLst>
            <pc:docMk/>
            <pc:sldMk cId="1175821773" sldId="258"/>
            <ac:spMk id="1819" creationId="{6836AA11-6C99-495B-8396-C6BF7A042BEB}"/>
          </ac:spMkLst>
        </pc:spChg>
        <pc:spChg chg="mod">
          <ac:chgData name="SERGIO SPANO'" userId="3abdd0b9-513e-40ac-aad4-56920065037d" providerId="ADAL" clId="{2DCFDF45-1F6B-4A47-892B-C9094FDD5642}" dt="2022-03-21T11:08:19.259" v="1310" actId="27803"/>
          <ac:spMkLst>
            <pc:docMk/>
            <pc:sldMk cId="1175821773" sldId="258"/>
            <ac:spMk id="1820" creationId="{C3A965AC-C7B0-4A59-83F9-742D1E4E327B}"/>
          </ac:spMkLst>
        </pc:spChg>
        <pc:spChg chg="mod">
          <ac:chgData name="SERGIO SPANO'" userId="3abdd0b9-513e-40ac-aad4-56920065037d" providerId="ADAL" clId="{2DCFDF45-1F6B-4A47-892B-C9094FDD5642}" dt="2022-03-21T11:08:19.259" v="1310" actId="27803"/>
          <ac:spMkLst>
            <pc:docMk/>
            <pc:sldMk cId="1175821773" sldId="258"/>
            <ac:spMk id="1821" creationId="{5B620649-43FD-45A0-A749-E5181D813986}"/>
          </ac:spMkLst>
        </pc:spChg>
        <pc:spChg chg="mod">
          <ac:chgData name="SERGIO SPANO'" userId="3abdd0b9-513e-40ac-aad4-56920065037d" providerId="ADAL" clId="{2DCFDF45-1F6B-4A47-892B-C9094FDD5642}" dt="2022-03-21T11:08:19.259" v="1310" actId="27803"/>
          <ac:spMkLst>
            <pc:docMk/>
            <pc:sldMk cId="1175821773" sldId="258"/>
            <ac:spMk id="1822" creationId="{E32A3499-863F-4CC8-9720-ADF436F0B797}"/>
          </ac:spMkLst>
        </pc:spChg>
        <pc:spChg chg="mod">
          <ac:chgData name="SERGIO SPANO'" userId="3abdd0b9-513e-40ac-aad4-56920065037d" providerId="ADAL" clId="{2DCFDF45-1F6B-4A47-892B-C9094FDD5642}" dt="2022-03-21T11:08:19.259" v="1310" actId="27803"/>
          <ac:spMkLst>
            <pc:docMk/>
            <pc:sldMk cId="1175821773" sldId="258"/>
            <ac:spMk id="1823" creationId="{E7A045D5-6235-4CD5-9874-C9A6B2A1C5B6}"/>
          </ac:spMkLst>
        </pc:spChg>
        <pc:spChg chg="mod">
          <ac:chgData name="SERGIO SPANO'" userId="3abdd0b9-513e-40ac-aad4-56920065037d" providerId="ADAL" clId="{2DCFDF45-1F6B-4A47-892B-C9094FDD5642}" dt="2022-03-21T11:08:19.259" v="1310" actId="27803"/>
          <ac:spMkLst>
            <pc:docMk/>
            <pc:sldMk cId="1175821773" sldId="258"/>
            <ac:spMk id="1824" creationId="{1F813ABF-1900-4032-81D7-155BB1555162}"/>
          </ac:spMkLst>
        </pc:spChg>
        <pc:spChg chg="mod">
          <ac:chgData name="SERGIO SPANO'" userId="3abdd0b9-513e-40ac-aad4-56920065037d" providerId="ADAL" clId="{2DCFDF45-1F6B-4A47-892B-C9094FDD5642}" dt="2022-03-21T11:08:19.259" v="1310" actId="27803"/>
          <ac:spMkLst>
            <pc:docMk/>
            <pc:sldMk cId="1175821773" sldId="258"/>
            <ac:spMk id="1825" creationId="{B7450C8C-97DA-4450-974F-8D8619214D12}"/>
          </ac:spMkLst>
        </pc:spChg>
        <pc:spChg chg="mod">
          <ac:chgData name="SERGIO SPANO'" userId="3abdd0b9-513e-40ac-aad4-56920065037d" providerId="ADAL" clId="{2DCFDF45-1F6B-4A47-892B-C9094FDD5642}" dt="2022-03-21T11:08:19.259" v="1310" actId="27803"/>
          <ac:spMkLst>
            <pc:docMk/>
            <pc:sldMk cId="1175821773" sldId="258"/>
            <ac:spMk id="1826" creationId="{1B17C4B0-ECDD-4745-8380-530DF82A359C}"/>
          </ac:spMkLst>
        </pc:spChg>
        <pc:spChg chg="mod">
          <ac:chgData name="SERGIO SPANO'" userId="3abdd0b9-513e-40ac-aad4-56920065037d" providerId="ADAL" clId="{2DCFDF45-1F6B-4A47-892B-C9094FDD5642}" dt="2022-03-21T11:08:19.259" v="1310" actId="27803"/>
          <ac:spMkLst>
            <pc:docMk/>
            <pc:sldMk cId="1175821773" sldId="258"/>
            <ac:spMk id="1827" creationId="{1D730DCA-BA3C-4A38-A709-AA33946356EB}"/>
          </ac:spMkLst>
        </pc:spChg>
        <pc:spChg chg="mod">
          <ac:chgData name="SERGIO SPANO'" userId="3abdd0b9-513e-40ac-aad4-56920065037d" providerId="ADAL" clId="{2DCFDF45-1F6B-4A47-892B-C9094FDD5642}" dt="2022-03-21T11:08:19.259" v="1310" actId="27803"/>
          <ac:spMkLst>
            <pc:docMk/>
            <pc:sldMk cId="1175821773" sldId="258"/>
            <ac:spMk id="1828" creationId="{F31A24B5-1DBA-45F3-899D-4D4A12F6AD59}"/>
          </ac:spMkLst>
        </pc:spChg>
        <pc:spChg chg="mod">
          <ac:chgData name="SERGIO SPANO'" userId="3abdd0b9-513e-40ac-aad4-56920065037d" providerId="ADAL" clId="{2DCFDF45-1F6B-4A47-892B-C9094FDD5642}" dt="2022-03-21T11:08:19.259" v="1310" actId="27803"/>
          <ac:spMkLst>
            <pc:docMk/>
            <pc:sldMk cId="1175821773" sldId="258"/>
            <ac:spMk id="1829" creationId="{A131731D-0CBA-44C6-AD1F-DD5BD3C19FED}"/>
          </ac:spMkLst>
        </pc:spChg>
        <pc:spChg chg="mod">
          <ac:chgData name="SERGIO SPANO'" userId="3abdd0b9-513e-40ac-aad4-56920065037d" providerId="ADAL" clId="{2DCFDF45-1F6B-4A47-892B-C9094FDD5642}" dt="2022-03-21T11:08:19.259" v="1310" actId="27803"/>
          <ac:spMkLst>
            <pc:docMk/>
            <pc:sldMk cId="1175821773" sldId="258"/>
            <ac:spMk id="1830" creationId="{DF4ECCC7-9C44-4D76-A8F1-0A6BCBC866A5}"/>
          </ac:spMkLst>
        </pc:spChg>
        <pc:spChg chg="mod">
          <ac:chgData name="SERGIO SPANO'" userId="3abdd0b9-513e-40ac-aad4-56920065037d" providerId="ADAL" clId="{2DCFDF45-1F6B-4A47-892B-C9094FDD5642}" dt="2022-03-21T11:08:19.259" v="1310" actId="27803"/>
          <ac:spMkLst>
            <pc:docMk/>
            <pc:sldMk cId="1175821773" sldId="258"/>
            <ac:spMk id="1831" creationId="{D88F1D00-1588-4AF2-B34B-B8595F0C67D9}"/>
          </ac:spMkLst>
        </pc:spChg>
        <pc:spChg chg="mod">
          <ac:chgData name="SERGIO SPANO'" userId="3abdd0b9-513e-40ac-aad4-56920065037d" providerId="ADAL" clId="{2DCFDF45-1F6B-4A47-892B-C9094FDD5642}" dt="2022-03-21T11:08:19.259" v="1310" actId="27803"/>
          <ac:spMkLst>
            <pc:docMk/>
            <pc:sldMk cId="1175821773" sldId="258"/>
            <ac:spMk id="1832" creationId="{F2631A9D-91F9-4CF4-9942-C820C1E48FE7}"/>
          </ac:spMkLst>
        </pc:spChg>
        <pc:spChg chg="mod">
          <ac:chgData name="SERGIO SPANO'" userId="3abdd0b9-513e-40ac-aad4-56920065037d" providerId="ADAL" clId="{2DCFDF45-1F6B-4A47-892B-C9094FDD5642}" dt="2022-03-21T11:08:19.259" v="1310" actId="27803"/>
          <ac:spMkLst>
            <pc:docMk/>
            <pc:sldMk cId="1175821773" sldId="258"/>
            <ac:spMk id="1833" creationId="{AE1FC844-B2A8-4541-AD9E-2DB186CB2054}"/>
          </ac:spMkLst>
        </pc:spChg>
        <pc:spChg chg="mod">
          <ac:chgData name="SERGIO SPANO'" userId="3abdd0b9-513e-40ac-aad4-56920065037d" providerId="ADAL" clId="{2DCFDF45-1F6B-4A47-892B-C9094FDD5642}" dt="2022-03-21T11:08:19.259" v="1310" actId="27803"/>
          <ac:spMkLst>
            <pc:docMk/>
            <pc:sldMk cId="1175821773" sldId="258"/>
            <ac:spMk id="1834" creationId="{C90F721F-C145-4431-964D-53710A7CAA13}"/>
          </ac:spMkLst>
        </pc:spChg>
        <pc:spChg chg="mod">
          <ac:chgData name="SERGIO SPANO'" userId="3abdd0b9-513e-40ac-aad4-56920065037d" providerId="ADAL" clId="{2DCFDF45-1F6B-4A47-892B-C9094FDD5642}" dt="2022-03-21T11:08:19.259" v="1310" actId="27803"/>
          <ac:spMkLst>
            <pc:docMk/>
            <pc:sldMk cId="1175821773" sldId="258"/>
            <ac:spMk id="1835" creationId="{55A8040F-9DD3-4F49-9C3A-89F16D52FF2B}"/>
          </ac:spMkLst>
        </pc:spChg>
        <pc:spChg chg="mod">
          <ac:chgData name="SERGIO SPANO'" userId="3abdd0b9-513e-40ac-aad4-56920065037d" providerId="ADAL" clId="{2DCFDF45-1F6B-4A47-892B-C9094FDD5642}" dt="2022-03-21T11:08:19.259" v="1310" actId="27803"/>
          <ac:spMkLst>
            <pc:docMk/>
            <pc:sldMk cId="1175821773" sldId="258"/>
            <ac:spMk id="1836" creationId="{E04BA325-1F18-43FF-9641-D6EB374163C1}"/>
          </ac:spMkLst>
        </pc:spChg>
        <pc:spChg chg="mod">
          <ac:chgData name="SERGIO SPANO'" userId="3abdd0b9-513e-40ac-aad4-56920065037d" providerId="ADAL" clId="{2DCFDF45-1F6B-4A47-892B-C9094FDD5642}" dt="2022-03-21T11:08:19.259" v="1310" actId="27803"/>
          <ac:spMkLst>
            <pc:docMk/>
            <pc:sldMk cId="1175821773" sldId="258"/>
            <ac:spMk id="1837" creationId="{5BA1B6D7-E637-42F1-B13C-BF4C6027FA9F}"/>
          </ac:spMkLst>
        </pc:spChg>
        <pc:spChg chg="mod">
          <ac:chgData name="SERGIO SPANO'" userId="3abdd0b9-513e-40ac-aad4-56920065037d" providerId="ADAL" clId="{2DCFDF45-1F6B-4A47-892B-C9094FDD5642}" dt="2022-03-21T11:08:19.259" v="1310" actId="27803"/>
          <ac:spMkLst>
            <pc:docMk/>
            <pc:sldMk cId="1175821773" sldId="258"/>
            <ac:spMk id="1838" creationId="{B14FB3EC-AE94-4AFF-B9FB-7A1DBE53DB4F}"/>
          </ac:spMkLst>
        </pc:spChg>
        <pc:spChg chg="mod">
          <ac:chgData name="SERGIO SPANO'" userId="3abdd0b9-513e-40ac-aad4-56920065037d" providerId="ADAL" clId="{2DCFDF45-1F6B-4A47-892B-C9094FDD5642}" dt="2022-03-21T11:08:19.259" v="1310" actId="27803"/>
          <ac:spMkLst>
            <pc:docMk/>
            <pc:sldMk cId="1175821773" sldId="258"/>
            <ac:spMk id="1839" creationId="{A410EA65-CAAB-46AE-9C94-BC135C26EC40}"/>
          </ac:spMkLst>
        </pc:spChg>
        <pc:spChg chg="mod">
          <ac:chgData name="SERGIO SPANO'" userId="3abdd0b9-513e-40ac-aad4-56920065037d" providerId="ADAL" clId="{2DCFDF45-1F6B-4A47-892B-C9094FDD5642}" dt="2022-03-21T11:08:19.259" v="1310" actId="27803"/>
          <ac:spMkLst>
            <pc:docMk/>
            <pc:sldMk cId="1175821773" sldId="258"/>
            <ac:spMk id="1840" creationId="{8090473B-9991-4647-8F63-102F6DE7716B}"/>
          </ac:spMkLst>
        </pc:spChg>
        <pc:spChg chg="mod">
          <ac:chgData name="SERGIO SPANO'" userId="3abdd0b9-513e-40ac-aad4-56920065037d" providerId="ADAL" clId="{2DCFDF45-1F6B-4A47-892B-C9094FDD5642}" dt="2022-03-21T11:08:19.259" v="1310" actId="27803"/>
          <ac:spMkLst>
            <pc:docMk/>
            <pc:sldMk cId="1175821773" sldId="258"/>
            <ac:spMk id="1841" creationId="{0D27446E-B4C0-49D5-8ECE-930AE54C7986}"/>
          </ac:spMkLst>
        </pc:spChg>
        <pc:spChg chg="mod">
          <ac:chgData name="SERGIO SPANO'" userId="3abdd0b9-513e-40ac-aad4-56920065037d" providerId="ADAL" clId="{2DCFDF45-1F6B-4A47-892B-C9094FDD5642}" dt="2022-03-21T11:08:19.259" v="1310" actId="27803"/>
          <ac:spMkLst>
            <pc:docMk/>
            <pc:sldMk cId="1175821773" sldId="258"/>
            <ac:spMk id="1842" creationId="{1808A1F3-5FF6-44BC-8DDD-48B85089F56E}"/>
          </ac:spMkLst>
        </pc:spChg>
        <pc:spChg chg="mod">
          <ac:chgData name="SERGIO SPANO'" userId="3abdd0b9-513e-40ac-aad4-56920065037d" providerId="ADAL" clId="{2DCFDF45-1F6B-4A47-892B-C9094FDD5642}" dt="2022-03-21T11:08:19.259" v="1310" actId="27803"/>
          <ac:spMkLst>
            <pc:docMk/>
            <pc:sldMk cId="1175821773" sldId="258"/>
            <ac:spMk id="1843" creationId="{501126D4-DABE-4BB6-88F1-2B0B978222AC}"/>
          </ac:spMkLst>
        </pc:spChg>
        <pc:spChg chg="mod">
          <ac:chgData name="SERGIO SPANO'" userId="3abdd0b9-513e-40ac-aad4-56920065037d" providerId="ADAL" clId="{2DCFDF45-1F6B-4A47-892B-C9094FDD5642}" dt="2022-03-21T11:08:19.259" v="1310" actId="27803"/>
          <ac:spMkLst>
            <pc:docMk/>
            <pc:sldMk cId="1175821773" sldId="258"/>
            <ac:spMk id="1844" creationId="{6CD6C458-2FFA-46B3-AD5E-34F14719BFD3}"/>
          </ac:spMkLst>
        </pc:spChg>
        <pc:spChg chg="mod">
          <ac:chgData name="SERGIO SPANO'" userId="3abdd0b9-513e-40ac-aad4-56920065037d" providerId="ADAL" clId="{2DCFDF45-1F6B-4A47-892B-C9094FDD5642}" dt="2022-03-21T11:08:19.259" v="1310" actId="27803"/>
          <ac:spMkLst>
            <pc:docMk/>
            <pc:sldMk cId="1175821773" sldId="258"/>
            <ac:spMk id="1845" creationId="{30A9B047-6D8D-472B-B5E6-C44AE888310E}"/>
          </ac:spMkLst>
        </pc:spChg>
        <pc:spChg chg="mod">
          <ac:chgData name="SERGIO SPANO'" userId="3abdd0b9-513e-40ac-aad4-56920065037d" providerId="ADAL" clId="{2DCFDF45-1F6B-4A47-892B-C9094FDD5642}" dt="2022-03-21T11:08:19.259" v="1310" actId="27803"/>
          <ac:spMkLst>
            <pc:docMk/>
            <pc:sldMk cId="1175821773" sldId="258"/>
            <ac:spMk id="1846" creationId="{A657E73E-0790-449A-8169-54F14D290E28}"/>
          </ac:spMkLst>
        </pc:spChg>
        <pc:spChg chg="mod">
          <ac:chgData name="SERGIO SPANO'" userId="3abdd0b9-513e-40ac-aad4-56920065037d" providerId="ADAL" clId="{2DCFDF45-1F6B-4A47-892B-C9094FDD5642}" dt="2022-03-21T11:08:19.259" v="1310" actId="27803"/>
          <ac:spMkLst>
            <pc:docMk/>
            <pc:sldMk cId="1175821773" sldId="258"/>
            <ac:spMk id="1847" creationId="{E8645C13-0E27-4F34-A1B4-93288FBE9A7E}"/>
          </ac:spMkLst>
        </pc:spChg>
        <pc:spChg chg="mod">
          <ac:chgData name="SERGIO SPANO'" userId="3abdd0b9-513e-40ac-aad4-56920065037d" providerId="ADAL" clId="{2DCFDF45-1F6B-4A47-892B-C9094FDD5642}" dt="2022-03-21T11:08:19.259" v="1310" actId="27803"/>
          <ac:spMkLst>
            <pc:docMk/>
            <pc:sldMk cId="1175821773" sldId="258"/>
            <ac:spMk id="1848" creationId="{E990C3AC-E9F8-493E-AB7C-A5E522196A39}"/>
          </ac:spMkLst>
        </pc:spChg>
        <pc:spChg chg="mod">
          <ac:chgData name="SERGIO SPANO'" userId="3abdd0b9-513e-40ac-aad4-56920065037d" providerId="ADAL" clId="{2DCFDF45-1F6B-4A47-892B-C9094FDD5642}" dt="2022-03-21T11:08:19.259" v="1310" actId="27803"/>
          <ac:spMkLst>
            <pc:docMk/>
            <pc:sldMk cId="1175821773" sldId="258"/>
            <ac:spMk id="1849" creationId="{C51CC442-0371-4C9E-AA0C-4D81F8187B40}"/>
          </ac:spMkLst>
        </pc:spChg>
        <pc:spChg chg="mod">
          <ac:chgData name="SERGIO SPANO'" userId="3abdd0b9-513e-40ac-aad4-56920065037d" providerId="ADAL" clId="{2DCFDF45-1F6B-4A47-892B-C9094FDD5642}" dt="2022-03-21T11:08:19.259" v="1310" actId="27803"/>
          <ac:spMkLst>
            <pc:docMk/>
            <pc:sldMk cId="1175821773" sldId="258"/>
            <ac:spMk id="1850" creationId="{600956AF-7932-49E7-928D-782A94FB22FD}"/>
          </ac:spMkLst>
        </pc:spChg>
        <pc:spChg chg="mod">
          <ac:chgData name="SERGIO SPANO'" userId="3abdd0b9-513e-40ac-aad4-56920065037d" providerId="ADAL" clId="{2DCFDF45-1F6B-4A47-892B-C9094FDD5642}" dt="2022-03-21T11:08:19.259" v="1310" actId="27803"/>
          <ac:spMkLst>
            <pc:docMk/>
            <pc:sldMk cId="1175821773" sldId="258"/>
            <ac:spMk id="1851" creationId="{70CD04A3-6068-4FEE-B05A-72CAB4A77D10}"/>
          </ac:spMkLst>
        </pc:spChg>
        <pc:spChg chg="mod">
          <ac:chgData name="SERGIO SPANO'" userId="3abdd0b9-513e-40ac-aad4-56920065037d" providerId="ADAL" clId="{2DCFDF45-1F6B-4A47-892B-C9094FDD5642}" dt="2022-03-21T11:08:19.259" v="1310" actId="27803"/>
          <ac:spMkLst>
            <pc:docMk/>
            <pc:sldMk cId="1175821773" sldId="258"/>
            <ac:spMk id="1852" creationId="{FAD10D3A-029A-4535-B5F3-2892B4B814EF}"/>
          </ac:spMkLst>
        </pc:spChg>
        <pc:spChg chg="mod">
          <ac:chgData name="SERGIO SPANO'" userId="3abdd0b9-513e-40ac-aad4-56920065037d" providerId="ADAL" clId="{2DCFDF45-1F6B-4A47-892B-C9094FDD5642}" dt="2022-03-21T11:08:19.259" v="1310" actId="27803"/>
          <ac:spMkLst>
            <pc:docMk/>
            <pc:sldMk cId="1175821773" sldId="258"/>
            <ac:spMk id="1853" creationId="{9F8A9E94-ACFE-4E9F-A11D-33A6D063D349}"/>
          </ac:spMkLst>
        </pc:spChg>
        <pc:spChg chg="mod">
          <ac:chgData name="SERGIO SPANO'" userId="3abdd0b9-513e-40ac-aad4-56920065037d" providerId="ADAL" clId="{2DCFDF45-1F6B-4A47-892B-C9094FDD5642}" dt="2022-03-21T11:08:19.259" v="1310" actId="27803"/>
          <ac:spMkLst>
            <pc:docMk/>
            <pc:sldMk cId="1175821773" sldId="258"/>
            <ac:spMk id="1854" creationId="{A2106A89-7F58-4331-B753-E0D81DE5B89E}"/>
          </ac:spMkLst>
        </pc:spChg>
        <pc:spChg chg="mod">
          <ac:chgData name="SERGIO SPANO'" userId="3abdd0b9-513e-40ac-aad4-56920065037d" providerId="ADAL" clId="{2DCFDF45-1F6B-4A47-892B-C9094FDD5642}" dt="2022-03-21T11:08:19.259" v="1310" actId="27803"/>
          <ac:spMkLst>
            <pc:docMk/>
            <pc:sldMk cId="1175821773" sldId="258"/>
            <ac:spMk id="1855" creationId="{916E286C-8EBB-49D0-AB29-0CFE6D7E4DFD}"/>
          </ac:spMkLst>
        </pc:spChg>
        <pc:spChg chg="mod">
          <ac:chgData name="SERGIO SPANO'" userId="3abdd0b9-513e-40ac-aad4-56920065037d" providerId="ADAL" clId="{2DCFDF45-1F6B-4A47-892B-C9094FDD5642}" dt="2022-03-21T11:08:19.259" v="1310" actId="27803"/>
          <ac:spMkLst>
            <pc:docMk/>
            <pc:sldMk cId="1175821773" sldId="258"/>
            <ac:spMk id="1856" creationId="{60CDD15F-8320-49CB-90D5-1D7011E03B81}"/>
          </ac:spMkLst>
        </pc:spChg>
        <pc:spChg chg="mod">
          <ac:chgData name="SERGIO SPANO'" userId="3abdd0b9-513e-40ac-aad4-56920065037d" providerId="ADAL" clId="{2DCFDF45-1F6B-4A47-892B-C9094FDD5642}" dt="2022-03-21T11:08:19.259" v="1310" actId="27803"/>
          <ac:spMkLst>
            <pc:docMk/>
            <pc:sldMk cId="1175821773" sldId="258"/>
            <ac:spMk id="1857" creationId="{0A6E008D-2C6F-4204-B23F-A8AEF6366F68}"/>
          </ac:spMkLst>
        </pc:spChg>
        <pc:spChg chg="mod">
          <ac:chgData name="SERGIO SPANO'" userId="3abdd0b9-513e-40ac-aad4-56920065037d" providerId="ADAL" clId="{2DCFDF45-1F6B-4A47-892B-C9094FDD5642}" dt="2022-03-21T11:08:19.259" v="1310" actId="27803"/>
          <ac:spMkLst>
            <pc:docMk/>
            <pc:sldMk cId="1175821773" sldId="258"/>
            <ac:spMk id="1858" creationId="{8DA39A40-5760-4368-A4FD-D859AE899325}"/>
          </ac:spMkLst>
        </pc:spChg>
        <pc:spChg chg="mod">
          <ac:chgData name="SERGIO SPANO'" userId="3abdd0b9-513e-40ac-aad4-56920065037d" providerId="ADAL" clId="{2DCFDF45-1F6B-4A47-892B-C9094FDD5642}" dt="2022-03-21T11:08:19.259" v="1310" actId="27803"/>
          <ac:spMkLst>
            <pc:docMk/>
            <pc:sldMk cId="1175821773" sldId="258"/>
            <ac:spMk id="1859" creationId="{81FA8257-4ABB-4AD6-BDA8-22180466B59C}"/>
          </ac:spMkLst>
        </pc:spChg>
        <pc:spChg chg="mod">
          <ac:chgData name="SERGIO SPANO'" userId="3abdd0b9-513e-40ac-aad4-56920065037d" providerId="ADAL" clId="{2DCFDF45-1F6B-4A47-892B-C9094FDD5642}" dt="2022-03-21T11:08:19.259" v="1310" actId="27803"/>
          <ac:spMkLst>
            <pc:docMk/>
            <pc:sldMk cId="1175821773" sldId="258"/>
            <ac:spMk id="1860" creationId="{B0E1FB97-EB72-4528-B8E7-4A811721CDD2}"/>
          </ac:spMkLst>
        </pc:spChg>
        <pc:spChg chg="mod">
          <ac:chgData name="SERGIO SPANO'" userId="3abdd0b9-513e-40ac-aad4-56920065037d" providerId="ADAL" clId="{2DCFDF45-1F6B-4A47-892B-C9094FDD5642}" dt="2022-03-21T11:08:19.259" v="1310" actId="27803"/>
          <ac:spMkLst>
            <pc:docMk/>
            <pc:sldMk cId="1175821773" sldId="258"/>
            <ac:spMk id="1861" creationId="{15D6F5D0-F9C1-4118-A993-E2F7D936F46D}"/>
          </ac:spMkLst>
        </pc:spChg>
        <pc:spChg chg="mod">
          <ac:chgData name="SERGIO SPANO'" userId="3abdd0b9-513e-40ac-aad4-56920065037d" providerId="ADAL" clId="{2DCFDF45-1F6B-4A47-892B-C9094FDD5642}" dt="2022-03-21T11:08:19.259" v="1310" actId="27803"/>
          <ac:spMkLst>
            <pc:docMk/>
            <pc:sldMk cId="1175821773" sldId="258"/>
            <ac:spMk id="1862" creationId="{EA14ACB7-F5C0-43F1-9C8C-11FE230D42A3}"/>
          </ac:spMkLst>
        </pc:spChg>
        <pc:spChg chg="mod">
          <ac:chgData name="SERGIO SPANO'" userId="3abdd0b9-513e-40ac-aad4-56920065037d" providerId="ADAL" clId="{2DCFDF45-1F6B-4A47-892B-C9094FDD5642}" dt="2022-03-21T11:08:19.259" v="1310" actId="27803"/>
          <ac:spMkLst>
            <pc:docMk/>
            <pc:sldMk cId="1175821773" sldId="258"/>
            <ac:spMk id="1863" creationId="{B1A0734E-FAB4-4A29-9213-B1B20988C0F9}"/>
          </ac:spMkLst>
        </pc:spChg>
        <pc:spChg chg="mod">
          <ac:chgData name="SERGIO SPANO'" userId="3abdd0b9-513e-40ac-aad4-56920065037d" providerId="ADAL" clId="{2DCFDF45-1F6B-4A47-892B-C9094FDD5642}" dt="2022-03-21T11:08:19.259" v="1310" actId="27803"/>
          <ac:spMkLst>
            <pc:docMk/>
            <pc:sldMk cId="1175821773" sldId="258"/>
            <ac:spMk id="1864" creationId="{26D91A8E-5174-4A08-9FC4-3B9254608180}"/>
          </ac:spMkLst>
        </pc:spChg>
        <pc:spChg chg="mod">
          <ac:chgData name="SERGIO SPANO'" userId="3abdd0b9-513e-40ac-aad4-56920065037d" providerId="ADAL" clId="{2DCFDF45-1F6B-4A47-892B-C9094FDD5642}" dt="2022-03-21T11:08:19.259" v="1310" actId="27803"/>
          <ac:spMkLst>
            <pc:docMk/>
            <pc:sldMk cId="1175821773" sldId="258"/>
            <ac:spMk id="1865" creationId="{AB6F3D09-1194-4FDE-B2C6-4901D50D7011}"/>
          </ac:spMkLst>
        </pc:spChg>
        <pc:spChg chg="mod">
          <ac:chgData name="SERGIO SPANO'" userId="3abdd0b9-513e-40ac-aad4-56920065037d" providerId="ADAL" clId="{2DCFDF45-1F6B-4A47-892B-C9094FDD5642}" dt="2022-03-21T11:08:19.259" v="1310" actId="27803"/>
          <ac:spMkLst>
            <pc:docMk/>
            <pc:sldMk cId="1175821773" sldId="258"/>
            <ac:spMk id="1866" creationId="{181182A4-B40A-41A0-950A-DA2157B4F4AA}"/>
          </ac:spMkLst>
        </pc:spChg>
        <pc:spChg chg="mod">
          <ac:chgData name="SERGIO SPANO'" userId="3abdd0b9-513e-40ac-aad4-56920065037d" providerId="ADAL" clId="{2DCFDF45-1F6B-4A47-892B-C9094FDD5642}" dt="2022-03-21T11:08:19.259" v="1310" actId="27803"/>
          <ac:spMkLst>
            <pc:docMk/>
            <pc:sldMk cId="1175821773" sldId="258"/>
            <ac:spMk id="1867" creationId="{A77257B8-63F6-41C9-ADCB-E876429025EC}"/>
          </ac:spMkLst>
        </pc:spChg>
        <pc:spChg chg="mod">
          <ac:chgData name="SERGIO SPANO'" userId="3abdd0b9-513e-40ac-aad4-56920065037d" providerId="ADAL" clId="{2DCFDF45-1F6B-4A47-892B-C9094FDD5642}" dt="2022-03-21T11:08:19.259" v="1310" actId="27803"/>
          <ac:spMkLst>
            <pc:docMk/>
            <pc:sldMk cId="1175821773" sldId="258"/>
            <ac:spMk id="1868" creationId="{0718FC1F-B1E7-4DCD-B9F9-8854693D9C93}"/>
          </ac:spMkLst>
        </pc:spChg>
        <pc:spChg chg="mod">
          <ac:chgData name="SERGIO SPANO'" userId="3abdd0b9-513e-40ac-aad4-56920065037d" providerId="ADAL" clId="{2DCFDF45-1F6B-4A47-892B-C9094FDD5642}" dt="2022-03-21T11:08:19.259" v="1310" actId="27803"/>
          <ac:spMkLst>
            <pc:docMk/>
            <pc:sldMk cId="1175821773" sldId="258"/>
            <ac:spMk id="1869" creationId="{E0F33DCD-CC79-4DFA-BE91-115554921C25}"/>
          </ac:spMkLst>
        </pc:spChg>
        <pc:spChg chg="mod">
          <ac:chgData name="SERGIO SPANO'" userId="3abdd0b9-513e-40ac-aad4-56920065037d" providerId="ADAL" clId="{2DCFDF45-1F6B-4A47-892B-C9094FDD5642}" dt="2022-03-21T11:08:19.259" v="1310" actId="27803"/>
          <ac:spMkLst>
            <pc:docMk/>
            <pc:sldMk cId="1175821773" sldId="258"/>
            <ac:spMk id="1870" creationId="{D10C62A0-B312-4525-885F-7AB8BC00C6FB}"/>
          </ac:spMkLst>
        </pc:spChg>
        <pc:spChg chg="mod">
          <ac:chgData name="SERGIO SPANO'" userId="3abdd0b9-513e-40ac-aad4-56920065037d" providerId="ADAL" clId="{2DCFDF45-1F6B-4A47-892B-C9094FDD5642}" dt="2022-03-21T11:08:19.259" v="1310" actId="27803"/>
          <ac:spMkLst>
            <pc:docMk/>
            <pc:sldMk cId="1175821773" sldId="258"/>
            <ac:spMk id="1871" creationId="{2F9DCA8F-B140-4644-9345-8BF930380123}"/>
          </ac:spMkLst>
        </pc:spChg>
        <pc:spChg chg="mod">
          <ac:chgData name="SERGIO SPANO'" userId="3abdd0b9-513e-40ac-aad4-56920065037d" providerId="ADAL" clId="{2DCFDF45-1F6B-4A47-892B-C9094FDD5642}" dt="2022-03-21T11:08:19.259" v="1310" actId="27803"/>
          <ac:spMkLst>
            <pc:docMk/>
            <pc:sldMk cId="1175821773" sldId="258"/>
            <ac:spMk id="1872" creationId="{511FFA10-5709-4837-9C3F-662955698E3D}"/>
          </ac:spMkLst>
        </pc:spChg>
        <pc:spChg chg="mod">
          <ac:chgData name="SERGIO SPANO'" userId="3abdd0b9-513e-40ac-aad4-56920065037d" providerId="ADAL" clId="{2DCFDF45-1F6B-4A47-892B-C9094FDD5642}" dt="2022-03-21T11:08:19.259" v="1310" actId="27803"/>
          <ac:spMkLst>
            <pc:docMk/>
            <pc:sldMk cId="1175821773" sldId="258"/>
            <ac:spMk id="1873" creationId="{673F417E-9AF8-47B7-A9FD-E48D2DCA17A5}"/>
          </ac:spMkLst>
        </pc:spChg>
        <pc:spChg chg="mod">
          <ac:chgData name="SERGIO SPANO'" userId="3abdd0b9-513e-40ac-aad4-56920065037d" providerId="ADAL" clId="{2DCFDF45-1F6B-4A47-892B-C9094FDD5642}" dt="2022-03-21T11:08:19.259" v="1310" actId="27803"/>
          <ac:spMkLst>
            <pc:docMk/>
            <pc:sldMk cId="1175821773" sldId="258"/>
            <ac:spMk id="1874" creationId="{C940F6E8-D4E9-44A8-8766-F72CBCE39954}"/>
          </ac:spMkLst>
        </pc:spChg>
        <pc:spChg chg="mod">
          <ac:chgData name="SERGIO SPANO'" userId="3abdd0b9-513e-40ac-aad4-56920065037d" providerId="ADAL" clId="{2DCFDF45-1F6B-4A47-892B-C9094FDD5642}" dt="2022-03-21T11:08:19.259" v="1310" actId="27803"/>
          <ac:spMkLst>
            <pc:docMk/>
            <pc:sldMk cId="1175821773" sldId="258"/>
            <ac:spMk id="1875" creationId="{C62A5CD2-1DCC-4608-B664-D3CED94CDA9E}"/>
          </ac:spMkLst>
        </pc:spChg>
        <pc:spChg chg="mod">
          <ac:chgData name="SERGIO SPANO'" userId="3abdd0b9-513e-40ac-aad4-56920065037d" providerId="ADAL" clId="{2DCFDF45-1F6B-4A47-892B-C9094FDD5642}" dt="2022-03-21T11:08:19.259" v="1310" actId="27803"/>
          <ac:spMkLst>
            <pc:docMk/>
            <pc:sldMk cId="1175821773" sldId="258"/>
            <ac:spMk id="1876" creationId="{EC906FB8-D718-42E4-94E1-1BA53961E535}"/>
          </ac:spMkLst>
        </pc:spChg>
        <pc:spChg chg="mod">
          <ac:chgData name="SERGIO SPANO'" userId="3abdd0b9-513e-40ac-aad4-56920065037d" providerId="ADAL" clId="{2DCFDF45-1F6B-4A47-892B-C9094FDD5642}" dt="2022-03-21T11:08:19.259" v="1310" actId="27803"/>
          <ac:spMkLst>
            <pc:docMk/>
            <pc:sldMk cId="1175821773" sldId="258"/>
            <ac:spMk id="1877" creationId="{98E78CC7-067B-4D7A-B242-13383CEDD889}"/>
          </ac:spMkLst>
        </pc:spChg>
        <pc:spChg chg="mod">
          <ac:chgData name="SERGIO SPANO'" userId="3abdd0b9-513e-40ac-aad4-56920065037d" providerId="ADAL" clId="{2DCFDF45-1F6B-4A47-892B-C9094FDD5642}" dt="2022-03-21T11:08:19.259" v="1310" actId="27803"/>
          <ac:spMkLst>
            <pc:docMk/>
            <pc:sldMk cId="1175821773" sldId="258"/>
            <ac:spMk id="1878" creationId="{E0C67ADC-0826-4BDB-8EBF-B71F82CBD87E}"/>
          </ac:spMkLst>
        </pc:spChg>
        <pc:spChg chg="mod">
          <ac:chgData name="SERGIO SPANO'" userId="3abdd0b9-513e-40ac-aad4-56920065037d" providerId="ADAL" clId="{2DCFDF45-1F6B-4A47-892B-C9094FDD5642}" dt="2022-03-21T11:08:19.259" v="1310" actId="27803"/>
          <ac:spMkLst>
            <pc:docMk/>
            <pc:sldMk cId="1175821773" sldId="258"/>
            <ac:spMk id="1879" creationId="{835FDD5E-C1EF-40B3-A9DD-3344D6B1BD10}"/>
          </ac:spMkLst>
        </pc:spChg>
        <pc:spChg chg="mod">
          <ac:chgData name="SERGIO SPANO'" userId="3abdd0b9-513e-40ac-aad4-56920065037d" providerId="ADAL" clId="{2DCFDF45-1F6B-4A47-892B-C9094FDD5642}" dt="2022-03-21T11:08:19.259" v="1310" actId="27803"/>
          <ac:spMkLst>
            <pc:docMk/>
            <pc:sldMk cId="1175821773" sldId="258"/>
            <ac:spMk id="1880" creationId="{384E6BBC-11DF-43F0-AE8D-8B9D63549B6D}"/>
          </ac:spMkLst>
        </pc:spChg>
        <pc:spChg chg="mod">
          <ac:chgData name="SERGIO SPANO'" userId="3abdd0b9-513e-40ac-aad4-56920065037d" providerId="ADAL" clId="{2DCFDF45-1F6B-4A47-892B-C9094FDD5642}" dt="2022-03-21T11:08:19.259" v="1310" actId="27803"/>
          <ac:spMkLst>
            <pc:docMk/>
            <pc:sldMk cId="1175821773" sldId="258"/>
            <ac:spMk id="1881" creationId="{6E1B0AC6-EE53-4F42-A0BC-76D416FEB272}"/>
          </ac:spMkLst>
        </pc:spChg>
        <pc:spChg chg="mod">
          <ac:chgData name="SERGIO SPANO'" userId="3abdd0b9-513e-40ac-aad4-56920065037d" providerId="ADAL" clId="{2DCFDF45-1F6B-4A47-892B-C9094FDD5642}" dt="2022-03-21T11:08:19.259" v="1310" actId="27803"/>
          <ac:spMkLst>
            <pc:docMk/>
            <pc:sldMk cId="1175821773" sldId="258"/>
            <ac:spMk id="1882" creationId="{3D618255-39F3-47E5-BFA7-000A17BBE606}"/>
          </ac:spMkLst>
        </pc:spChg>
        <pc:spChg chg="mod">
          <ac:chgData name="SERGIO SPANO'" userId="3abdd0b9-513e-40ac-aad4-56920065037d" providerId="ADAL" clId="{2DCFDF45-1F6B-4A47-892B-C9094FDD5642}" dt="2022-03-21T11:08:19.259" v="1310" actId="27803"/>
          <ac:spMkLst>
            <pc:docMk/>
            <pc:sldMk cId="1175821773" sldId="258"/>
            <ac:spMk id="1883" creationId="{E7604731-28FB-4D90-9268-7E4FDF460781}"/>
          </ac:spMkLst>
        </pc:spChg>
        <pc:spChg chg="mod">
          <ac:chgData name="SERGIO SPANO'" userId="3abdd0b9-513e-40ac-aad4-56920065037d" providerId="ADAL" clId="{2DCFDF45-1F6B-4A47-892B-C9094FDD5642}" dt="2022-03-21T11:08:19.259" v="1310" actId="27803"/>
          <ac:spMkLst>
            <pc:docMk/>
            <pc:sldMk cId="1175821773" sldId="258"/>
            <ac:spMk id="1884" creationId="{18665C8C-FE27-4685-A20E-90924C0183A8}"/>
          </ac:spMkLst>
        </pc:spChg>
        <pc:spChg chg="mod">
          <ac:chgData name="SERGIO SPANO'" userId="3abdd0b9-513e-40ac-aad4-56920065037d" providerId="ADAL" clId="{2DCFDF45-1F6B-4A47-892B-C9094FDD5642}" dt="2022-03-21T11:08:19.259" v="1310" actId="27803"/>
          <ac:spMkLst>
            <pc:docMk/>
            <pc:sldMk cId="1175821773" sldId="258"/>
            <ac:spMk id="1885" creationId="{88C8568D-669C-4585-BA27-62003F7956FC}"/>
          </ac:spMkLst>
        </pc:spChg>
        <pc:spChg chg="mod">
          <ac:chgData name="SERGIO SPANO'" userId="3abdd0b9-513e-40ac-aad4-56920065037d" providerId="ADAL" clId="{2DCFDF45-1F6B-4A47-892B-C9094FDD5642}" dt="2022-03-21T11:08:19.259" v="1310" actId="27803"/>
          <ac:spMkLst>
            <pc:docMk/>
            <pc:sldMk cId="1175821773" sldId="258"/>
            <ac:spMk id="1886" creationId="{978101A4-A6E3-4CF4-88D4-3DA4E9297BD1}"/>
          </ac:spMkLst>
        </pc:spChg>
        <pc:spChg chg="mod">
          <ac:chgData name="SERGIO SPANO'" userId="3abdd0b9-513e-40ac-aad4-56920065037d" providerId="ADAL" clId="{2DCFDF45-1F6B-4A47-892B-C9094FDD5642}" dt="2022-03-21T11:08:19.259" v="1310" actId="27803"/>
          <ac:spMkLst>
            <pc:docMk/>
            <pc:sldMk cId="1175821773" sldId="258"/>
            <ac:spMk id="1887" creationId="{52971F1B-997D-4BA3-8983-EC4951F62F22}"/>
          </ac:spMkLst>
        </pc:spChg>
        <pc:spChg chg="mod">
          <ac:chgData name="SERGIO SPANO'" userId="3abdd0b9-513e-40ac-aad4-56920065037d" providerId="ADAL" clId="{2DCFDF45-1F6B-4A47-892B-C9094FDD5642}" dt="2022-03-21T11:08:19.259" v="1310" actId="27803"/>
          <ac:spMkLst>
            <pc:docMk/>
            <pc:sldMk cId="1175821773" sldId="258"/>
            <ac:spMk id="1888" creationId="{7DCFE463-9E8C-4AEE-BE28-C2C0DF859734}"/>
          </ac:spMkLst>
        </pc:spChg>
        <pc:spChg chg="mod">
          <ac:chgData name="SERGIO SPANO'" userId="3abdd0b9-513e-40ac-aad4-56920065037d" providerId="ADAL" clId="{2DCFDF45-1F6B-4A47-892B-C9094FDD5642}" dt="2022-03-21T11:08:19.259" v="1310" actId="27803"/>
          <ac:spMkLst>
            <pc:docMk/>
            <pc:sldMk cId="1175821773" sldId="258"/>
            <ac:spMk id="1889" creationId="{B36849FA-81B4-4A9F-835F-F687A92A6D2C}"/>
          </ac:spMkLst>
        </pc:spChg>
        <pc:spChg chg="mod">
          <ac:chgData name="SERGIO SPANO'" userId="3abdd0b9-513e-40ac-aad4-56920065037d" providerId="ADAL" clId="{2DCFDF45-1F6B-4A47-892B-C9094FDD5642}" dt="2022-03-21T11:08:19.259" v="1310" actId="27803"/>
          <ac:spMkLst>
            <pc:docMk/>
            <pc:sldMk cId="1175821773" sldId="258"/>
            <ac:spMk id="1890" creationId="{FAADEE88-E7DB-482D-8BCA-E661BBD2DACF}"/>
          </ac:spMkLst>
        </pc:spChg>
        <pc:spChg chg="mod">
          <ac:chgData name="SERGIO SPANO'" userId="3abdd0b9-513e-40ac-aad4-56920065037d" providerId="ADAL" clId="{2DCFDF45-1F6B-4A47-892B-C9094FDD5642}" dt="2022-03-21T11:08:19.259" v="1310" actId="27803"/>
          <ac:spMkLst>
            <pc:docMk/>
            <pc:sldMk cId="1175821773" sldId="258"/>
            <ac:spMk id="1891" creationId="{0526C4A2-7933-4841-A876-CBAA244A6BE2}"/>
          </ac:spMkLst>
        </pc:spChg>
        <pc:spChg chg="mod">
          <ac:chgData name="SERGIO SPANO'" userId="3abdd0b9-513e-40ac-aad4-56920065037d" providerId="ADAL" clId="{2DCFDF45-1F6B-4A47-892B-C9094FDD5642}" dt="2022-03-21T11:08:19.259" v="1310" actId="27803"/>
          <ac:spMkLst>
            <pc:docMk/>
            <pc:sldMk cId="1175821773" sldId="258"/>
            <ac:spMk id="1892" creationId="{C7ABE4CB-596A-4DE9-BF9A-6FCD308DF58A}"/>
          </ac:spMkLst>
        </pc:spChg>
        <pc:spChg chg="mod">
          <ac:chgData name="SERGIO SPANO'" userId="3abdd0b9-513e-40ac-aad4-56920065037d" providerId="ADAL" clId="{2DCFDF45-1F6B-4A47-892B-C9094FDD5642}" dt="2022-03-21T11:08:19.259" v="1310" actId="27803"/>
          <ac:spMkLst>
            <pc:docMk/>
            <pc:sldMk cId="1175821773" sldId="258"/>
            <ac:spMk id="1893" creationId="{F45182A1-6A0F-47BC-914C-C0BA865E90D0}"/>
          </ac:spMkLst>
        </pc:spChg>
        <pc:spChg chg="mod">
          <ac:chgData name="SERGIO SPANO'" userId="3abdd0b9-513e-40ac-aad4-56920065037d" providerId="ADAL" clId="{2DCFDF45-1F6B-4A47-892B-C9094FDD5642}" dt="2022-03-21T11:08:19.259" v="1310" actId="27803"/>
          <ac:spMkLst>
            <pc:docMk/>
            <pc:sldMk cId="1175821773" sldId="258"/>
            <ac:spMk id="1894" creationId="{B0F5C5D6-6496-4A89-8CB2-9FA67D117627}"/>
          </ac:spMkLst>
        </pc:spChg>
        <pc:spChg chg="mod">
          <ac:chgData name="SERGIO SPANO'" userId="3abdd0b9-513e-40ac-aad4-56920065037d" providerId="ADAL" clId="{2DCFDF45-1F6B-4A47-892B-C9094FDD5642}" dt="2022-03-21T11:08:19.259" v="1310" actId="27803"/>
          <ac:spMkLst>
            <pc:docMk/>
            <pc:sldMk cId="1175821773" sldId="258"/>
            <ac:spMk id="1895" creationId="{162ED415-DF40-4E46-9765-5EB993BE70E5}"/>
          </ac:spMkLst>
        </pc:spChg>
        <pc:spChg chg="mod">
          <ac:chgData name="SERGIO SPANO'" userId="3abdd0b9-513e-40ac-aad4-56920065037d" providerId="ADAL" clId="{2DCFDF45-1F6B-4A47-892B-C9094FDD5642}" dt="2022-03-21T11:08:19.259" v="1310" actId="27803"/>
          <ac:spMkLst>
            <pc:docMk/>
            <pc:sldMk cId="1175821773" sldId="258"/>
            <ac:spMk id="1896" creationId="{7A1EFF35-9446-42AC-A218-0BF0169721DB}"/>
          </ac:spMkLst>
        </pc:spChg>
        <pc:spChg chg="mod">
          <ac:chgData name="SERGIO SPANO'" userId="3abdd0b9-513e-40ac-aad4-56920065037d" providerId="ADAL" clId="{2DCFDF45-1F6B-4A47-892B-C9094FDD5642}" dt="2022-03-21T11:08:19.259" v="1310" actId="27803"/>
          <ac:spMkLst>
            <pc:docMk/>
            <pc:sldMk cId="1175821773" sldId="258"/>
            <ac:spMk id="1897" creationId="{75F47ACE-B0F4-431C-B395-9D36B441E44B}"/>
          </ac:spMkLst>
        </pc:spChg>
        <pc:spChg chg="mod">
          <ac:chgData name="SERGIO SPANO'" userId="3abdd0b9-513e-40ac-aad4-56920065037d" providerId="ADAL" clId="{2DCFDF45-1F6B-4A47-892B-C9094FDD5642}" dt="2022-03-21T11:08:19.259" v="1310" actId="27803"/>
          <ac:spMkLst>
            <pc:docMk/>
            <pc:sldMk cId="1175821773" sldId="258"/>
            <ac:spMk id="1898" creationId="{3399F4B8-552E-40ED-B7B2-EC5D6A06D76F}"/>
          </ac:spMkLst>
        </pc:spChg>
        <pc:spChg chg="mod">
          <ac:chgData name="SERGIO SPANO'" userId="3abdd0b9-513e-40ac-aad4-56920065037d" providerId="ADAL" clId="{2DCFDF45-1F6B-4A47-892B-C9094FDD5642}" dt="2022-03-21T11:08:19.259" v="1310" actId="27803"/>
          <ac:spMkLst>
            <pc:docMk/>
            <pc:sldMk cId="1175821773" sldId="258"/>
            <ac:spMk id="1899" creationId="{22DD0489-9F77-4F0F-B29B-1ECB537C9711}"/>
          </ac:spMkLst>
        </pc:spChg>
        <pc:spChg chg="mod">
          <ac:chgData name="SERGIO SPANO'" userId="3abdd0b9-513e-40ac-aad4-56920065037d" providerId="ADAL" clId="{2DCFDF45-1F6B-4A47-892B-C9094FDD5642}" dt="2022-03-21T11:08:19.259" v="1310" actId="27803"/>
          <ac:spMkLst>
            <pc:docMk/>
            <pc:sldMk cId="1175821773" sldId="258"/>
            <ac:spMk id="1900" creationId="{993E47AC-0DB8-4B40-8346-594D73183526}"/>
          </ac:spMkLst>
        </pc:spChg>
        <pc:spChg chg="mod">
          <ac:chgData name="SERGIO SPANO'" userId="3abdd0b9-513e-40ac-aad4-56920065037d" providerId="ADAL" clId="{2DCFDF45-1F6B-4A47-892B-C9094FDD5642}" dt="2022-03-21T11:08:19.259" v="1310" actId="27803"/>
          <ac:spMkLst>
            <pc:docMk/>
            <pc:sldMk cId="1175821773" sldId="258"/>
            <ac:spMk id="1901" creationId="{845A6FB8-39B9-4834-9C1D-DAFA8FFC8754}"/>
          </ac:spMkLst>
        </pc:spChg>
        <pc:spChg chg="mod">
          <ac:chgData name="SERGIO SPANO'" userId="3abdd0b9-513e-40ac-aad4-56920065037d" providerId="ADAL" clId="{2DCFDF45-1F6B-4A47-892B-C9094FDD5642}" dt="2022-03-21T11:08:19.259" v="1310" actId="27803"/>
          <ac:spMkLst>
            <pc:docMk/>
            <pc:sldMk cId="1175821773" sldId="258"/>
            <ac:spMk id="1902" creationId="{49A983D8-0752-4525-90CA-728376D3E4FD}"/>
          </ac:spMkLst>
        </pc:spChg>
        <pc:spChg chg="mod">
          <ac:chgData name="SERGIO SPANO'" userId="3abdd0b9-513e-40ac-aad4-56920065037d" providerId="ADAL" clId="{2DCFDF45-1F6B-4A47-892B-C9094FDD5642}" dt="2022-03-21T11:08:19.259" v="1310" actId="27803"/>
          <ac:spMkLst>
            <pc:docMk/>
            <pc:sldMk cId="1175821773" sldId="258"/>
            <ac:spMk id="1903" creationId="{BE1FE298-135D-402B-A465-A84DFDC77441}"/>
          </ac:spMkLst>
        </pc:spChg>
        <pc:spChg chg="mod">
          <ac:chgData name="SERGIO SPANO'" userId="3abdd0b9-513e-40ac-aad4-56920065037d" providerId="ADAL" clId="{2DCFDF45-1F6B-4A47-892B-C9094FDD5642}" dt="2022-03-21T11:08:19.259" v="1310" actId="27803"/>
          <ac:spMkLst>
            <pc:docMk/>
            <pc:sldMk cId="1175821773" sldId="258"/>
            <ac:spMk id="1904" creationId="{C8F8CA6F-332C-47F1-A381-C277E109BC43}"/>
          </ac:spMkLst>
        </pc:spChg>
        <pc:spChg chg="mod">
          <ac:chgData name="SERGIO SPANO'" userId="3abdd0b9-513e-40ac-aad4-56920065037d" providerId="ADAL" clId="{2DCFDF45-1F6B-4A47-892B-C9094FDD5642}" dt="2022-03-21T11:08:19.259" v="1310" actId="27803"/>
          <ac:spMkLst>
            <pc:docMk/>
            <pc:sldMk cId="1175821773" sldId="258"/>
            <ac:spMk id="1905" creationId="{0C03D9F2-9323-47FC-A00A-255CB5B7078D}"/>
          </ac:spMkLst>
        </pc:spChg>
        <pc:spChg chg="mod">
          <ac:chgData name="SERGIO SPANO'" userId="3abdd0b9-513e-40ac-aad4-56920065037d" providerId="ADAL" clId="{2DCFDF45-1F6B-4A47-892B-C9094FDD5642}" dt="2022-03-21T11:08:19.259" v="1310" actId="27803"/>
          <ac:spMkLst>
            <pc:docMk/>
            <pc:sldMk cId="1175821773" sldId="258"/>
            <ac:spMk id="1906" creationId="{0D4773F9-462D-4584-A7B2-46DF54083836}"/>
          </ac:spMkLst>
        </pc:spChg>
        <pc:spChg chg="mod">
          <ac:chgData name="SERGIO SPANO'" userId="3abdd0b9-513e-40ac-aad4-56920065037d" providerId="ADAL" clId="{2DCFDF45-1F6B-4A47-892B-C9094FDD5642}" dt="2022-03-21T11:08:19.259" v="1310" actId="27803"/>
          <ac:spMkLst>
            <pc:docMk/>
            <pc:sldMk cId="1175821773" sldId="258"/>
            <ac:spMk id="1907" creationId="{88AB09D0-975D-45E7-80C4-F7A42171823C}"/>
          </ac:spMkLst>
        </pc:spChg>
        <pc:spChg chg="mod">
          <ac:chgData name="SERGIO SPANO'" userId="3abdd0b9-513e-40ac-aad4-56920065037d" providerId="ADAL" clId="{2DCFDF45-1F6B-4A47-892B-C9094FDD5642}" dt="2022-03-21T11:08:19.259" v="1310" actId="27803"/>
          <ac:spMkLst>
            <pc:docMk/>
            <pc:sldMk cId="1175821773" sldId="258"/>
            <ac:spMk id="1908" creationId="{7A072DC0-9B14-4F65-947F-B46871EB734D}"/>
          </ac:spMkLst>
        </pc:spChg>
        <pc:spChg chg="mod">
          <ac:chgData name="SERGIO SPANO'" userId="3abdd0b9-513e-40ac-aad4-56920065037d" providerId="ADAL" clId="{2DCFDF45-1F6B-4A47-892B-C9094FDD5642}" dt="2022-03-21T11:08:19.259" v="1310" actId="27803"/>
          <ac:spMkLst>
            <pc:docMk/>
            <pc:sldMk cId="1175821773" sldId="258"/>
            <ac:spMk id="1909" creationId="{281B00D4-D7F0-4A86-8B7C-DA11639E57CD}"/>
          </ac:spMkLst>
        </pc:spChg>
        <pc:spChg chg="mod">
          <ac:chgData name="SERGIO SPANO'" userId="3abdd0b9-513e-40ac-aad4-56920065037d" providerId="ADAL" clId="{2DCFDF45-1F6B-4A47-892B-C9094FDD5642}" dt="2022-03-21T11:08:19.259" v="1310" actId="27803"/>
          <ac:spMkLst>
            <pc:docMk/>
            <pc:sldMk cId="1175821773" sldId="258"/>
            <ac:spMk id="1910" creationId="{658FAA82-7746-4FBA-A8FB-EA989236EEAA}"/>
          </ac:spMkLst>
        </pc:spChg>
        <pc:spChg chg="mod">
          <ac:chgData name="SERGIO SPANO'" userId="3abdd0b9-513e-40ac-aad4-56920065037d" providerId="ADAL" clId="{2DCFDF45-1F6B-4A47-892B-C9094FDD5642}" dt="2022-03-21T11:08:19.259" v="1310" actId="27803"/>
          <ac:spMkLst>
            <pc:docMk/>
            <pc:sldMk cId="1175821773" sldId="258"/>
            <ac:spMk id="1911" creationId="{72645386-D272-4A5F-A195-17E9CB4FA53D}"/>
          </ac:spMkLst>
        </pc:spChg>
        <pc:spChg chg="mod">
          <ac:chgData name="SERGIO SPANO'" userId="3abdd0b9-513e-40ac-aad4-56920065037d" providerId="ADAL" clId="{2DCFDF45-1F6B-4A47-892B-C9094FDD5642}" dt="2022-03-21T11:08:19.259" v="1310" actId="27803"/>
          <ac:spMkLst>
            <pc:docMk/>
            <pc:sldMk cId="1175821773" sldId="258"/>
            <ac:spMk id="1912" creationId="{7E9318D8-179A-4CDE-9ED8-50C21FD66DB5}"/>
          </ac:spMkLst>
        </pc:spChg>
        <pc:spChg chg="mod">
          <ac:chgData name="SERGIO SPANO'" userId="3abdd0b9-513e-40ac-aad4-56920065037d" providerId="ADAL" clId="{2DCFDF45-1F6B-4A47-892B-C9094FDD5642}" dt="2022-03-21T11:08:19.259" v="1310" actId="27803"/>
          <ac:spMkLst>
            <pc:docMk/>
            <pc:sldMk cId="1175821773" sldId="258"/>
            <ac:spMk id="1913" creationId="{6893EDAA-D15C-4A2B-8C89-0FF59942855D}"/>
          </ac:spMkLst>
        </pc:spChg>
        <pc:spChg chg="mod">
          <ac:chgData name="SERGIO SPANO'" userId="3abdd0b9-513e-40ac-aad4-56920065037d" providerId="ADAL" clId="{2DCFDF45-1F6B-4A47-892B-C9094FDD5642}" dt="2022-03-21T11:08:19.259" v="1310" actId="27803"/>
          <ac:spMkLst>
            <pc:docMk/>
            <pc:sldMk cId="1175821773" sldId="258"/>
            <ac:spMk id="1914" creationId="{91308A67-1E6A-44E5-B354-2254488FB9EF}"/>
          </ac:spMkLst>
        </pc:spChg>
        <pc:spChg chg="mod">
          <ac:chgData name="SERGIO SPANO'" userId="3abdd0b9-513e-40ac-aad4-56920065037d" providerId="ADAL" clId="{2DCFDF45-1F6B-4A47-892B-C9094FDD5642}" dt="2022-03-21T11:08:19.259" v="1310" actId="27803"/>
          <ac:spMkLst>
            <pc:docMk/>
            <pc:sldMk cId="1175821773" sldId="258"/>
            <ac:spMk id="1915" creationId="{1120AC30-DE38-440E-8734-6DDE72157327}"/>
          </ac:spMkLst>
        </pc:spChg>
        <pc:spChg chg="mod">
          <ac:chgData name="SERGIO SPANO'" userId="3abdd0b9-513e-40ac-aad4-56920065037d" providerId="ADAL" clId="{2DCFDF45-1F6B-4A47-892B-C9094FDD5642}" dt="2022-03-21T11:08:19.259" v="1310" actId="27803"/>
          <ac:spMkLst>
            <pc:docMk/>
            <pc:sldMk cId="1175821773" sldId="258"/>
            <ac:spMk id="1916" creationId="{3EC51CEE-1AEC-4138-AB7D-CB0CE78D6045}"/>
          </ac:spMkLst>
        </pc:spChg>
        <pc:spChg chg="mod">
          <ac:chgData name="SERGIO SPANO'" userId="3abdd0b9-513e-40ac-aad4-56920065037d" providerId="ADAL" clId="{2DCFDF45-1F6B-4A47-892B-C9094FDD5642}" dt="2022-03-21T11:08:19.259" v="1310" actId="27803"/>
          <ac:spMkLst>
            <pc:docMk/>
            <pc:sldMk cId="1175821773" sldId="258"/>
            <ac:spMk id="1917" creationId="{CBE003E9-5C88-4A1C-9D2C-B259E37AB9F8}"/>
          </ac:spMkLst>
        </pc:spChg>
        <pc:spChg chg="mod">
          <ac:chgData name="SERGIO SPANO'" userId="3abdd0b9-513e-40ac-aad4-56920065037d" providerId="ADAL" clId="{2DCFDF45-1F6B-4A47-892B-C9094FDD5642}" dt="2022-03-21T11:08:19.259" v="1310" actId="27803"/>
          <ac:spMkLst>
            <pc:docMk/>
            <pc:sldMk cId="1175821773" sldId="258"/>
            <ac:spMk id="1918" creationId="{01383123-E12A-46BE-AAB8-0974FCE3CEF6}"/>
          </ac:spMkLst>
        </pc:spChg>
        <pc:spChg chg="mod">
          <ac:chgData name="SERGIO SPANO'" userId="3abdd0b9-513e-40ac-aad4-56920065037d" providerId="ADAL" clId="{2DCFDF45-1F6B-4A47-892B-C9094FDD5642}" dt="2022-03-21T11:08:19.259" v="1310" actId="27803"/>
          <ac:spMkLst>
            <pc:docMk/>
            <pc:sldMk cId="1175821773" sldId="258"/>
            <ac:spMk id="1919" creationId="{5A5ADD27-7120-481B-8EB5-307CE949C4A9}"/>
          </ac:spMkLst>
        </pc:spChg>
        <pc:spChg chg="mod">
          <ac:chgData name="SERGIO SPANO'" userId="3abdd0b9-513e-40ac-aad4-56920065037d" providerId="ADAL" clId="{2DCFDF45-1F6B-4A47-892B-C9094FDD5642}" dt="2022-03-21T11:08:19.259" v="1310" actId="27803"/>
          <ac:spMkLst>
            <pc:docMk/>
            <pc:sldMk cId="1175821773" sldId="258"/>
            <ac:spMk id="1920" creationId="{7BABB995-4BFC-46B0-A578-CD55E396537A}"/>
          </ac:spMkLst>
        </pc:spChg>
        <pc:spChg chg="mod">
          <ac:chgData name="SERGIO SPANO'" userId="3abdd0b9-513e-40ac-aad4-56920065037d" providerId="ADAL" clId="{2DCFDF45-1F6B-4A47-892B-C9094FDD5642}" dt="2022-03-21T11:08:19.259" v="1310" actId="27803"/>
          <ac:spMkLst>
            <pc:docMk/>
            <pc:sldMk cId="1175821773" sldId="258"/>
            <ac:spMk id="1921" creationId="{D28B2BCA-0031-46FC-9076-3032432D1050}"/>
          </ac:spMkLst>
        </pc:spChg>
        <pc:spChg chg="mod">
          <ac:chgData name="SERGIO SPANO'" userId="3abdd0b9-513e-40ac-aad4-56920065037d" providerId="ADAL" clId="{2DCFDF45-1F6B-4A47-892B-C9094FDD5642}" dt="2022-03-21T11:08:19.259" v="1310" actId="27803"/>
          <ac:spMkLst>
            <pc:docMk/>
            <pc:sldMk cId="1175821773" sldId="258"/>
            <ac:spMk id="1922" creationId="{BBF60461-F9DF-4DA6-8601-3DC5150D31F2}"/>
          </ac:spMkLst>
        </pc:spChg>
        <pc:spChg chg="mod">
          <ac:chgData name="SERGIO SPANO'" userId="3abdd0b9-513e-40ac-aad4-56920065037d" providerId="ADAL" clId="{2DCFDF45-1F6B-4A47-892B-C9094FDD5642}" dt="2022-03-21T11:08:19.259" v="1310" actId="27803"/>
          <ac:spMkLst>
            <pc:docMk/>
            <pc:sldMk cId="1175821773" sldId="258"/>
            <ac:spMk id="1923" creationId="{4C2A499B-0539-433F-AFCA-1A86E599A7AB}"/>
          </ac:spMkLst>
        </pc:spChg>
        <pc:spChg chg="mod">
          <ac:chgData name="SERGIO SPANO'" userId="3abdd0b9-513e-40ac-aad4-56920065037d" providerId="ADAL" clId="{2DCFDF45-1F6B-4A47-892B-C9094FDD5642}" dt="2022-03-21T11:08:19.259" v="1310" actId="27803"/>
          <ac:spMkLst>
            <pc:docMk/>
            <pc:sldMk cId="1175821773" sldId="258"/>
            <ac:spMk id="1924" creationId="{50673C6B-CB75-4C08-9083-F1F6A030F8BF}"/>
          </ac:spMkLst>
        </pc:spChg>
        <pc:spChg chg="mod">
          <ac:chgData name="SERGIO SPANO'" userId="3abdd0b9-513e-40ac-aad4-56920065037d" providerId="ADAL" clId="{2DCFDF45-1F6B-4A47-892B-C9094FDD5642}" dt="2022-03-21T11:08:19.259" v="1310" actId="27803"/>
          <ac:spMkLst>
            <pc:docMk/>
            <pc:sldMk cId="1175821773" sldId="258"/>
            <ac:spMk id="1925" creationId="{4AA5EE24-1B61-4AA6-A283-5FC4F628B4A0}"/>
          </ac:spMkLst>
        </pc:spChg>
        <pc:spChg chg="mod">
          <ac:chgData name="SERGIO SPANO'" userId="3abdd0b9-513e-40ac-aad4-56920065037d" providerId="ADAL" clId="{2DCFDF45-1F6B-4A47-892B-C9094FDD5642}" dt="2022-03-21T11:08:19.259" v="1310" actId="27803"/>
          <ac:spMkLst>
            <pc:docMk/>
            <pc:sldMk cId="1175821773" sldId="258"/>
            <ac:spMk id="1926" creationId="{97A1482A-F253-414E-8A4F-BC28C7ACACF4}"/>
          </ac:spMkLst>
        </pc:spChg>
        <pc:spChg chg="mod">
          <ac:chgData name="SERGIO SPANO'" userId="3abdd0b9-513e-40ac-aad4-56920065037d" providerId="ADAL" clId="{2DCFDF45-1F6B-4A47-892B-C9094FDD5642}" dt="2022-03-21T11:08:19.259" v="1310" actId="27803"/>
          <ac:spMkLst>
            <pc:docMk/>
            <pc:sldMk cId="1175821773" sldId="258"/>
            <ac:spMk id="1927" creationId="{F7425113-D00E-469D-8D05-58C0575B6A88}"/>
          </ac:spMkLst>
        </pc:spChg>
        <pc:spChg chg="mod">
          <ac:chgData name="SERGIO SPANO'" userId="3abdd0b9-513e-40ac-aad4-56920065037d" providerId="ADAL" clId="{2DCFDF45-1F6B-4A47-892B-C9094FDD5642}" dt="2022-03-21T11:08:19.259" v="1310" actId="27803"/>
          <ac:spMkLst>
            <pc:docMk/>
            <pc:sldMk cId="1175821773" sldId="258"/>
            <ac:spMk id="1928" creationId="{FF4E134A-E68A-4CD3-A1EB-BF70C1F8ADFE}"/>
          </ac:spMkLst>
        </pc:spChg>
        <pc:spChg chg="mod">
          <ac:chgData name="SERGIO SPANO'" userId="3abdd0b9-513e-40ac-aad4-56920065037d" providerId="ADAL" clId="{2DCFDF45-1F6B-4A47-892B-C9094FDD5642}" dt="2022-03-21T11:08:19.259" v="1310" actId="27803"/>
          <ac:spMkLst>
            <pc:docMk/>
            <pc:sldMk cId="1175821773" sldId="258"/>
            <ac:spMk id="1929" creationId="{53C76B53-7F53-4488-B58F-4F60A8A14E97}"/>
          </ac:spMkLst>
        </pc:spChg>
        <pc:spChg chg="mod">
          <ac:chgData name="SERGIO SPANO'" userId="3abdd0b9-513e-40ac-aad4-56920065037d" providerId="ADAL" clId="{2DCFDF45-1F6B-4A47-892B-C9094FDD5642}" dt="2022-03-21T11:08:19.259" v="1310" actId="27803"/>
          <ac:spMkLst>
            <pc:docMk/>
            <pc:sldMk cId="1175821773" sldId="258"/>
            <ac:spMk id="1930" creationId="{179CB933-D3EA-4E1B-8272-AE99C4BBFA68}"/>
          </ac:spMkLst>
        </pc:spChg>
        <pc:spChg chg="mod">
          <ac:chgData name="SERGIO SPANO'" userId="3abdd0b9-513e-40ac-aad4-56920065037d" providerId="ADAL" clId="{2DCFDF45-1F6B-4A47-892B-C9094FDD5642}" dt="2022-03-21T11:08:19.259" v="1310" actId="27803"/>
          <ac:spMkLst>
            <pc:docMk/>
            <pc:sldMk cId="1175821773" sldId="258"/>
            <ac:spMk id="1931" creationId="{B906FA3C-49AA-495C-9D1E-3EC7EC617B35}"/>
          </ac:spMkLst>
        </pc:spChg>
        <pc:spChg chg="mod">
          <ac:chgData name="SERGIO SPANO'" userId="3abdd0b9-513e-40ac-aad4-56920065037d" providerId="ADAL" clId="{2DCFDF45-1F6B-4A47-892B-C9094FDD5642}" dt="2022-03-21T11:08:19.259" v="1310" actId="27803"/>
          <ac:spMkLst>
            <pc:docMk/>
            <pc:sldMk cId="1175821773" sldId="258"/>
            <ac:spMk id="1932" creationId="{00AF597A-192F-40A3-8277-A134F30C4B22}"/>
          </ac:spMkLst>
        </pc:spChg>
        <pc:spChg chg="mod">
          <ac:chgData name="SERGIO SPANO'" userId="3abdd0b9-513e-40ac-aad4-56920065037d" providerId="ADAL" clId="{2DCFDF45-1F6B-4A47-892B-C9094FDD5642}" dt="2022-03-21T11:08:19.259" v="1310" actId="27803"/>
          <ac:spMkLst>
            <pc:docMk/>
            <pc:sldMk cId="1175821773" sldId="258"/>
            <ac:spMk id="1933" creationId="{BBC542B2-0F7E-4B9D-9769-ADFCEED7538A}"/>
          </ac:spMkLst>
        </pc:spChg>
        <pc:spChg chg="mod">
          <ac:chgData name="SERGIO SPANO'" userId="3abdd0b9-513e-40ac-aad4-56920065037d" providerId="ADAL" clId="{2DCFDF45-1F6B-4A47-892B-C9094FDD5642}" dt="2022-03-21T11:08:19.259" v="1310" actId="27803"/>
          <ac:spMkLst>
            <pc:docMk/>
            <pc:sldMk cId="1175821773" sldId="258"/>
            <ac:spMk id="1934" creationId="{BB5417E8-197A-4C98-AD2A-7C46BE0245C2}"/>
          </ac:spMkLst>
        </pc:spChg>
        <pc:spChg chg="mod">
          <ac:chgData name="SERGIO SPANO'" userId="3abdd0b9-513e-40ac-aad4-56920065037d" providerId="ADAL" clId="{2DCFDF45-1F6B-4A47-892B-C9094FDD5642}" dt="2022-03-21T11:08:19.259" v="1310" actId="27803"/>
          <ac:spMkLst>
            <pc:docMk/>
            <pc:sldMk cId="1175821773" sldId="258"/>
            <ac:spMk id="1935" creationId="{54ECCEBA-EF6E-4A64-8924-E389F98D1F0B}"/>
          </ac:spMkLst>
        </pc:spChg>
        <pc:spChg chg="mod">
          <ac:chgData name="SERGIO SPANO'" userId="3abdd0b9-513e-40ac-aad4-56920065037d" providerId="ADAL" clId="{2DCFDF45-1F6B-4A47-892B-C9094FDD5642}" dt="2022-03-21T11:08:19.259" v="1310" actId="27803"/>
          <ac:spMkLst>
            <pc:docMk/>
            <pc:sldMk cId="1175821773" sldId="258"/>
            <ac:spMk id="1936" creationId="{4A5B097A-D406-40C4-BA13-DF4F17314A08}"/>
          </ac:spMkLst>
        </pc:spChg>
        <pc:spChg chg="mod">
          <ac:chgData name="SERGIO SPANO'" userId="3abdd0b9-513e-40ac-aad4-56920065037d" providerId="ADAL" clId="{2DCFDF45-1F6B-4A47-892B-C9094FDD5642}" dt="2022-03-21T11:08:19.259" v="1310" actId="27803"/>
          <ac:spMkLst>
            <pc:docMk/>
            <pc:sldMk cId="1175821773" sldId="258"/>
            <ac:spMk id="1937" creationId="{1CA48DF1-988E-4D39-8827-954642D1D047}"/>
          </ac:spMkLst>
        </pc:spChg>
        <pc:spChg chg="mod">
          <ac:chgData name="SERGIO SPANO'" userId="3abdd0b9-513e-40ac-aad4-56920065037d" providerId="ADAL" clId="{2DCFDF45-1F6B-4A47-892B-C9094FDD5642}" dt="2022-03-21T11:08:19.259" v="1310" actId="27803"/>
          <ac:spMkLst>
            <pc:docMk/>
            <pc:sldMk cId="1175821773" sldId="258"/>
            <ac:spMk id="1938" creationId="{A86C0956-27F3-43DD-BA56-D40F64B3A209}"/>
          </ac:spMkLst>
        </pc:spChg>
        <pc:spChg chg="mod">
          <ac:chgData name="SERGIO SPANO'" userId="3abdd0b9-513e-40ac-aad4-56920065037d" providerId="ADAL" clId="{2DCFDF45-1F6B-4A47-892B-C9094FDD5642}" dt="2022-03-21T11:08:19.259" v="1310" actId="27803"/>
          <ac:spMkLst>
            <pc:docMk/>
            <pc:sldMk cId="1175821773" sldId="258"/>
            <ac:spMk id="1939" creationId="{2E652701-C684-4242-AFF5-F9309CE9C21F}"/>
          </ac:spMkLst>
        </pc:spChg>
        <pc:spChg chg="mod">
          <ac:chgData name="SERGIO SPANO'" userId="3abdd0b9-513e-40ac-aad4-56920065037d" providerId="ADAL" clId="{2DCFDF45-1F6B-4A47-892B-C9094FDD5642}" dt="2022-03-21T11:08:19.259" v="1310" actId="27803"/>
          <ac:spMkLst>
            <pc:docMk/>
            <pc:sldMk cId="1175821773" sldId="258"/>
            <ac:spMk id="1940" creationId="{775AD579-6F55-4ED0-915D-99E88FE1DB02}"/>
          </ac:spMkLst>
        </pc:spChg>
        <pc:spChg chg="mod">
          <ac:chgData name="SERGIO SPANO'" userId="3abdd0b9-513e-40ac-aad4-56920065037d" providerId="ADAL" clId="{2DCFDF45-1F6B-4A47-892B-C9094FDD5642}" dt="2022-03-21T11:08:19.259" v="1310" actId="27803"/>
          <ac:spMkLst>
            <pc:docMk/>
            <pc:sldMk cId="1175821773" sldId="258"/>
            <ac:spMk id="1941" creationId="{F1A33D31-1120-4F5B-8DC2-E3E01941C765}"/>
          </ac:spMkLst>
        </pc:spChg>
        <pc:spChg chg="mod">
          <ac:chgData name="SERGIO SPANO'" userId="3abdd0b9-513e-40ac-aad4-56920065037d" providerId="ADAL" clId="{2DCFDF45-1F6B-4A47-892B-C9094FDD5642}" dt="2022-03-21T11:08:19.259" v="1310" actId="27803"/>
          <ac:spMkLst>
            <pc:docMk/>
            <pc:sldMk cId="1175821773" sldId="258"/>
            <ac:spMk id="1942" creationId="{692FA674-1056-4081-B53F-01A02A461335}"/>
          </ac:spMkLst>
        </pc:spChg>
        <pc:spChg chg="mod">
          <ac:chgData name="SERGIO SPANO'" userId="3abdd0b9-513e-40ac-aad4-56920065037d" providerId="ADAL" clId="{2DCFDF45-1F6B-4A47-892B-C9094FDD5642}" dt="2022-03-21T11:08:19.259" v="1310" actId="27803"/>
          <ac:spMkLst>
            <pc:docMk/>
            <pc:sldMk cId="1175821773" sldId="258"/>
            <ac:spMk id="1943" creationId="{FB4FACCA-D38E-46F6-B42F-5586591D1F98}"/>
          </ac:spMkLst>
        </pc:spChg>
        <pc:spChg chg="mod">
          <ac:chgData name="SERGIO SPANO'" userId="3abdd0b9-513e-40ac-aad4-56920065037d" providerId="ADAL" clId="{2DCFDF45-1F6B-4A47-892B-C9094FDD5642}" dt="2022-03-21T11:08:19.259" v="1310" actId="27803"/>
          <ac:spMkLst>
            <pc:docMk/>
            <pc:sldMk cId="1175821773" sldId="258"/>
            <ac:spMk id="1944" creationId="{6B4082F5-D4DC-4D53-A231-618765A0A609}"/>
          </ac:spMkLst>
        </pc:spChg>
        <pc:spChg chg="mod">
          <ac:chgData name="SERGIO SPANO'" userId="3abdd0b9-513e-40ac-aad4-56920065037d" providerId="ADAL" clId="{2DCFDF45-1F6B-4A47-892B-C9094FDD5642}" dt="2022-03-21T11:08:19.259" v="1310" actId="27803"/>
          <ac:spMkLst>
            <pc:docMk/>
            <pc:sldMk cId="1175821773" sldId="258"/>
            <ac:spMk id="1945" creationId="{FDC027DC-C6B0-4127-8520-2F2A3FDDAB99}"/>
          </ac:spMkLst>
        </pc:spChg>
        <pc:spChg chg="mod">
          <ac:chgData name="SERGIO SPANO'" userId="3abdd0b9-513e-40ac-aad4-56920065037d" providerId="ADAL" clId="{2DCFDF45-1F6B-4A47-892B-C9094FDD5642}" dt="2022-03-21T11:08:19.259" v="1310" actId="27803"/>
          <ac:spMkLst>
            <pc:docMk/>
            <pc:sldMk cId="1175821773" sldId="258"/>
            <ac:spMk id="1946" creationId="{EDCC3667-5E57-486A-9FC4-6E5AD45C9AF3}"/>
          </ac:spMkLst>
        </pc:spChg>
        <pc:spChg chg="mod">
          <ac:chgData name="SERGIO SPANO'" userId="3abdd0b9-513e-40ac-aad4-56920065037d" providerId="ADAL" clId="{2DCFDF45-1F6B-4A47-892B-C9094FDD5642}" dt="2022-03-21T11:08:19.259" v="1310" actId="27803"/>
          <ac:spMkLst>
            <pc:docMk/>
            <pc:sldMk cId="1175821773" sldId="258"/>
            <ac:spMk id="1947" creationId="{447DD6E3-C213-4F4E-BDE2-0830087F03EC}"/>
          </ac:spMkLst>
        </pc:spChg>
        <pc:spChg chg="mod">
          <ac:chgData name="SERGIO SPANO'" userId="3abdd0b9-513e-40ac-aad4-56920065037d" providerId="ADAL" clId="{2DCFDF45-1F6B-4A47-892B-C9094FDD5642}" dt="2022-03-21T11:08:19.259" v="1310" actId="27803"/>
          <ac:spMkLst>
            <pc:docMk/>
            <pc:sldMk cId="1175821773" sldId="258"/>
            <ac:spMk id="1948" creationId="{A612CDCF-AD32-4720-B20D-0810DAC646E5}"/>
          </ac:spMkLst>
        </pc:spChg>
        <pc:spChg chg="mod">
          <ac:chgData name="SERGIO SPANO'" userId="3abdd0b9-513e-40ac-aad4-56920065037d" providerId="ADAL" clId="{2DCFDF45-1F6B-4A47-892B-C9094FDD5642}" dt="2022-03-21T11:08:19.259" v="1310" actId="27803"/>
          <ac:spMkLst>
            <pc:docMk/>
            <pc:sldMk cId="1175821773" sldId="258"/>
            <ac:spMk id="1949" creationId="{77B79AC7-6778-4A40-B63E-4B0E36686021}"/>
          </ac:spMkLst>
        </pc:spChg>
        <pc:spChg chg="mod">
          <ac:chgData name="SERGIO SPANO'" userId="3abdd0b9-513e-40ac-aad4-56920065037d" providerId="ADAL" clId="{2DCFDF45-1F6B-4A47-892B-C9094FDD5642}" dt="2022-03-21T11:08:19.259" v="1310" actId="27803"/>
          <ac:spMkLst>
            <pc:docMk/>
            <pc:sldMk cId="1175821773" sldId="258"/>
            <ac:spMk id="1950" creationId="{56618991-229F-4361-A94E-16EC088C70AB}"/>
          </ac:spMkLst>
        </pc:spChg>
        <pc:spChg chg="mod">
          <ac:chgData name="SERGIO SPANO'" userId="3abdd0b9-513e-40ac-aad4-56920065037d" providerId="ADAL" clId="{2DCFDF45-1F6B-4A47-892B-C9094FDD5642}" dt="2022-03-21T11:08:19.259" v="1310" actId="27803"/>
          <ac:spMkLst>
            <pc:docMk/>
            <pc:sldMk cId="1175821773" sldId="258"/>
            <ac:spMk id="1951" creationId="{AFEFE9BF-E43D-4B33-AC2D-17BDF79C5F75}"/>
          </ac:spMkLst>
        </pc:spChg>
        <pc:spChg chg="mod">
          <ac:chgData name="SERGIO SPANO'" userId="3abdd0b9-513e-40ac-aad4-56920065037d" providerId="ADAL" clId="{2DCFDF45-1F6B-4A47-892B-C9094FDD5642}" dt="2022-03-21T11:08:19.259" v="1310" actId="27803"/>
          <ac:spMkLst>
            <pc:docMk/>
            <pc:sldMk cId="1175821773" sldId="258"/>
            <ac:spMk id="1952" creationId="{687281AE-A1F5-4126-A089-B5E15B810E29}"/>
          </ac:spMkLst>
        </pc:spChg>
        <pc:spChg chg="mod">
          <ac:chgData name="SERGIO SPANO'" userId="3abdd0b9-513e-40ac-aad4-56920065037d" providerId="ADAL" clId="{2DCFDF45-1F6B-4A47-892B-C9094FDD5642}" dt="2022-03-21T11:08:19.259" v="1310" actId="27803"/>
          <ac:spMkLst>
            <pc:docMk/>
            <pc:sldMk cId="1175821773" sldId="258"/>
            <ac:spMk id="1953" creationId="{CF23B784-16C4-4163-A108-2DB266C55740}"/>
          </ac:spMkLst>
        </pc:spChg>
        <pc:spChg chg="mod">
          <ac:chgData name="SERGIO SPANO'" userId="3abdd0b9-513e-40ac-aad4-56920065037d" providerId="ADAL" clId="{2DCFDF45-1F6B-4A47-892B-C9094FDD5642}" dt="2022-03-21T11:08:19.259" v="1310" actId="27803"/>
          <ac:spMkLst>
            <pc:docMk/>
            <pc:sldMk cId="1175821773" sldId="258"/>
            <ac:spMk id="1954" creationId="{A584159C-EDED-434F-A6F3-F21C19B82F3F}"/>
          </ac:spMkLst>
        </pc:spChg>
        <pc:spChg chg="mod">
          <ac:chgData name="SERGIO SPANO'" userId="3abdd0b9-513e-40ac-aad4-56920065037d" providerId="ADAL" clId="{2DCFDF45-1F6B-4A47-892B-C9094FDD5642}" dt="2022-03-21T11:08:19.259" v="1310" actId="27803"/>
          <ac:spMkLst>
            <pc:docMk/>
            <pc:sldMk cId="1175821773" sldId="258"/>
            <ac:spMk id="1955" creationId="{8DD705D2-4C8D-4FD3-AAEB-5A4779884786}"/>
          </ac:spMkLst>
        </pc:spChg>
        <pc:spChg chg="mod">
          <ac:chgData name="SERGIO SPANO'" userId="3abdd0b9-513e-40ac-aad4-56920065037d" providerId="ADAL" clId="{2DCFDF45-1F6B-4A47-892B-C9094FDD5642}" dt="2022-03-21T11:08:19.259" v="1310" actId="27803"/>
          <ac:spMkLst>
            <pc:docMk/>
            <pc:sldMk cId="1175821773" sldId="258"/>
            <ac:spMk id="1956" creationId="{1243817A-6768-4F17-9316-696E1D765C66}"/>
          </ac:spMkLst>
        </pc:spChg>
        <pc:spChg chg="mod">
          <ac:chgData name="SERGIO SPANO'" userId="3abdd0b9-513e-40ac-aad4-56920065037d" providerId="ADAL" clId="{2DCFDF45-1F6B-4A47-892B-C9094FDD5642}" dt="2022-03-21T11:08:19.259" v="1310" actId="27803"/>
          <ac:spMkLst>
            <pc:docMk/>
            <pc:sldMk cId="1175821773" sldId="258"/>
            <ac:spMk id="1957" creationId="{70B8A4A1-8B96-454E-8756-61533FDC823F}"/>
          </ac:spMkLst>
        </pc:spChg>
        <pc:spChg chg="mod">
          <ac:chgData name="SERGIO SPANO'" userId="3abdd0b9-513e-40ac-aad4-56920065037d" providerId="ADAL" clId="{2DCFDF45-1F6B-4A47-892B-C9094FDD5642}" dt="2022-03-21T11:08:19.259" v="1310" actId="27803"/>
          <ac:spMkLst>
            <pc:docMk/>
            <pc:sldMk cId="1175821773" sldId="258"/>
            <ac:spMk id="1958" creationId="{024A61C9-07FA-4FF4-9867-531666F84DF4}"/>
          </ac:spMkLst>
        </pc:spChg>
        <pc:spChg chg="mod">
          <ac:chgData name="SERGIO SPANO'" userId="3abdd0b9-513e-40ac-aad4-56920065037d" providerId="ADAL" clId="{2DCFDF45-1F6B-4A47-892B-C9094FDD5642}" dt="2022-03-21T11:08:19.259" v="1310" actId="27803"/>
          <ac:spMkLst>
            <pc:docMk/>
            <pc:sldMk cId="1175821773" sldId="258"/>
            <ac:spMk id="1959" creationId="{74C98EE5-DBDB-4494-80BC-A79E7F0929FE}"/>
          </ac:spMkLst>
        </pc:spChg>
        <pc:spChg chg="mod">
          <ac:chgData name="SERGIO SPANO'" userId="3abdd0b9-513e-40ac-aad4-56920065037d" providerId="ADAL" clId="{2DCFDF45-1F6B-4A47-892B-C9094FDD5642}" dt="2022-03-21T11:08:19.259" v="1310" actId="27803"/>
          <ac:spMkLst>
            <pc:docMk/>
            <pc:sldMk cId="1175821773" sldId="258"/>
            <ac:spMk id="1960" creationId="{53F69172-25A8-4C5C-B81F-C1EB4AD46F76}"/>
          </ac:spMkLst>
        </pc:spChg>
        <pc:spChg chg="mod">
          <ac:chgData name="SERGIO SPANO'" userId="3abdd0b9-513e-40ac-aad4-56920065037d" providerId="ADAL" clId="{2DCFDF45-1F6B-4A47-892B-C9094FDD5642}" dt="2022-03-21T11:08:19.259" v="1310" actId="27803"/>
          <ac:spMkLst>
            <pc:docMk/>
            <pc:sldMk cId="1175821773" sldId="258"/>
            <ac:spMk id="1961" creationId="{8044E14C-F5EE-4129-8F7D-6DF34CC462F6}"/>
          </ac:spMkLst>
        </pc:spChg>
        <pc:spChg chg="mod">
          <ac:chgData name="SERGIO SPANO'" userId="3abdd0b9-513e-40ac-aad4-56920065037d" providerId="ADAL" clId="{2DCFDF45-1F6B-4A47-892B-C9094FDD5642}" dt="2022-03-21T11:08:19.259" v="1310" actId="27803"/>
          <ac:spMkLst>
            <pc:docMk/>
            <pc:sldMk cId="1175821773" sldId="258"/>
            <ac:spMk id="1962" creationId="{90DF655A-3932-40AF-AE41-146268874B62}"/>
          </ac:spMkLst>
        </pc:spChg>
        <pc:spChg chg="mod">
          <ac:chgData name="SERGIO SPANO'" userId="3abdd0b9-513e-40ac-aad4-56920065037d" providerId="ADAL" clId="{2DCFDF45-1F6B-4A47-892B-C9094FDD5642}" dt="2022-03-21T11:08:19.259" v="1310" actId="27803"/>
          <ac:spMkLst>
            <pc:docMk/>
            <pc:sldMk cId="1175821773" sldId="258"/>
            <ac:spMk id="1963" creationId="{AE51C42F-DA07-4E8C-BBAD-1A16CD1A0CAA}"/>
          </ac:spMkLst>
        </pc:spChg>
        <pc:spChg chg="mod">
          <ac:chgData name="SERGIO SPANO'" userId="3abdd0b9-513e-40ac-aad4-56920065037d" providerId="ADAL" clId="{2DCFDF45-1F6B-4A47-892B-C9094FDD5642}" dt="2022-03-21T11:08:19.259" v="1310" actId="27803"/>
          <ac:spMkLst>
            <pc:docMk/>
            <pc:sldMk cId="1175821773" sldId="258"/>
            <ac:spMk id="1964" creationId="{C9901A3A-ED7D-4D8F-809A-109CF66AC9C4}"/>
          </ac:spMkLst>
        </pc:spChg>
        <pc:spChg chg="mod">
          <ac:chgData name="SERGIO SPANO'" userId="3abdd0b9-513e-40ac-aad4-56920065037d" providerId="ADAL" clId="{2DCFDF45-1F6B-4A47-892B-C9094FDD5642}" dt="2022-03-21T11:08:19.259" v="1310" actId="27803"/>
          <ac:spMkLst>
            <pc:docMk/>
            <pc:sldMk cId="1175821773" sldId="258"/>
            <ac:spMk id="1965" creationId="{26CD49B3-F2EC-47E4-A7F6-F29102A3FED2}"/>
          </ac:spMkLst>
        </pc:spChg>
        <pc:spChg chg="mod">
          <ac:chgData name="SERGIO SPANO'" userId="3abdd0b9-513e-40ac-aad4-56920065037d" providerId="ADAL" clId="{2DCFDF45-1F6B-4A47-892B-C9094FDD5642}" dt="2022-03-21T11:08:19.259" v="1310" actId="27803"/>
          <ac:spMkLst>
            <pc:docMk/>
            <pc:sldMk cId="1175821773" sldId="258"/>
            <ac:spMk id="1966" creationId="{253A5EBA-005B-4CFC-96FA-71F536003722}"/>
          </ac:spMkLst>
        </pc:spChg>
        <pc:spChg chg="mod">
          <ac:chgData name="SERGIO SPANO'" userId="3abdd0b9-513e-40ac-aad4-56920065037d" providerId="ADAL" clId="{2DCFDF45-1F6B-4A47-892B-C9094FDD5642}" dt="2022-03-21T11:08:19.259" v="1310" actId="27803"/>
          <ac:spMkLst>
            <pc:docMk/>
            <pc:sldMk cId="1175821773" sldId="258"/>
            <ac:spMk id="1967" creationId="{CBAE4404-E33A-4541-8023-DCEFAB68C788}"/>
          </ac:spMkLst>
        </pc:spChg>
        <pc:spChg chg="mod">
          <ac:chgData name="SERGIO SPANO'" userId="3abdd0b9-513e-40ac-aad4-56920065037d" providerId="ADAL" clId="{2DCFDF45-1F6B-4A47-892B-C9094FDD5642}" dt="2022-03-21T11:08:19.259" v="1310" actId="27803"/>
          <ac:spMkLst>
            <pc:docMk/>
            <pc:sldMk cId="1175821773" sldId="258"/>
            <ac:spMk id="1968" creationId="{3F0AD8BB-5A93-401E-9BF1-4FF9CB0EA6D7}"/>
          </ac:spMkLst>
        </pc:spChg>
        <pc:spChg chg="mod">
          <ac:chgData name="SERGIO SPANO'" userId="3abdd0b9-513e-40ac-aad4-56920065037d" providerId="ADAL" clId="{2DCFDF45-1F6B-4A47-892B-C9094FDD5642}" dt="2022-03-21T11:08:19.259" v="1310" actId="27803"/>
          <ac:spMkLst>
            <pc:docMk/>
            <pc:sldMk cId="1175821773" sldId="258"/>
            <ac:spMk id="1969" creationId="{F3A3384B-A2F4-4F62-8503-7566A0C92BA1}"/>
          </ac:spMkLst>
        </pc:spChg>
        <pc:spChg chg="mod">
          <ac:chgData name="SERGIO SPANO'" userId="3abdd0b9-513e-40ac-aad4-56920065037d" providerId="ADAL" clId="{2DCFDF45-1F6B-4A47-892B-C9094FDD5642}" dt="2022-03-21T11:08:19.259" v="1310" actId="27803"/>
          <ac:spMkLst>
            <pc:docMk/>
            <pc:sldMk cId="1175821773" sldId="258"/>
            <ac:spMk id="1970" creationId="{2139BCA7-32F7-4D3B-AA69-57F5B9E5D7D2}"/>
          </ac:spMkLst>
        </pc:spChg>
        <pc:spChg chg="mod">
          <ac:chgData name="SERGIO SPANO'" userId="3abdd0b9-513e-40ac-aad4-56920065037d" providerId="ADAL" clId="{2DCFDF45-1F6B-4A47-892B-C9094FDD5642}" dt="2022-03-21T11:08:19.259" v="1310" actId="27803"/>
          <ac:spMkLst>
            <pc:docMk/>
            <pc:sldMk cId="1175821773" sldId="258"/>
            <ac:spMk id="1971" creationId="{3CAD38A6-C80B-44DF-8401-C6EB5BB1BCCB}"/>
          </ac:spMkLst>
        </pc:spChg>
        <pc:spChg chg="mod">
          <ac:chgData name="SERGIO SPANO'" userId="3abdd0b9-513e-40ac-aad4-56920065037d" providerId="ADAL" clId="{2DCFDF45-1F6B-4A47-892B-C9094FDD5642}" dt="2022-03-21T11:08:19.259" v="1310" actId="27803"/>
          <ac:spMkLst>
            <pc:docMk/>
            <pc:sldMk cId="1175821773" sldId="258"/>
            <ac:spMk id="1972" creationId="{D94A6D56-D4EF-4630-8639-DDC70F822A54}"/>
          </ac:spMkLst>
        </pc:spChg>
        <pc:spChg chg="mod">
          <ac:chgData name="SERGIO SPANO'" userId="3abdd0b9-513e-40ac-aad4-56920065037d" providerId="ADAL" clId="{2DCFDF45-1F6B-4A47-892B-C9094FDD5642}" dt="2022-03-21T11:08:19.259" v="1310" actId="27803"/>
          <ac:spMkLst>
            <pc:docMk/>
            <pc:sldMk cId="1175821773" sldId="258"/>
            <ac:spMk id="1973" creationId="{C22E916C-FDDA-4EC9-9153-2C5ACB341ECD}"/>
          </ac:spMkLst>
        </pc:spChg>
        <pc:spChg chg="mod">
          <ac:chgData name="SERGIO SPANO'" userId="3abdd0b9-513e-40ac-aad4-56920065037d" providerId="ADAL" clId="{2DCFDF45-1F6B-4A47-892B-C9094FDD5642}" dt="2022-03-21T11:08:19.259" v="1310" actId="27803"/>
          <ac:spMkLst>
            <pc:docMk/>
            <pc:sldMk cId="1175821773" sldId="258"/>
            <ac:spMk id="1974" creationId="{510555C9-0C28-4045-BE64-98CCDA0DA0AD}"/>
          </ac:spMkLst>
        </pc:spChg>
        <pc:spChg chg="mod">
          <ac:chgData name="SERGIO SPANO'" userId="3abdd0b9-513e-40ac-aad4-56920065037d" providerId="ADAL" clId="{2DCFDF45-1F6B-4A47-892B-C9094FDD5642}" dt="2022-03-21T11:08:19.259" v="1310" actId="27803"/>
          <ac:spMkLst>
            <pc:docMk/>
            <pc:sldMk cId="1175821773" sldId="258"/>
            <ac:spMk id="1975" creationId="{004F0CE6-C245-4404-A594-979DB43DCA15}"/>
          </ac:spMkLst>
        </pc:spChg>
        <pc:spChg chg="mod">
          <ac:chgData name="SERGIO SPANO'" userId="3abdd0b9-513e-40ac-aad4-56920065037d" providerId="ADAL" clId="{2DCFDF45-1F6B-4A47-892B-C9094FDD5642}" dt="2022-03-21T11:08:19.259" v="1310" actId="27803"/>
          <ac:spMkLst>
            <pc:docMk/>
            <pc:sldMk cId="1175821773" sldId="258"/>
            <ac:spMk id="1976" creationId="{E4C31513-7C1F-4A51-8EA6-373AAE8990A5}"/>
          </ac:spMkLst>
        </pc:spChg>
        <pc:spChg chg="mod">
          <ac:chgData name="SERGIO SPANO'" userId="3abdd0b9-513e-40ac-aad4-56920065037d" providerId="ADAL" clId="{2DCFDF45-1F6B-4A47-892B-C9094FDD5642}" dt="2022-03-21T11:08:19.259" v="1310" actId="27803"/>
          <ac:spMkLst>
            <pc:docMk/>
            <pc:sldMk cId="1175821773" sldId="258"/>
            <ac:spMk id="1977" creationId="{26942ADF-53B8-469F-AC92-127F2EC852D3}"/>
          </ac:spMkLst>
        </pc:spChg>
        <pc:spChg chg="mod">
          <ac:chgData name="SERGIO SPANO'" userId="3abdd0b9-513e-40ac-aad4-56920065037d" providerId="ADAL" clId="{2DCFDF45-1F6B-4A47-892B-C9094FDD5642}" dt="2022-03-21T11:08:19.259" v="1310" actId="27803"/>
          <ac:spMkLst>
            <pc:docMk/>
            <pc:sldMk cId="1175821773" sldId="258"/>
            <ac:spMk id="1978" creationId="{639B4AB3-AF01-49BE-B898-2CCB07DAF86C}"/>
          </ac:spMkLst>
        </pc:spChg>
        <pc:spChg chg="mod">
          <ac:chgData name="SERGIO SPANO'" userId="3abdd0b9-513e-40ac-aad4-56920065037d" providerId="ADAL" clId="{2DCFDF45-1F6B-4A47-892B-C9094FDD5642}" dt="2022-03-21T11:08:19.259" v="1310" actId="27803"/>
          <ac:spMkLst>
            <pc:docMk/>
            <pc:sldMk cId="1175821773" sldId="258"/>
            <ac:spMk id="1979" creationId="{23529852-E82B-42A2-AFE6-24E31F57EF46}"/>
          </ac:spMkLst>
        </pc:spChg>
        <pc:spChg chg="mod">
          <ac:chgData name="SERGIO SPANO'" userId="3abdd0b9-513e-40ac-aad4-56920065037d" providerId="ADAL" clId="{2DCFDF45-1F6B-4A47-892B-C9094FDD5642}" dt="2022-03-21T11:08:19.259" v="1310" actId="27803"/>
          <ac:spMkLst>
            <pc:docMk/>
            <pc:sldMk cId="1175821773" sldId="258"/>
            <ac:spMk id="1980" creationId="{E11E4B38-687D-4816-A615-ECC5808667C0}"/>
          </ac:spMkLst>
        </pc:spChg>
        <pc:spChg chg="mod">
          <ac:chgData name="SERGIO SPANO'" userId="3abdd0b9-513e-40ac-aad4-56920065037d" providerId="ADAL" clId="{2DCFDF45-1F6B-4A47-892B-C9094FDD5642}" dt="2022-03-21T11:08:19.259" v="1310" actId="27803"/>
          <ac:spMkLst>
            <pc:docMk/>
            <pc:sldMk cId="1175821773" sldId="258"/>
            <ac:spMk id="1981" creationId="{55A445D9-8178-49B7-BC1C-168AA9FB0A01}"/>
          </ac:spMkLst>
        </pc:spChg>
        <pc:spChg chg="mod">
          <ac:chgData name="SERGIO SPANO'" userId="3abdd0b9-513e-40ac-aad4-56920065037d" providerId="ADAL" clId="{2DCFDF45-1F6B-4A47-892B-C9094FDD5642}" dt="2022-03-21T11:08:19.259" v="1310" actId="27803"/>
          <ac:spMkLst>
            <pc:docMk/>
            <pc:sldMk cId="1175821773" sldId="258"/>
            <ac:spMk id="1982" creationId="{27923B77-C1E3-4927-9B26-FDB6B89A6195}"/>
          </ac:spMkLst>
        </pc:spChg>
        <pc:spChg chg="mod">
          <ac:chgData name="SERGIO SPANO'" userId="3abdd0b9-513e-40ac-aad4-56920065037d" providerId="ADAL" clId="{2DCFDF45-1F6B-4A47-892B-C9094FDD5642}" dt="2022-03-21T11:08:19.259" v="1310" actId="27803"/>
          <ac:spMkLst>
            <pc:docMk/>
            <pc:sldMk cId="1175821773" sldId="258"/>
            <ac:spMk id="1983" creationId="{CD1665AC-1035-4AB7-A26A-27F3E5A6120D}"/>
          </ac:spMkLst>
        </pc:spChg>
        <pc:spChg chg="mod">
          <ac:chgData name="SERGIO SPANO'" userId="3abdd0b9-513e-40ac-aad4-56920065037d" providerId="ADAL" clId="{2DCFDF45-1F6B-4A47-892B-C9094FDD5642}" dt="2022-03-21T11:08:19.259" v="1310" actId="27803"/>
          <ac:spMkLst>
            <pc:docMk/>
            <pc:sldMk cId="1175821773" sldId="258"/>
            <ac:spMk id="1984" creationId="{FAD88C7E-A7CC-47AD-864D-823F53E904CB}"/>
          </ac:spMkLst>
        </pc:spChg>
        <pc:spChg chg="mod">
          <ac:chgData name="SERGIO SPANO'" userId="3abdd0b9-513e-40ac-aad4-56920065037d" providerId="ADAL" clId="{2DCFDF45-1F6B-4A47-892B-C9094FDD5642}" dt="2022-03-21T11:08:19.259" v="1310" actId="27803"/>
          <ac:spMkLst>
            <pc:docMk/>
            <pc:sldMk cId="1175821773" sldId="258"/>
            <ac:spMk id="1985" creationId="{E463CA82-70F2-4501-B714-D5FB7E7F8548}"/>
          </ac:spMkLst>
        </pc:spChg>
        <pc:spChg chg="mod">
          <ac:chgData name="SERGIO SPANO'" userId="3abdd0b9-513e-40ac-aad4-56920065037d" providerId="ADAL" clId="{2DCFDF45-1F6B-4A47-892B-C9094FDD5642}" dt="2022-03-21T11:08:19.259" v="1310" actId="27803"/>
          <ac:spMkLst>
            <pc:docMk/>
            <pc:sldMk cId="1175821773" sldId="258"/>
            <ac:spMk id="1986" creationId="{BC29696F-629A-4CD2-A539-F9EA082E81B1}"/>
          </ac:spMkLst>
        </pc:spChg>
        <pc:spChg chg="mod">
          <ac:chgData name="SERGIO SPANO'" userId="3abdd0b9-513e-40ac-aad4-56920065037d" providerId="ADAL" clId="{2DCFDF45-1F6B-4A47-892B-C9094FDD5642}" dt="2022-03-21T11:08:19.259" v="1310" actId="27803"/>
          <ac:spMkLst>
            <pc:docMk/>
            <pc:sldMk cId="1175821773" sldId="258"/>
            <ac:spMk id="1987" creationId="{F19CFA03-7139-464A-9D5B-301747E5BFC0}"/>
          </ac:spMkLst>
        </pc:spChg>
        <pc:spChg chg="mod">
          <ac:chgData name="SERGIO SPANO'" userId="3abdd0b9-513e-40ac-aad4-56920065037d" providerId="ADAL" clId="{2DCFDF45-1F6B-4A47-892B-C9094FDD5642}" dt="2022-03-21T11:08:19.259" v="1310" actId="27803"/>
          <ac:spMkLst>
            <pc:docMk/>
            <pc:sldMk cId="1175821773" sldId="258"/>
            <ac:spMk id="1988" creationId="{8935C073-76D4-40F7-9B00-0FDB3DC94CA1}"/>
          </ac:spMkLst>
        </pc:spChg>
        <pc:spChg chg="mod">
          <ac:chgData name="SERGIO SPANO'" userId="3abdd0b9-513e-40ac-aad4-56920065037d" providerId="ADAL" clId="{2DCFDF45-1F6B-4A47-892B-C9094FDD5642}" dt="2022-03-21T11:08:19.259" v="1310" actId="27803"/>
          <ac:spMkLst>
            <pc:docMk/>
            <pc:sldMk cId="1175821773" sldId="258"/>
            <ac:spMk id="1989" creationId="{C5576F94-6E11-4598-8EA5-A8529C4EFC7A}"/>
          </ac:spMkLst>
        </pc:spChg>
        <pc:spChg chg="mod">
          <ac:chgData name="SERGIO SPANO'" userId="3abdd0b9-513e-40ac-aad4-56920065037d" providerId="ADAL" clId="{2DCFDF45-1F6B-4A47-892B-C9094FDD5642}" dt="2022-03-21T11:08:19.259" v="1310" actId="27803"/>
          <ac:spMkLst>
            <pc:docMk/>
            <pc:sldMk cId="1175821773" sldId="258"/>
            <ac:spMk id="1990" creationId="{634E1852-5CA7-4FE3-9C8F-B09B6B28DFAC}"/>
          </ac:spMkLst>
        </pc:spChg>
        <pc:spChg chg="mod">
          <ac:chgData name="SERGIO SPANO'" userId="3abdd0b9-513e-40ac-aad4-56920065037d" providerId="ADAL" clId="{2DCFDF45-1F6B-4A47-892B-C9094FDD5642}" dt="2022-03-21T11:08:19.259" v="1310" actId="27803"/>
          <ac:spMkLst>
            <pc:docMk/>
            <pc:sldMk cId="1175821773" sldId="258"/>
            <ac:spMk id="1991" creationId="{C23DFC1D-D2F7-4ED5-B33B-7EEF71B377E6}"/>
          </ac:spMkLst>
        </pc:spChg>
        <pc:spChg chg="mod">
          <ac:chgData name="SERGIO SPANO'" userId="3abdd0b9-513e-40ac-aad4-56920065037d" providerId="ADAL" clId="{2DCFDF45-1F6B-4A47-892B-C9094FDD5642}" dt="2022-03-21T11:08:19.259" v="1310" actId="27803"/>
          <ac:spMkLst>
            <pc:docMk/>
            <pc:sldMk cId="1175821773" sldId="258"/>
            <ac:spMk id="1992" creationId="{16A417F7-2F76-49E3-A121-C8BD6BD3F1E8}"/>
          </ac:spMkLst>
        </pc:spChg>
        <pc:spChg chg="mod">
          <ac:chgData name="SERGIO SPANO'" userId="3abdd0b9-513e-40ac-aad4-56920065037d" providerId="ADAL" clId="{2DCFDF45-1F6B-4A47-892B-C9094FDD5642}" dt="2022-03-21T11:08:19.259" v="1310" actId="27803"/>
          <ac:spMkLst>
            <pc:docMk/>
            <pc:sldMk cId="1175821773" sldId="258"/>
            <ac:spMk id="1993" creationId="{87D7470A-7FDA-45AD-B53D-E6D4C6D726C9}"/>
          </ac:spMkLst>
        </pc:spChg>
        <pc:spChg chg="mod">
          <ac:chgData name="SERGIO SPANO'" userId="3abdd0b9-513e-40ac-aad4-56920065037d" providerId="ADAL" clId="{2DCFDF45-1F6B-4A47-892B-C9094FDD5642}" dt="2022-03-21T11:08:19.259" v="1310" actId="27803"/>
          <ac:spMkLst>
            <pc:docMk/>
            <pc:sldMk cId="1175821773" sldId="258"/>
            <ac:spMk id="1994" creationId="{7466DD7C-6D34-4762-967F-7DD7001841E9}"/>
          </ac:spMkLst>
        </pc:spChg>
        <pc:spChg chg="mod">
          <ac:chgData name="SERGIO SPANO'" userId="3abdd0b9-513e-40ac-aad4-56920065037d" providerId="ADAL" clId="{2DCFDF45-1F6B-4A47-892B-C9094FDD5642}" dt="2022-03-21T11:08:19.259" v="1310" actId="27803"/>
          <ac:spMkLst>
            <pc:docMk/>
            <pc:sldMk cId="1175821773" sldId="258"/>
            <ac:spMk id="1995" creationId="{244185E7-9983-42F9-AD90-72CCE7BFFAF2}"/>
          </ac:spMkLst>
        </pc:spChg>
        <pc:spChg chg="mod">
          <ac:chgData name="SERGIO SPANO'" userId="3abdd0b9-513e-40ac-aad4-56920065037d" providerId="ADAL" clId="{2DCFDF45-1F6B-4A47-892B-C9094FDD5642}" dt="2022-03-21T11:08:19.259" v="1310" actId="27803"/>
          <ac:spMkLst>
            <pc:docMk/>
            <pc:sldMk cId="1175821773" sldId="258"/>
            <ac:spMk id="1996" creationId="{94F91BC8-F093-4CF0-9E4F-5847C17CB705}"/>
          </ac:spMkLst>
        </pc:spChg>
        <pc:spChg chg="mod">
          <ac:chgData name="SERGIO SPANO'" userId="3abdd0b9-513e-40ac-aad4-56920065037d" providerId="ADAL" clId="{2DCFDF45-1F6B-4A47-892B-C9094FDD5642}" dt="2022-03-21T11:08:19.259" v="1310" actId="27803"/>
          <ac:spMkLst>
            <pc:docMk/>
            <pc:sldMk cId="1175821773" sldId="258"/>
            <ac:spMk id="1997" creationId="{E7307CA0-0549-46EB-93ED-F019DA7BA9B5}"/>
          </ac:spMkLst>
        </pc:spChg>
        <pc:spChg chg="mod">
          <ac:chgData name="SERGIO SPANO'" userId="3abdd0b9-513e-40ac-aad4-56920065037d" providerId="ADAL" clId="{2DCFDF45-1F6B-4A47-892B-C9094FDD5642}" dt="2022-03-21T11:08:19.259" v="1310" actId="27803"/>
          <ac:spMkLst>
            <pc:docMk/>
            <pc:sldMk cId="1175821773" sldId="258"/>
            <ac:spMk id="1998" creationId="{A2F1436C-434C-42BA-92B6-19460A0DB2F5}"/>
          </ac:spMkLst>
        </pc:spChg>
        <pc:spChg chg="mod">
          <ac:chgData name="SERGIO SPANO'" userId="3abdd0b9-513e-40ac-aad4-56920065037d" providerId="ADAL" clId="{2DCFDF45-1F6B-4A47-892B-C9094FDD5642}" dt="2022-03-21T11:08:19.259" v="1310" actId="27803"/>
          <ac:spMkLst>
            <pc:docMk/>
            <pc:sldMk cId="1175821773" sldId="258"/>
            <ac:spMk id="1999" creationId="{EFFF5F27-798C-4E98-832B-64A8C769654A}"/>
          </ac:spMkLst>
        </pc:spChg>
        <pc:spChg chg="mod">
          <ac:chgData name="SERGIO SPANO'" userId="3abdd0b9-513e-40ac-aad4-56920065037d" providerId="ADAL" clId="{2DCFDF45-1F6B-4A47-892B-C9094FDD5642}" dt="2022-03-21T11:08:19.259" v="1310" actId="27803"/>
          <ac:spMkLst>
            <pc:docMk/>
            <pc:sldMk cId="1175821773" sldId="258"/>
            <ac:spMk id="2000" creationId="{69029318-1A04-468C-9178-BA09C9F04690}"/>
          </ac:spMkLst>
        </pc:spChg>
        <pc:spChg chg="mod">
          <ac:chgData name="SERGIO SPANO'" userId="3abdd0b9-513e-40ac-aad4-56920065037d" providerId="ADAL" clId="{2DCFDF45-1F6B-4A47-892B-C9094FDD5642}" dt="2022-03-21T11:08:19.259" v="1310" actId="27803"/>
          <ac:spMkLst>
            <pc:docMk/>
            <pc:sldMk cId="1175821773" sldId="258"/>
            <ac:spMk id="2001" creationId="{23D0009A-0491-4F8E-BDDC-A4253E53540E}"/>
          </ac:spMkLst>
        </pc:spChg>
        <pc:spChg chg="mod">
          <ac:chgData name="SERGIO SPANO'" userId="3abdd0b9-513e-40ac-aad4-56920065037d" providerId="ADAL" clId="{2DCFDF45-1F6B-4A47-892B-C9094FDD5642}" dt="2022-03-21T11:08:19.259" v="1310" actId="27803"/>
          <ac:spMkLst>
            <pc:docMk/>
            <pc:sldMk cId="1175821773" sldId="258"/>
            <ac:spMk id="2002" creationId="{6EFCED2F-2244-4E53-97D0-00339556B337}"/>
          </ac:spMkLst>
        </pc:spChg>
        <pc:spChg chg="mod">
          <ac:chgData name="SERGIO SPANO'" userId="3abdd0b9-513e-40ac-aad4-56920065037d" providerId="ADAL" clId="{2DCFDF45-1F6B-4A47-892B-C9094FDD5642}" dt="2022-03-21T11:08:19.259" v="1310" actId="27803"/>
          <ac:spMkLst>
            <pc:docMk/>
            <pc:sldMk cId="1175821773" sldId="258"/>
            <ac:spMk id="2003" creationId="{ABDA7965-A90D-4E0D-866D-1FD50E32571B}"/>
          </ac:spMkLst>
        </pc:spChg>
        <pc:spChg chg="mod">
          <ac:chgData name="SERGIO SPANO'" userId="3abdd0b9-513e-40ac-aad4-56920065037d" providerId="ADAL" clId="{2DCFDF45-1F6B-4A47-892B-C9094FDD5642}" dt="2022-03-21T11:08:19.259" v="1310" actId="27803"/>
          <ac:spMkLst>
            <pc:docMk/>
            <pc:sldMk cId="1175821773" sldId="258"/>
            <ac:spMk id="2004" creationId="{B936B5D2-FBA0-4200-8C9D-97056EFF8024}"/>
          </ac:spMkLst>
        </pc:spChg>
        <pc:spChg chg="mod">
          <ac:chgData name="SERGIO SPANO'" userId="3abdd0b9-513e-40ac-aad4-56920065037d" providerId="ADAL" clId="{2DCFDF45-1F6B-4A47-892B-C9094FDD5642}" dt="2022-03-21T11:08:19.259" v="1310" actId="27803"/>
          <ac:spMkLst>
            <pc:docMk/>
            <pc:sldMk cId="1175821773" sldId="258"/>
            <ac:spMk id="2005" creationId="{C58BF9CC-31AE-4162-993C-84433AD706BE}"/>
          </ac:spMkLst>
        </pc:spChg>
        <pc:spChg chg="mod">
          <ac:chgData name="SERGIO SPANO'" userId="3abdd0b9-513e-40ac-aad4-56920065037d" providerId="ADAL" clId="{2DCFDF45-1F6B-4A47-892B-C9094FDD5642}" dt="2022-03-21T11:08:19.259" v="1310" actId="27803"/>
          <ac:spMkLst>
            <pc:docMk/>
            <pc:sldMk cId="1175821773" sldId="258"/>
            <ac:spMk id="2006" creationId="{40E685B4-A498-459B-83FA-B699F164111A}"/>
          </ac:spMkLst>
        </pc:spChg>
        <pc:spChg chg="mod">
          <ac:chgData name="SERGIO SPANO'" userId="3abdd0b9-513e-40ac-aad4-56920065037d" providerId="ADAL" clId="{2DCFDF45-1F6B-4A47-892B-C9094FDD5642}" dt="2022-03-21T11:08:19.259" v="1310" actId="27803"/>
          <ac:spMkLst>
            <pc:docMk/>
            <pc:sldMk cId="1175821773" sldId="258"/>
            <ac:spMk id="2007" creationId="{7CF827E8-AC4E-44EF-B0D5-999150667A8D}"/>
          </ac:spMkLst>
        </pc:spChg>
        <pc:spChg chg="mod">
          <ac:chgData name="SERGIO SPANO'" userId="3abdd0b9-513e-40ac-aad4-56920065037d" providerId="ADAL" clId="{2DCFDF45-1F6B-4A47-892B-C9094FDD5642}" dt="2022-03-21T11:08:19.259" v="1310" actId="27803"/>
          <ac:spMkLst>
            <pc:docMk/>
            <pc:sldMk cId="1175821773" sldId="258"/>
            <ac:spMk id="2008" creationId="{E54F7B00-7121-4D6D-944A-192640062142}"/>
          </ac:spMkLst>
        </pc:spChg>
        <pc:spChg chg="mod">
          <ac:chgData name="SERGIO SPANO'" userId="3abdd0b9-513e-40ac-aad4-56920065037d" providerId="ADAL" clId="{2DCFDF45-1F6B-4A47-892B-C9094FDD5642}" dt="2022-03-21T11:08:19.259" v="1310" actId="27803"/>
          <ac:spMkLst>
            <pc:docMk/>
            <pc:sldMk cId="1175821773" sldId="258"/>
            <ac:spMk id="2009" creationId="{4FA1E7E9-FC3B-48A2-BEFF-C17828F5F8B3}"/>
          </ac:spMkLst>
        </pc:spChg>
        <pc:spChg chg="mod">
          <ac:chgData name="SERGIO SPANO'" userId="3abdd0b9-513e-40ac-aad4-56920065037d" providerId="ADAL" clId="{2DCFDF45-1F6B-4A47-892B-C9094FDD5642}" dt="2022-03-21T11:08:19.259" v="1310" actId="27803"/>
          <ac:spMkLst>
            <pc:docMk/>
            <pc:sldMk cId="1175821773" sldId="258"/>
            <ac:spMk id="2010" creationId="{6594F3BF-D2A0-42AF-995A-F231A8DDD88B}"/>
          </ac:spMkLst>
        </pc:spChg>
        <pc:spChg chg="mod">
          <ac:chgData name="SERGIO SPANO'" userId="3abdd0b9-513e-40ac-aad4-56920065037d" providerId="ADAL" clId="{2DCFDF45-1F6B-4A47-892B-C9094FDD5642}" dt="2022-03-21T11:08:19.259" v="1310" actId="27803"/>
          <ac:spMkLst>
            <pc:docMk/>
            <pc:sldMk cId="1175821773" sldId="258"/>
            <ac:spMk id="2011" creationId="{5A17C4AE-A9AC-4CF7-887B-02975088F0ED}"/>
          </ac:spMkLst>
        </pc:spChg>
        <pc:spChg chg="mod">
          <ac:chgData name="SERGIO SPANO'" userId="3abdd0b9-513e-40ac-aad4-56920065037d" providerId="ADAL" clId="{2DCFDF45-1F6B-4A47-892B-C9094FDD5642}" dt="2022-03-21T11:08:19.259" v="1310" actId="27803"/>
          <ac:spMkLst>
            <pc:docMk/>
            <pc:sldMk cId="1175821773" sldId="258"/>
            <ac:spMk id="2012" creationId="{891A0895-5CF5-469E-B3AA-5F052B1D4539}"/>
          </ac:spMkLst>
        </pc:spChg>
        <pc:spChg chg="mod">
          <ac:chgData name="SERGIO SPANO'" userId="3abdd0b9-513e-40ac-aad4-56920065037d" providerId="ADAL" clId="{2DCFDF45-1F6B-4A47-892B-C9094FDD5642}" dt="2022-03-21T11:08:19.259" v="1310" actId="27803"/>
          <ac:spMkLst>
            <pc:docMk/>
            <pc:sldMk cId="1175821773" sldId="258"/>
            <ac:spMk id="2013" creationId="{769B1BAA-8EE8-484A-BF66-8C8AF245BA21}"/>
          </ac:spMkLst>
        </pc:spChg>
        <pc:spChg chg="mod">
          <ac:chgData name="SERGIO SPANO'" userId="3abdd0b9-513e-40ac-aad4-56920065037d" providerId="ADAL" clId="{2DCFDF45-1F6B-4A47-892B-C9094FDD5642}" dt="2022-03-21T11:08:19.259" v="1310" actId="27803"/>
          <ac:spMkLst>
            <pc:docMk/>
            <pc:sldMk cId="1175821773" sldId="258"/>
            <ac:spMk id="2014" creationId="{F6C859BE-23DA-4559-BCA4-166D990F0269}"/>
          </ac:spMkLst>
        </pc:spChg>
        <pc:spChg chg="mod">
          <ac:chgData name="SERGIO SPANO'" userId="3abdd0b9-513e-40ac-aad4-56920065037d" providerId="ADAL" clId="{2DCFDF45-1F6B-4A47-892B-C9094FDD5642}" dt="2022-03-21T11:08:19.259" v="1310" actId="27803"/>
          <ac:spMkLst>
            <pc:docMk/>
            <pc:sldMk cId="1175821773" sldId="258"/>
            <ac:spMk id="2015" creationId="{F0B49699-F18B-4D2E-955D-2BD32DF9990D}"/>
          </ac:spMkLst>
        </pc:spChg>
        <pc:spChg chg="mod">
          <ac:chgData name="SERGIO SPANO'" userId="3abdd0b9-513e-40ac-aad4-56920065037d" providerId="ADAL" clId="{2DCFDF45-1F6B-4A47-892B-C9094FDD5642}" dt="2022-03-21T11:08:19.259" v="1310" actId="27803"/>
          <ac:spMkLst>
            <pc:docMk/>
            <pc:sldMk cId="1175821773" sldId="258"/>
            <ac:spMk id="2016" creationId="{DAA5EB4E-5E16-4C0F-BCEE-5B8F5004823A}"/>
          </ac:spMkLst>
        </pc:spChg>
        <pc:spChg chg="mod">
          <ac:chgData name="SERGIO SPANO'" userId="3abdd0b9-513e-40ac-aad4-56920065037d" providerId="ADAL" clId="{2DCFDF45-1F6B-4A47-892B-C9094FDD5642}" dt="2022-03-21T11:08:19.259" v="1310" actId="27803"/>
          <ac:spMkLst>
            <pc:docMk/>
            <pc:sldMk cId="1175821773" sldId="258"/>
            <ac:spMk id="2017" creationId="{8AB92C87-D667-4A02-8DB7-B7D30B192D2E}"/>
          </ac:spMkLst>
        </pc:spChg>
        <pc:spChg chg="mod">
          <ac:chgData name="SERGIO SPANO'" userId="3abdd0b9-513e-40ac-aad4-56920065037d" providerId="ADAL" clId="{2DCFDF45-1F6B-4A47-892B-C9094FDD5642}" dt="2022-03-21T11:08:19.259" v="1310" actId="27803"/>
          <ac:spMkLst>
            <pc:docMk/>
            <pc:sldMk cId="1175821773" sldId="258"/>
            <ac:spMk id="2018" creationId="{D204EF4A-01F7-48B5-AEB4-148ACF9393B3}"/>
          </ac:spMkLst>
        </pc:spChg>
        <pc:spChg chg="mod">
          <ac:chgData name="SERGIO SPANO'" userId="3abdd0b9-513e-40ac-aad4-56920065037d" providerId="ADAL" clId="{2DCFDF45-1F6B-4A47-892B-C9094FDD5642}" dt="2022-03-21T11:08:19.259" v="1310" actId="27803"/>
          <ac:spMkLst>
            <pc:docMk/>
            <pc:sldMk cId="1175821773" sldId="258"/>
            <ac:spMk id="2019" creationId="{03DB7788-9195-4584-8BCC-DC1C15F3E38F}"/>
          </ac:spMkLst>
        </pc:spChg>
        <pc:spChg chg="mod">
          <ac:chgData name="SERGIO SPANO'" userId="3abdd0b9-513e-40ac-aad4-56920065037d" providerId="ADAL" clId="{2DCFDF45-1F6B-4A47-892B-C9094FDD5642}" dt="2022-03-21T11:08:19.259" v="1310" actId="27803"/>
          <ac:spMkLst>
            <pc:docMk/>
            <pc:sldMk cId="1175821773" sldId="258"/>
            <ac:spMk id="2020" creationId="{F5F5B035-A75D-4579-A560-F45DE5E283D8}"/>
          </ac:spMkLst>
        </pc:spChg>
        <pc:spChg chg="mod">
          <ac:chgData name="SERGIO SPANO'" userId="3abdd0b9-513e-40ac-aad4-56920065037d" providerId="ADAL" clId="{2DCFDF45-1F6B-4A47-892B-C9094FDD5642}" dt="2022-03-21T11:08:19.259" v="1310" actId="27803"/>
          <ac:spMkLst>
            <pc:docMk/>
            <pc:sldMk cId="1175821773" sldId="258"/>
            <ac:spMk id="2021" creationId="{7C279404-E942-4753-A679-B39C70E9647E}"/>
          </ac:spMkLst>
        </pc:spChg>
        <pc:spChg chg="mod">
          <ac:chgData name="SERGIO SPANO'" userId="3abdd0b9-513e-40ac-aad4-56920065037d" providerId="ADAL" clId="{2DCFDF45-1F6B-4A47-892B-C9094FDD5642}" dt="2022-03-21T11:08:19.259" v="1310" actId="27803"/>
          <ac:spMkLst>
            <pc:docMk/>
            <pc:sldMk cId="1175821773" sldId="258"/>
            <ac:spMk id="2022" creationId="{F235D415-08EB-4E49-9B94-ADE68A28C208}"/>
          </ac:spMkLst>
        </pc:spChg>
        <pc:spChg chg="mod">
          <ac:chgData name="SERGIO SPANO'" userId="3abdd0b9-513e-40ac-aad4-56920065037d" providerId="ADAL" clId="{2DCFDF45-1F6B-4A47-892B-C9094FDD5642}" dt="2022-03-21T11:08:19.259" v="1310" actId="27803"/>
          <ac:spMkLst>
            <pc:docMk/>
            <pc:sldMk cId="1175821773" sldId="258"/>
            <ac:spMk id="2023" creationId="{BAB6D9CD-D98F-415B-9098-8E36BF4712A5}"/>
          </ac:spMkLst>
        </pc:spChg>
        <pc:spChg chg="mod">
          <ac:chgData name="SERGIO SPANO'" userId="3abdd0b9-513e-40ac-aad4-56920065037d" providerId="ADAL" clId="{2DCFDF45-1F6B-4A47-892B-C9094FDD5642}" dt="2022-03-21T11:08:19.259" v="1310" actId="27803"/>
          <ac:spMkLst>
            <pc:docMk/>
            <pc:sldMk cId="1175821773" sldId="258"/>
            <ac:spMk id="2024" creationId="{D30D0033-1198-46D5-80F9-256FB35D142D}"/>
          </ac:spMkLst>
        </pc:spChg>
        <pc:spChg chg="mod">
          <ac:chgData name="SERGIO SPANO'" userId="3abdd0b9-513e-40ac-aad4-56920065037d" providerId="ADAL" clId="{2DCFDF45-1F6B-4A47-892B-C9094FDD5642}" dt="2022-03-21T11:08:19.259" v="1310" actId="27803"/>
          <ac:spMkLst>
            <pc:docMk/>
            <pc:sldMk cId="1175821773" sldId="258"/>
            <ac:spMk id="2025" creationId="{3FA422B7-55DF-4D76-B27E-D5E74EA7BE5C}"/>
          </ac:spMkLst>
        </pc:spChg>
        <pc:spChg chg="mod">
          <ac:chgData name="SERGIO SPANO'" userId="3abdd0b9-513e-40ac-aad4-56920065037d" providerId="ADAL" clId="{2DCFDF45-1F6B-4A47-892B-C9094FDD5642}" dt="2022-03-21T11:08:19.259" v="1310" actId="27803"/>
          <ac:spMkLst>
            <pc:docMk/>
            <pc:sldMk cId="1175821773" sldId="258"/>
            <ac:spMk id="2026" creationId="{4427557A-17D0-41CF-BDAB-212253139CF4}"/>
          </ac:spMkLst>
        </pc:spChg>
        <pc:spChg chg="mod">
          <ac:chgData name="SERGIO SPANO'" userId="3abdd0b9-513e-40ac-aad4-56920065037d" providerId="ADAL" clId="{2DCFDF45-1F6B-4A47-892B-C9094FDD5642}" dt="2022-03-21T11:08:19.259" v="1310" actId="27803"/>
          <ac:spMkLst>
            <pc:docMk/>
            <pc:sldMk cId="1175821773" sldId="258"/>
            <ac:spMk id="2027" creationId="{389FF0AE-CADD-41E9-9F79-59BD9E226912}"/>
          </ac:spMkLst>
        </pc:spChg>
        <pc:spChg chg="mod">
          <ac:chgData name="SERGIO SPANO'" userId="3abdd0b9-513e-40ac-aad4-56920065037d" providerId="ADAL" clId="{2DCFDF45-1F6B-4A47-892B-C9094FDD5642}" dt="2022-03-21T11:08:19.259" v="1310" actId="27803"/>
          <ac:spMkLst>
            <pc:docMk/>
            <pc:sldMk cId="1175821773" sldId="258"/>
            <ac:spMk id="2028" creationId="{42330569-F93C-4B14-B81D-DF52C352CFE4}"/>
          </ac:spMkLst>
        </pc:spChg>
        <pc:spChg chg="mod">
          <ac:chgData name="SERGIO SPANO'" userId="3abdd0b9-513e-40ac-aad4-56920065037d" providerId="ADAL" clId="{2DCFDF45-1F6B-4A47-892B-C9094FDD5642}" dt="2022-03-21T11:08:19.259" v="1310" actId="27803"/>
          <ac:spMkLst>
            <pc:docMk/>
            <pc:sldMk cId="1175821773" sldId="258"/>
            <ac:spMk id="2029" creationId="{48E63F78-9D75-4F08-BE34-DD6338883B19}"/>
          </ac:spMkLst>
        </pc:spChg>
        <pc:spChg chg="mod">
          <ac:chgData name="SERGIO SPANO'" userId="3abdd0b9-513e-40ac-aad4-56920065037d" providerId="ADAL" clId="{2DCFDF45-1F6B-4A47-892B-C9094FDD5642}" dt="2022-03-21T11:08:19.259" v="1310" actId="27803"/>
          <ac:spMkLst>
            <pc:docMk/>
            <pc:sldMk cId="1175821773" sldId="258"/>
            <ac:spMk id="2030" creationId="{F367E4B5-53F9-49BF-B354-13B8218DFFD4}"/>
          </ac:spMkLst>
        </pc:spChg>
        <pc:spChg chg="mod">
          <ac:chgData name="SERGIO SPANO'" userId="3abdd0b9-513e-40ac-aad4-56920065037d" providerId="ADAL" clId="{2DCFDF45-1F6B-4A47-892B-C9094FDD5642}" dt="2022-03-21T11:08:19.259" v="1310" actId="27803"/>
          <ac:spMkLst>
            <pc:docMk/>
            <pc:sldMk cId="1175821773" sldId="258"/>
            <ac:spMk id="2031" creationId="{31FE7741-48AF-4BB0-A544-A447AC9A1DAA}"/>
          </ac:spMkLst>
        </pc:spChg>
        <pc:spChg chg="mod">
          <ac:chgData name="SERGIO SPANO'" userId="3abdd0b9-513e-40ac-aad4-56920065037d" providerId="ADAL" clId="{2DCFDF45-1F6B-4A47-892B-C9094FDD5642}" dt="2022-03-21T11:08:19.259" v="1310" actId="27803"/>
          <ac:spMkLst>
            <pc:docMk/>
            <pc:sldMk cId="1175821773" sldId="258"/>
            <ac:spMk id="2032" creationId="{A61F69B6-FC04-4FB6-9E58-00191262498D}"/>
          </ac:spMkLst>
        </pc:spChg>
        <pc:spChg chg="mod">
          <ac:chgData name="SERGIO SPANO'" userId="3abdd0b9-513e-40ac-aad4-56920065037d" providerId="ADAL" clId="{2DCFDF45-1F6B-4A47-892B-C9094FDD5642}" dt="2022-03-21T11:08:19.259" v="1310" actId="27803"/>
          <ac:spMkLst>
            <pc:docMk/>
            <pc:sldMk cId="1175821773" sldId="258"/>
            <ac:spMk id="2033" creationId="{F951DA9A-0573-485D-8DA6-42D9A9433337}"/>
          </ac:spMkLst>
        </pc:spChg>
        <pc:spChg chg="mod">
          <ac:chgData name="SERGIO SPANO'" userId="3abdd0b9-513e-40ac-aad4-56920065037d" providerId="ADAL" clId="{2DCFDF45-1F6B-4A47-892B-C9094FDD5642}" dt="2022-03-21T11:08:19.259" v="1310" actId="27803"/>
          <ac:spMkLst>
            <pc:docMk/>
            <pc:sldMk cId="1175821773" sldId="258"/>
            <ac:spMk id="2034" creationId="{F86A6A51-AFA2-497F-AE43-18C98DB30411}"/>
          </ac:spMkLst>
        </pc:spChg>
        <pc:spChg chg="mod">
          <ac:chgData name="SERGIO SPANO'" userId="3abdd0b9-513e-40ac-aad4-56920065037d" providerId="ADAL" clId="{2DCFDF45-1F6B-4A47-892B-C9094FDD5642}" dt="2022-03-21T11:08:19.259" v="1310" actId="27803"/>
          <ac:spMkLst>
            <pc:docMk/>
            <pc:sldMk cId="1175821773" sldId="258"/>
            <ac:spMk id="2035" creationId="{49A47296-8FDA-47E4-9890-0D78F0BB65E5}"/>
          </ac:spMkLst>
        </pc:spChg>
        <pc:spChg chg="mod">
          <ac:chgData name="SERGIO SPANO'" userId="3abdd0b9-513e-40ac-aad4-56920065037d" providerId="ADAL" clId="{2DCFDF45-1F6B-4A47-892B-C9094FDD5642}" dt="2022-03-21T11:08:19.259" v="1310" actId="27803"/>
          <ac:spMkLst>
            <pc:docMk/>
            <pc:sldMk cId="1175821773" sldId="258"/>
            <ac:spMk id="2036" creationId="{AECFADD8-DB9C-4AE7-9C4E-A38049C46883}"/>
          </ac:spMkLst>
        </pc:spChg>
        <pc:spChg chg="mod">
          <ac:chgData name="SERGIO SPANO'" userId="3abdd0b9-513e-40ac-aad4-56920065037d" providerId="ADAL" clId="{2DCFDF45-1F6B-4A47-892B-C9094FDD5642}" dt="2022-03-21T11:08:19.259" v="1310" actId="27803"/>
          <ac:spMkLst>
            <pc:docMk/>
            <pc:sldMk cId="1175821773" sldId="258"/>
            <ac:spMk id="2037" creationId="{90B95991-B0F5-4B87-A24F-1C6FBD228D6A}"/>
          </ac:spMkLst>
        </pc:spChg>
        <pc:spChg chg="mod">
          <ac:chgData name="SERGIO SPANO'" userId="3abdd0b9-513e-40ac-aad4-56920065037d" providerId="ADAL" clId="{2DCFDF45-1F6B-4A47-892B-C9094FDD5642}" dt="2022-03-21T11:08:19.259" v="1310" actId="27803"/>
          <ac:spMkLst>
            <pc:docMk/>
            <pc:sldMk cId="1175821773" sldId="258"/>
            <ac:spMk id="2038" creationId="{1790A37C-E078-4C98-8425-889283ED1110}"/>
          </ac:spMkLst>
        </pc:spChg>
        <pc:spChg chg="mod">
          <ac:chgData name="SERGIO SPANO'" userId="3abdd0b9-513e-40ac-aad4-56920065037d" providerId="ADAL" clId="{2DCFDF45-1F6B-4A47-892B-C9094FDD5642}" dt="2022-03-21T11:08:19.259" v="1310" actId="27803"/>
          <ac:spMkLst>
            <pc:docMk/>
            <pc:sldMk cId="1175821773" sldId="258"/>
            <ac:spMk id="2039" creationId="{11B9FADB-965C-472A-A763-5324AE4501A9}"/>
          </ac:spMkLst>
        </pc:spChg>
        <pc:spChg chg="mod">
          <ac:chgData name="SERGIO SPANO'" userId="3abdd0b9-513e-40ac-aad4-56920065037d" providerId="ADAL" clId="{2DCFDF45-1F6B-4A47-892B-C9094FDD5642}" dt="2022-03-21T11:08:19.259" v="1310" actId="27803"/>
          <ac:spMkLst>
            <pc:docMk/>
            <pc:sldMk cId="1175821773" sldId="258"/>
            <ac:spMk id="2040" creationId="{1324AF79-A6BD-4787-9E1F-637B14A6D49E}"/>
          </ac:spMkLst>
        </pc:spChg>
        <pc:spChg chg="mod">
          <ac:chgData name="SERGIO SPANO'" userId="3abdd0b9-513e-40ac-aad4-56920065037d" providerId="ADAL" clId="{2DCFDF45-1F6B-4A47-892B-C9094FDD5642}" dt="2022-03-21T11:08:19.259" v="1310" actId="27803"/>
          <ac:spMkLst>
            <pc:docMk/>
            <pc:sldMk cId="1175821773" sldId="258"/>
            <ac:spMk id="2041" creationId="{D4DE1DAB-A3A0-4E35-84E1-A3ABFF22B55C}"/>
          </ac:spMkLst>
        </pc:spChg>
        <pc:spChg chg="mod">
          <ac:chgData name="SERGIO SPANO'" userId="3abdd0b9-513e-40ac-aad4-56920065037d" providerId="ADAL" clId="{2DCFDF45-1F6B-4A47-892B-C9094FDD5642}" dt="2022-03-21T11:08:19.259" v="1310" actId="27803"/>
          <ac:spMkLst>
            <pc:docMk/>
            <pc:sldMk cId="1175821773" sldId="258"/>
            <ac:spMk id="2042" creationId="{19675B31-62F1-4876-8290-F97176178480}"/>
          </ac:spMkLst>
        </pc:spChg>
        <pc:spChg chg="mod">
          <ac:chgData name="SERGIO SPANO'" userId="3abdd0b9-513e-40ac-aad4-56920065037d" providerId="ADAL" clId="{2DCFDF45-1F6B-4A47-892B-C9094FDD5642}" dt="2022-03-21T11:08:19.259" v="1310" actId="27803"/>
          <ac:spMkLst>
            <pc:docMk/>
            <pc:sldMk cId="1175821773" sldId="258"/>
            <ac:spMk id="2043" creationId="{6A910A3F-4108-460F-9314-C78559BB2B29}"/>
          </ac:spMkLst>
        </pc:spChg>
        <pc:spChg chg="mod">
          <ac:chgData name="SERGIO SPANO'" userId="3abdd0b9-513e-40ac-aad4-56920065037d" providerId="ADAL" clId="{2DCFDF45-1F6B-4A47-892B-C9094FDD5642}" dt="2022-03-21T11:08:19.259" v="1310" actId="27803"/>
          <ac:spMkLst>
            <pc:docMk/>
            <pc:sldMk cId="1175821773" sldId="258"/>
            <ac:spMk id="2044" creationId="{CAEE03B0-99D9-410D-AEE6-848EE2016535}"/>
          </ac:spMkLst>
        </pc:spChg>
        <pc:spChg chg="mod">
          <ac:chgData name="SERGIO SPANO'" userId="3abdd0b9-513e-40ac-aad4-56920065037d" providerId="ADAL" clId="{2DCFDF45-1F6B-4A47-892B-C9094FDD5642}" dt="2022-03-21T11:08:19.259" v="1310" actId="27803"/>
          <ac:spMkLst>
            <pc:docMk/>
            <pc:sldMk cId="1175821773" sldId="258"/>
            <ac:spMk id="2045" creationId="{CC0925BA-357A-435A-AFA1-55BB1C77A750}"/>
          </ac:spMkLst>
        </pc:spChg>
        <pc:spChg chg="mod">
          <ac:chgData name="SERGIO SPANO'" userId="3abdd0b9-513e-40ac-aad4-56920065037d" providerId="ADAL" clId="{2DCFDF45-1F6B-4A47-892B-C9094FDD5642}" dt="2022-03-21T11:08:19.259" v="1310" actId="27803"/>
          <ac:spMkLst>
            <pc:docMk/>
            <pc:sldMk cId="1175821773" sldId="258"/>
            <ac:spMk id="2046" creationId="{BDAB33FE-D7D7-4C29-9EC8-B65073AB33DA}"/>
          </ac:spMkLst>
        </pc:spChg>
        <pc:spChg chg="mod">
          <ac:chgData name="SERGIO SPANO'" userId="3abdd0b9-513e-40ac-aad4-56920065037d" providerId="ADAL" clId="{2DCFDF45-1F6B-4A47-892B-C9094FDD5642}" dt="2022-03-21T11:08:19.259" v="1310" actId="27803"/>
          <ac:spMkLst>
            <pc:docMk/>
            <pc:sldMk cId="1175821773" sldId="258"/>
            <ac:spMk id="2047" creationId="{4A69EB8E-C9E9-458A-BE77-656ADEB76384}"/>
          </ac:spMkLst>
        </pc:spChg>
        <pc:spChg chg="mod">
          <ac:chgData name="SERGIO SPANO'" userId="3abdd0b9-513e-40ac-aad4-56920065037d" providerId="ADAL" clId="{2DCFDF45-1F6B-4A47-892B-C9094FDD5642}" dt="2022-03-21T11:08:19.259" v="1310" actId="27803"/>
          <ac:spMkLst>
            <pc:docMk/>
            <pc:sldMk cId="1175821773" sldId="258"/>
            <ac:spMk id="2048" creationId="{40BE94CD-CC45-472C-983E-DA9795ED8AF9}"/>
          </ac:spMkLst>
        </pc:spChg>
        <pc:spChg chg="mod">
          <ac:chgData name="SERGIO SPANO'" userId="3abdd0b9-513e-40ac-aad4-56920065037d" providerId="ADAL" clId="{2DCFDF45-1F6B-4A47-892B-C9094FDD5642}" dt="2022-03-21T11:08:19.259" v="1310" actId="27803"/>
          <ac:spMkLst>
            <pc:docMk/>
            <pc:sldMk cId="1175821773" sldId="258"/>
            <ac:spMk id="2049" creationId="{3DB46B88-E3C9-446B-93E0-3AD956A57CD7}"/>
          </ac:spMkLst>
        </pc:spChg>
        <pc:spChg chg="mod">
          <ac:chgData name="SERGIO SPANO'" userId="3abdd0b9-513e-40ac-aad4-56920065037d" providerId="ADAL" clId="{2DCFDF45-1F6B-4A47-892B-C9094FDD5642}" dt="2022-03-21T11:08:19.259" v="1310" actId="27803"/>
          <ac:spMkLst>
            <pc:docMk/>
            <pc:sldMk cId="1175821773" sldId="258"/>
            <ac:spMk id="2050" creationId="{EAC50D4E-489F-4B7E-AFCA-BF00E3ED9A48}"/>
          </ac:spMkLst>
        </pc:spChg>
        <pc:spChg chg="mod">
          <ac:chgData name="SERGIO SPANO'" userId="3abdd0b9-513e-40ac-aad4-56920065037d" providerId="ADAL" clId="{2DCFDF45-1F6B-4A47-892B-C9094FDD5642}" dt="2022-03-21T11:08:19.259" v="1310" actId="27803"/>
          <ac:spMkLst>
            <pc:docMk/>
            <pc:sldMk cId="1175821773" sldId="258"/>
            <ac:spMk id="2051" creationId="{4895F778-B2BD-44D5-8511-EB5085D64ECC}"/>
          </ac:spMkLst>
        </pc:spChg>
        <pc:spChg chg="mod">
          <ac:chgData name="SERGIO SPANO'" userId="3abdd0b9-513e-40ac-aad4-56920065037d" providerId="ADAL" clId="{2DCFDF45-1F6B-4A47-892B-C9094FDD5642}" dt="2022-03-21T11:08:19.259" v="1310" actId="27803"/>
          <ac:spMkLst>
            <pc:docMk/>
            <pc:sldMk cId="1175821773" sldId="258"/>
            <ac:spMk id="2052" creationId="{7F4140C4-C6F6-4B57-B589-352CBE570588}"/>
          </ac:spMkLst>
        </pc:spChg>
        <pc:spChg chg="mod">
          <ac:chgData name="SERGIO SPANO'" userId="3abdd0b9-513e-40ac-aad4-56920065037d" providerId="ADAL" clId="{2DCFDF45-1F6B-4A47-892B-C9094FDD5642}" dt="2022-03-21T11:08:19.259" v="1310" actId="27803"/>
          <ac:spMkLst>
            <pc:docMk/>
            <pc:sldMk cId="1175821773" sldId="258"/>
            <ac:spMk id="2053" creationId="{215BF74C-AF27-4863-AD07-B0662A82A389}"/>
          </ac:spMkLst>
        </pc:spChg>
        <pc:spChg chg="mod">
          <ac:chgData name="SERGIO SPANO'" userId="3abdd0b9-513e-40ac-aad4-56920065037d" providerId="ADAL" clId="{2DCFDF45-1F6B-4A47-892B-C9094FDD5642}" dt="2022-03-21T11:08:19.259" v="1310" actId="27803"/>
          <ac:spMkLst>
            <pc:docMk/>
            <pc:sldMk cId="1175821773" sldId="258"/>
            <ac:spMk id="2054" creationId="{374BE95E-5289-42F5-9B0D-DA7D29B4D701}"/>
          </ac:spMkLst>
        </pc:spChg>
        <pc:spChg chg="mod">
          <ac:chgData name="SERGIO SPANO'" userId="3abdd0b9-513e-40ac-aad4-56920065037d" providerId="ADAL" clId="{2DCFDF45-1F6B-4A47-892B-C9094FDD5642}" dt="2022-03-21T11:08:19.259" v="1310" actId="27803"/>
          <ac:spMkLst>
            <pc:docMk/>
            <pc:sldMk cId="1175821773" sldId="258"/>
            <ac:spMk id="2055" creationId="{DACA00EB-0C4F-4E53-930F-145C4669E26E}"/>
          </ac:spMkLst>
        </pc:spChg>
        <pc:spChg chg="mod">
          <ac:chgData name="SERGIO SPANO'" userId="3abdd0b9-513e-40ac-aad4-56920065037d" providerId="ADAL" clId="{2DCFDF45-1F6B-4A47-892B-C9094FDD5642}" dt="2022-03-21T11:08:19.259" v="1310" actId="27803"/>
          <ac:spMkLst>
            <pc:docMk/>
            <pc:sldMk cId="1175821773" sldId="258"/>
            <ac:spMk id="2056" creationId="{69F01C3C-C3EA-4F09-A205-A6A75C38AC7F}"/>
          </ac:spMkLst>
        </pc:spChg>
        <pc:spChg chg="mod">
          <ac:chgData name="SERGIO SPANO'" userId="3abdd0b9-513e-40ac-aad4-56920065037d" providerId="ADAL" clId="{2DCFDF45-1F6B-4A47-892B-C9094FDD5642}" dt="2022-03-21T11:08:19.259" v="1310" actId="27803"/>
          <ac:spMkLst>
            <pc:docMk/>
            <pc:sldMk cId="1175821773" sldId="258"/>
            <ac:spMk id="2057" creationId="{8F35015D-710B-4BD0-A4AA-C451B4C3A6C5}"/>
          </ac:spMkLst>
        </pc:spChg>
        <pc:spChg chg="mod">
          <ac:chgData name="SERGIO SPANO'" userId="3abdd0b9-513e-40ac-aad4-56920065037d" providerId="ADAL" clId="{2DCFDF45-1F6B-4A47-892B-C9094FDD5642}" dt="2022-03-21T11:08:19.259" v="1310" actId="27803"/>
          <ac:spMkLst>
            <pc:docMk/>
            <pc:sldMk cId="1175821773" sldId="258"/>
            <ac:spMk id="2058" creationId="{E16BA0A9-8436-4631-9C69-910128DFCC9F}"/>
          </ac:spMkLst>
        </pc:spChg>
        <pc:spChg chg="mod">
          <ac:chgData name="SERGIO SPANO'" userId="3abdd0b9-513e-40ac-aad4-56920065037d" providerId="ADAL" clId="{2DCFDF45-1F6B-4A47-892B-C9094FDD5642}" dt="2022-03-21T11:08:19.259" v="1310" actId="27803"/>
          <ac:spMkLst>
            <pc:docMk/>
            <pc:sldMk cId="1175821773" sldId="258"/>
            <ac:spMk id="2059" creationId="{B444F7EC-9475-40C5-AD5B-A61C7B9216D6}"/>
          </ac:spMkLst>
        </pc:spChg>
        <pc:spChg chg="mod">
          <ac:chgData name="SERGIO SPANO'" userId="3abdd0b9-513e-40ac-aad4-56920065037d" providerId="ADAL" clId="{2DCFDF45-1F6B-4A47-892B-C9094FDD5642}" dt="2022-03-21T11:08:19.259" v="1310" actId="27803"/>
          <ac:spMkLst>
            <pc:docMk/>
            <pc:sldMk cId="1175821773" sldId="258"/>
            <ac:spMk id="2060" creationId="{1C74BE17-5F4A-4ABE-B11D-A80903506361}"/>
          </ac:spMkLst>
        </pc:spChg>
        <pc:spChg chg="mod">
          <ac:chgData name="SERGIO SPANO'" userId="3abdd0b9-513e-40ac-aad4-56920065037d" providerId="ADAL" clId="{2DCFDF45-1F6B-4A47-892B-C9094FDD5642}" dt="2022-03-21T11:08:19.259" v="1310" actId="27803"/>
          <ac:spMkLst>
            <pc:docMk/>
            <pc:sldMk cId="1175821773" sldId="258"/>
            <ac:spMk id="2061" creationId="{1589AA11-4A3E-4E78-911F-AF0ABA1535AA}"/>
          </ac:spMkLst>
        </pc:spChg>
        <pc:spChg chg="mod">
          <ac:chgData name="SERGIO SPANO'" userId="3abdd0b9-513e-40ac-aad4-56920065037d" providerId="ADAL" clId="{2DCFDF45-1F6B-4A47-892B-C9094FDD5642}" dt="2022-03-21T11:08:19.259" v="1310" actId="27803"/>
          <ac:spMkLst>
            <pc:docMk/>
            <pc:sldMk cId="1175821773" sldId="258"/>
            <ac:spMk id="2062" creationId="{526E5007-38C9-4875-AB5D-7EAF0A67C77F}"/>
          </ac:spMkLst>
        </pc:spChg>
        <pc:spChg chg="mod">
          <ac:chgData name="SERGIO SPANO'" userId="3abdd0b9-513e-40ac-aad4-56920065037d" providerId="ADAL" clId="{2DCFDF45-1F6B-4A47-892B-C9094FDD5642}" dt="2022-03-21T11:08:19.259" v="1310" actId="27803"/>
          <ac:spMkLst>
            <pc:docMk/>
            <pc:sldMk cId="1175821773" sldId="258"/>
            <ac:spMk id="2063" creationId="{626D7AE5-1837-4B73-8978-2AF69D4C34E5}"/>
          </ac:spMkLst>
        </pc:spChg>
        <pc:spChg chg="mod">
          <ac:chgData name="SERGIO SPANO'" userId="3abdd0b9-513e-40ac-aad4-56920065037d" providerId="ADAL" clId="{2DCFDF45-1F6B-4A47-892B-C9094FDD5642}" dt="2022-03-21T11:08:19.259" v="1310" actId="27803"/>
          <ac:spMkLst>
            <pc:docMk/>
            <pc:sldMk cId="1175821773" sldId="258"/>
            <ac:spMk id="2064" creationId="{49DEB968-C2E2-4894-A59A-559A42145BEC}"/>
          </ac:spMkLst>
        </pc:spChg>
        <pc:spChg chg="mod">
          <ac:chgData name="SERGIO SPANO'" userId="3abdd0b9-513e-40ac-aad4-56920065037d" providerId="ADAL" clId="{2DCFDF45-1F6B-4A47-892B-C9094FDD5642}" dt="2022-03-21T11:08:19.259" v="1310" actId="27803"/>
          <ac:spMkLst>
            <pc:docMk/>
            <pc:sldMk cId="1175821773" sldId="258"/>
            <ac:spMk id="2065" creationId="{4DBE9FB3-B2BF-4DCE-9CEB-8F70DAF73174}"/>
          </ac:spMkLst>
        </pc:spChg>
        <pc:spChg chg="mod">
          <ac:chgData name="SERGIO SPANO'" userId="3abdd0b9-513e-40ac-aad4-56920065037d" providerId="ADAL" clId="{2DCFDF45-1F6B-4A47-892B-C9094FDD5642}" dt="2022-03-21T11:08:19.259" v="1310" actId="27803"/>
          <ac:spMkLst>
            <pc:docMk/>
            <pc:sldMk cId="1175821773" sldId="258"/>
            <ac:spMk id="2066" creationId="{F6D216B4-4EF5-49D2-8A52-E9817B2954AC}"/>
          </ac:spMkLst>
        </pc:spChg>
        <pc:spChg chg="mod">
          <ac:chgData name="SERGIO SPANO'" userId="3abdd0b9-513e-40ac-aad4-56920065037d" providerId="ADAL" clId="{2DCFDF45-1F6B-4A47-892B-C9094FDD5642}" dt="2022-03-21T11:08:19.259" v="1310" actId="27803"/>
          <ac:spMkLst>
            <pc:docMk/>
            <pc:sldMk cId="1175821773" sldId="258"/>
            <ac:spMk id="2067" creationId="{19C96FB7-777D-4289-BE38-967774B67FF6}"/>
          </ac:spMkLst>
        </pc:spChg>
        <pc:spChg chg="mod">
          <ac:chgData name="SERGIO SPANO'" userId="3abdd0b9-513e-40ac-aad4-56920065037d" providerId="ADAL" clId="{2DCFDF45-1F6B-4A47-892B-C9094FDD5642}" dt="2022-03-21T11:08:19.259" v="1310" actId="27803"/>
          <ac:spMkLst>
            <pc:docMk/>
            <pc:sldMk cId="1175821773" sldId="258"/>
            <ac:spMk id="2068" creationId="{7DF989FB-1F00-463B-B9EB-2C53B2640F70}"/>
          </ac:spMkLst>
        </pc:spChg>
        <pc:spChg chg="mod">
          <ac:chgData name="SERGIO SPANO'" userId="3abdd0b9-513e-40ac-aad4-56920065037d" providerId="ADAL" clId="{2DCFDF45-1F6B-4A47-892B-C9094FDD5642}" dt="2022-03-21T11:08:19.259" v="1310" actId="27803"/>
          <ac:spMkLst>
            <pc:docMk/>
            <pc:sldMk cId="1175821773" sldId="258"/>
            <ac:spMk id="2069" creationId="{259243B8-74E5-41C4-B8AB-FF9383F65EF9}"/>
          </ac:spMkLst>
        </pc:spChg>
        <pc:spChg chg="mod">
          <ac:chgData name="SERGIO SPANO'" userId="3abdd0b9-513e-40ac-aad4-56920065037d" providerId="ADAL" clId="{2DCFDF45-1F6B-4A47-892B-C9094FDD5642}" dt="2022-03-21T11:08:19.259" v="1310" actId="27803"/>
          <ac:spMkLst>
            <pc:docMk/>
            <pc:sldMk cId="1175821773" sldId="258"/>
            <ac:spMk id="2070" creationId="{9CC6420B-C606-4825-AB98-F565F427D1E2}"/>
          </ac:spMkLst>
        </pc:spChg>
        <pc:spChg chg="mod">
          <ac:chgData name="SERGIO SPANO'" userId="3abdd0b9-513e-40ac-aad4-56920065037d" providerId="ADAL" clId="{2DCFDF45-1F6B-4A47-892B-C9094FDD5642}" dt="2022-03-21T11:08:19.259" v="1310" actId="27803"/>
          <ac:spMkLst>
            <pc:docMk/>
            <pc:sldMk cId="1175821773" sldId="258"/>
            <ac:spMk id="2071" creationId="{DCFF1898-8910-4B87-9BD2-FF89E58A11C0}"/>
          </ac:spMkLst>
        </pc:spChg>
        <pc:spChg chg="mod">
          <ac:chgData name="SERGIO SPANO'" userId="3abdd0b9-513e-40ac-aad4-56920065037d" providerId="ADAL" clId="{2DCFDF45-1F6B-4A47-892B-C9094FDD5642}" dt="2022-03-21T11:08:19.259" v="1310" actId="27803"/>
          <ac:spMkLst>
            <pc:docMk/>
            <pc:sldMk cId="1175821773" sldId="258"/>
            <ac:spMk id="2072" creationId="{DCB48C46-F7C4-44AD-BAE0-E5EBDCA7B014}"/>
          </ac:spMkLst>
        </pc:spChg>
        <pc:spChg chg="mod">
          <ac:chgData name="SERGIO SPANO'" userId="3abdd0b9-513e-40ac-aad4-56920065037d" providerId="ADAL" clId="{2DCFDF45-1F6B-4A47-892B-C9094FDD5642}" dt="2022-03-21T11:08:19.259" v="1310" actId="27803"/>
          <ac:spMkLst>
            <pc:docMk/>
            <pc:sldMk cId="1175821773" sldId="258"/>
            <ac:spMk id="2073" creationId="{8BB0F3E5-7A65-4FC2-92E4-4D20BCE573D6}"/>
          </ac:spMkLst>
        </pc:spChg>
        <pc:spChg chg="mod">
          <ac:chgData name="SERGIO SPANO'" userId="3abdd0b9-513e-40ac-aad4-56920065037d" providerId="ADAL" clId="{2DCFDF45-1F6B-4A47-892B-C9094FDD5642}" dt="2022-03-21T11:08:19.259" v="1310" actId="27803"/>
          <ac:spMkLst>
            <pc:docMk/>
            <pc:sldMk cId="1175821773" sldId="258"/>
            <ac:spMk id="2074" creationId="{6C4F1CF3-E2DD-44BE-A512-A0409E49A30F}"/>
          </ac:spMkLst>
        </pc:spChg>
        <pc:spChg chg="mod">
          <ac:chgData name="SERGIO SPANO'" userId="3abdd0b9-513e-40ac-aad4-56920065037d" providerId="ADAL" clId="{2DCFDF45-1F6B-4A47-892B-C9094FDD5642}" dt="2022-03-21T11:08:19.259" v="1310" actId="27803"/>
          <ac:spMkLst>
            <pc:docMk/>
            <pc:sldMk cId="1175821773" sldId="258"/>
            <ac:spMk id="2075" creationId="{B2EA3949-CEFD-4873-8416-CBFE31085D1D}"/>
          </ac:spMkLst>
        </pc:spChg>
        <pc:spChg chg="mod">
          <ac:chgData name="SERGIO SPANO'" userId="3abdd0b9-513e-40ac-aad4-56920065037d" providerId="ADAL" clId="{2DCFDF45-1F6B-4A47-892B-C9094FDD5642}" dt="2022-03-21T11:08:19.259" v="1310" actId="27803"/>
          <ac:spMkLst>
            <pc:docMk/>
            <pc:sldMk cId="1175821773" sldId="258"/>
            <ac:spMk id="2076" creationId="{36BEEFB2-7B26-441E-9433-D264A72E3C3C}"/>
          </ac:spMkLst>
        </pc:spChg>
        <pc:spChg chg="mod">
          <ac:chgData name="SERGIO SPANO'" userId="3abdd0b9-513e-40ac-aad4-56920065037d" providerId="ADAL" clId="{2DCFDF45-1F6B-4A47-892B-C9094FDD5642}" dt="2022-03-21T11:08:19.259" v="1310" actId="27803"/>
          <ac:spMkLst>
            <pc:docMk/>
            <pc:sldMk cId="1175821773" sldId="258"/>
            <ac:spMk id="2077" creationId="{F40A13F2-ECE6-49DC-9365-89DD4A21C398}"/>
          </ac:spMkLst>
        </pc:spChg>
        <pc:spChg chg="mod">
          <ac:chgData name="SERGIO SPANO'" userId="3abdd0b9-513e-40ac-aad4-56920065037d" providerId="ADAL" clId="{2DCFDF45-1F6B-4A47-892B-C9094FDD5642}" dt="2022-03-21T11:08:19.259" v="1310" actId="27803"/>
          <ac:spMkLst>
            <pc:docMk/>
            <pc:sldMk cId="1175821773" sldId="258"/>
            <ac:spMk id="2078" creationId="{06317F1A-FCAE-4251-8F2E-E44C6CD4AE34}"/>
          </ac:spMkLst>
        </pc:spChg>
        <pc:spChg chg="mod">
          <ac:chgData name="SERGIO SPANO'" userId="3abdd0b9-513e-40ac-aad4-56920065037d" providerId="ADAL" clId="{2DCFDF45-1F6B-4A47-892B-C9094FDD5642}" dt="2022-03-21T11:08:19.259" v="1310" actId="27803"/>
          <ac:spMkLst>
            <pc:docMk/>
            <pc:sldMk cId="1175821773" sldId="258"/>
            <ac:spMk id="2079" creationId="{CCADA54B-9515-417A-8C4F-09CBA45A1F2E}"/>
          </ac:spMkLst>
        </pc:spChg>
        <pc:spChg chg="mod">
          <ac:chgData name="SERGIO SPANO'" userId="3abdd0b9-513e-40ac-aad4-56920065037d" providerId="ADAL" clId="{2DCFDF45-1F6B-4A47-892B-C9094FDD5642}" dt="2022-03-21T11:08:19.259" v="1310" actId="27803"/>
          <ac:spMkLst>
            <pc:docMk/>
            <pc:sldMk cId="1175821773" sldId="258"/>
            <ac:spMk id="2080" creationId="{1841A576-0EB0-4EE2-9E6B-34EEF8A49EF1}"/>
          </ac:spMkLst>
        </pc:spChg>
        <pc:spChg chg="mod">
          <ac:chgData name="SERGIO SPANO'" userId="3abdd0b9-513e-40ac-aad4-56920065037d" providerId="ADAL" clId="{2DCFDF45-1F6B-4A47-892B-C9094FDD5642}" dt="2022-03-21T11:08:19.259" v="1310" actId="27803"/>
          <ac:spMkLst>
            <pc:docMk/>
            <pc:sldMk cId="1175821773" sldId="258"/>
            <ac:spMk id="2081" creationId="{D2195F3C-B68B-49C5-811A-CE4E0AE9F382}"/>
          </ac:spMkLst>
        </pc:spChg>
        <pc:spChg chg="mod">
          <ac:chgData name="SERGIO SPANO'" userId="3abdd0b9-513e-40ac-aad4-56920065037d" providerId="ADAL" clId="{2DCFDF45-1F6B-4A47-892B-C9094FDD5642}" dt="2022-03-21T11:08:19.259" v="1310" actId="27803"/>
          <ac:spMkLst>
            <pc:docMk/>
            <pc:sldMk cId="1175821773" sldId="258"/>
            <ac:spMk id="2082" creationId="{7AEF677F-113E-4DFF-A3B6-1E8B349CDC6E}"/>
          </ac:spMkLst>
        </pc:spChg>
        <pc:spChg chg="mod">
          <ac:chgData name="SERGIO SPANO'" userId="3abdd0b9-513e-40ac-aad4-56920065037d" providerId="ADAL" clId="{2DCFDF45-1F6B-4A47-892B-C9094FDD5642}" dt="2022-03-21T11:08:19.259" v="1310" actId="27803"/>
          <ac:spMkLst>
            <pc:docMk/>
            <pc:sldMk cId="1175821773" sldId="258"/>
            <ac:spMk id="2083" creationId="{FC3BC105-E90D-4F64-8F45-EFFBEB3A47EA}"/>
          </ac:spMkLst>
        </pc:spChg>
        <pc:spChg chg="mod">
          <ac:chgData name="SERGIO SPANO'" userId="3abdd0b9-513e-40ac-aad4-56920065037d" providerId="ADAL" clId="{2DCFDF45-1F6B-4A47-892B-C9094FDD5642}" dt="2022-03-21T11:08:19.259" v="1310" actId="27803"/>
          <ac:spMkLst>
            <pc:docMk/>
            <pc:sldMk cId="1175821773" sldId="258"/>
            <ac:spMk id="2084" creationId="{65EFC1D2-B075-4932-9479-D8B6D1322737}"/>
          </ac:spMkLst>
        </pc:spChg>
        <pc:spChg chg="mod">
          <ac:chgData name="SERGIO SPANO'" userId="3abdd0b9-513e-40ac-aad4-56920065037d" providerId="ADAL" clId="{2DCFDF45-1F6B-4A47-892B-C9094FDD5642}" dt="2022-03-21T11:08:19.259" v="1310" actId="27803"/>
          <ac:spMkLst>
            <pc:docMk/>
            <pc:sldMk cId="1175821773" sldId="258"/>
            <ac:spMk id="2085" creationId="{8C242864-41DA-4287-8684-4C9B64ECA70F}"/>
          </ac:spMkLst>
        </pc:spChg>
        <pc:spChg chg="mod">
          <ac:chgData name="SERGIO SPANO'" userId="3abdd0b9-513e-40ac-aad4-56920065037d" providerId="ADAL" clId="{2DCFDF45-1F6B-4A47-892B-C9094FDD5642}" dt="2022-03-21T11:08:19.259" v="1310" actId="27803"/>
          <ac:spMkLst>
            <pc:docMk/>
            <pc:sldMk cId="1175821773" sldId="258"/>
            <ac:spMk id="2086" creationId="{D3D8B21C-7F25-4F21-960D-162E690FC48A}"/>
          </ac:spMkLst>
        </pc:spChg>
        <pc:spChg chg="mod">
          <ac:chgData name="SERGIO SPANO'" userId="3abdd0b9-513e-40ac-aad4-56920065037d" providerId="ADAL" clId="{2DCFDF45-1F6B-4A47-892B-C9094FDD5642}" dt="2022-03-21T11:08:19.259" v="1310" actId="27803"/>
          <ac:spMkLst>
            <pc:docMk/>
            <pc:sldMk cId="1175821773" sldId="258"/>
            <ac:spMk id="2087" creationId="{10F7DB46-F47E-4D01-A628-40298BF7DC0A}"/>
          </ac:spMkLst>
        </pc:spChg>
        <pc:spChg chg="mod">
          <ac:chgData name="SERGIO SPANO'" userId="3abdd0b9-513e-40ac-aad4-56920065037d" providerId="ADAL" clId="{2DCFDF45-1F6B-4A47-892B-C9094FDD5642}" dt="2022-03-21T11:08:19.259" v="1310" actId="27803"/>
          <ac:spMkLst>
            <pc:docMk/>
            <pc:sldMk cId="1175821773" sldId="258"/>
            <ac:spMk id="2088" creationId="{3DAFF81F-205C-46BF-83C0-63DBC3873D57}"/>
          </ac:spMkLst>
        </pc:spChg>
        <pc:spChg chg="mod">
          <ac:chgData name="SERGIO SPANO'" userId="3abdd0b9-513e-40ac-aad4-56920065037d" providerId="ADAL" clId="{2DCFDF45-1F6B-4A47-892B-C9094FDD5642}" dt="2022-03-21T11:08:19.259" v="1310" actId="27803"/>
          <ac:spMkLst>
            <pc:docMk/>
            <pc:sldMk cId="1175821773" sldId="258"/>
            <ac:spMk id="2089" creationId="{FB7D2BAE-DE1B-490A-980E-9FE9A49C3F22}"/>
          </ac:spMkLst>
        </pc:spChg>
        <pc:spChg chg="mod">
          <ac:chgData name="SERGIO SPANO'" userId="3abdd0b9-513e-40ac-aad4-56920065037d" providerId="ADAL" clId="{2DCFDF45-1F6B-4A47-892B-C9094FDD5642}" dt="2022-03-21T11:08:19.259" v="1310" actId="27803"/>
          <ac:spMkLst>
            <pc:docMk/>
            <pc:sldMk cId="1175821773" sldId="258"/>
            <ac:spMk id="2090" creationId="{5109BF5C-0447-44E3-8B93-7445C0BEFDC9}"/>
          </ac:spMkLst>
        </pc:spChg>
        <pc:spChg chg="mod">
          <ac:chgData name="SERGIO SPANO'" userId="3abdd0b9-513e-40ac-aad4-56920065037d" providerId="ADAL" clId="{2DCFDF45-1F6B-4A47-892B-C9094FDD5642}" dt="2022-03-21T11:08:19.259" v="1310" actId="27803"/>
          <ac:spMkLst>
            <pc:docMk/>
            <pc:sldMk cId="1175821773" sldId="258"/>
            <ac:spMk id="2091" creationId="{0090C648-39DF-4136-B5F9-46F64478FA2E}"/>
          </ac:spMkLst>
        </pc:spChg>
        <pc:spChg chg="mod">
          <ac:chgData name="SERGIO SPANO'" userId="3abdd0b9-513e-40ac-aad4-56920065037d" providerId="ADAL" clId="{2DCFDF45-1F6B-4A47-892B-C9094FDD5642}" dt="2022-03-21T11:08:19.259" v="1310" actId="27803"/>
          <ac:spMkLst>
            <pc:docMk/>
            <pc:sldMk cId="1175821773" sldId="258"/>
            <ac:spMk id="2092" creationId="{A84EAB6B-25BD-4633-AC2A-8D359B022147}"/>
          </ac:spMkLst>
        </pc:spChg>
        <pc:spChg chg="mod">
          <ac:chgData name="SERGIO SPANO'" userId="3abdd0b9-513e-40ac-aad4-56920065037d" providerId="ADAL" clId="{2DCFDF45-1F6B-4A47-892B-C9094FDD5642}" dt="2022-03-21T11:08:19.259" v="1310" actId="27803"/>
          <ac:spMkLst>
            <pc:docMk/>
            <pc:sldMk cId="1175821773" sldId="258"/>
            <ac:spMk id="2093" creationId="{08B903DC-38BC-4B58-8A43-D57FB05582E4}"/>
          </ac:spMkLst>
        </pc:spChg>
        <pc:spChg chg="mod">
          <ac:chgData name="SERGIO SPANO'" userId="3abdd0b9-513e-40ac-aad4-56920065037d" providerId="ADAL" clId="{2DCFDF45-1F6B-4A47-892B-C9094FDD5642}" dt="2022-03-21T11:08:19.259" v="1310" actId="27803"/>
          <ac:spMkLst>
            <pc:docMk/>
            <pc:sldMk cId="1175821773" sldId="258"/>
            <ac:spMk id="2094" creationId="{BB3174EB-F87E-4357-B8FE-F7E678D2AB10}"/>
          </ac:spMkLst>
        </pc:spChg>
        <pc:spChg chg="mod">
          <ac:chgData name="SERGIO SPANO'" userId="3abdd0b9-513e-40ac-aad4-56920065037d" providerId="ADAL" clId="{2DCFDF45-1F6B-4A47-892B-C9094FDD5642}" dt="2022-03-21T11:08:19.259" v="1310" actId="27803"/>
          <ac:spMkLst>
            <pc:docMk/>
            <pc:sldMk cId="1175821773" sldId="258"/>
            <ac:spMk id="2095" creationId="{7AD95C32-EB4D-4820-99EA-79F3BFD6D145}"/>
          </ac:spMkLst>
        </pc:spChg>
        <pc:spChg chg="mod">
          <ac:chgData name="SERGIO SPANO'" userId="3abdd0b9-513e-40ac-aad4-56920065037d" providerId="ADAL" clId="{2DCFDF45-1F6B-4A47-892B-C9094FDD5642}" dt="2022-03-21T11:08:19.259" v="1310" actId="27803"/>
          <ac:spMkLst>
            <pc:docMk/>
            <pc:sldMk cId="1175821773" sldId="258"/>
            <ac:spMk id="2096" creationId="{0174B797-AB4F-4A86-AF6E-EDEA914D1C2E}"/>
          </ac:spMkLst>
        </pc:spChg>
        <pc:spChg chg="mod">
          <ac:chgData name="SERGIO SPANO'" userId="3abdd0b9-513e-40ac-aad4-56920065037d" providerId="ADAL" clId="{2DCFDF45-1F6B-4A47-892B-C9094FDD5642}" dt="2022-03-21T11:08:19.259" v="1310" actId="27803"/>
          <ac:spMkLst>
            <pc:docMk/>
            <pc:sldMk cId="1175821773" sldId="258"/>
            <ac:spMk id="2097" creationId="{CF337A5E-C97D-4743-94A9-28F3F9631874}"/>
          </ac:spMkLst>
        </pc:spChg>
        <pc:spChg chg="mod">
          <ac:chgData name="SERGIO SPANO'" userId="3abdd0b9-513e-40ac-aad4-56920065037d" providerId="ADAL" clId="{2DCFDF45-1F6B-4A47-892B-C9094FDD5642}" dt="2022-03-21T11:08:19.259" v="1310" actId="27803"/>
          <ac:spMkLst>
            <pc:docMk/>
            <pc:sldMk cId="1175821773" sldId="258"/>
            <ac:spMk id="2098" creationId="{BD097656-40AB-4407-91FA-D542BF493C62}"/>
          </ac:spMkLst>
        </pc:spChg>
        <pc:spChg chg="mod">
          <ac:chgData name="SERGIO SPANO'" userId="3abdd0b9-513e-40ac-aad4-56920065037d" providerId="ADAL" clId="{2DCFDF45-1F6B-4A47-892B-C9094FDD5642}" dt="2022-03-21T11:08:19.259" v="1310" actId="27803"/>
          <ac:spMkLst>
            <pc:docMk/>
            <pc:sldMk cId="1175821773" sldId="258"/>
            <ac:spMk id="2099" creationId="{2ED88F40-8A8E-49E6-A5B5-DCC5A2BCC381}"/>
          </ac:spMkLst>
        </pc:spChg>
        <pc:spChg chg="mod">
          <ac:chgData name="SERGIO SPANO'" userId="3abdd0b9-513e-40ac-aad4-56920065037d" providerId="ADAL" clId="{2DCFDF45-1F6B-4A47-892B-C9094FDD5642}" dt="2022-03-21T11:08:19.259" v="1310" actId="27803"/>
          <ac:spMkLst>
            <pc:docMk/>
            <pc:sldMk cId="1175821773" sldId="258"/>
            <ac:spMk id="2100" creationId="{EC2E8452-6BA3-4C88-BC9C-382D0C5BA966}"/>
          </ac:spMkLst>
        </pc:spChg>
        <pc:spChg chg="mod">
          <ac:chgData name="SERGIO SPANO'" userId="3abdd0b9-513e-40ac-aad4-56920065037d" providerId="ADAL" clId="{2DCFDF45-1F6B-4A47-892B-C9094FDD5642}" dt="2022-03-21T11:08:19.259" v="1310" actId="27803"/>
          <ac:spMkLst>
            <pc:docMk/>
            <pc:sldMk cId="1175821773" sldId="258"/>
            <ac:spMk id="2101" creationId="{5BFF2F9E-6984-4F75-93EA-C24605A72A2F}"/>
          </ac:spMkLst>
        </pc:spChg>
        <pc:spChg chg="mod">
          <ac:chgData name="SERGIO SPANO'" userId="3abdd0b9-513e-40ac-aad4-56920065037d" providerId="ADAL" clId="{2DCFDF45-1F6B-4A47-892B-C9094FDD5642}" dt="2022-03-21T11:08:19.259" v="1310" actId="27803"/>
          <ac:spMkLst>
            <pc:docMk/>
            <pc:sldMk cId="1175821773" sldId="258"/>
            <ac:spMk id="2102" creationId="{33A89AA6-600B-4A64-8B7A-FE339DE090B0}"/>
          </ac:spMkLst>
        </pc:spChg>
        <pc:spChg chg="mod">
          <ac:chgData name="SERGIO SPANO'" userId="3abdd0b9-513e-40ac-aad4-56920065037d" providerId="ADAL" clId="{2DCFDF45-1F6B-4A47-892B-C9094FDD5642}" dt="2022-03-21T11:08:19.259" v="1310" actId="27803"/>
          <ac:spMkLst>
            <pc:docMk/>
            <pc:sldMk cId="1175821773" sldId="258"/>
            <ac:spMk id="2103" creationId="{744B400B-C86A-4315-9330-357C2F4EBDFA}"/>
          </ac:spMkLst>
        </pc:spChg>
        <pc:spChg chg="mod">
          <ac:chgData name="SERGIO SPANO'" userId="3abdd0b9-513e-40ac-aad4-56920065037d" providerId="ADAL" clId="{2DCFDF45-1F6B-4A47-892B-C9094FDD5642}" dt="2022-03-21T11:08:19.259" v="1310" actId="27803"/>
          <ac:spMkLst>
            <pc:docMk/>
            <pc:sldMk cId="1175821773" sldId="258"/>
            <ac:spMk id="2104" creationId="{FDA22AB4-6465-40C4-8F4B-6E8E6958099D}"/>
          </ac:spMkLst>
        </pc:spChg>
        <pc:spChg chg="mod">
          <ac:chgData name="SERGIO SPANO'" userId="3abdd0b9-513e-40ac-aad4-56920065037d" providerId="ADAL" clId="{2DCFDF45-1F6B-4A47-892B-C9094FDD5642}" dt="2022-03-21T11:08:19.259" v="1310" actId="27803"/>
          <ac:spMkLst>
            <pc:docMk/>
            <pc:sldMk cId="1175821773" sldId="258"/>
            <ac:spMk id="2105" creationId="{E4AF883E-8D2A-435A-81B9-A0685EA4E192}"/>
          </ac:spMkLst>
        </pc:spChg>
        <pc:spChg chg="mod">
          <ac:chgData name="SERGIO SPANO'" userId="3abdd0b9-513e-40ac-aad4-56920065037d" providerId="ADAL" clId="{2DCFDF45-1F6B-4A47-892B-C9094FDD5642}" dt="2022-03-21T11:08:19.259" v="1310" actId="27803"/>
          <ac:spMkLst>
            <pc:docMk/>
            <pc:sldMk cId="1175821773" sldId="258"/>
            <ac:spMk id="2106" creationId="{93AB7393-D59B-42A2-9C22-3B3BDF2819DD}"/>
          </ac:spMkLst>
        </pc:spChg>
        <pc:spChg chg="mod">
          <ac:chgData name="SERGIO SPANO'" userId="3abdd0b9-513e-40ac-aad4-56920065037d" providerId="ADAL" clId="{2DCFDF45-1F6B-4A47-892B-C9094FDD5642}" dt="2022-03-21T11:08:19.259" v="1310" actId="27803"/>
          <ac:spMkLst>
            <pc:docMk/>
            <pc:sldMk cId="1175821773" sldId="258"/>
            <ac:spMk id="2107" creationId="{6EF6FB9D-E7FB-47ED-BA20-660B9E061EE3}"/>
          </ac:spMkLst>
        </pc:spChg>
        <pc:spChg chg="mod">
          <ac:chgData name="SERGIO SPANO'" userId="3abdd0b9-513e-40ac-aad4-56920065037d" providerId="ADAL" clId="{2DCFDF45-1F6B-4A47-892B-C9094FDD5642}" dt="2022-03-21T11:08:19.259" v="1310" actId="27803"/>
          <ac:spMkLst>
            <pc:docMk/>
            <pc:sldMk cId="1175821773" sldId="258"/>
            <ac:spMk id="2108" creationId="{197453A5-0FF9-4239-A93B-90F539BE3469}"/>
          </ac:spMkLst>
        </pc:spChg>
        <pc:spChg chg="mod">
          <ac:chgData name="SERGIO SPANO'" userId="3abdd0b9-513e-40ac-aad4-56920065037d" providerId="ADAL" clId="{2DCFDF45-1F6B-4A47-892B-C9094FDD5642}" dt="2022-03-21T11:08:19.259" v="1310" actId="27803"/>
          <ac:spMkLst>
            <pc:docMk/>
            <pc:sldMk cId="1175821773" sldId="258"/>
            <ac:spMk id="2109" creationId="{36D57406-A508-4C9F-812C-46A44415135F}"/>
          </ac:spMkLst>
        </pc:spChg>
        <pc:spChg chg="mod">
          <ac:chgData name="SERGIO SPANO'" userId="3abdd0b9-513e-40ac-aad4-56920065037d" providerId="ADAL" clId="{2DCFDF45-1F6B-4A47-892B-C9094FDD5642}" dt="2022-03-21T11:08:19.259" v="1310" actId="27803"/>
          <ac:spMkLst>
            <pc:docMk/>
            <pc:sldMk cId="1175821773" sldId="258"/>
            <ac:spMk id="2110" creationId="{EEF85E7E-CCB3-4F2E-AC18-0E7A43168279}"/>
          </ac:spMkLst>
        </pc:spChg>
        <pc:spChg chg="mod">
          <ac:chgData name="SERGIO SPANO'" userId="3abdd0b9-513e-40ac-aad4-56920065037d" providerId="ADAL" clId="{2DCFDF45-1F6B-4A47-892B-C9094FDD5642}" dt="2022-03-21T11:08:19.259" v="1310" actId="27803"/>
          <ac:spMkLst>
            <pc:docMk/>
            <pc:sldMk cId="1175821773" sldId="258"/>
            <ac:spMk id="2111" creationId="{7DD5F83C-AEC5-453C-B672-E91877332547}"/>
          </ac:spMkLst>
        </pc:spChg>
        <pc:spChg chg="mod">
          <ac:chgData name="SERGIO SPANO'" userId="3abdd0b9-513e-40ac-aad4-56920065037d" providerId="ADAL" clId="{2DCFDF45-1F6B-4A47-892B-C9094FDD5642}" dt="2022-03-21T11:08:19.259" v="1310" actId="27803"/>
          <ac:spMkLst>
            <pc:docMk/>
            <pc:sldMk cId="1175821773" sldId="258"/>
            <ac:spMk id="2112" creationId="{EAF79DDD-3DA8-4538-8A88-5194A329C83B}"/>
          </ac:spMkLst>
        </pc:spChg>
        <pc:spChg chg="mod">
          <ac:chgData name="SERGIO SPANO'" userId="3abdd0b9-513e-40ac-aad4-56920065037d" providerId="ADAL" clId="{2DCFDF45-1F6B-4A47-892B-C9094FDD5642}" dt="2022-03-21T11:08:19.259" v="1310" actId="27803"/>
          <ac:spMkLst>
            <pc:docMk/>
            <pc:sldMk cId="1175821773" sldId="258"/>
            <ac:spMk id="2113" creationId="{C47B7515-8D31-40DC-AC91-1AD483A40D0C}"/>
          </ac:spMkLst>
        </pc:spChg>
        <pc:spChg chg="mod">
          <ac:chgData name="SERGIO SPANO'" userId="3abdd0b9-513e-40ac-aad4-56920065037d" providerId="ADAL" clId="{2DCFDF45-1F6B-4A47-892B-C9094FDD5642}" dt="2022-03-21T11:08:19.259" v="1310" actId="27803"/>
          <ac:spMkLst>
            <pc:docMk/>
            <pc:sldMk cId="1175821773" sldId="258"/>
            <ac:spMk id="2114" creationId="{CD19A4BE-7450-4BF4-9E21-100F4DEF0C79}"/>
          </ac:spMkLst>
        </pc:spChg>
        <pc:spChg chg="mod">
          <ac:chgData name="SERGIO SPANO'" userId="3abdd0b9-513e-40ac-aad4-56920065037d" providerId="ADAL" clId="{2DCFDF45-1F6B-4A47-892B-C9094FDD5642}" dt="2022-03-21T11:08:19.259" v="1310" actId="27803"/>
          <ac:spMkLst>
            <pc:docMk/>
            <pc:sldMk cId="1175821773" sldId="258"/>
            <ac:spMk id="2115" creationId="{D3D5C231-8C64-4F79-80B6-1DBEF7336C4E}"/>
          </ac:spMkLst>
        </pc:spChg>
        <pc:spChg chg="mod">
          <ac:chgData name="SERGIO SPANO'" userId="3abdd0b9-513e-40ac-aad4-56920065037d" providerId="ADAL" clId="{2DCFDF45-1F6B-4A47-892B-C9094FDD5642}" dt="2022-03-21T11:08:19.259" v="1310" actId="27803"/>
          <ac:spMkLst>
            <pc:docMk/>
            <pc:sldMk cId="1175821773" sldId="258"/>
            <ac:spMk id="2116" creationId="{4C95294C-E767-4951-A743-32975613C043}"/>
          </ac:spMkLst>
        </pc:spChg>
        <pc:spChg chg="mod">
          <ac:chgData name="SERGIO SPANO'" userId="3abdd0b9-513e-40ac-aad4-56920065037d" providerId="ADAL" clId="{2DCFDF45-1F6B-4A47-892B-C9094FDD5642}" dt="2022-03-21T11:08:19.259" v="1310" actId="27803"/>
          <ac:spMkLst>
            <pc:docMk/>
            <pc:sldMk cId="1175821773" sldId="258"/>
            <ac:spMk id="2117" creationId="{F11BE133-3E13-4678-B84E-22AFB34E1C3C}"/>
          </ac:spMkLst>
        </pc:spChg>
        <pc:spChg chg="mod">
          <ac:chgData name="SERGIO SPANO'" userId="3abdd0b9-513e-40ac-aad4-56920065037d" providerId="ADAL" clId="{2DCFDF45-1F6B-4A47-892B-C9094FDD5642}" dt="2022-03-21T11:08:19.259" v="1310" actId="27803"/>
          <ac:spMkLst>
            <pc:docMk/>
            <pc:sldMk cId="1175821773" sldId="258"/>
            <ac:spMk id="2118" creationId="{D1CB2B20-F518-41DF-8214-4A6D83F629A5}"/>
          </ac:spMkLst>
        </pc:spChg>
        <pc:spChg chg="mod">
          <ac:chgData name="SERGIO SPANO'" userId="3abdd0b9-513e-40ac-aad4-56920065037d" providerId="ADAL" clId="{2DCFDF45-1F6B-4A47-892B-C9094FDD5642}" dt="2022-03-21T11:08:19.259" v="1310" actId="27803"/>
          <ac:spMkLst>
            <pc:docMk/>
            <pc:sldMk cId="1175821773" sldId="258"/>
            <ac:spMk id="2119" creationId="{3ED0EA06-CF1C-4FE2-A71D-3756E5586120}"/>
          </ac:spMkLst>
        </pc:spChg>
        <pc:spChg chg="mod">
          <ac:chgData name="SERGIO SPANO'" userId="3abdd0b9-513e-40ac-aad4-56920065037d" providerId="ADAL" clId="{2DCFDF45-1F6B-4A47-892B-C9094FDD5642}" dt="2022-03-21T11:08:19.259" v="1310" actId="27803"/>
          <ac:spMkLst>
            <pc:docMk/>
            <pc:sldMk cId="1175821773" sldId="258"/>
            <ac:spMk id="2120" creationId="{9BCED7F1-24B2-41F7-9D4F-17840CEB7DA7}"/>
          </ac:spMkLst>
        </pc:spChg>
        <pc:spChg chg="mod">
          <ac:chgData name="SERGIO SPANO'" userId="3abdd0b9-513e-40ac-aad4-56920065037d" providerId="ADAL" clId="{2DCFDF45-1F6B-4A47-892B-C9094FDD5642}" dt="2022-03-21T11:08:19.259" v="1310" actId="27803"/>
          <ac:spMkLst>
            <pc:docMk/>
            <pc:sldMk cId="1175821773" sldId="258"/>
            <ac:spMk id="2121" creationId="{F7110341-6515-473C-AC82-A46339555196}"/>
          </ac:spMkLst>
        </pc:spChg>
        <pc:spChg chg="mod">
          <ac:chgData name="SERGIO SPANO'" userId="3abdd0b9-513e-40ac-aad4-56920065037d" providerId="ADAL" clId="{2DCFDF45-1F6B-4A47-892B-C9094FDD5642}" dt="2022-03-21T11:08:19.259" v="1310" actId="27803"/>
          <ac:spMkLst>
            <pc:docMk/>
            <pc:sldMk cId="1175821773" sldId="258"/>
            <ac:spMk id="2122" creationId="{07F85BBA-AE14-42E0-8CF4-EFB2BF91B3CB}"/>
          </ac:spMkLst>
        </pc:spChg>
        <pc:spChg chg="mod">
          <ac:chgData name="SERGIO SPANO'" userId="3abdd0b9-513e-40ac-aad4-56920065037d" providerId="ADAL" clId="{2DCFDF45-1F6B-4A47-892B-C9094FDD5642}" dt="2022-03-21T11:08:19.259" v="1310" actId="27803"/>
          <ac:spMkLst>
            <pc:docMk/>
            <pc:sldMk cId="1175821773" sldId="258"/>
            <ac:spMk id="2123" creationId="{91D77821-94AA-4816-B971-C584829990E9}"/>
          </ac:spMkLst>
        </pc:spChg>
        <pc:spChg chg="mod">
          <ac:chgData name="SERGIO SPANO'" userId="3abdd0b9-513e-40ac-aad4-56920065037d" providerId="ADAL" clId="{2DCFDF45-1F6B-4A47-892B-C9094FDD5642}" dt="2022-03-21T11:08:19.259" v="1310" actId="27803"/>
          <ac:spMkLst>
            <pc:docMk/>
            <pc:sldMk cId="1175821773" sldId="258"/>
            <ac:spMk id="2124" creationId="{1D3966DD-E567-4187-A4B7-8ECE76468A34}"/>
          </ac:spMkLst>
        </pc:spChg>
        <pc:spChg chg="mod">
          <ac:chgData name="SERGIO SPANO'" userId="3abdd0b9-513e-40ac-aad4-56920065037d" providerId="ADAL" clId="{2DCFDF45-1F6B-4A47-892B-C9094FDD5642}" dt="2022-03-21T11:08:19.259" v="1310" actId="27803"/>
          <ac:spMkLst>
            <pc:docMk/>
            <pc:sldMk cId="1175821773" sldId="258"/>
            <ac:spMk id="2125" creationId="{B5800D10-50BE-409F-941D-4A26EC3EFC5D}"/>
          </ac:spMkLst>
        </pc:spChg>
        <pc:spChg chg="mod">
          <ac:chgData name="SERGIO SPANO'" userId="3abdd0b9-513e-40ac-aad4-56920065037d" providerId="ADAL" clId="{2DCFDF45-1F6B-4A47-892B-C9094FDD5642}" dt="2022-03-21T11:08:19.259" v="1310" actId="27803"/>
          <ac:spMkLst>
            <pc:docMk/>
            <pc:sldMk cId="1175821773" sldId="258"/>
            <ac:spMk id="2126" creationId="{D58C1E0E-2025-4E75-868D-48D578B9CFB4}"/>
          </ac:spMkLst>
        </pc:spChg>
        <pc:spChg chg="mod">
          <ac:chgData name="SERGIO SPANO'" userId="3abdd0b9-513e-40ac-aad4-56920065037d" providerId="ADAL" clId="{2DCFDF45-1F6B-4A47-892B-C9094FDD5642}" dt="2022-03-21T11:08:19.259" v="1310" actId="27803"/>
          <ac:spMkLst>
            <pc:docMk/>
            <pc:sldMk cId="1175821773" sldId="258"/>
            <ac:spMk id="2127" creationId="{64264764-A598-4550-A198-71A43D60C29A}"/>
          </ac:spMkLst>
        </pc:spChg>
        <pc:spChg chg="mod">
          <ac:chgData name="SERGIO SPANO'" userId="3abdd0b9-513e-40ac-aad4-56920065037d" providerId="ADAL" clId="{2DCFDF45-1F6B-4A47-892B-C9094FDD5642}" dt="2022-03-21T11:08:19.259" v="1310" actId="27803"/>
          <ac:spMkLst>
            <pc:docMk/>
            <pc:sldMk cId="1175821773" sldId="258"/>
            <ac:spMk id="2128" creationId="{C51ADD4D-D873-4F75-8473-99C8691EB4CD}"/>
          </ac:spMkLst>
        </pc:spChg>
        <pc:spChg chg="mod">
          <ac:chgData name="SERGIO SPANO'" userId="3abdd0b9-513e-40ac-aad4-56920065037d" providerId="ADAL" clId="{2DCFDF45-1F6B-4A47-892B-C9094FDD5642}" dt="2022-03-21T11:08:19.259" v="1310" actId="27803"/>
          <ac:spMkLst>
            <pc:docMk/>
            <pc:sldMk cId="1175821773" sldId="258"/>
            <ac:spMk id="2129" creationId="{39119C15-8987-40B9-A12D-DE88C2A96C68}"/>
          </ac:spMkLst>
        </pc:spChg>
        <pc:spChg chg="mod">
          <ac:chgData name="SERGIO SPANO'" userId="3abdd0b9-513e-40ac-aad4-56920065037d" providerId="ADAL" clId="{2DCFDF45-1F6B-4A47-892B-C9094FDD5642}" dt="2022-03-21T11:08:19.259" v="1310" actId="27803"/>
          <ac:spMkLst>
            <pc:docMk/>
            <pc:sldMk cId="1175821773" sldId="258"/>
            <ac:spMk id="2130" creationId="{B45B988C-8CB8-4FE5-B69B-F48BCABA6849}"/>
          </ac:spMkLst>
        </pc:spChg>
        <pc:spChg chg="mod">
          <ac:chgData name="SERGIO SPANO'" userId="3abdd0b9-513e-40ac-aad4-56920065037d" providerId="ADAL" clId="{2DCFDF45-1F6B-4A47-892B-C9094FDD5642}" dt="2022-03-21T11:08:19.259" v="1310" actId="27803"/>
          <ac:spMkLst>
            <pc:docMk/>
            <pc:sldMk cId="1175821773" sldId="258"/>
            <ac:spMk id="2131" creationId="{DC4C1EC6-36E6-4942-9A2F-DC2C4B3FD561}"/>
          </ac:spMkLst>
        </pc:spChg>
        <pc:spChg chg="mod">
          <ac:chgData name="SERGIO SPANO'" userId="3abdd0b9-513e-40ac-aad4-56920065037d" providerId="ADAL" clId="{2DCFDF45-1F6B-4A47-892B-C9094FDD5642}" dt="2022-03-21T11:08:19.259" v="1310" actId="27803"/>
          <ac:spMkLst>
            <pc:docMk/>
            <pc:sldMk cId="1175821773" sldId="258"/>
            <ac:spMk id="2132" creationId="{DA2F843C-383D-4E1D-A900-D10E02F42F8E}"/>
          </ac:spMkLst>
        </pc:spChg>
        <pc:spChg chg="mod">
          <ac:chgData name="SERGIO SPANO'" userId="3abdd0b9-513e-40ac-aad4-56920065037d" providerId="ADAL" clId="{2DCFDF45-1F6B-4A47-892B-C9094FDD5642}" dt="2022-03-21T11:08:19.259" v="1310" actId="27803"/>
          <ac:spMkLst>
            <pc:docMk/>
            <pc:sldMk cId="1175821773" sldId="258"/>
            <ac:spMk id="2133" creationId="{85D42927-8175-409E-B106-C06291358E1C}"/>
          </ac:spMkLst>
        </pc:spChg>
        <pc:spChg chg="mod">
          <ac:chgData name="SERGIO SPANO'" userId="3abdd0b9-513e-40ac-aad4-56920065037d" providerId="ADAL" clId="{2DCFDF45-1F6B-4A47-892B-C9094FDD5642}" dt="2022-03-21T11:08:19.259" v="1310" actId="27803"/>
          <ac:spMkLst>
            <pc:docMk/>
            <pc:sldMk cId="1175821773" sldId="258"/>
            <ac:spMk id="2134" creationId="{34346826-35F5-4A78-A09B-EEF3AF8CBFF8}"/>
          </ac:spMkLst>
        </pc:spChg>
        <pc:spChg chg="mod">
          <ac:chgData name="SERGIO SPANO'" userId="3abdd0b9-513e-40ac-aad4-56920065037d" providerId="ADAL" clId="{2DCFDF45-1F6B-4A47-892B-C9094FDD5642}" dt="2022-03-21T11:08:19.259" v="1310" actId="27803"/>
          <ac:spMkLst>
            <pc:docMk/>
            <pc:sldMk cId="1175821773" sldId="258"/>
            <ac:spMk id="2135" creationId="{CEAB7D0A-F83E-4D94-AC6A-860EBA1C12B2}"/>
          </ac:spMkLst>
        </pc:spChg>
        <pc:spChg chg="mod">
          <ac:chgData name="SERGIO SPANO'" userId="3abdd0b9-513e-40ac-aad4-56920065037d" providerId="ADAL" clId="{2DCFDF45-1F6B-4A47-892B-C9094FDD5642}" dt="2022-03-21T11:08:19.259" v="1310" actId="27803"/>
          <ac:spMkLst>
            <pc:docMk/>
            <pc:sldMk cId="1175821773" sldId="258"/>
            <ac:spMk id="2136" creationId="{A51AE242-58A4-49D3-83CA-E41C1E3FF7C4}"/>
          </ac:spMkLst>
        </pc:spChg>
        <pc:spChg chg="mod">
          <ac:chgData name="SERGIO SPANO'" userId="3abdd0b9-513e-40ac-aad4-56920065037d" providerId="ADAL" clId="{2DCFDF45-1F6B-4A47-892B-C9094FDD5642}" dt="2022-03-21T11:08:19.259" v="1310" actId="27803"/>
          <ac:spMkLst>
            <pc:docMk/>
            <pc:sldMk cId="1175821773" sldId="258"/>
            <ac:spMk id="2137" creationId="{10519243-321E-4B17-A03A-309029D21D73}"/>
          </ac:spMkLst>
        </pc:spChg>
        <pc:spChg chg="mod">
          <ac:chgData name="SERGIO SPANO'" userId="3abdd0b9-513e-40ac-aad4-56920065037d" providerId="ADAL" clId="{2DCFDF45-1F6B-4A47-892B-C9094FDD5642}" dt="2022-03-21T11:08:19.259" v="1310" actId="27803"/>
          <ac:spMkLst>
            <pc:docMk/>
            <pc:sldMk cId="1175821773" sldId="258"/>
            <ac:spMk id="2138" creationId="{4359C8A2-02AB-48F9-AE6D-D8069EDC4EED}"/>
          </ac:spMkLst>
        </pc:spChg>
        <pc:spChg chg="mod">
          <ac:chgData name="SERGIO SPANO'" userId="3abdd0b9-513e-40ac-aad4-56920065037d" providerId="ADAL" clId="{2DCFDF45-1F6B-4A47-892B-C9094FDD5642}" dt="2022-03-21T11:08:19.259" v="1310" actId="27803"/>
          <ac:spMkLst>
            <pc:docMk/>
            <pc:sldMk cId="1175821773" sldId="258"/>
            <ac:spMk id="2139" creationId="{AC5D27B0-10AF-4F5B-8CD2-01ED4E91079C}"/>
          </ac:spMkLst>
        </pc:spChg>
        <pc:spChg chg="mod">
          <ac:chgData name="SERGIO SPANO'" userId="3abdd0b9-513e-40ac-aad4-56920065037d" providerId="ADAL" clId="{2DCFDF45-1F6B-4A47-892B-C9094FDD5642}" dt="2022-03-21T11:08:19.259" v="1310" actId="27803"/>
          <ac:spMkLst>
            <pc:docMk/>
            <pc:sldMk cId="1175821773" sldId="258"/>
            <ac:spMk id="2140" creationId="{2FBFA385-7962-4F68-8AC0-47C1DBE17836}"/>
          </ac:spMkLst>
        </pc:spChg>
        <pc:spChg chg="mod">
          <ac:chgData name="SERGIO SPANO'" userId="3abdd0b9-513e-40ac-aad4-56920065037d" providerId="ADAL" clId="{2DCFDF45-1F6B-4A47-892B-C9094FDD5642}" dt="2022-03-21T11:08:19.259" v="1310" actId="27803"/>
          <ac:spMkLst>
            <pc:docMk/>
            <pc:sldMk cId="1175821773" sldId="258"/>
            <ac:spMk id="2141" creationId="{2593FE3C-944D-4B4B-AB63-02A991D86F04}"/>
          </ac:spMkLst>
        </pc:spChg>
        <pc:spChg chg="mod">
          <ac:chgData name="SERGIO SPANO'" userId="3abdd0b9-513e-40ac-aad4-56920065037d" providerId="ADAL" clId="{2DCFDF45-1F6B-4A47-892B-C9094FDD5642}" dt="2022-03-21T11:08:19.259" v="1310" actId="27803"/>
          <ac:spMkLst>
            <pc:docMk/>
            <pc:sldMk cId="1175821773" sldId="258"/>
            <ac:spMk id="2142" creationId="{D05747E6-83F7-4FA9-A2F2-CF51FB9CC640}"/>
          </ac:spMkLst>
        </pc:spChg>
        <pc:spChg chg="mod">
          <ac:chgData name="SERGIO SPANO'" userId="3abdd0b9-513e-40ac-aad4-56920065037d" providerId="ADAL" clId="{2DCFDF45-1F6B-4A47-892B-C9094FDD5642}" dt="2022-03-21T11:08:19.259" v="1310" actId="27803"/>
          <ac:spMkLst>
            <pc:docMk/>
            <pc:sldMk cId="1175821773" sldId="258"/>
            <ac:spMk id="2143" creationId="{85B612F7-1F53-4D16-A167-1C1E0A50864C}"/>
          </ac:spMkLst>
        </pc:spChg>
        <pc:spChg chg="mod">
          <ac:chgData name="SERGIO SPANO'" userId="3abdd0b9-513e-40ac-aad4-56920065037d" providerId="ADAL" clId="{2DCFDF45-1F6B-4A47-892B-C9094FDD5642}" dt="2022-03-21T11:08:19.259" v="1310" actId="27803"/>
          <ac:spMkLst>
            <pc:docMk/>
            <pc:sldMk cId="1175821773" sldId="258"/>
            <ac:spMk id="2144" creationId="{D11D5CF3-0089-4780-8CAF-25863C213EEB}"/>
          </ac:spMkLst>
        </pc:spChg>
        <pc:spChg chg="mod">
          <ac:chgData name="SERGIO SPANO'" userId="3abdd0b9-513e-40ac-aad4-56920065037d" providerId="ADAL" clId="{2DCFDF45-1F6B-4A47-892B-C9094FDD5642}" dt="2022-03-21T11:08:19.259" v="1310" actId="27803"/>
          <ac:spMkLst>
            <pc:docMk/>
            <pc:sldMk cId="1175821773" sldId="258"/>
            <ac:spMk id="2145" creationId="{853A526C-6D48-4548-A071-D636CDBC6F98}"/>
          </ac:spMkLst>
        </pc:spChg>
        <pc:spChg chg="mod">
          <ac:chgData name="SERGIO SPANO'" userId="3abdd0b9-513e-40ac-aad4-56920065037d" providerId="ADAL" clId="{2DCFDF45-1F6B-4A47-892B-C9094FDD5642}" dt="2022-03-21T11:08:19.259" v="1310" actId="27803"/>
          <ac:spMkLst>
            <pc:docMk/>
            <pc:sldMk cId="1175821773" sldId="258"/>
            <ac:spMk id="2146" creationId="{AC1F2799-BAA9-4F61-85B4-A0B438D4FA7D}"/>
          </ac:spMkLst>
        </pc:spChg>
        <pc:spChg chg="mod">
          <ac:chgData name="SERGIO SPANO'" userId="3abdd0b9-513e-40ac-aad4-56920065037d" providerId="ADAL" clId="{2DCFDF45-1F6B-4A47-892B-C9094FDD5642}" dt="2022-03-21T11:08:19.259" v="1310" actId="27803"/>
          <ac:spMkLst>
            <pc:docMk/>
            <pc:sldMk cId="1175821773" sldId="258"/>
            <ac:spMk id="2147" creationId="{B4CCD802-F1C3-4B23-991A-8AFAAEA54CD5}"/>
          </ac:spMkLst>
        </pc:spChg>
        <pc:spChg chg="mod">
          <ac:chgData name="SERGIO SPANO'" userId="3abdd0b9-513e-40ac-aad4-56920065037d" providerId="ADAL" clId="{2DCFDF45-1F6B-4A47-892B-C9094FDD5642}" dt="2022-03-21T11:08:19.259" v="1310" actId="27803"/>
          <ac:spMkLst>
            <pc:docMk/>
            <pc:sldMk cId="1175821773" sldId="258"/>
            <ac:spMk id="2148" creationId="{E4DE8058-B645-4CB4-BC69-083CCD28B65D}"/>
          </ac:spMkLst>
        </pc:spChg>
        <pc:spChg chg="mod">
          <ac:chgData name="SERGIO SPANO'" userId="3abdd0b9-513e-40ac-aad4-56920065037d" providerId="ADAL" clId="{2DCFDF45-1F6B-4A47-892B-C9094FDD5642}" dt="2022-03-21T11:08:19.259" v="1310" actId="27803"/>
          <ac:spMkLst>
            <pc:docMk/>
            <pc:sldMk cId="1175821773" sldId="258"/>
            <ac:spMk id="2149" creationId="{5ADC5565-D295-40B1-8106-6F1B38C7FC48}"/>
          </ac:spMkLst>
        </pc:spChg>
        <pc:spChg chg="mod">
          <ac:chgData name="SERGIO SPANO'" userId="3abdd0b9-513e-40ac-aad4-56920065037d" providerId="ADAL" clId="{2DCFDF45-1F6B-4A47-892B-C9094FDD5642}" dt="2022-03-21T11:08:19.259" v="1310" actId="27803"/>
          <ac:spMkLst>
            <pc:docMk/>
            <pc:sldMk cId="1175821773" sldId="258"/>
            <ac:spMk id="2150" creationId="{DA48DD83-6EDB-4D2C-AF95-3AFF90616A0E}"/>
          </ac:spMkLst>
        </pc:spChg>
        <pc:spChg chg="mod">
          <ac:chgData name="SERGIO SPANO'" userId="3abdd0b9-513e-40ac-aad4-56920065037d" providerId="ADAL" clId="{2DCFDF45-1F6B-4A47-892B-C9094FDD5642}" dt="2022-03-21T11:08:19.259" v="1310" actId="27803"/>
          <ac:spMkLst>
            <pc:docMk/>
            <pc:sldMk cId="1175821773" sldId="258"/>
            <ac:spMk id="2151" creationId="{B322B8F0-8BF8-4607-951F-1224D23DC5F0}"/>
          </ac:spMkLst>
        </pc:spChg>
        <pc:spChg chg="mod">
          <ac:chgData name="SERGIO SPANO'" userId="3abdd0b9-513e-40ac-aad4-56920065037d" providerId="ADAL" clId="{2DCFDF45-1F6B-4A47-892B-C9094FDD5642}" dt="2022-03-21T11:08:19.259" v="1310" actId="27803"/>
          <ac:spMkLst>
            <pc:docMk/>
            <pc:sldMk cId="1175821773" sldId="258"/>
            <ac:spMk id="2152" creationId="{6C9D889A-5CF5-4865-9C43-0B28A4CAE426}"/>
          </ac:spMkLst>
        </pc:spChg>
        <pc:spChg chg="mod">
          <ac:chgData name="SERGIO SPANO'" userId="3abdd0b9-513e-40ac-aad4-56920065037d" providerId="ADAL" clId="{2DCFDF45-1F6B-4A47-892B-C9094FDD5642}" dt="2022-03-21T11:08:19.259" v="1310" actId="27803"/>
          <ac:spMkLst>
            <pc:docMk/>
            <pc:sldMk cId="1175821773" sldId="258"/>
            <ac:spMk id="2153" creationId="{BEBA9314-5CD3-4D91-A046-18947A1B4918}"/>
          </ac:spMkLst>
        </pc:spChg>
        <pc:spChg chg="mod">
          <ac:chgData name="SERGIO SPANO'" userId="3abdd0b9-513e-40ac-aad4-56920065037d" providerId="ADAL" clId="{2DCFDF45-1F6B-4A47-892B-C9094FDD5642}" dt="2022-03-21T11:08:19.259" v="1310" actId="27803"/>
          <ac:spMkLst>
            <pc:docMk/>
            <pc:sldMk cId="1175821773" sldId="258"/>
            <ac:spMk id="2154" creationId="{5B24A03E-9869-4D09-9B2E-A81ED1BA524E}"/>
          </ac:spMkLst>
        </pc:spChg>
        <pc:spChg chg="mod">
          <ac:chgData name="SERGIO SPANO'" userId="3abdd0b9-513e-40ac-aad4-56920065037d" providerId="ADAL" clId="{2DCFDF45-1F6B-4A47-892B-C9094FDD5642}" dt="2022-03-21T11:08:19.259" v="1310" actId="27803"/>
          <ac:spMkLst>
            <pc:docMk/>
            <pc:sldMk cId="1175821773" sldId="258"/>
            <ac:spMk id="2155" creationId="{A23AD511-4FFA-4B0F-86A8-83A8701DE8D2}"/>
          </ac:spMkLst>
        </pc:spChg>
        <pc:spChg chg="mod">
          <ac:chgData name="SERGIO SPANO'" userId="3abdd0b9-513e-40ac-aad4-56920065037d" providerId="ADAL" clId="{2DCFDF45-1F6B-4A47-892B-C9094FDD5642}" dt="2022-03-21T11:08:19.259" v="1310" actId="27803"/>
          <ac:spMkLst>
            <pc:docMk/>
            <pc:sldMk cId="1175821773" sldId="258"/>
            <ac:spMk id="2156" creationId="{84ED59C4-DD0F-4DA5-9C39-2AB9949E95A7}"/>
          </ac:spMkLst>
        </pc:spChg>
        <pc:spChg chg="mod">
          <ac:chgData name="SERGIO SPANO'" userId="3abdd0b9-513e-40ac-aad4-56920065037d" providerId="ADAL" clId="{2DCFDF45-1F6B-4A47-892B-C9094FDD5642}" dt="2022-03-21T11:08:19.259" v="1310" actId="27803"/>
          <ac:spMkLst>
            <pc:docMk/>
            <pc:sldMk cId="1175821773" sldId="258"/>
            <ac:spMk id="2157" creationId="{92E67F64-C881-409D-90E4-1B456758ABEC}"/>
          </ac:spMkLst>
        </pc:spChg>
        <pc:spChg chg="mod">
          <ac:chgData name="SERGIO SPANO'" userId="3abdd0b9-513e-40ac-aad4-56920065037d" providerId="ADAL" clId="{2DCFDF45-1F6B-4A47-892B-C9094FDD5642}" dt="2022-03-21T11:08:19.259" v="1310" actId="27803"/>
          <ac:spMkLst>
            <pc:docMk/>
            <pc:sldMk cId="1175821773" sldId="258"/>
            <ac:spMk id="2158" creationId="{958FF179-A506-4070-AC47-BDE609036E97}"/>
          </ac:spMkLst>
        </pc:spChg>
        <pc:spChg chg="mod">
          <ac:chgData name="SERGIO SPANO'" userId="3abdd0b9-513e-40ac-aad4-56920065037d" providerId="ADAL" clId="{2DCFDF45-1F6B-4A47-892B-C9094FDD5642}" dt="2022-03-21T11:08:19.259" v="1310" actId="27803"/>
          <ac:spMkLst>
            <pc:docMk/>
            <pc:sldMk cId="1175821773" sldId="258"/>
            <ac:spMk id="2159" creationId="{E75400E8-97DD-4DA7-AA0C-8176043AA01F}"/>
          </ac:spMkLst>
        </pc:spChg>
        <pc:spChg chg="mod">
          <ac:chgData name="SERGIO SPANO'" userId="3abdd0b9-513e-40ac-aad4-56920065037d" providerId="ADAL" clId="{2DCFDF45-1F6B-4A47-892B-C9094FDD5642}" dt="2022-03-21T11:08:19.259" v="1310" actId="27803"/>
          <ac:spMkLst>
            <pc:docMk/>
            <pc:sldMk cId="1175821773" sldId="258"/>
            <ac:spMk id="2160" creationId="{C0CB7363-0686-42A1-9237-4AD003D3F92A}"/>
          </ac:spMkLst>
        </pc:spChg>
        <pc:spChg chg="mod">
          <ac:chgData name="SERGIO SPANO'" userId="3abdd0b9-513e-40ac-aad4-56920065037d" providerId="ADAL" clId="{2DCFDF45-1F6B-4A47-892B-C9094FDD5642}" dt="2022-03-21T11:08:19.259" v="1310" actId="27803"/>
          <ac:spMkLst>
            <pc:docMk/>
            <pc:sldMk cId="1175821773" sldId="258"/>
            <ac:spMk id="2161" creationId="{D4831BA9-C33B-4CE5-A04F-FD6C275AAA2E}"/>
          </ac:spMkLst>
        </pc:spChg>
        <pc:spChg chg="mod">
          <ac:chgData name="SERGIO SPANO'" userId="3abdd0b9-513e-40ac-aad4-56920065037d" providerId="ADAL" clId="{2DCFDF45-1F6B-4A47-892B-C9094FDD5642}" dt="2022-03-21T11:08:19.259" v="1310" actId="27803"/>
          <ac:spMkLst>
            <pc:docMk/>
            <pc:sldMk cId="1175821773" sldId="258"/>
            <ac:spMk id="2162" creationId="{733A91FA-B4B6-4CED-9B13-AA7069B67A65}"/>
          </ac:spMkLst>
        </pc:spChg>
        <pc:spChg chg="mod">
          <ac:chgData name="SERGIO SPANO'" userId="3abdd0b9-513e-40ac-aad4-56920065037d" providerId="ADAL" clId="{2DCFDF45-1F6B-4A47-892B-C9094FDD5642}" dt="2022-03-21T11:08:19.259" v="1310" actId="27803"/>
          <ac:spMkLst>
            <pc:docMk/>
            <pc:sldMk cId="1175821773" sldId="258"/>
            <ac:spMk id="2163" creationId="{50D939C3-D152-4A13-B674-B5904C45207A}"/>
          </ac:spMkLst>
        </pc:spChg>
        <pc:spChg chg="mod">
          <ac:chgData name="SERGIO SPANO'" userId="3abdd0b9-513e-40ac-aad4-56920065037d" providerId="ADAL" clId="{2DCFDF45-1F6B-4A47-892B-C9094FDD5642}" dt="2022-03-21T11:08:19.259" v="1310" actId="27803"/>
          <ac:spMkLst>
            <pc:docMk/>
            <pc:sldMk cId="1175821773" sldId="258"/>
            <ac:spMk id="2164" creationId="{CDF3CEC5-350D-4CBE-A2DB-55236BC4C779}"/>
          </ac:spMkLst>
        </pc:spChg>
        <pc:spChg chg="mod">
          <ac:chgData name="SERGIO SPANO'" userId="3abdd0b9-513e-40ac-aad4-56920065037d" providerId="ADAL" clId="{2DCFDF45-1F6B-4A47-892B-C9094FDD5642}" dt="2022-03-21T11:08:19.259" v="1310" actId="27803"/>
          <ac:spMkLst>
            <pc:docMk/>
            <pc:sldMk cId="1175821773" sldId="258"/>
            <ac:spMk id="2165" creationId="{ED2B4D04-B59E-48AE-A710-1B3FD1A4E925}"/>
          </ac:spMkLst>
        </pc:spChg>
        <pc:spChg chg="mod">
          <ac:chgData name="SERGIO SPANO'" userId="3abdd0b9-513e-40ac-aad4-56920065037d" providerId="ADAL" clId="{2DCFDF45-1F6B-4A47-892B-C9094FDD5642}" dt="2022-03-21T11:08:19.259" v="1310" actId="27803"/>
          <ac:spMkLst>
            <pc:docMk/>
            <pc:sldMk cId="1175821773" sldId="258"/>
            <ac:spMk id="2166" creationId="{09820D8C-2500-4FC3-B772-A0B74CAC4952}"/>
          </ac:spMkLst>
        </pc:spChg>
        <pc:spChg chg="mod">
          <ac:chgData name="SERGIO SPANO'" userId="3abdd0b9-513e-40ac-aad4-56920065037d" providerId="ADAL" clId="{2DCFDF45-1F6B-4A47-892B-C9094FDD5642}" dt="2022-03-21T11:08:19.259" v="1310" actId="27803"/>
          <ac:spMkLst>
            <pc:docMk/>
            <pc:sldMk cId="1175821773" sldId="258"/>
            <ac:spMk id="2167" creationId="{9CB97FCC-D361-44AC-9E66-C62974E7C5EC}"/>
          </ac:spMkLst>
        </pc:spChg>
        <pc:spChg chg="mod">
          <ac:chgData name="SERGIO SPANO'" userId="3abdd0b9-513e-40ac-aad4-56920065037d" providerId="ADAL" clId="{2DCFDF45-1F6B-4A47-892B-C9094FDD5642}" dt="2022-03-21T11:08:19.259" v="1310" actId="27803"/>
          <ac:spMkLst>
            <pc:docMk/>
            <pc:sldMk cId="1175821773" sldId="258"/>
            <ac:spMk id="2168" creationId="{58EAE39E-75C7-4F24-9C4E-FC6154FF4D50}"/>
          </ac:spMkLst>
        </pc:spChg>
        <pc:spChg chg="mod">
          <ac:chgData name="SERGIO SPANO'" userId="3abdd0b9-513e-40ac-aad4-56920065037d" providerId="ADAL" clId="{2DCFDF45-1F6B-4A47-892B-C9094FDD5642}" dt="2022-03-21T11:08:19.259" v="1310" actId="27803"/>
          <ac:spMkLst>
            <pc:docMk/>
            <pc:sldMk cId="1175821773" sldId="258"/>
            <ac:spMk id="2169" creationId="{65D8246C-8252-4CD5-BE95-B73924D352F9}"/>
          </ac:spMkLst>
        </pc:spChg>
        <pc:spChg chg="mod">
          <ac:chgData name="SERGIO SPANO'" userId="3abdd0b9-513e-40ac-aad4-56920065037d" providerId="ADAL" clId="{2DCFDF45-1F6B-4A47-892B-C9094FDD5642}" dt="2022-03-21T11:08:19.259" v="1310" actId="27803"/>
          <ac:spMkLst>
            <pc:docMk/>
            <pc:sldMk cId="1175821773" sldId="258"/>
            <ac:spMk id="2170" creationId="{DA2EF354-1C3D-4039-8922-17337BAC3637}"/>
          </ac:spMkLst>
        </pc:spChg>
        <pc:spChg chg="mod">
          <ac:chgData name="SERGIO SPANO'" userId="3abdd0b9-513e-40ac-aad4-56920065037d" providerId="ADAL" clId="{2DCFDF45-1F6B-4A47-892B-C9094FDD5642}" dt="2022-03-21T11:08:19.259" v="1310" actId="27803"/>
          <ac:spMkLst>
            <pc:docMk/>
            <pc:sldMk cId="1175821773" sldId="258"/>
            <ac:spMk id="2171" creationId="{32507383-F55B-463D-9FE7-7618FF797B5C}"/>
          </ac:spMkLst>
        </pc:spChg>
        <pc:spChg chg="mod">
          <ac:chgData name="SERGIO SPANO'" userId="3abdd0b9-513e-40ac-aad4-56920065037d" providerId="ADAL" clId="{2DCFDF45-1F6B-4A47-892B-C9094FDD5642}" dt="2022-03-21T11:08:19.259" v="1310" actId="27803"/>
          <ac:spMkLst>
            <pc:docMk/>
            <pc:sldMk cId="1175821773" sldId="258"/>
            <ac:spMk id="2172" creationId="{68E18DE4-814A-43C6-9CE6-15E0A3590695}"/>
          </ac:spMkLst>
        </pc:spChg>
        <pc:spChg chg="mod">
          <ac:chgData name="SERGIO SPANO'" userId="3abdd0b9-513e-40ac-aad4-56920065037d" providerId="ADAL" clId="{2DCFDF45-1F6B-4A47-892B-C9094FDD5642}" dt="2022-03-21T11:08:19.259" v="1310" actId="27803"/>
          <ac:spMkLst>
            <pc:docMk/>
            <pc:sldMk cId="1175821773" sldId="258"/>
            <ac:spMk id="2173" creationId="{6DB39EB5-6D81-4563-86DF-6F821C74A0A1}"/>
          </ac:spMkLst>
        </pc:spChg>
        <pc:spChg chg="mod">
          <ac:chgData name="SERGIO SPANO'" userId="3abdd0b9-513e-40ac-aad4-56920065037d" providerId="ADAL" clId="{2DCFDF45-1F6B-4A47-892B-C9094FDD5642}" dt="2022-03-21T11:08:19.259" v="1310" actId="27803"/>
          <ac:spMkLst>
            <pc:docMk/>
            <pc:sldMk cId="1175821773" sldId="258"/>
            <ac:spMk id="2174" creationId="{0C9FC2CF-B54C-48A2-AA11-6C04D2426B32}"/>
          </ac:spMkLst>
        </pc:spChg>
        <pc:spChg chg="mod">
          <ac:chgData name="SERGIO SPANO'" userId="3abdd0b9-513e-40ac-aad4-56920065037d" providerId="ADAL" clId="{2DCFDF45-1F6B-4A47-892B-C9094FDD5642}" dt="2022-03-21T11:08:19.259" v="1310" actId="27803"/>
          <ac:spMkLst>
            <pc:docMk/>
            <pc:sldMk cId="1175821773" sldId="258"/>
            <ac:spMk id="2175" creationId="{03B249F6-2BD1-41FB-9E8E-8021F7561C99}"/>
          </ac:spMkLst>
        </pc:spChg>
        <pc:spChg chg="mod">
          <ac:chgData name="SERGIO SPANO'" userId="3abdd0b9-513e-40ac-aad4-56920065037d" providerId="ADAL" clId="{2DCFDF45-1F6B-4A47-892B-C9094FDD5642}" dt="2022-03-21T11:08:19.259" v="1310" actId="27803"/>
          <ac:spMkLst>
            <pc:docMk/>
            <pc:sldMk cId="1175821773" sldId="258"/>
            <ac:spMk id="2176" creationId="{0FFECB09-9B81-40CB-B68E-71C0AC913361}"/>
          </ac:spMkLst>
        </pc:spChg>
        <pc:spChg chg="mod">
          <ac:chgData name="SERGIO SPANO'" userId="3abdd0b9-513e-40ac-aad4-56920065037d" providerId="ADAL" clId="{2DCFDF45-1F6B-4A47-892B-C9094FDD5642}" dt="2022-03-21T11:08:19.259" v="1310" actId="27803"/>
          <ac:spMkLst>
            <pc:docMk/>
            <pc:sldMk cId="1175821773" sldId="258"/>
            <ac:spMk id="2177" creationId="{0CE04859-530C-4117-A982-B239C1329FF1}"/>
          </ac:spMkLst>
        </pc:spChg>
        <pc:spChg chg="mod">
          <ac:chgData name="SERGIO SPANO'" userId="3abdd0b9-513e-40ac-aad4-56920065037d" providerId="ADAL" clId="{2DCFDF45-1F6B-4A47-892B-C9094FDD5642}" dt="2022-03-21T11:08:19.259" v="1310" actId="27803"/>
          <ac:spMkLst>
            <pc:docMk/>
            <pc:sldMk cId="1175821773" sldId="258"/>
            <ac:spMk id="2178" creationId="{445DF9C1-E9B1-4FD1-8E74-5060D351F703}"/>
          </ac:spMkLst>
        </pc:spChg>
        <pc:spChg chg="mod">
          <ac:chgData name="SERGIO SPANO'" userId="3abdd0b9-513e-40ac-aad4-56920065037d" providerId="ADAL" clId="{2DCFDF45-1F6B-4A47-892B-C9094FDD5642}" dt="2022-03-21T11:08:19.259" v="1310" actId="27803"/>
          <ac:spMkLst>
            <pc:docMk/>
            <pc:sldMk cId="1175821773" sldId="258"/>
            <ac:spMk id="2179" creationId="{692230C6-6A13-4843-8054-E1C0698F5015}"/>
          </ac:spMkLst>
        </pc:spChg>
        <pc:spChg chg="mod">
          <ac:chgData name="SERGIO SPANO'" userId="3abdd0b9-513e-40ac-aad4-56920065037d" providerId="ADAL" clId="{2DCFDF45-1F6B-4A47-892B-C9094FDD5642}" dt="2022-03-21T11:08:19.259" v="1310" actId="27803"/>
          <ac:spMkLst>
            <pc:docMk/>
            <pc:sldMk cId="1175821773" sldId="258"/>
            <ac:spMk id="2180" creationId="{B8A54EB4-4A11-4FD3-995E-1896136F701C}"/>
          </ac:spMkLst>
        </pc:spChg>
        <pc:spChg chg="mod">
          <ac:chgData name="SERGIO SPANO'" userId="3abdd0b9-513e-40ac-aad4-56920065037d" providerId="ADAL" clId="{2DCFDF45-1F6B-4A47-892B-C9094FDD5642}" dt="2022-03-21T11:08:19.259" v="1310" actId="27803"/>
          <ac:spMkLst>
            <pc:docMk/>
            <pc:sldMk cId="1175821773" sldId="258"/>
            <ac:spMk id="2181" creationId="{64B67B3E-C4ED-4E9A-B718-63266D441B19}"/>
          </ac:spMkLst>
        </pc:spChg>
        <pc:spChg chg="mod">
          <ac:chgData name="SERGIO SPANO'" userId="3abdd0b9-513e-40ac-aad4-56920065037d" providerId="ADAL" clId="{2DCFDF45-1F6B-4A47-892B-C9094FDD5642}" dt="2022-03-21T11:08:19.259" v="1310" actId="27803"/>
          <ac:spMkLst>
            <pc:docMk/>
            <pc:sldMk cId="1175821773" sldId="258"/>
            <ac:spMk id="2182" creationId="{25AA7D41-1B40-44CA-84EA-A585A0281621}"/>
          </ac:spMkLst>
        </pc:spChg>
        <pc:spChg chg="mod">
          <ac:chgData name="SERGIO SPANO'" userId="3abdd0b9-513e-40ac-aad4-56920065037d" providerId="ADAL" clId="{2DCFDF45-1F6B-4A47-892B-C9094FDD5642}" dt="2022-03-21T11:08:19.259" v="1310" actId="27803"/>
          <ac:spMkLst>
            <pc:docMk/>
            <pc:sldMk cId="1175821773" sldId="258"/>
            <ac:spMk id="2183" creationId="{3DEA0C37-78E4-4763-8AA2-6214D995FD1D}"/>
          </ac:spMkLst>
        </pc:spChg>
        <pc:spChg chg="mod">
          <ac:chgData name="SERGIO SPANO'" userId="3abdd0b9-513e-40ac-aad4-56920065037d" providerId="ADAL" clId="{2DCFDF45-1F6B-4A47-892B-C9094FDD5642}" dt="2022-03-21T11:08:19.259" v="1310" actId="27803"/>
          <ac:spMkLst>
            <pc:docMk/>
            <pc:sldMk cId="1175821773" sldId="258"/>
            <ac:spMk id="2184" creationId="{04AD2A80-71B8-412B-9505-245DB5EFA2DA}"/>
          </ac:spMkLst>
        </pc:spChg>
        <pc:spChg chg="mod">
          <ac:chgData name="SERGIO SPANO'" userId="3abdd0b9-513e-40ac-aad4-56920065037d" providerId="ADAL" clId="{2DCFDF45-1F6B-4A47-892B-C9094FDD5642}" dt="2022-03-21T11:08:19.259" v="1310" actId="27803"/>
          <ac:spMkLst>
            <pc:docMk/>
            <pc:sldMk cId="1175821773" sldId="258"/>
            <ac:spMk id="2185" creationId="{C261D96B-4A04-4E08-B11A-1A889FF5EE13}"/>
          </ac:spMkLst>
        </pc:spChg>
        <pc:spChg chg="mod">
          <ac:chgData name="SERGIO SPANO'" userId="3abdd0b9-513e-40ac-aad4-56920065037d" providerId="ADAL" clId="{2DCFDF45-1F6B-4A47-892B-C9094FDD5642}" dt="2022-03-21T11:08:19.259" v="1310" actId="27803"/>
          <ac:spMkLst>
            <pc:docMk/>
            <pc:sldMk cId="1175821773" sldId="258"/>
            <ac:spMk id="2186" creationId="{A1ECD3C8-4EDA-4B74-B844-8F3D262603A5}"/>
          </ac:spMkLst>
        </pc:spChg>
        <pc:spChg chg="mod">
          <ac:chgData name="SERGIO SPANO'" userId="3abdd0b9-513e-40ac-aad4-56920065037d" providerId="ADAL" clId="{2DCFDF45-1F6B-4A47-892B-C9094FDD5642}" dt="2022-03-21T11:08:19.259" v="1310" actId="27803"/>
          <ac:spMkLst>
            <pc:docMk/>
            <pc:sldMk cId="1175821773" sldId="258"/>
            <ac:spMk id="2187" creationId="{FF2C41A8-E984-4EFA-9443-F848AC81B9BC}"/>
          </ac:spMkLst>
        </pc:spChg>
        <pc:spChg chg="mod">
          <ac:chgData name="SERGIO SPANO'" userId="3abdd0b9-513e-40ac-aad4-56920065037d" providerId="ADAL" clId="{2DCFDF45-1F6B-4A47-892B-C9094FDD5642}" dt="2022-03-21T11:08:19.259" v="1310" actId="27803"/>
          <ac:spMkLst>
            <pc:docMk/>
            <pc:sldMk cId="1175821773" sldId="258"/>
            <ac:spMk id="2188" creationId="{D6BC2BED-4248-40EC-9B7C-598AD0CBB100}"/>
          </ac:spMkLst>
        </pc:spChg>
        <pc:spChg chg="mod">
          <ac:chgData name="SERGIO SPANO'" userId="3abdd0b9-513e-40ac-aad4-56920065037d" providerId="ADAL" clId="{2DCFDF45-1F6B-4A47-892B-C9094FDD5642}" dt="2022-03-21T11:08:19.259" v="1310" actId="27803"/>
          <ac:spMkLst>
            <pc:docMk/>
            <pc:sldMk cId="1175821773" sldId="258"/>
            <ac:spMk id="2189" creationId="{71815ADB-B6D5-442F-8423-BB6E51119099}"/>
          </ac:spMkLst>
        </pc:spChg>
        <pc:spChg chg="mod">
          <ac:chgData name="SERGIO SPANO'" userId="3abdd0b9-513e-40ac-aad4-56920065037d" providerId="ADAL" clId="{2DCFDF45-1F6B-4A47-892B-C9094FDD5642}" dt="2022-03-21T11:08:19.259" v="1310" actId="27803"/>
          <ac:spMkLst>
            <pc:docMk/>
            <pc:sldMk cId="1175821773" sldId="258"/>
            <ac:spMk id="2190" creationId="{58E6F47C-AE56-449B-AC43-5AAAB3821744}"/>
          </ac:spMkLst>
        </pc:spChg>
        <pc:spChg chg="mod">
          <ac:chgData name="SERGIO SPANO'" userId="3abdd0b9-513e-40ac-aad4-56920065037d" providerId="ADAL" clId="{2DCFDF45-1F6B-4A47-892B-C9094FDD5642}" dt="2022-03-21T11:08:19.259" v="1310" actId="27803"/>
          <ac:spMkLst>
            <pc:docMk/>
            <pc:sldMk cId="1175821773" sldId="258"/>
            <ac:spMk id="2191" creationId="{F2FD0F5A-6BC6-43C7-A057-CE5D8F28073A}"/>
          </ac:spMkLst>
        </pc:spChg>
        <pc:spChg chg="mod">
          <ac:chgData name="SERGIO SPANO'" userId="3abdd0b9-513e-40ac-aad4-56920065037d" providerId="ADAL" clId="{2DCFDF45-1F6B-4A47-892B-C9094FDD5642}" dt="2022-03-21T11:08:19.259" v="1310" actId="27803"/>
          <ac:spMkLst>
            <pc:docMk/>
            <pc:sldMk cId="1175821773" sldId="258"/>
            <ac:spMk id="2192" creationId="{58985F8A-C32A-4467-9966-52EFE43D1BB8}"/>
          </ac:spMkLst>
        </pc:spChg>
        <pc:spChg chg="mod">
          <ac:chgData name="SERGIO SPANO'" userId="3abdd0b9-513e-40ac-aad4-56920065037d" providerId="ADAL" clId="{2DCFDF45-1F6B-4A47-892B-C9094FDD5642}" dt="2022-03-21T11:08:19.259" v="1310" actId="27803"/>
          <ac:spMkLst>
            <pc:docMk/>
            <pc:sldMk cId="1175821773" sldId="258"/>
            <ac:spMk id="2193" creationId="{DC64E811-F809-4245-B4E7-42BFBF3EF1C2}"/>
          </ac:spMkLst>
        </pc:spChg>
        <pc:spChg chg="mod">
          <ac:chgData name="SERGIO SPANO'" userId="3abdd0b9-513e-40ac-aad4-56920065037d" providerId="ADAL" clId="{2DCFDF45-1F6B-4A47-892B-C9094FDD5642}" dt="2022-03-21T11:08:19.259" v="1310" actId="27803"/>
          <ac:spMkLst>
            <pc:docMk/>
            <pc:sldMk cId="1175821773" sldId="258"/>
            <ac:spMk id="2194" creationId="{03123F1B-FF61-445E-8CF6-D1F2F10D2B93}"/>
          </ac:spMkLst>
        </pc:spChg>
        <pc:spChg chg="mod">
          <ac:chgData name="SERGIO SPANO'" userId="3abdd0b9-513e-40ac-aad4-56920065037d" providerId="ADAL" clId="{2DCFDF45-1F6B-4A47-892B-C9094FDD5642}" dt="2022-03-21T11:08:19.259" v="1310" actId="27803"/>
          <ac:spMkLst>
            <pc:docMk/>
            <pc:sldMk cId="1175821773" sldId="258"/>
            <ac:spMk id="2195" creationId="{D122582F-41C8-493A-8698-6D94CEE3A68E}"/>
          </ac:spMkLst>
        </pc:spChg>
        <pc:spChg chg="mod">
          <ac:chgData name="SERGIO SPANO'" userId="3abdd0b9-513e-40ac-aad4-56920065037d" providerId="ADAL" clId="{2DCFDF45-1F6B-4A47-892B-C9094FDD5642}" dt="2022-03-21T11:08:19.259" v="1310" actId="27803"/>
          <ac:spMkLst>
            <pc:docMk/>
            <pc:sldMk cId="1175821773" sldId="258"/>
            <ac:spMk id="2196" creationId="{4C756877-A3F8-4F74-B10D-6EF25E33224C}"/>
          </ac:spMkLst>
        </pc:spChg>
        <pc:spChg chg="mod">
          <ac:chgData name="SERGIO SPANO'" userId="3abdd0b9-513e-40ac-aad4-56920065037d" providerId="ADAL" clId="{2DCFDF45-1F6B-4A47-892B-C9094FDD5642}" dt="2022-03-21T11:08:19.259" v="1310" actId="27803"/>
          <ac:spMkLst>
            <pc:docMk/>
            <pc:sldMk cId="1175821773" sldId="258"/>
            <ac:spMk id="2197" creationId="{57D89A12-CB32-4CE1-842B-D71B44406558}"/>
          </ac:spMkLst>
        </pc:spChg>
        <pc:spChg chg="mod">
          <ac:chgData name="SERGIO SPANO'" userId="3abdd0b9-513e-40ac-aad4-56920065037d" providerId="ADAL" clId="{2DCFDF45-1F6B-4A47-892B-C9094FDD5642}" dt="2022-03-21T11:08:19.259" v="1310" actId="27803"/>
          <ac:spMkLst>
            <pc:docMk/>
            <pc:sldMk cId="1175821773" sldId="258"/>
            <ac:spMk id="2198" creationId="{5EB7465D-A4BE-4F1A-B52C-1900B433FCF2}"/>
          </ac:spMkLst>
        </pc:spChg>
        <pc:spChg chg="mod">
          <ac:chgData name="SERGIO SPANO'" userId="3abdd0b9-513e-40ac-aad4-56920065037d" providerId="ADAL" clId="{2DCFDF45-1F6B-4A47-892B-C9094FDD5642}" dt="2022-03-21T11:08:19.259" v="1310" actId="27803"/>
          <ac:spMkLst>
            <pc:docMk/>
            <pc:sldMk cId="1175821773" sldId="258"/>
            <ac:spMk id="2199" creationId="{4FD53612-880A-4BAF-9A2A-BBB3A5C05B6F}"/>
          </ac:spMkLst>
        </pc:spChg>
        <pc:spChg chg="mod">
          <ac:chgData name="SERGIO SPANO'" userId="3abdd0b9-513e-40ac-aad4-56920065037d" providerId="ADAL" clId="{2DCFDF45-1F6B-4A47-892B-C9094FDD5642}" dt="2022-03-21T11:08:19.259" v="1310" actId="27803"/>
          <ac:spMkLst>
            <pc:docMk/>
            <pc:sldMk cId="1175821773" sldId="258"/>
            <ac:spMk id="2200" creationId="{5F2DDBB8-9B9A-4298-8100-CAC9CD75F687}"/>
          </ac:spMkLst>
        </pc:spChg>
        <pc:spChg chg="mod">
          <ac:chgData name="SERGIO SPANO'" userId="3abdd0b9-513e-40ac-aad4-56920065037d" providerId="ADAL" clId="{2DCFDF45-1F6B-4A47-892B-C9094FDD5642}" dt="2022-03-21T11:08:19.259" v="1310" actId="27803"/>
          <ac:spMkLst>
            <pc:docMk/>
            <pc:sldMk cId="1175821773" sldId="258"/>
            <ac:spMk id="2201" creationId="{DF6E7D90-ADFE-41AE-8D18-B896FBE88967}"/>
          </ac:spMkLst>
        </pc:spChg>
        <pc:spChg chg="mod">
          <ac:chgData name="SERGIO SPANO'" userId="3abdd0b9-513e-40ac-aad4-56920065037d" providerId="ADAL" clId="{2DCFDF45-1F6B-4A47-892B-C9094FDD5642}" dt="2022-03-21T11:08:19.259" v="1310" actId="27803"/>
          <ac:spMkLst>
            <pc:docMk/>
            <pc:sldMk cId="1175821773" sldId="258"/>
            <ac:spMk id="2202" creationId="{9B5A921E-DF53-4F48-9D22-BD5291EFA0F3}"/>
          </ac:spMkLst>
        </pc:spChg>
        <pc:spChg chg="mod">
          <ac:chgData name="SERGIO SPANO'" userId="3abdd0b9-513e-40ac-aad4-56920065037d" providerId="ADAL" clId="{2DCFDF45-1F6B-4A47-892B-C9094FDD5642}" dt="2022-03-21T11:08:19.259" v="1310" actId="27803"/>
          <ac:spMkLst>
            <pc:docMk/>
            <pc:sldMk cId="1175821773" sldId="258"/>
            <ac:spMk id="2203" creationId="{41F26798-17E5-4A0B-B2DA-97E3EA629FDF}"/>
          </ac:spMkLst>
        </pc:spChg>
        <pc:spChg chg="mod">
          <ac:chgData name="SERGIO SPANO'" userId="3abdd0b9-513e-40ac-aad4-56920065037d" providerId="ADAL" clId="{2DCFDF45-1F6B-4A47-892B-C9094FDD5642}" dt="2022-03-21T11:08:19.259" v="1310" actId="27803"/>
          <ac:spMkLst>
            <pc:docMk/>
            <pc:sldMk cId="1175821773" sldId="258"/>
            <ac:spMk id="2204" creationId="{2EFDC9FA-6435-401C-8E6C-FECD56AD3083}"/>
          </ac:spMkLst>
        </pc:spChg>
        <pc:spChg chg="mod">
          <ac:chgData name="SERGIO SPANO'" userId="3abdd0b9-513e-40ac-aad4-56920065037d" providerId="ADAL" clId="{2DCFDF45-1F6B-4A47-892B-C9094FDD5642}" dt="2022-03-21T11:08:19.259" v="1310" actId="27803"/>
          <ac:spMkLst>
            <pc:docMk/>
            <pc:sldMk cId="1175821773" sldId="258"/>
            <ac:spMk id="2205" creationId="{482E8768-353D-41A6-B4AD-FB07E254A680}"/>
          </ac:spMkLst>
        </pc:spChg>
        <pc:spChg chg="mod">
          <ac:chgData name="SERGIO SPANO'" userId="3abdd0b9-513e-40ac-aad4-56920065037d" providerId="ADAL" clId="{2DCFDF45-1F6B-4A47-892B-C9094FDD5642}" dt="2022-03-21T11:08:19.259" v="1310" actId="27803"/>
          <ac:spMkLst>
            <pc:docMk/>
            <pc:sldMk cId="1175821773" sldId="258"/>
            <ac:spMk id="2206" creationId="{BE8C57F2-3304-449D-81D2-A3450C587270}"/>
          </ac:spMkLst>
        </pc:spChg>
        <pc:spChg chg="mod">
          <ac:chgData name="SERGIO SPANO'" userId="3abdd0b9-513e-40ac-aad4-56920065037d" providerId="ADAL" clId="{2DCFDF45-1F6B-4A47-892B-C9094FDD5642}" dt="2022-03-21T11:08:19.259" v="1310" actId="27803"/>
          <ac:spMkLst>
            <pc:docMk/>
            <pc:sldMk cId="1175821773" sldId="258"/>
            <ac:spMk id="2207" creationId="{94132D3C-A323-49FF-AB21-A7A8C56ACCDB}"/>
          </ac:spMkLst>
        </pc:spChg>
        <pc:spChg chg="mod">
          <ac:chgData name="SERGIO SPANO'" userId="3abdd0b9-513e-40ac-aad4-56920065037d" providerId="ADAL" clId="{2DCFDF45-1F6B-4A47-892B-C9094FDD5642}" dt="2022-03-21T11:08:19.259" v="1310" actId="27803"/>
          <ac:spMkLst>
            <pc:docMk/>
            <pc:sldMk cId="1175821773" sldId="258"/>
            <ac:spMk id="2208" creationId="{9B0705C6-301C-481E-80CA-F300FCF1F05C}"/>
          </ac:spMkLst>
        </pc:spChg>
        <pc:spChg chg="mod">
          <ac:chgData name="SERGIO SPANO'" userId="3abdd0b9-513e-40ac-aad4-56920065037d" providerId="ADAL" clId="{2DCFDF45-1F6B-4A47-892B-C9094FDD5642}" dt="2022-03-21T11:08:19.259" v="1310" actId="27803"/>
          <ac:spMkLst>
            <pc:docMk/>
            <pc:sldMk cId="1175821773" sldId="258"/>
            <ac:spMk id="2209" creationId="{87C8E11F-75B0-47DE-BB5C-C2CE31595F7D}"/>
          </ac:spMkLst>
        </pc:spChg>
        <pc:spChg chg="mod">
          <ac:chgData name="SERGIO SPANO'" userId="3abdd0b9-513e-40ac-aad4-56920065037d" providerId="ADAL" clId="{2DCFDF45-1F6B-4A47-892B-C9094FDD5642}" dt="2022-03-21T11:08:19.259" v="1310" actId="27803"/>
          <ac:spMkLst>
            <pc:docMk/>
            <pc:sldMk cId="1175821773" sldId="258"/>
            <ac:spMk id="2210" creationId="{1111F595-2FEA-4737-BF7C-113F8D152856}"/>
          </ac:spMkLst>
        </pc:spChg>
        <pc:spChg chg="mod">
          <ac:chgData name="SERGIO SPANO'" userId="3abdd0b9-513e-40ac-aad4-56920065037d" providerId="ADAL" clId="{2DCFDF45-1F6B-4A47-892B-C9094FDD5642}" dt="2022-03-21T11:08:19.259" v="1310" actId="27803"/>
          <ac:spMkLst>
            <pc:docMk/>
            <pc:sldMk cId="1175821773" sldId="258"/>
            <ac:spMk id="2211" creationId="{2DED125B-845F-4292-AA81-DFFAE1236D64}"/>
          </ac:spMkLst>
        </pc:spChg>
        <pc:spChg chg="mod">
          <ac:chgData name="SERGIO SPANO'" userId="3abdd0b9-513e-40ac-aad4-56920065037d" providerId="ADAL" clId="{2DCFDF45-1F6B-4A47-892B-C9094FDD5642}" dt="2022-03-21T11:08:19.259" v="1310" actId="27803"/>
          <ac:spMkLst>
            <pc:docMk/>
            <pc:sldMk cId="1175821773" sldId="258"/>
            <ac:spMk id="2212" creationId="{85F9D453-3454-4CA7-B8EC-7768899D75D6}"/>
          </ac:spMkLst>
        </pc:spChg>
        <pc:spChg chg="mod">
          <ac:chgData name="SERGIO SPANO'" userId="3abdd0b9-513e-40ac-aad4-56920065037d" providerId="ADAL" clId="{2DCFDF45-1F6B-4A47-892B-C9094FDD5642}" dt="2022-03-21T11:08:19.259" v="1310" actId="27803"/>
          <ac:spMkLst>
            <pc:docMk/>
            <pc:sldMk cId="1175821773" sldId="258"/>
            <ac:spMk id="2213" creationId="{68FE98E9-99CD-4641-B94A-782052CF92C7}"/>
          </ac:spMkLst>
        </pc:spChg>
        <pc:spChg chg="mod">
          <ac:chgData name="SERGIO SPANO'" userId="3abdd0b9-513e-40ac-aad4-56920065037d" providerId="ADAL" clId="{2DCFDF45-1F6B-4A47-892B-C9094FDD5642}" dt="2022-03-21T11:08:19.259" v="1310" actId="27803"/>
          <ac:spMkLst>
            <pc:docMk/>
            <pc:sldMk cId="1175821773" sldId="258"/>
            <ac:spMk id="2214" creationId="{882D1561-3A46-4252-B19F-736D0A3C98A7}"/>
          </ac:spMkLst>
        </pc:spChg>
        <pc:spChg chg="mod">
          <ac:chgData name="SERGIO SPANO'" userId="3abdd0b9-513e-40ac-aad4-56920065037d" providerId="ADAL" clId="{2DCFDF45-1F6B-4A47-892B-C9094FDD5642}" dt="2022-03-21T11:08:19.259" v="1310" actId="27803"/>
          <ac:spMkLst>
            <pc:docMk/>
            <pc:sldMk cId="1175821773" sldId="258"/>
            <ac:spMk id="2215" creationId="{4082C019-98E1-4EB0-B21D-D272375FBBAF}"/>
          </ac:spMkLst>
        </pc:spChg>
        <pc:spChg chg="mod">
          <ac:chgData name="SERGIO SPANO'" userId="3abdd0b9-513e-40ac-aad4-56920065037d" providerId="ADAL" clId="{2DCFDF45-1F6B-4A47-892B-C9094FDD5642}" dt="2022-03-21T11:08:19.259" v="1310" actId="27803"/>
          <ac:spMkLst>
            <pc:docMk/>
            <pc:sldMk cId="1175821773" sldId="258"/>
            <ac:spMk id="2216" creationId="{22B87F4A-6CC7-442C-AC8F-4B182510563E}"/>
          </ac:spMkLst>
        </pc:spChg>
        <pc:spChg chg="mod">
          <ac:chgData name="SERGIO SPANO'" userId="3abdd0b9-513e-40ac-aad4-56920065037d" providerId="ADAL" clId="{2DCFDF45-1F6B-4A47-892B-C9094FDD5642}" dt="2022-03-21T11:08:19.259" v="1310" actId="27803"/>
          <ac:spMkLst>
            <pc:docMk/>
            <pc:sldMk cId="1175821773" sldId="258"/>
            <ac:spMk id="2217" creationId="{8C04D3ED-E6D4-4301-9414-A0123B746BD4}"/>
          </ac:spMkLst>
        </pc:spChg>
        <pc:spChg chg="mod">
          <ac:chgData name="SERGIO SPANO'" userId="3abdd0b9-513e-40ac-aad4-56920065037d" providerId="ADAL" clId="{2DCFDF45-1F6B-4A47-892B-C9094FDD5642}" dt="2022-03-21T11:08:19.259" v="1310" actId="27803"/>
          <ac:spMkLst>
            <pc:docMk/>
            <pc:sldMk cId="1175821773" sldId="258"/>
            <ac:spMk id="2218" creationId="{150B4E71-DEB8-4624-A032-86DE722FB985}"/>
          </ac:spMkLst>
        </pc:spChg>
        <pc:spChg chg="mod">
          <ac:chgData name="SERGIO SPANO'" userId="3abdd0b9-513e-40ac-aad4-56920065037d" providerId="ADAL" clId="{2DCFDF45-1F6B-4A47-892B-C9094FDD5642}" dt="2022-03-21T11:08:19.259" v="1310" actId="27803"/>
          <ac:spMkLst>
            <pc:docMk/>
            <pc:sldMk cId="1175821773" sldId="258"/>
            <ac:spMk id="2219" creationId="{27D80529-DC97-4435-B232-9878416343C9}"/>
          </ac:spMkLst>
        </pc:spChg>
        <pc:spChg chg="mod">
          <ac:chgData name="SERGIO SPANO'" userId="3abdd0b9-513e-40ac-aad4-56920065037d" providerId="ADAL" clId="{2DCFDF45-1F6B-4A47-892B-C9094FDD5642}" dt="2022-03-21T11:08:19.259" v="1310" actId="27803"/>
          <ac:spMkLst>
            <pc:docMk/>
            <pc:sldMk cId="1175821773" sldId="258"/>
            <ac:spMk id="2220" creationId="{1D851C76-F534-4D6B-AC90-172437FEE951}"/>
          </ac:spMkLst>
        </pc:spChg>
        <pc:spChg chg="mod">
          <ac:chgData name="SERGIO SPANO'" userId="3abdd0b9-513e-40ac-aad4-56920065037d" providerId="ADAL" clId="{2DCFDF45-1F6B-4A47-892B-C9094FDD5642}" dt="2022-03-21T11:08:19.259" v="1310" actId="27803"/>
          <ac:spMkLst>
            <pc:docMk/>
            <pc:sldMk cId="1175821773" sldId="258"/>
            <ac:spMk id="2221" creationId="{96235529-355A-4814-A8E8-3E14ADD353BE}"/>
          </ac:spMkLst>
        </pc:spChg>
        <pc:spChg chg="mod">
          <ac:chgData name="SERGIO SPANO'" userId="3abdd0b9-513e-40ac-aad4-56920065037d" providerId="ADAL" clId="{2DCFDF45-1F6B-4A47-892B-C9094FDD5642}" dt="2022-03-21T11:08:19.259" v="1310" actId="27803"/>
          <ac:spMkLst>
            <pc:docMk/>
            <pc:sldMk cId="1175821773" sldId="258"/>
            <ac:spMk id="2222" creationId="{26D7E607-D920-4585-A979-D8A3CA59BEBC}"/>
          </ac:spMkLst>
        </pc:spChg>
        <pc:spChg chg="mod">
          <ac:chgData name="SERGIO SPANO'" userId="3abdd0b9-513e-40ac-aad4-56920065037d" providerId="ADAL" clId="{2DCFDF45-1F6B-4A47-892B-C9094FDD5642}" dt="2022-03-21T11:08:19.259" v="1310" actId="27803"/>
          <ac:spMkLst>
            <pc:docMk/>
            <pc:sldMk cId="1175821773" sldId="258"/>
            <ac:spMk id="2223" creationId="{64B675CB-EB6B-42C6-811E-6DBA2AE4CAE4}"/>
          </ac:spMkLst>
        </pc:spChg>
        <pc:spChg chg="mod">
          <ac:chgData name="SERGIO SPANO'" userId="3abdd0b9-513e-40ac-aad4-56920065037d" providerId="ADAL" clId="{2DCFDF45-1F6B-4A47-892B-C9094FDD5642}" dt="2022-03-21T11:08:19.259" v="1310" actId="27803"/>
          <ac:spMkLst>
            <pc:docMk/>
            <pc:sldMk cId="1175821773" sldId="258"/>
            <ac:spMk id="2224" creationId="{2BC1E4C5-D5D6-4FEB-A346-1B38A7E55D64}"/>
          </ac:spMkLst>
        </pc:spChg>
        <pc:spChg chg="mod">
          <ac:chgData name="SERGIO SPANO'" userId="3abdd0b9-513e-40ac-aad4-56920065037d" providerId="ADAL" clId="{2DCFDF45-1F6B-4A47-892B-C9094FDD5642}" dt="2022-03-21T11:08:19.259" v="1310" actId="27803"/>
          <ac:spMkLst>
            <pc:docMk/>
            <pc:sldMk cId="1175821773" sldId="258"/>
            <ac:spMk id="2225" creationId="{4D7DFE77-1B16-4DC1-A71E-FEC228D53C01}"/>
          </ac:spMkLst>
        </pc:spChg>
        <pc:spChg chg="mod">
          <ac:chgData name="SERGIO SPANO'" userId="3abdd0b9-513e-40ac-aad4-56920065037d" providerId="ADAL" clId="{2DCFDF45-1F6B-4A47-892B-C9094FDD5642}" dt="2022-03-21T11:08:19.259" v="1310" actId="27803"/>
          <ac:spMkLst>
            <pc:docMk/>
            <pc:sldMk cId="1175821773" sldId="258"/>
            <ac:spMk id="2226" creationId="{F39CF1FE-AC75-440E-8F42-50DB3E6352B9}"/>
          </ac:spMkLst>
        </pc:spChg>
        <pc:spChg chg="mod">
          <ac:chgData name="SERGIO SPANO'" userId="3abdd0b9-513e-40ac-aad4-56920065037d" providerId="ADAL" clId="{2DCFDF45-1F6B-4A47-892B-C9094FDD5642}" dt="2022-03-21T11:08:19.259" v="1310" actId="27803"/>
          <ac:spMkLst>
            <pc:docMk/>
            <pc:sldMk cId="1175821773" sldId="258"/>
            <ac:spMk id="2227" creationId="{53270A19-DCB9-4ED1-9881-6DFDAB1EE6FB}"/>
          </ac:spMkLst>
        </pc:spChg>
        <pc:spChg chg="mod">
          <ac:chgData name="SERGIO SPANO'" userId="3abdd0b9-513e-40ac-aad4-56920065037d" providerId="ADAL" clId="{2DCFDF45-1F6B-4A47-892B-C9094FDD5642}" dt="2022-03-21T11:08:19.259" v="1310" actId="27803"/>
          <ac:spMkLst>
            <pc:docMk/>
            <pc:sldMk cId="1175821773" sldId="258"/>
            <ac:spMk id="2228" creationId="{10C50271-AC46-443E-8678-137CA0910851}"/>
          </ac:spMkLst>
        </pc:spChg>
        <pc:spChg chg="mod">
          <ac:chgData name="SERGIO SPANO'" userId="3abdd0b9-513e-40ac-aad4-56920065037d" providerId="ADAL" clId="{2DCFDF45-1F6B-4A47-892B-C9094FDD5642}" dt="2022-03-21T11:08:19.259" v="1310" actId="27803"/>
          <ac:spMkLst>
            <pc:docMk/>
            <pc:sldMk cId="1175821773" sldId="258"/>
            <ac:spMk id="2229" creationId="{6FB1C591-A38C-40BB-93BD-BA8428BAD22B}"/>
          </ac:spMkLst>
        </pc:spChg>
        <pc:spChg chg="mod">
          <ac:chgData name="SERGIO SPANO'" userId="3abdd0b9-513e-40ac-aad4-56920065037d" providerId="ADAL" clId="{2DCFDF45-1F6B-4A47-892B-C9094FDD5642}" dt="2022-03-21T11:08:19.259" v="1310" actId="27803"/>
          <ac:spMkLst>
            <pc:docMk/>
            <pc:sldMk cId="1175821773" sldId="258"/>
            <ac:spMk id="2230" creationId="{86D5B579-3375-493B-BE94-5AF7D9CA36E3}"/>
          </ac:spMkLst>
        </pc:spChg>
        <pc:spChg chg="mod">
          <ac:chgData name="SERGIO SPANO'" userId="3abdd0b9-513e-40ac-aad4-56920065037d" providerId="ADAL" clId="{2DCFDF45-1F6B-4A47-892B-C9094FDD5642}" dt="2022-03-21T11:08:19.259" v="1310" actId="27803"/>
          <ac:spMkLst>
            <pc:docMk/>
            <pc:sldMk cId="1175821773" sldId="258"/>
            <ac:spMk id="2231" creationId="{162AB00A-99AE-4C2E-9A29-81AEC86A8DD7}"/>
          </ac:spMkLst>
        </pc:spChg>
        <pc:spChg chg="mod">
          <ac:chgData name="SERGIO SPANO'" userId="3abdd0b9-513e-40ac-aad4-56920065037d" providerId="ADAL" clId="{2DCFDF45-1F6B-4A47-892B-C9094FDD5642}" dt="2022-03-21T11:08:19.259" v="1310" actId="27803"/>
          <ac:spMkLst>
            <pc:docMk/>
            <pc:sldMk cId="1175821773" sldId="258"/>
            <ac:spMk id="2232" creationId="{8443360B-FCD6-46CA-854F-83DD4CC0DF5D}"/>
          </ac:spMkLst>
        </pc:spChg>
        <pc:spChg chg="mod">
          <ac:chgData name="SERGIO SPANO'" userId="3abdd0b9-513e-40ac-aad4-56920065037d" providerId="ADAL" clId="{2DCFDF45-1F6B-4A47-892B-C9094FDD5642}" dt="2022-03-21T11:08:19.259" v="1310" actId="27803"/>
          <ac:spMkLst>
            <pc:docMk/>
            <pc:sldMk cId="1175821773" sldId="258"/>
            <ac:spMk id="2233" creationId="{5F98E08C-DFF7-4822-AFF0-66DF4BCD17BF}"/>
          </ac:spMkLst>
        </pc:spChg>
        <pc:spChg chg="mod">
          <ac:chgData name="SERGIO SPANO'" userId="3abdd0b9-513e-40ac-aad4-56920065037d" providerId="ADAL" clId="{2DCFDF45-1F6B-4A47-892B-C9094FDD5642}" dt="2022-03-21T11:08:19.259" v="1310" actId="27803"/>
          <ac:spMkLst>
            <pc:docMk/>
            <pc:sldMk cId="1175821773" sldId="258"/>
            <ac:spMk id="2234" creationId="{F62E2F09-70C0-4232-90D3-D5518E1F7EA4}"/>
          </ac:spMkLst>
        </pc:spChg>
        <pc:spChg chg="mod">
          <ac:chgData name="SERGIO SPANO'" userId="3abdd0b9-513e-40ac-aad4-56920065037d" providerId="ADAL" clId="{2DCFDF45-1F6B-4A47-892B-C9094FDD5642}" dt="2022-03-21T11:08:19.259" v="1310" actId="27803"/>
          <ac:spMkLst>
            <pc:docMk/>
            <pc:sldMk cId="1175821773" sldId="258"/>
            <ac:spMk id="2235" creationId="{E40225AE-C42F-42D0-8174-6F1AB7AAD6DE}"/>
          </ac:spMkLst>
        </pc:spChg>
        <pc:spChg chg="mod">
          <ac:chgData name="SERGIO SPANO'" userId="3abdd0b9-513e-40ac-aad4-56920065037d" providerId="ADAL" clId="{2DCFDF45-1F6B-4A47-892B-C9094FDD5642}" dt="2022-03-21T11:08:19.259" v="1310" actId="27803"/>
          <ac:spMkLst>
            <pc:docMk/>
            <pc:sldMk cId="1175821773" sldId="258"/>
            <ac:spMk id="2236" creationId="{75B2D9BD-B6EB-4197-A9A5-6E1E31DE82D7}"/>
          </ac:spMkLst>
        </pc:spChg>
        <pc:spChg chg="mod">
          <ac:chgData name="SERGIO SPANO'" userId="3abdd0b9-513e-40ac-aad4-56920065037d" providerId="ADAL" clId="{2DCFDF45-1F6B-4A47-892B-C9094FDD5642}" dt="2022-03-21T11:08:19.259" v="1310" actId="27803"/>
          <ac:spMkLst>
            <pc:docMk/>
            <pc:sldMk cId="1175821773" sldId="258"/>
            <ac:spMk id="2237" creationId="{A58A16E6-07A8-4B8F-9FA7-0255232B849C}"/>
          </ac:spMkLst>
        </pc:spChg>
        <pc:spChg chg="mod">
          <ac:chgData name="SERGIO SPANO'" userId="3abdd0b9-513e-40ac-aad4-56920065037d" providerId="ADAL" clId="{2DCFDF45-1F6B-4A47-892B-C9094FDD5642}" dt="2022-03-21T11:08:19.259" v="1310" actId="27803"/>
          <ac:spMkLst>
            <pc:docMk/>
            <pc:sldMk cId="1175821773" sldId="258"/>
            <ac:spMk id="2238" creationId="{1DC2D17A-ADA2-45F7-BF9F-42546876491F}"/>
          </ac:spMkLst>
        </pc:spChg>
        <pc:spChg chg="mod">
          <ac:chgData name="SERGIO SPANO'" userId="3abdd0b9-513e-40ac-aad4-56920065037d" providerId="ADAL" clId="{2DCFDF45-1F6B-4A47-892B-C9094FDD5642}" dt="2022-03-21T11:08:19.259" v="1310" actId="27803"/>
          <ac:spMkLst>
            <pc:docMk/>
            <pc:sldMk cId="1175821773" sldId="258"/>
            <ac:spMk id="2239" creationId="{91D13C6F-5543-4C54-A7D6-F751D37BED95}"/>
          </ac:spMkLst>
        </pc:spChg>
        <pc:spChg chg="mod">
          <ac:chgData name="SERGIO SPANO'" userId="3abdd0b9-513e-40ac-aad4-56920065037d" providerId="ADAL" clId="{2DCFDF45-1F6B-4A47-892B-C9094FDD5642}" dt="2022-03-21T11:08:19.259" v="1310" actId="27803"/>
          <ac:spMkLst>
            <pc:docMk/>
            <pc:sldMk cId="1175821773" sldId="258"/>
            <ac:spMk id="2240" creationId="{4D4A73C4-8790-40C9-82E0-5DF3E0908AA0}"/>
          </ac:spMkLst>
        </pc:spChg>
        <pc:spChg chg="mod">
          <ac:chgData name="SERGIO SPANO'" userId="3abdd0b9-513e-40ac-aad4-56920065037d" providerId="ADAL" clId="{2DCFDF45-1F6B-4A47-892B-C9094FDD5642}" dt="2022-03-21T11:08:19.259" v="1310" actId="27803"/>
          <ac:spMkLst>
            <pc:docMk/>
            <pc:sldMk cId="1175821773" sldId="258"/>
            <ac:spMk id="2241" creationId="{7C9224BD-11E4-4359-B0B5-454E381C2056}"/>
          </ac:spMkLst>
        </pc:spChg>
        <pc:spChg chg="mod">
          <ac:chgData name="SERGIO SPANO'" userId="3abdd0b9-513e-40ac-aad4-56920065037d" providerId="ADAL" clId="{2DCFDF45-1F6B-4A47-892B-C9094FDD5642}" dt="2022-03-21T11:08:19.259" v="1310" actId="27803"/>
          <ac:spMkLst>
            <pc:docMk/>
            <pc:sldMk cId="1175821773" sldId="258"/>
            <ac:spMk id="2242" creationId="{56B8B65A-28F8-4564-977C-3C91035816AA}"/>
          </ac:spMkLst>
        </pc:spChg>
        <pc:spChg chg="mod">
          <ac:chgData name="SERGIO SPANO'" userId="3abdd0b9-513e-40ac-aad4-56920065037d" providerId="ADAL" clId="{2DCFDF45-1F6B-4A47-892B-C9094FDD5642}" dt="2022-03-21T11:08:19.259" v="1310" actId="27803"/>
          <ac:spMkLst>
            <pc:docMk/>
            <pc:sldMk cId="1175821773" sldId="258"/>
            <ac:spMk id="2243" creationId="{415D7AC9-D026-420F-B2A2-7E1A42F2EC47}"/>
          </ac:spMkLst>
        </pc:spChg>
        <pc:spChg chg="mod">
          <ac:chgData name="SERGIO SPANO'" userId="3abdd0b9-513e-40ac-aad4-56920065037d" providerId="ADAL" clId="{2DCFDF45-1F6B-4A47-892B-C9094FDD5642}" dt="2022-03-21T11:08:19.259" v="1310" actId="27803"/>
          <ac:spMkLst>
            <pc:docMk/>
            <pc:sldMk cId="1175821773" sldId="258"/>
            <ac:spMk id="2244" creationId="{F0FAC135-9874-47AB-9A76-C0CE436F4D2E}"/>
          </ac:spMkLst>
        </pc:spChg>
        <pc:spChg chg="mod">
          <ac:chgData name="SERGIO SPANO'" userId="3abdd0b9-513e-40ac-aad4-56920065037d" providerId="ADAL" clId="{2DCFDF45-1F6B-4A47-892B-C9094FDD5642}" dt="2022-03-21T11:08:19.259" v="1310" actId="27803"/>
          <ac:spMkLst>
            <pc:docMk/>
            <pc:sldMk cId="1175821773" sldId="258"/>
            <ac:spMk id="2245" creationId="{AF5FC1D3-9E7D-44A6-9BE2-EBEC78F67714}"/>
          </ac:spMkLst>
        </pc:spChg>
        <pc:spChg chg="mod">
          <ac:chgData name="SERGIO SPANO'" userId="3abdd0b9-513e-40ac-aad4-56920065037d" providerId="ADAL" clId="{2DCFDF45-1F6B-4A47-892B-C9094FDD5642}" dt="2022-03-21T11:08:19.259" v="1310" actId="27803"/>
          <ac:spMkLst>
            <pc:docMk/>
            <pc:sldMk cId="1175821773" sldId="258"/>
            <ac:spMk id="2246" creationId="{9706D217-A637-4FFC-9C89-21307B722A5C}"/>
          </ac:spMkLst>
        </pc:spChg>
        <pc:spChg chg="mod">
          <ac:chgData name="SERGIO SPANO'" userId="3abdd0b9-513e-40ac-aad4-56920065037d" providerId="ADAL" clId="{2DCFDF45-1F6B-4A47-892B-C9094FDD5642}" dt="2022-03-21T11:08:19.259" v="1310" actId="27803"/>
          <ac:spMkLst>
            <pc:docMk/>
            <pc:sldMk cId="1175821773" sldId="258"/>
            <ac:spMk id="2247" creationId="{39DD91D8-21FB-4E28-A688-B73D4620C098}"/>
          </ac:spMkLst>
        </pc:spChg>
        <pc:spChg chg="mod">
          <ac:chgData name="SERGIO SPANO'" userId="3abdd0b9-513e-40ac-aad4-56920065037d" providerId="ADAL" clId="{2DCFDF45-1F6B-4A47-892B-C9094FDD5642}" dt="2022-03-21T11:08:19.259" v="1310" actId="27803"/>
          <ac:spMkLst>
            <pc:docMk/>
            <pc:sldMk cId="1175821773" sldId="258"/>
            <ac:spMk id="2248" creationId="{CA396421-909C-40BE-8481-FFE4587D94C7}"/>
          </ac:spMkLst>
        </pc:spChg>
        <pc:spChg chg="mod">
          <ac:chgData name="SERGIO SPANO'" userId="3abdd0b9-513e-40ac-aad4-56920065037d" providerId="ADAL" clId="{2DCFDF45-1F6B-4A47-892B-C9094FDD5642}" dt="2022-03-21T11:08:19.259" v="1310" actId="27803"/>
          <ac:spMkLst>
            <pc:docMk/>
            <pc:sldMk cId="1175821773" sldId="258"/>
            <ac:spMk id="2249" creationId="{36DC570F-99EB-4A29-8B28-2B7805558204}"/>
          </ac:spMkLst>
        </pc:spChg>
        <pc:spChg chg="mod">
          <ac:chgData name="SERGIO SPANO'" userId="3abdd0b9-513e-40ac-aad4-56920065037d" providerId="ADAL" clId="{2DCFDF45-1F6B-4A47-892B-C9094FDD5642}" dt="2022-03-21T11:08:19.259" v="1310" actId="27803"/>
          <ac:spMkLst>
            <pc:docMk/>
            <pc:sldMk cId="1175821773" sldId="258"/>
            <ac:spMk id="2250" creationId="{E69D91A7-F17A-4DBE-AD26-8B92CC437632}"/>
          </ac:spMkLst>
        </pc:spChg>
        <pc:spChg chg="mod">
          <ac:chgData name="SERGIO SPANO'" userId="3abdd0b9-513e-40ac-aad4-56920065037d" providerId="ADAL" clId="{2DCFDF45-1F6B-4A47-892B-C9094FDD5642}" dt="2022-03-21T11:08:19.259" v="1310" actId="27803"/>
          <ac:spMkLst>
            <pc:docMk/>
            <pc:sldMk cId="1175821773" sldId="258"/>
            <ac:spMk id="2251" creationId="{1946D781-7F12-4C47-BEC6-797129D804DE}"/>
          </ac:spMkLst>
        </pc:spChg>
        <pc:spChg chg="mod">
          <ac:chgData name="SERGIO SPANO'" userId="3abdd0b9-513e-40ac-aad4-56920065037d" providerId="ADAL" clId="{2DCFDF45-1F6B-4A47-892B-C9094FDD5642}" dt="2022-03-21T11:08:19.259" v="1310" actId="27803"/>
          <ac:spMkLst>
            <pc:docMk/>
            <pc:sldMk cId="1175821773" sldId="258"/>
            <ac:spMk id="2252" creationId="{27862A71-D487-45EC-805D-6D7F3720B75C}"/>
          </ac:spMkLst>
        </pc:spChg>
        <pc:spChg chg="mod">
          <ac:chgData name="SERGIO SPANO'" userId="3abdd0b9-513e-40ac-aad4-56920065037d" providerId="ADAL" clId="{2DCFDF45-1F6B-4A47-892B-C9094FDD5642}" dt="2022-03-21T11:08:19.259" v="1310" actId="27803"/>
          <ac:spMkLst>
            <pc:docMk/>
            <pc:sldMk cId="1175821773" sldId="258"/>
            <ac:spMk id="2253" creationId="{6BD00ECD-7577-4A81-9188-5298375037CE}"/>
          </ac:spMkLst>
        </pc:spChg>
        <pc:spChg chg="mod">
          <ac:chgData name="SERGIO SPANO'" userId="3abdd0b9-513e-40ac-aad4-56920065037d" providerId="ADAL" clId="{2DCFDF45-1F6B-4A47-892B-C9094FDD5642}" dt="2022-03-21T11:08:19.259" v="1310" actId="27803"/>
          <ac:spMkLst>
            <pc:docMk/>
            <pc:sldMk cId="1175821773" sldId="258"/>
            <ac:spMk id="2254" creationId="{E8F69B0B-F844-4FFD-8530-9E2934F3FEA2}"/>
          </ac:spMkLst>
        </pc:spChg>
        <pc:spChg chg="mod">
          <ac:chgData name="SERGIO SPANO'" userId="3abdd0b9-513e-40ac-aad4-56920065037d" providerId="ADAL" clId="{2DCFDF45-1F6B-4A47-892B-C9094FDD5642}" dt="2022-03-21T11:08:19.259" v="1310" actId="27803"/>
          <ac:spMkLst>
            <pc:docMk/>
            <pc:sldMk cId="1175821773" sldId="258"/>
            <ac:spMk id="2255" creationId="{D390DDF8-66D4-4648-A1C2-F03A99186664}"/>
          </ac:spMkLst>
        </pc:spChg>
        <pc:spChg chg="mod">
          <ac:chgData name="SERGIO SPANO'" userId="3abdd0b9-513e-40ac-aad4-56920065037d" providerId="ADAL" clId="{2DCFDF45-1F6B-4A47-892B-C9094FDD5642}" dt="2022-03-21T11:08:19.259" v="1310" actId="27803"/>
          <ac:spMkLst>
            <pc:docMk/>
            <pc:sldMk cId="1175821773" sldId="258"/>
            <ac:spMk id="2256" creationId="{D8E13C1B-1AE0-4BA9-8BB4-532EB9D35C2E}"/>
          </ac:spMkLst>
        </pc:spChg>
        <pc:spChg chg="mod">
          <ac:chgData name="SERGIO SPANO'" userId="3abdd0b9-513e-40ac-aad4-56920065037d" providerId="ADAL" clId="{2DCFDF45-1F6B-4A47-892B-C9094FDD5642}" dt="2022-03-21T11:08:19.259" v="1310" actId="27803"/>
          <ac:spMkLst>
            <pc:docMk/>
            <pc:sldMk cId="1175821773" sldId="258"/>
            <ac:spMk id="2257" creationId="{A495F542-DD3C-46C5-8937-1E1B6D763FC9}"/>
          </ac:spMkLst>
        </pc:spChg>
        <pc:spChg chg="mod">
          <ac:chgData name="SERGIO SPANO'" userId="3abdd0b9-513e-40ac-aad4-56920065037d" providerId="ADAL" clId="{2DCFDF45-1F6B-4A47-892B-C9094FDD5642}" dt="2022-03-21T11:08:19.259" v="1310" actId="27803"/>
          <ac:spMkLst>
            <pc:docMk/>
            <pc:sldMk cId="1175821773" sldId="258"/>
            <ac:spMk id="2258" creationId="{B885A60B-19C0-4321-9638-0F5FFF4CEF8A}"/>
          </ac:spMkLst>
        </pc:spChg>
        <pc:spChg chg="mod">
          <ac:chgData name="SERGIO SPANO'" userId="3abdd0b9-513e-40ac-aad4-56920065037d" providerId="ADAL" clId="{2DCFDF45-1F6B-4A47-892B-C9094FDD5642}" dt="2022-03-21T11:08:19.259" v="1310" actId="27803"/>
          <ac:spMkLst>
            <pc:docMk/>
            <pc:sldMk cId="1175821773" sldId="258"/>
            <ac:spMk id="2259" creationId="{C31FE500-6B64-425C-8D86-2C508BB44DB8}"/>
          </ac:spMkLst>
        </pc:spChg>
        <pc:spChg chg="mod">
          <ac:chgData name="SERGIO SPANO'" userId="3abdd0b9-513e-40ac-aad4-56920065037d" providerId="ADAL" clId="{2DCFDF45-1F6B-4A47-892B-C9094FDD5642}" dt="2022-03-21T11:08:19.259" v="1310" actId="27803"/>
          <ac:spMkLst>
            <pc:docMk/>
            <pc:sldMk cId="1175821773" sldId="258"/>
            <ac:spMk id="2260" creationId="{F2C371B6-DB09-41BA-B684-A2C765C51FDC}"/>
          </ac:spMkLst>
        </pc:spChg>
        <pc:spChg chg="mod">
          <ac:chgData name="SERGIO SPANO'" userId="3abdd0b9-513e-40ac-aad4-56920065037d" providerId="ADAL" clId="{2DCFDF45-1F6B-4A47-892B-C9094FDD5642}" dt="2022-03-21T11:08:19.259" v="1310" actId="27803"/>
          <ac:spMkLst>
            <pc:docMk/>
            <pc:sldMk cId="1175821773" sldId="258"/>
            <ac:spMk id="2261" creationId="{7FF73811-3820-400A-8A69-41DB5930BE79}"/>
          </ac:spMkLst>
        </pc:spChg>
        <pc:spChg chg="mod">
          <ac:chgData name="SERGIO SPANO'" userId="3abdd0b9-513e-40ac-aad4-56920065037d" providerId="ADAL" clId="{2DCFDF45-1F6B-4A47-892B-C9094FDD5642}" dt="2022-03-21T11:08:19.259" v="1310" actId="27803"/>
          <ac:spMkLst>
            <pc:docMk/>
            <pc:sldMk cId="1175821773" sldId="258"/>
            <ac:spMk id="2262" creationId="{C465793B-4EB4-439D-B4D5-98AD46F6A9BC}"/>
          </ac:spMkLst>
        </pc:spChg>
        <pc:spChg chg="mod">
          <ac:chgData name="SERGIO SPANO'" userId="3abdd0b9-513e-40ac-aad4-56920065037d" providerId="ADAL" clId="{2DCFDF45-1F6B-4A47-892B-C9094FDD5642}" dt="2022-03-21T11:08:19.259" v="1310" actId="27803"/>
          <ac:spMkLst>
            <pc:docMk/>
            <pc:sldMk cId="1175821773" sldId="258"/>
            <ac:spMk id="2263" creationId="{BE09D86C-0331-428C-B014-F893326F2CC3}"/>
          </ac:spMkLst>
        </pc:spChg>
        <pc:spChg chg="mod">
          <ac:chgData name="SERGIO SPANO'" userId="3abdd0b9-513e-40ac-aad4-56920065037d" providerId="ADAL" clId="{2DCFDF45-1F6B-4A47-892B-C9094FDD5642}" dt="2022-03-21T11:08:19.259" v="1310" actId="27803"/>
          <ac:spMkLst>
            <pc:docMk/>
            <pc:sldMk cId="1175821773" sldId="258"/>
            <ac:spMk id="2264" creationId="{78CF07ED-C31E-400F-B1F8-0CA379AC689C}"/>
          </ac:spMkLst>
        </pc:spChg>
        <pc:spChg chg="mod">
          <ac:chgData name="SERGIO SPANO'" userId="3abdd0b9-513e-40ac-aad4-56920065037d" providerId="ADAL" clId="{2DCFDF45-1F6B-4A47-892B-C9094FDD5642}" dt="2022-03-21T11:08:19.259" v="1310" actId="27803"/>
          <ac:spMkLst>
            <pc:docMk/>
            <pc:sldMk cId="1175821773" sldId="258"/>
            <ac:spMk id="2265" creationId="{A7006011-FC63-4AD6-8D2E-A3F0435DE788}"/>
          </ac:spMkLst>
        </pc:spChg>
        <pc:spChg chg="mod">
          <ac:chgData name="SERGIO SPANO'" userId="3abdd0b9-513e-40ac-aad4-56920065037d" providerId="ADAL" clId="{2DCFDF45-1F6B-4A47-892B-C9094FDD5642}" dt="2022-03-21T11:08:19.259" v="1310" actId="27803"/>
          <ac:spMkLst>
            <pc:docMk/>
            <pc:sldMk cId="1175821773" sldId="258"/>
            <ac:spMk id="2266" creationId="{419928FD-17BE-4349-8E84-2D9F52821359}"/>
          </ac:spMkLst>
        </pc:spChg>
        <pc:spChg chg="mod">
          <ac:chgData name="SERGIO SPANO'" userId="3abdd0b9-513e-40ac-aad4-56920065037d" providerId="ADAL" clId="{2DCFDF45-1F6B-4A47-892B-C9094FDD5642}" dt="2022-03-21T11:08:19.259" v="1310" actId="27803"/>
          <ac:spMkLst>
            <pc:docMk/>
            <pc:sldMk cId="1175821773" sldId="258"/>
            <ac:spMk id="2267" creationId="{3767D7BA-E6B1-4494-B8D5-6E1276D71DB8}"/>
          </ac:spMkLst>
        </pc:spChg>
        <pc:spChg chg="mod">
          <ac:chgData name="SERGIO SPANO'" userId="3abdd0b9-513e-40ac-aad4-56920065037d" providerId="ADAL" clId="{2DCFDF45-1F6B-4A47-892B-C9094FDD5642}" dt="2022-03-21T11:08:19.259" v="1310" actId="27803"/>
          <ac:spMkLst>
            <pc:docMk/>
            <pc:sldMk cId="1175821773" sldId="258"/>
            <ac:spMk id="2268" creationId="{7CDEBDCC-325B-4825-8DD5-66EAA7DD5093}"/>
          </ac:spMkLst>
        </pc:spChg>
        <pc:spChg chg="mod">
          <ac:chgData name="SERGIO SPANO'" userId="3abdd0b9-513e-40ac-aad4-56920065037d" providerId="ADAL" clId="{2DCFDF45-1F6B-4A47-892B-C9094FDD5642}" dt="2022-03-21T11:08:19.259" v="1310" actId="27803"/>
          <ac:spMkLst>
            <pc:docMk/>
            <pc:sldMk cId="1175821773" sldId="258"/>
            <ac:spMk id="2269" creationId="{22432974-FC33-443C-98E2-31D24FB63E3B}"/>
          </ac:spMkLst>
        </pc:spChg>
        <pc:spChg chg="mod">
          <ac:chgData name="SERGIO SPANO'" userId="3abdd0b9-513e-40ac-aad4-56920065037d" providerId="ADAL" clId="{2DCFDF45-1F6B-4A47-892B-C9094FDD5642}" dt="2022-03-21T11:08:19.259" v="1310" actId="27803"/>
          <ac:spMkLst>
            <pc:docMk/>
            <pc:sldMk cId="1175821773" sldId="258"/>
            <ac:spMk id="2270" creationId="{C6F34B80-DDFD-4E5C-B9DB-16A309F83271}"/>
          </ac:spMkLst>
        </pc:spChg>
        <pc:spChg chg="mod">
          <ac:chgData name="SERGIO SPANO'" userId="3abdd0b9-513e-40ac-aad4-56920065037d" providerId="ADAL" clId="{2DCFDF45-1F6B-4A47-892B-C9094FDD5642}" dt="2022-03-21T11:08:19.259" v="1310" actId="27803"/>
          <ac:spMkLst>
            <pc:docMk/>
            <pc:sldMk cId="1175821773" sldId="258"/>
            <ac:spMk id="2271" creationId="{994B766B-2ED3-482C-BFF6-F146E3A29D7F}"/>
          </ac:spMkLst>
        </pc:spChg>
        <pc:spChg chg="mod">
          <ac:chgData name="SERGIO SPANO'" userId="3abdd0b9-513e-40ac-aad4-56920065037d" providerId="ADAL" clId="{2DCFDF45-1F6B-4A47-892B-C9094FDD5642}" dt="2022-03-21T11:08:19.259" v="1310" actId="27803"/>
          <ac:spMkLst>
            <pc:docMk/>
            <pc:sldMk cId="1175821773" sldId="258"/>
            <ac:spMk id="2272" creationId="{5CB0F6EF-ECA6-48BF-AD74-020822DE78A2}"/>
          </ac:spMkLst>
        </pc:spChg>
        <pc:spChg chg="mod">
          <ac:chgData name="SERGIO SPANO'" userId="3abdd0b9-513e-40ac-aad4-56920065037d" providerId="ADAL" clId="{2DCFDF45-1F6B-4A47-892B-C9094FDD5642}" dt="2022-03-21T11:08:19.259" v="1310" actId="27803"/>
          <ac:spMkLst>
            <pc:docMk/>
            <pc:sldMk cId="1175821773" sldId="258"/>
            <ac:spMk id="2273" creationId="{5D449DE8-F735-4D4C-8DC1-8619EB277749}"/>
          </ac:spMkLst>
        </pc:spChg>
        <pc:spChg chg="mod">
          <ac:chgData name="SERGIO SPANO'" userId="3abdd0b9-513e-40ac-aad4-56920065037d" providerId="ADAL" clId="{2DCFDF45-1F6B-4A47-892B-C9094FDD5642}" dt="2022-03-21T11:08:19.259" v="1310" actId="27803"/>
          <ac:spMkLst>
            <pc:docMk/>
            <pc:sldMk cId="1175821773" sldId="258"/>
            <ac:spMk id="2274" creationId="{6C27F0B3-FACA-41E6-A56B-ADBE19DEADF9}"/>
          </ac:spMkLst>
        </pc:spChg>
        <pc:spChg chg="mod">
          <ac:chgData name="SERGIO SPANO'" userId="3abdd0b9-513e-40ac-aad4-56920065037d" providerId="ADAL" clId="{2DCFDF45-1F6B-4A47-892B-C9094FDD5642}" dt="2022-03-21T11:08:19.259" v="1310" actId="27803"/>
          <ac:spMkLst>
            <pc:docMk/>
            <pc:sldMk cId="1175821773" sldId="258"/>
            <ac:spMk id="2275" creationId="{70CB062E-2F8B-4F23-B2E6-C6B84E1DDFB0}"/>
          </ac:spMkLst>
        </pc:spChg>
        <pc:spChg chg="mod">
          <ac:chgData name="SERGIO SPANO'" userId="3abdd0b9-513e-40ac-aad4-56920065037d" providerId="ADAL" clId="{2DCFDF45-1F6B-4A47-892B-C9094FDD5642}" dt="2022-03-21T11:08:19.259" v="1310" actId="27803"/>
          <ac:spMkLst>
            <pc:docMk/>
            <pc:sldMk cId="1175821773" sldId="258"/>
            <ac:spMk id="2276" creationId="{655DBCB7-DF67-488E-87DA-F578A70B6F42}"/>
          </ac:spMkLst>
        </pc:spChg>
        <pc:spChg chg="mod">
          <ac:chgData name="SERGIO SPANO'" userId="3abdd0b9-513e-40ac-aad4-56920065037d" providerId="ADAL" clId="{2DCFDF45-1F6B-4A47-892B-C9094FDD5642}" dt="2022-03-21T11:08:19.259" v="1310" actId="27803"/>
          <ac:spMkLst>
            <pc:docMk/>
            <pc:sldMk cId="1175821773" sldId="258"/>
            <ac:spMk id="2277" creationId="{D93D8B6E-DEB7-4DC9-B0D0-25953D9CEAC3}"/>
          </ac:spMkLst>
        </pc:spChg>
        <pc:spChg chg="mod">
          <ac:chgData name="SERGIO SPANO'" userId="3abdd0b9-513e-40ac-aad4-56920065037d" providerId="ADAL" clId="{2DCFDF45-1F6B-4A47-892B-C9094FDD5642}" dt="2022-03-21T11:08:19.259" v="1310" actId="27803"/>
          <ac:spMkLst>
            <pc:docMk/>
            <pc:sldMk cId="1175821773" sldId="258"/>
            <ac:spMk id="2278" creationId="{847AF795-186F-4698-AA3B-FBDD2D8D5D34}"/>
          </ac:spMkLst>
        </pc:spChg>
        <pc:spChg chg="mod">
          <ac:chgData name="SERGIO SPANO'" userId="3abdd0b9-513e-40ac-aad4-56920065037d" providerId="ADAL" clId="{2DCFDF45-1F6B-4A47-892B-C9094FDD5642}" dt="2022-03-21T11:08:19.259" v="1310" actId="27803"/>
          <ac:spMkLst>
            <pc:docMk/>
            <pc:sldMk cId="1175821773" sldId="258"/>
            <ac:spMk id="2279" creationId="{AA3A8662-1C1A-47AD-B12E-BA8533E21824}"/>
          </ac:spMkLst>
        </pc:spChg>
        <pc:spChg chg="mod">
          <ac:chgData name="SERGIO SPANO'" userId="3abdd0b9-513e-40ac-aad4-56920065037d" providerId="ADAL" clId="{2DCFDF45-1F6B-4A47-892B-C9094FDD5642}" dt="2022-03-21T11:08:19.259" v="1310" actId="27803"/>
          <ac:spMkLst>
            <pc:docMk/>
            <pc:sldMk cId="1175821773" sldId="258"/>
            <ac:spMk id="2280" creationId="{F617B497-02A6-45A3-BC07-46AC05F1823E}"/>
          </ac:spMkLst>
        </pc:spChg>
        <pc:spChg chg="mod">
          <ac:chgData name="SERGIO SPANO'" userId="3abdd0b9-513e-40ac-aad4-56920065037d" providerId="ADAL" clId="{2DCFDF45-1F6B-4A47-892B-C9094FDD5642}" dt="2022-03-21T11:08:19.259" v="1310" actId="27803"/>
          <ac:spMkLst>
            <pc:docMk/>
            <pc:sldMk cId="1175821773" sldId="258"/>
            <ac:spMk id="2281" creationId="{65C0C74E-E350-40C2-987D-9D1B1435AE6B}"/>
          </ac:spMkLst>
        </pc:spChg>
        <pc:spChg chg="mod">
          <ac:chgData name="SERGIO SPANO'" userId="3abdd0b9-513e-40ac-aad4-56920065037d" providerId="ADAL" clId="{2DCFDF45-1F6B-4A47-892B-C9094FDD5642}" dt="2022-03-21T11:08:19.259" v="1310" actId="27803"/>
          <ac:spMkLst>
            <pc:docMk/>
            <pc:sldMk cId="1175821773" sldId="258"/>
            <ac:spMk id="2282" creationId="{0395ACE2-F80A-4B9E-9D53-AECC603F1EE3}"/>
          </ac:spMkLst>
        </pc:spChg>
        <pc:spChg chg="mod">
          <ac:chgData name="SERGIO SPANO'" userId="3abdd0b9-513e-40ac-aad4-56920065037d" providerId="ADAL" clId="{2DCFDF45-1F6B-4A47-892B-C9094FDD5642}" dt="2022-03-21T11:08:19.259" v="1310" actId="27803"/>
          <ac:spMkLst>
            <pc:docMk/>
            <pc:sldMk cId="1175821773" sldId="258"/>
            <ac:spMk id="2283" creationId="{FCF2883C-8262-40ED-899B-2F2D84EDD7EB}"/>
          </ac:spMkLst>
        </pc:spChg>
        <pc:spChg chg="mod">
          <ac:chgData name="SERGIO SPANO'" userId="3abdd0b9-513e-40ac-aad4-56920065037d" providerId="ADAL" clId="{2DCFDF45-1F6B-4A47-892B-C9094FDD5642}" dt="2022-03-21T11:08:19.259" v="1310" actId="27803"/>
          <ac:spMkLst>
            <pc:docMk/>
            <pc:sldMk cId="1175821773" sldId="258"/>
            <ac:spMk id="2284" creationId="{B16E56A2-19C6-4EBF-80B9-A1CD94DD9891}"/>
          </ac:spMkLst>
        </pc:spChg>
        <pc:spChg chg="mod">
          <ac:chgData name="SERGIO SPANO'" userId="3abdd0b9-513e-40ac-aad4-56920065037d" providerId="ADAL" clId="{2DCFDF45-1F6B-4A47-892B-C9094FDD5642}" dt="2022-03-21T11:08:19.259" v="1310" actId="27803"/>
          <ac:spMkLst>
            <pc:docMk/>
            <pc:sldMk cId="1175821773" sldId="258"/>
            <ac:spMk id="2285" creationId="{613A45BE-CA14-463C-AEE1-B038B072CC9A}"/>
          </ac:spMkLst>
        </pc:spChg>
        <pc:spChg chg="mod">
          <ac:chgData name="SERGIO SPANO'" userId="3abdd0b9-513e-40ac-aad4-56920065037d" providerId="ADAL" clId="{2DCFDF45-1F6B-4A47-892B-C9094FDD5642}" dt="2022-03-21T11:08:19.259" v="1310" actId="27803"/>
          <ac:spMkLst>
            <pc:docMk/>
            <pc:sldMk cId="1175821773" sldId="258"/>
            <ac:spMk id="2286" creationId="{CF631E11-CAE0-4E03-8F0B-1550A9E15A3B}"/>
          </ac:spMkLst>
        </pc:spChg>
        <pc:spChg chg="mod">
          <ac:chgData name="SERGIO SPANO'" userId="3abdd0b9-513e-40ac-aad4-56920065037d" providerId="ADAL" clId="{2DCFDF45-1F6B-4A47-892B-C9094FDD5642}" dt="2022-03-21T11:08:19.259" v="1310" actId="27803"/>
          <ac:spMkLst>
            <pc:docMk/>
            <pc:sldMk cId="1175821773" sldId="258"/>
            <ac:spMk id="2287" creationId="{E2D2EA27-6586-4D86-BFB5-E9B4F1099A6E}"/>
          </ac:spMkLst>
        </pc:spChg>
        <pc:spChg chg="mod">
          <ac:chgData name="SERGIO SPANO'" userId="3abdd0b9-513e-40ac-aad4-56920065037d" providerId="ADAL" clId="{2DCFDF45-1F6B-4A47-892B-C9094FDD5642}" dt="2022-03-21T11:08:19.259" v="1310" actId="27803"/>
          <ac:spMkLst>
            <pc:docMk/>
            <pc:sldMk cId="1175821773" sldId="258"/>
            <ac:spMk id="2288" creationId="{D058F7E6-ED85-433E-AF45-ECE857BEAEAC}"/>
          </ac:spMkLst>
        </pc:spChg>
        <pc:spChg chg="mod">
          <ac:chgData name="SERGIO SPANO'" userId="3abdd0b9-513e-40ac-aad4-56920065037d" providerId="ADAL" clId="{2DCFDF45-1F6B-4A47-892B-C9094FDD5642}" dt="2022-03-21T11:08:19.259" v="1310" actId="27803"/>
          <ac:spMkLst>
            <pc:docMk/>
            <pc:sldMk cId="1175821773" sldId="258"/>
            <ac:spMk id="2289" creationId="{25AADC6A-B31C-436C-8356-BEF9716EF3A5}"/>
          </ac:spMkLst>
        </pc:spChg>
        <pc:spChg chg="mod">
          <ac:chgData name="SERGIO SPANO'" userId="3abdd0b9-513e-40ac-aad4-56920065037d" providerId="ADAL" clId="{2DCFDF45-1F6B-4A47-892B-C9094FDD5642}" dt="2022-03-21T11:08:19.259" v="1310" actId="27803"/>
          <ac:spMkLst>
            <pc:docMk/>
            <pc:sldMk cId="1175821773" sldId="258"/>
            <ac:spMk id="2290" creationId="{242C26A8-B60B-4BEF-88A7-B8C7084B1DB5}"/>
          </ac:spMkLst>
        </pc:spChg>
        <pc:spChg chg="mod">
          <ac:chgData name="SERGIO SPANO'" userId="3abdd0b9-513e-40ac-aad4-56920065037d" providerId="ADAL" clId="{2DCFDF45-1F6B-4A47-892B-C9094FDD5642}" dt="2022-03-21T11:08:19.259" v="1310" actId="27803"/>
          <ac:spMkLst>
            <pc:docMk/>
            <pc:sldMk cId="1175821773" sldId="258"/>
            <ac:spMk id="2291" creationId="{F09629AE-5543-4CF6-9F9B-125640716869}"/>
          </ac:spMkLst>
        </pc:spChg>
        <pc:spChg chg="mod">
          <ac:chgData name="SERGIO SPANO'" userId="3abdd0b9-513e-40ac-aad4-56920065037d" providerId="ADAL" clId="{2DCFDF45-1F6B-4A47-892B-C9094FDD5642}" dt="2022-03-21T11:08:19.259" v="1310" actId="27803"/>
          <ac:spMkLst>
            <pc:docMk/>
            <pc:sldMk cId="1175821773" sldId="258"/>
            <ac:spMk id="2292" creationId="{3E647495-9C68-4832-A0A2-DB88CE8B6127}"/>
          </ac:spMkLst>
        </pc:spChg>
        <pc:spChg chg="mod">
          <ac:chgData name="SERGIO SPANO'" userId="3abdd0b9-513e-40ac-aad4-56920065037d" providerId="ADAL" clId="{2DCFDF45-1F6B-4A47-892B-C9094FDD5642}" dt="2022-03-21T11:08:19.259" v="1310" actId="27803"/>
          <ac:spMkLst>
            <pc:docMk/>
            <pc:sldMk cId="1175821773" sldId="258"/>
            <ac:spMk id="2293" creationId="{ABA77603-F270-4A8B-A65C-A23366D82192}"/>
          </ac:spMkLst>
        </pc:spChg>
        <pc:spChg chg="mod">
          <ac:chgData name="SERGIO SPANO'" userId="3abdd0b9-513e-40ac-aad4-56920065037d" providerId="ADAL" clId="{2DCFDF45-1F6B-4A47-892B-C9094FDD5642}" dt="2022-03-21T11:08:19.259" v="1310" actId="27803"/>
          <ac:spMkLst>
            <pc:docMk/>
            <pc:sldMk cId="1175821773" sldId="258"/>
            <ac:spMk id="2294" creationId="{31E5D9BE-C80F-4A00-BE54-A57F3A3CFA86}"/>
          </ac:spMkLst>
        </pc:spChg>
        <pc:spChg chg="mod">
          <ac:chgData name="SERGIO SPANO'" userId="3abdd0b9-513e-40ac-aad4-56920065037d" providerId="ADAL" clId="{2DCFDF45-1F6B-4A47-892B-C9094FDD5642}" dt="2022-03-21T11:08:19.259" v="1310" actId="27803"/>
          <ac:spMkLst>
            <pc:docMk/>
            <pc:sldMk cId="1175821773" sldId="258"/>
            <ac:spMk id="2295" creationId="{5FECC87B-A2C5-4A1F-8822-A350BF3AA379}"/>
          </ac:spMkLst>
        </pc:spChg>
        <pc:spChg chg="mod">
          <ac:chgData name="SERGIO SPANO'" userId="3abdd0b9-513e-40ac-aad4-56920065037d" providerId="ADAL" clId="{2DCFDF45-1F6B-4A47-892B-C9094FDD5642}" dt="2022-03-21T11:08:19.259" v="1310" actId="27803"/>
          <ac:spMkLst>
            <pc:docMk/>
            <pc:sldMk cId="1175821773" sldId="258"/>
            <ac:spMk id="2296" creationId="{6735BE7C-5DBB-48FF-9F03-3B4093BF5019}"/>
          </ac:spMkLst>
        </pc:spChg>
        <pc:spChg chg="mod">
          <ac:chgData name="SERGIO SPANO'" userId="3abdd0b9-513e-40ac-aad4-56920065037d" providerId="ADAL" clId="{2DCFDF45-1F6B-4A47-892B-C9094FDD5642}" dt="2022-03-21T11:08:19.259" v="1310" actId="27803"/>
          <ac:spMkLst>
            <pc:docMk/>
            <pc:sldMk cId="1175821773" sldId="258"/>
            <ac:spMk id="2297" creationId="{45573D45-E380-4F28-8F2F-DFF733587407}"/>
          </ac:spMkLst>
        </pc:spChg>
        <pc:spChg chg="mod">
          <ac:chgData name="SERGIO SPANO'" userId="3abdd0b9-513e-40ac-aad4-56920065037d" providerId="ADAL" clId="{2DCFDF45-1F6B-4A47-892B-C9094FDD5642}" dt="2022-03-21T11:08:19.259" v="1310" actId="27803"/>
          <ac:spMkLst>
            <pc:docMk/>
            <pc:sldMk cId="1175821773" sldId="258"/>
            <ac:spMk id="2298" creationId="{5433F5C0-0549-4A99-8B13-DBB172264183}"/>
          </ac:spMkLst>
        </pc:spChg>
        <pc:spChg chg="mod">
          <ac:chgData name="SERGIO SPANO'" userId="3abdd0b9-513e-40ac-aad4-56920065037d" providerId="ADAL" clId="{2DCFDF45-1F6B-4A47-892B-C9094FDD5642}" dt="2022-03-21T11:08:19.259" v="1310" actId="27803"/>
          <ac:spMkLst>
            <pc:docMk/>
            <pc:sldMk cId="1175821773" sldId="258"/>
            <ac:spMk id="2299" creationId="{DDDAA732-8761-432E-8294-2AD6410D7E0A}"/>
          </ac:spMkLst>
        </pc:spChg>
        <pc:spChg chg="mod">
          <ac:chgData name="SERGIO SPANO'" userId="3abdd0b9-513e-40ac-aad4-56920065037d" providerId="ADAL" clId="{2DCFDF45-1F6B-4A47-892B-C9094FDD5642}" dt="2022-03-21T11:08:19.259" v="1310" actId="27803"/>
          <ac:spMkLst>
            <pc:docMk/>
            <pc:sldMk cId="1175821773" sldId="258"/>
            <ac:spMk id="2300" creationId="{69567507-C551-44D0-8131-5A8109C61158}"/>
          </ac:spMkLst>
        </pc:spChg>
        <pc:spChg chg="mod">
          <ac:chgData name="SERGIO SPANO'" userId="3abdd0b9-513e-40ac-aad4-56920065037d" providerId="ADAL" clId="{2DCFDF45-1F6B-4A47-892B-C9094FDD5642}" dt="2022-03-21T11:08:19.259" v="1310" actId="27803"/>
          <ac:spMkLst>
            <pc:docMk/>
            <pc:sldMk cId="1175821773" sldId="258"/>
            <ac:spMk id="2301" creationId="{68F8BA15-A10C-4289-9D0F-4952D0132E06}"/>
          </ac:spMkLst>
        </pc:spChg>
        <pc:spChg chg="mod">
          <ac:chgData name="SERGIO SPANO'" userId="3abdd0b9-513e-40ac-aad4-56920065037d" providerId="ADAL" clId="{2DCFDF45-1F6B-4A47-892B-C9094FDD5642}" dt="2022-03-21T11:08:19.259" v="1310" actId="27803"/>
          <ac:spMkLst>
            <pc:docMk/>
            <pc:sldMk cId="1175821773" sldId="258"/>
            <ac:spMk id="2302" creationId="{FFCABBC0-B86E-466D-B426-775600B56738}"/>
          </ac:spMkLst>
        </pc:spChg>
        <pc:spChg chg="mod">
          <ac:chgData name="SERGIO SPANO'" userId="3abdd0b9-513e-40ac-aad4-56920065037d" providerId="ADAL" clId="{2DCFDF45-1F6B-4A47-892B-C9094FDD5642}" dt="2022-03-21T11:08:19.259" v="1310" actId="27803"/>
          <ac:spMkLst>
            <pc:docMk/>
            <pc:sldMk cId="1175821773" sldId="258"/>
            <ac:spMk id="2303" creationId="{4ACDA822-DAB2-4833-8380-AA0AFFBB9CF2}"/>
          </ac:spMkLst>
        </pc:spChg>
        <pc:spChg chg="mod">
          <ac:chgData name="SERGIO SPANO'" userId="3abdd0b9-513e-40ac-aad4-56920065037d" providerId="ADAL" clId="{2DCFDF45-1F6B-4A47-892B-C9094FDD5642}" dt="2022-03-21T11:08:19.259" v="1310" actId="27803"/>
          <ac:spMkLst>
            <pc:docMk/>
            <pc:sldMk cId="1175821773" sldId="258"/>
            <ac:spMk id="2304" creationId="{19C7C224-5B0E-4F22-8C11-A20F7319D25C}"/>
          </ac:spMkLst>
        </pc:spChg>
        <pc:spChg chg="mod">
          <ac:chgData name="SERGIO SPANO'" userId="3abdd0b9-513e-40ac-aad4-56920065037d" providerId="ADAL" clId="{2DCFDF45-1F6B-4A47-892B-C9094FDD5642}" dt="2022-03-21T11:08:19.259" v="1310" actId="27803"/>
          <ac:spMkLst>
            <pc:docMk/>
            <pc:sldMk cId="1175821773" sldId="258"/>
            <ac:spMk id="2305" creationId="{02F3E972-0EB5-48FA-A766-502450E4543B}"/>
          </ac:spMkLst>
        </pc:spChg>
        <pc:spChg chg="mod">
          <ac:chgData name="SERGIO SPANO'" userId="3abdd0b9-513e-40ac-aad4-56920065037d" providerId="ADAL" clId="{2DCFDF45-1F6B-4A47-892B-C9094FDD5642}" dt="2022-03-21T11:08:19.259" v="1310" actId="27803"/>
          <ac:spMkLst>
            <pc:docMk/>
            <pc:sldMk cId="1175821773" sldId="258"/>
            <ac:spMk id="2306" creationId="{EB6CF76C-2E34-4E87-91FC-71B06ADBE769}"/>
          </ac:spMkLst>
        </pc:spChg>
        <pc:grpChg chg="mod">
          <ac:chgData name="SERGIO SPANO'" userId="3abdd0b9-513e-40ac-aad4-56920065037d" providerId="ADAL" clId="{2DCFDF45-1F6B-4A47-892B-C9094FDD5642}" dt="2022-03-21T11:08:27.106" v="1314" actId="1076"/>
          <ac:grpSpMkLst>
            <pc:docMk/>
            <pc:sldMk cId="1175821773" sldId="258"/>
            <ac:grpSpMk id="10" creationId="{B5C9C4EA-DB05-4593-9102-9336C753FB15}"/>
          </ac:grpSpMkLst>
        </pc:grpChg>
        <pc:picChg chg="add del mod">
          <ac:chgData name="SERGIO SPANO'" userId="3abdd0b9-513e-40ac-aad4-56920065037d" providerId="ADAL" clId="{2DCFDF45-1F6B-4A47-892B-C9094FDD5642}" dt="2022-03-21T11:08:04.214" v="1305" actId="478"/>
          <ac:picMkLst>
            <pc:docMk/>
            <pc:sldMk cId="1175821773" sldId="258"/>
            <ac:picMk id="7" creationId="{96B867D0-A9DD-4BC3-9F06-00C19ECCFBCF}"/>
          </ac:picMkLst>
        </pc:picChg>
        <pc:picChg chg="add del mod">
          <ac:chgData name="SERGIO SPANO'" userId="3abdd0b9-513e-40ac-aad4-56920065037d" providerId="ADAL" clId="{2DCFDF45-1F6B-4A47-892B-C9094FDD5642}" dt="2022-03-21T11:08:34.188" v="1317" actId="478"/>
          <ac:picMkLst>
            <pc:docMk/>
            <pc:sldMk cId="1175821773" sldId="258"/>
            <ac:picMk id="9" creationId="{32410949-B390-44C2-95A3-7643B1A2AF6C}"/>
          </ac:picMkLst>
        </pc:picChg>
        <pc:picChg chg="add del mod modCrop">
          <ac:chgData name="SERGIO SPANO'" userId="3abdd0b9-513e-40ac-aad4-56920065037d" providerId="ADAL" clId="{2DCFDF45-1F6B-4A47-892B-C9094FDD5642}" dt="2022-03-21T11:09:09.846" v="1339" actId="478"/>
          <ac:picMkLst>
            <pc:docMk/>
            <pc:sldMk cId="1175821773" sldId="258"/>
            <ac:picMk id="2307" creationId="{482F84F9-66C0-42B1-AB9D-11643F2B0123}"/>
          </ac:picMkLst>
        </pc:picChg>
      </pc:sldChg>
      <pc:sldChg chg="del">
        <pc:chgData name="SERGIO SPANO'" userId="3abdd0b9-513e-40ac-aad4-56920065037d" providerId="ADAL" clId="{2DCFDF45-1F6B-4A47-892B-C9094FDD5642}" dt="2022-03-18T14:06:56.113" v="281" actId="47"/>
        <pc:sldMkLst>
          <pc:docMk/>
          <pc:sldMk cId="1990872283" sldId="258"/>
        </pc:sldMkLst>
      </pc:sldChg>
      <pc:sldChg chg="del">
        <pc:chgData name="SERGIO SPANO'" userId="3abdd0b9-513e-40ac-aad4-56920065037d" providerId="ADAL" clId="{2DCFDF45-1F6B-4A47-892B-C9094FDD5642}" dt="2022-03-18T14:06:56.605" v="282" actId="47"/>
        <pc:sldMkLst>
          <pc:docMk/>
          <pc:sldMk cId="2819488547" sldId="259"/>
        </pc:sldMkLst>
      </pc:sldChg>
      <pc:sldChg chg="modSp new mod modTransition">
        <pc:chgData name="SERGIO SPANO'" userId="3abdd0b9-513e-40ac-aad4-56920065037d" providerId="ADAL" clId="{2DCFDF45-1F6B-4A47-892B-C9094FDD5642}" dt="2022-03-29T15:09:18.552" v="6977"/>
        <pc:sldMkLst>
          <pc:docMk/>
          <pc:sldMk cId="3996654517" sldId="259"/>
        </pc:sldMkLst>
        <pc:spChg chg="mod">
          <ac:chgData name="SERGIO SPANO'" userId="3abdd0b9-513e-40ac-aad4-56920065037d" providerId="ADAL" clId="{2DCFDF45-1F6B-4A47-892B-C9094FDD5642}" dt="2022-03-21T11:09:34.422" v="1374" actId="20577"/>
          <ac:spMkLst>
            <pc:docMk/>
            <pc:sldMk cId="3996654517" sldId="259"/>
            <ac:spMk id="2" creationId="{50334BCE-AA5B-40B8-B12E-0BD78E1BD1AA}"/>
          </ac:spMkLst>
        </pc:spChg>
        <pc:spChg chg="mod">
          <ac:chgData name="SERGIO SPANO'" userId="3abdd0b9-513e-40ac-aad4-56920065037d" providerId="ADAL" clId="{2DCFDF45-1F6B-4A47-892B-C9094FDD5642}" dt="2022-03-21T11:42:00.318" v="2186" actId="20577"/>
          <ac:spMkLst>
            <pc:docMk/>
            <pc:sldMk cId="3996654517" sldId="259"/>
            <ac:spMk id="3" creationId="{B946C099-BC73-4E37-A4E7-B48403E2D07C}"/>
          </ac:spMkLst>
        </pc:spChg>
      </pc:sldChg>
      <pc:sldChg chg="new del">
        <pc:chgData name="SERGIO SPANO'" userId="3abdd0b9-513e-40ac-aad4-56920065037d" providerId="ADAL" clId="{2DCFDF45-1F6B-4A47-892B-C9094FDD5642}" dt="2022-03-21T11:12:35.058" v="1484" actId="47"/>
        <pc:sldMkLst>
          <pc:docMk/>
          <pc:sldMk cId="3145980277" sldId="260"/>
        </pc:sldMkLst>
      </pc:sldChg>
      <pc:sldChg chg="del">
        <pc:chgData name="SERGIO SPANO'" userId="3abdd0b9-513e-40ac-aad4-56920065037d" providerId="ADAL" clId="{2DCFDF45-1F6B-4A47-892B-C9094FDD5642}" dt="2022-03-18T14:06:56.936" v="283" actId="47"/>
        <pc:sldMkLst>
          <pc:docMk/>
          <pc:sldMk cId="3685782682" sldId="260"/>
        </pc:sldMkLst>
      </pc:sldChg>
      <pc:sldChg chg="del">
        <pc:chgData name="SERGIO SPANO'" userId="3abdd0b9-513e-40ac-aad4-56920065037d" providerId="ADAL" clId="{2DCFDF45-1F6B-4A47-892B-C9094FDD5642}" dt="2022-03-18T14:06:57.287" v="284" actId="47"/>
        <pc:sldMkLst>
          <pc:docMk/>
          <pc:sldMk cId="1863524637" sldId="261"/>
        </pc:sldMkLst>
      </pc:sldChg>
      <pc:sldChg chg="addSp delSp modSp new mod modTransition">
        <pc:chgData name="SERGIO SPANO'" userId="3abdd0b9-513e-40ac-aad4-56920065037d" providerId="ADAL" clId="{2DCFDF45-1F6B-4A47-892B-C9094FDD5642}" dt="2022-03-29T15:09:18.552" v="6977"/>
        <pc:sldMkLst>
          <pc:docMk/>
          <pc:sldMk cId="3576546250" sldId="261"/>
        </pc:sldMkLst>
        <pc:spChg chg="mod">
          <ac:chgData name="SERGIO SPANO'" userId="3abdd0b9-513e-40ac-aad4-56920065037d" providerId="ADAL" clId="{2DCFDF45-1F6B-4A47-892B-C9094FDD5642}" dt="2022-03-21T11:24:21.519" v="1689" actId="20577"/>
          <ac:spMkLst>
            <pc:docMk/>
            <pc:sldMk cId="3576546250" sldId="261"/>
            <ac:spMk id="2" creationId="{2AF05FAE-1F5E-4229-863D-BC8C40B76B2C}"/>
          </ac:spMkLst>
        </pc:spChg>
        <pc:spChg chg="mod">
          <ac:chgData name="SERGIO SPANO'" userId="3abdd0b9-513e-40ac-aad4-56920065037d" providerId="ADAL" clId="{2DCFDF45-1F6B-4A47-892B-C9094FDD5642}" dt="2022-03-21T11:33:43.353" v="1982" actId="20577"/>
          <ac:spMkLst>
            <pc:docMk/>
            <pc:sldMk cId="3576546250" sldId="261"/>
            <ac:spMk id="3" creationId="{6EBB3897-4279-4057-B086-50300B810DB7}"/>
          </ac:spMkLst>
        </pc:spChg>
        <pc:spChg chg="add mod">
          <ac:chgData name="SERGIO SPANO'" userId="3abdd0b9-513e-40ac-aad4-56920065037d" providerId="ADAL" clId="{2DCFDF45-1F6B-4A47-892B-C9094FDD5642}" dt="2022-03-21T11:42:09.158" v="2188" actId="20577"/>
          <ac:spMkLst>
            <pc:docMk/>
            <pc:sldMk cId="3576546250" sldId="261"/>
            <ac:spMk id="6" creationId="{E2361788-5213-43DE-9496-4619BF0380E1}"/>
          </ac:spMkLst>
        </pc:spChg>
        <pc:spChg chg="add mod">
          <ac:chgData name="SERGIO SPANO'" userId="3abdd0b9-513e-40ac-aad4-56920065037d" providerId="ADAL" clId="{2DCFDF45-1F6B-4A47-892B-C9094FDD5642}" dt="2022-03-21T11:46:34.006" v="2244" actId="20577"/>
          <ac:spMkLst>
            <pc:docMk/>
            <pc:sldMk cId="3576546250" sldId="261"/>
            <ac:spMk id="7" creationId="{9009AFDB-F723-4759-83AA-2FCF8AF5BF87}"/>
          </ac:spMkLst>
        </pc:spChg>
        <pc:spChg chg="add mod">
          <ac:chgData name="SERGIO SPANO'" userId="3abdd0b9-513e-40ac-aad4-56920065037d" providerId="ADAL" clId="{2DCFDF45-1F6B-4A47-892B-C9094FDD5642}" dt="2022-03-21T11:29:21.881" v="1795" actId="1036"/>
          <ac:spMkLst>
            <pc:docMk/>
            <pc:sldMk cId="3576546250" sldId="261"/>
            <ac:spMk id="9" creationId="{311F3CF8-5597-423B-BEE2-964DB73C49C7}"/>
          </ac:spMkLst>
        </pc:spChg>
        <pc:spChg chg="add del mod">
          <ac:chgData name="SERGIO SPANO'" userId="3abdd0b9-513e-40ac-aad4-56920065037d" providerId="ADAL" clId="{2DCFDF45-1F6B-4A47-892B-C9094FDD5642}" dt="2022-03-21T11:32:38.443" v="1844" actId="478"/>
          <ac:spMkLst>
            <pc:docMk/>
            <pc:sldMk cId="3576546250" sldId="261"/>
            <ac:spMk id="11" creationId="{51338A6D-22BD-40BD-9DEB-3686E268EC69}"/>
          </ac:spMkLst>
        </pc:spChg>
        <pc:picChg chg="add mod">
          <ac:chgData name="SERGIO SPANO'" userId="3abdd0b9-513e-40ac-aad4-56920065037d" providerId="ADAL" clId="{2DCFDF45-1F6B-4A47-892B-C9094FDD5642}" dt="2022-03-21T11:29:21.881" v="1795" actId="1036"/>
          <ac:picMkLst>
            <pc:docMk/>
            <pc:sldMk cId="3576546250" sldId="261"/>
            <ac:picMk id="8" creationId="{6576A877-5B15-4441-83CA-88438AD19930}"/>
          </ac:picMkLst>
        </pc:picChg>
        <pc:picChg chg="add mod">
          <ac:chgData name="SERGIO SPANO'" userId="3abdd0b9-513e-40ac-aad4-56920065037d" providerId="ADAL" clId="{2DCFDF45-1F6B-4A47-892B-C9094FDD5642}" dt="2022-03-21T11:33:47.407" v="1983" actId="1076"/>
          <ac:picMkLst>
            <pc:docMk/>
            <pc:sldMk cId="3576546250" sldId="261"/>
            <ac:picMk id="10" creationId="{8A9349AF-ED29-4317-BFEC-CC36D730E15E}"/>
          </ac:picMkLst>
        </pc:picChg>
      </pc:sldChg>
      <pc:sldChg chg="del">
        <pc:chgData name="SERGIO SPANO'" userId="3abdd0b9-513e-40ac-aad4-56920065037d" providerId="ADAL" clId="{2DCFDF45-1F6B-4A47-892B-C9094FDD5642}" dt="2022-03-18T14:06:57.694" v="285" actId="47"/>
        <pc:sldMkLst>
          <pc:docMk/>
          <pc:sldMk cId="1970257463" sldId="262"/>
        </pc:sldMkLst>
      </pc:sldChg>
      <pc:sldChg chg="addSp delSp modSp add mod modTransition">
        <pc:chgData name="SERGIO SPANO'" userId="3abdd0b9-513e-40ac-aad4-56920065037d" providerId="ADAL" clId="{2DCFDF45-1F6B-4A47-892B-C9094FDD5642}" dt="2022-03-29T15:09:18.552" v="6977"/>
        <pc:sldMkLst>
          <pc:docMk/>
          <pc:sldMk cId="3844923861" sldId="262"/>
        </pc:sldMkLst>
        <pc:spChg chg="mod">
          <ac:chgData name="SERGIO SPANO'" userId="3abdd0b9-513e-40ac-aad4-56920065037d" providerId="ADAL" clId="{2DCFDF45-1F6B-4A47-892B-C9094FDD5642}" dt="2022-03-21T11:31:29.786" v="1829" actId="20577"/>
          <ac:spMkLst>
            <pc:docMk/>
            <pc:sldMk cId="3844923861" sldId="262"/>
            <ac:spMk id="3" creationId="{6EBB3897-4279-4057-B086-50300B810DB7}"/>
          </ac:spMkLst>
        </pc:spChg>
        <pc:spChg chg="mod">
          <ac:chgData name="SERGIO SPANO'" userId="3abdd0b9-513e-40ac-aad4-56920065037d" providerId="ADAL" clId="{2DCFDF45-1F6B-4A47-892B-C9094FDD5642}" dt="2022-03-21T11:42:06.210" v="2187" actId="20577"/>
          <ac:spMkLst>
            <pc:docMk/>
            <pc:sldMk cId="3844923861" sldId="262"/>
            <ac:spMk id="6" creationId="{E2361788-5213-43DE-9496-4619BF0380E1}"/>
          </ac:spMkLst>
        </pc:spChg>
        <pc:spChg chg="del">
          <ac:chgData name="SERGIO SPANO'" userId="3abdd0b9-513e-40ac-aad4-56920065037d" providerId="ADAL" clId="{2DCFDF45-1F6B-4A47-892B-C9094FDD5642}" dt="2022-03-21T11:46:40.325" v="2245" actId="478"/>
          <ac:spMkLst>
            <pc:docMk/>
            <pc:sldMk cId="3844923861" sldId="262"/>
            <ac:spMk id="7" creationId="{9009AFDB-F723-4759-83AA-2FCF8AF5BF87}"/>
          </ac:spMkLst>
        </pc:spChg>
        <pc:spChg chg="del mod">
          <ac:chgData name="SERGIO SPANO'" userId="3abdd0b9-513e-40ac-aad4-56920065037d" providerId="ADAL" clId="{2DCFDF45-1F6B-4A47-892B-C9094FDD5642}" dt="2022-03-21T11:30:51.204" v="1800" actId="478"/>
          <ac:spMkLst>
            <pc:docMk/>
            <pc:sldMk cId="3844923861" sldId="262"/>
            <ac:spMk id="9" creationId="{311F3CF8-5597-423B-BEE2-964DB73C49C7}"/>
          </ac:spMkLst>
        </pc:spChg>
        <pc:spChg chg="del">
          <ac:chgData name="SERGIO SPANO'" userId="3abdd0b9-513e-40ac-aad4-56920065037d" providerId="ADAL" clId="{2DCFDF45-1F6B-4A47-892B-C9094FDD5642}" dt="2022-03-21T11:31:10.592" v="1805" actId="478"/>
          <ac:spMkLst>
            <pc:docMk/>
            <pc:sldMk cId="3844923861" sldId="262"/>
            <ac:spMk id="11" creationId="{51338A6D-22BD-40BD-9DEB-3686E268EC69}"/>
          </ac:spMkLst>
        </pc:spChg>
        <pc:spChg chg="add mod">
          <ac:chgData name="SERGIO SPANO'" userId="3abdd0b9-513e-40ac-aad4-56920065037d" providerId="ADAL" clId="{2DCFDF45-1F6B-4A47-892B-C9094FDD5642}" dt="2022-03-21T11:31:01.826" v="1803" actId="1076"/>
          <ac:spMkLst>
            <pc:docMk/>
            <pc:sldMk cId="3844923861" sldId="262"/>
            <ac:spMk id="13" creationId="{959E6BC6-C274-436A-B7EC-57DDD3F4D042}"/>
          </ac:spMkLst>
        </pc:spChg>
        <pc:spChg chg="add mod">
          <ac:chgData name="SERGIO SPANO'" userId="3abdd0b9-513e-40ac-aad4-56920065037d" providerId="ADAL" clId="{2DCFDF45-1F6B-4A47-892B-C9094FDD5642}" dt="2022-03-21T11:34:02.380" v="1984" actId="164"/>
          <ac:spMkLst>
            <pc:docMk/>
            <pc:sldMk cId="3844923861" sldId="262"/>
            <ac:spMk id="17" creationId="{8772B95F-D31B-4765-8ADC-9B15D7A1546B}"/>
          </ac:spMkLst>
        </pc:spChg>
        <pc:spChg chg="add mod">
          <ac:chgData name="SERGIO SPANO'" userId="3abdd0b9-513e-40ac-aad4-56920065037d" providerId="ADAL" clId="{2DCFDF45-1F6B-4A47-892B-C9094FDD5642}" dt="2022-03-21T11:34:32.048" v="2038" actId="1076"/>
          <ac:spMkLst>
            <pc:docMk/>
            <pc:sldMk cId="3844923861" sldId="262"/>
            <ac:spMk id="19" creationId="{964A3819-90F5-423C-A116-E2BF1E403AC3}"/>
          </ac:spMkLst>
        </pc:spChg>
        <pc:spChg chg="add mod">
          <ac:chgData name="SERGIO SPANO'" userId="3abdd0b9-513e-40ac-aad4-56920065037d" providerId="ADAL" clId="{2DCFDF45-1F6B-4A47-892B-C9094FDD5642}" dt="2022-03-21T11:35:07.099" v="2075" actId="20577"/>
          <ac:spMkLst>
            <pc:docMk/>
            <pc:sldMk cId="3844923861" sldId="262"/>
            <ac:spMk id="20" creationId="{8922A28D-1E0C-4686-BADB-E6AAF476920E}"/>
          </ac:spMkLst>
        </pc:spChg>
        <pc:spChg chg="add mod">
          <ac:chgData name="SERGIO SPANO'" userId="3abdd0b9-513e-40ac-aad4-56920065037d" providerId="ADAL" clId="{2DCFDF45-1F6B-4A47-892B-C9094FDD5642}" dt="2022-03-21T11:46:40.595" v="2246"/>
          <ac:spMkLst>
            <pc:docMk/>
            <pc:sldMk cId="3844923861" sldId="262"/>
            <ac:spMk id="21" creationId="{657C4A13-605A-4817-8ACC-3701E2D36DEB}"/>
          </ac:spMkLst>
        </pc:spChg>
        <pc:grpChg chg="add mod">
          <ac:chgData name="SERGIO SPANO'" userId="3abdd0b9-513e-40ac-aad4-56920065037d" providerId="ADAL" clId="{2DCFDF45-1F6B-4A47-892B-C9094FDD5642}" dt="2022-03-21T11:34:04.869" v="1995" actId="1036"/>
          <ac:grpSpMkLst>
            <pc:docMk/>
            <pc:sldMk cId="3844923861" sldId="262"/>
            <ac:grpSpMk id="18" creationId="{E5EF8458-1814-4D14-B59B-82FEF045F570}"/>
          </ac:grpSpMkLst>
        </pc:grpChg>
        <pc:picChg chg="del">
          <ac:chgData name="SERGIO SPANO'" userId="3abdd0b9-513e-40ac-aad4-56920065037d" providerId="ADAL" clId="{2DCFDF45-1F6B-4A47-892B-C9094FDD5642}" dt="2022-03-21T11:30:49.284" v="1798" actId="478"/>
          <ac:picMkLst>
            <pc:docMk/>
            <pc:sldMk cId="3844923861" sldId="262"/>
            <ac:picMk id="8" creationId="{6576A877-5B15-4441-83CA-88438AD19930}"/>
          </ac:picMkLst>
        </pc:picChg>
        <pc:picChg chg="mod">
          <ac:chgData name="SERGIO SPANO'" userId="3abdd0b9-513e-40ac-aad4-56920065037d" providerId="ADAL" clId="{2DCFDF45-1F6B-4A47-892B-C9094FDD5642}" dt="2022-03-21T11:31:19.162" v="1809" actId="1076"/>
          <ac:picMkLst>
            <pc:docMk/>
            <pc:sldMk cId="3844923861" sldId="262"/>
            <ac:picMk id="10" creationId="{8A9349AF-ED29-4317-BFEC-CC36D730E15E}"/>
          </ac:picMkLst>
        </pc:picChg>
        <pc:picChg chg="add mod">
          <ac:chgData name="SERGIO SPANO'" userId="3abdd0b9-513e-40ac-aad4-56920065037d" providerId="ADAL" clId="{2DCFDF45-1F6B-4A47-892B-C9094FDD5642}" dt="2022-03-21T11:31:01.826" v="1803" actId="1076"/>
          <ac:picMkLst>
            <pc:docMk/>
            <pc:sldMk cId="3844923861" sldId="262"/>
            <ac:picMk id="12" creationId="{274CC4D8-35B6-4350-B9F2-A9C006A996C5}"/>
          </ac:picMkLst>
        </pc:picChg>
        <pc:picChg chg="add mod">
          <ac:chgData name="SERGIO SPANO'" userId="3abdd0b9-513e-40ac-aad4-56920065037d" providerId="ADAL" clId="{2DCFDF45-1F6B-4A47-892B-C9094FDD5642}" dt="2022-03-21T11:31:44.825" v="1834" actId="14100"/>
          <ac:picMkLst>
            <pc:docMk/>
            <pc:sldMk cId="3844923861" sldId="262"/>
            <ac:picMk id="14" creationId="{5BB1F8C8-AABB-444A-B7C8-4CA16F10A44C}"/>
          </ac:picMkLst>
        </pc:picChg>
        <pc:picChg chg="add mod">
          <ac:chgData name="SERGIO SPANO'" userId="3abdd0b9-513e-40ac-aad4-56920065037d" providerId="ADAL" clId="{2DCFDF45-1F6B-4A47-892B-C9094FDD5642}" dt="2022-03-21T11:34:06.944" v="2006" actId="1036"/>
          <ac:picMkLst>
            <pc:docMk/>
            <pc:sldMk cId="3844923861" sldId="262"/>
            <ac:picMk id="15" creationId="{B8110BED-BBF7-4BE8-A684-F72461C1FB49}"/>
          </ac:picMkLst>
        </pc:picChg>
        <pc:picChg chg="add mod">
          <ac:chgData name="SERGIO SPANO'" userId="3abdd0b9-513e-40ac-aad4-56920065037d" providerId="ADAL" clId="{2DCFDF45-1F6B-4A47-892B-C9094FDD5642}" dt="2022-03-21T11:34:02.380" v="1984" actId="164"/>
          <ac:picMkLst>
            <pc:docMk/>
            <pc:sldMk cId="3844923861" sldId="262"/>
            <ac:picMk id="16" creationId="{68C05971-233C-41D4-AC1B-85C6D1A91AC6}"/>
          </ac:picMkLst>
        </pc:picChg>
      </pc:sldChg>
      <pc:sldChg chg="addSp delSp modSp add mod modTransition">
        <pc:chgData name="SERGIO SPANO'" userId="3abdd0b9-513e-40ac-aad4-56920065037d" providerId="ADAL" clId="{2DCFDF45-1F6B-4A47-892B-C9094FDD5642}" dt="2022-03-29T15:09:18.552" v="6977"/>
        <pc:sldMkLst>
          <pc:docMk/>
          <pc:sldMk cId="3302770588" sldId="263"/>
        </pc:sldMkLst>
        <pc:spChg chg="del">
          <ac:chgData name="SERGIO SPANO'" userId="3abdd0b9-513e-40ac-aad4-56920065037d" providerId="ADAL" clId="{2DCFDF45-1F6B-4A47-892B-C9094FDD5642}" dt="2022-03-21T11:37:16.437" v="2077" actId="478"/>
          <ac:spMkLst>
            <pc:docMk/>
            <pc:sldMk cId="3302770588" sldId="263"/>
            <ac:spMk id="3" creationId="{6EBB3897-4279-4057-B086-50300B810DB7}"/>
          </ac:spMkLst>
        </pc:spChg>
        <pc:spChg chg="mod">
          <ac:chgData name="SERGIO SPANO'" userId="3abdd0b9-513e-40ac-aad4-56920065037d" providerId="ADAL" clId="{2DCFDF45-1F6B-4A47-892B-C9094FDD5642}" dt="2022-03-21T11:41:51.558" v="2185" actId="20577"/>
          <ac:spMkLst>
            <pc:docMk/>
            <pc:sldMk cId="3302770588" sldId="263"/>
            <ac:spMk id="6" creationId="{E2361788-5213-43DE-9496-4619BF0380E1}"/>
          </ac:spMkLst>
        </pc:spChg>
        <pc:spChg chg="del">
          <ac:chgData name="SERGIO SPANO'" userId="3abdd0b9-513e-40ac-aad4-56920065037d" providerId="ADAL" clId="{2DCFDF45-1F6B-4A47-892B-C9094FDD5642}" dt="2022-03-21T11:46:45.763" v="2247" actId="478"/>
          <ac:spMkLst>
            <pc:docMk/>
            <pc:sldMk cId="3302770588" sldId="263"/>
            <ac:spMk id="7" creationId="{9009AFDB-F723-4759-83AA-2FCF8AF5BF87}"/>
          </ac:spMkLst>
        </pc:spChg>
        <pc:spChg chg="add del mod">
          <ac:chgData name="SERGIO SPANO'" userId="3abdd0b9-513e-40ac-aad4-56920065037d" providerId="ADAL" clId="{2DCFDF45-1F6B-4A47-892B-C9094FDD5642}" dt="2022-03-21T11:37:17.595" v="2078" actId="478"/>
          <ac:spMkLst>
            <pc:docMk/>
            <pc:sldMk cId="3302770588" sldId="263"/>
            <ac:spMk id="9" creationId="{C614D0DD-DB37-426E-A0EE-DBF780F38FCE}"/>
          </ac:spMkLst>
        </pc:spChg>
        <pc:spChg chg="del">
          <ac:chgData name="SERGIO SPANO'" userId="3abdd0b9-513e-40ac-aad4-56920065037d" providerId="ADAL" clId="{2DCFDF45-1F6B-4A47-892B-C9094FDD5642}" dt="2022-03-21T11:37:20.356" v="2080" actId="478"/>
          <ac:spMkLst>
            <pc:docMk/>
            <pc:sldMk cId="3302770588" sldId="263"/>
            <ac:spMk id="13" creationId="{959E6BC6-C274-436A-B7EC-57DDD3F4D042}"/>
          </ac:spMkLst>
        </pc:spChg>
        <pc:spChg chg="del">
          <ac:chgData name="SERGIO SPANO'" userId="3abdd0b9-513e-40ac-aad4-56920065037d" providerId="ADAL" clId="{2DCFDF45-1F6B-4A47-892B-C9094FDD5642}" dt="2022-03-21T11:37:20.356" v="2080" actId="478"/>
          <ac:spMkLst>
            <pc:docMk/>
            <pc:sldMk cId="3302770588" sldId="263"/>
            <ac:spMk id="19" creationId="{964A3819-90F5-423C-A116-E2BF1E403AC3}"/>
          </ac:spMkLst>
        </pc:spChg>
        <pc:spChg chg="del">
          <ac:chgData name="SERGIO SPANO'" userId="3abdd0b9-513e-40ac-aad4-56920065037d" providerId="ADAL" clId="{2DCFDF45-1F6B-4A47-892B-C9094FDD5642}" dt="2022-03-21T11:37:20.356" v="2080" actId="478"/>
          <ac:spMkLst>
            <pc:docMk/>
            <pc:sldMk cId="3302770588" sldId="263"/>
            <ac:spMk id="20" creationId="{8922A28D-1E0C-4686-BADB-E6AAF476920E}"/>
          </ac:spMkLst>
        </pc:spChg>
        <pc:spChg chg="add mod">
          <ac:chgData name="SERGIO SPANO'" userId="3abdd0b9-513e-40ac-aad4-56920065037d" providerId="ADAL" clId="{2DCFDF45-1F6B-4A47-892B-C9094FDD5642}" dt="2022-03-25T15:25:41.537" v="6904" actId="20577"/>
          <ac:spMkLst>
            <pc:docMk/>
            <pc:sldMk cId="3302770588" sldId="263"/>
            <ac:spMk id="21" creationId="{06C77AF7-FC2F-46E4-8114-764682F8AC4A}"/>
          </ac:spMkLst>
        </pc:spChg>
        <pc:spChg chg="add mod">
          <ac:chgData name="SERGIO SPANO'" userId="3abdd0b9-513e-40ac-aad4-56920065037d" providerId="ADAL" clId="{2DCFDF45-1F6B-4A47-892B-C9094FDD5642}" dt="2022-03-21T11:39:58.724" v="2181" actId="1076"/>
          <ac:spMkLst>
            <pc:docMk/>
            <pc:sldMk cId="3302770588" sldId="263"/>
            <ac:spMk id="22" creationId="{BFC47AE0-DE5F-477D-982E-F7845AA827B0}"/>
          </ac:spMkLst>
        </pc:spChg>
        <pc:spChg chg="add mod">
          <ac:chgData name="SERGIO SPANO'" userId="3abdd0b9-513e-40ac-aad4-56920065037d" providerId="ADAL" clId="{2DCFDF45-1F6B-4A47-892B-C9094FDD5642}" dt="2022-03-21T11:46:46.213" v="2248"/>
          <ac:spMkLst>
            <pc:docMk/>
            <pc:sldMk cId="3302770588" sldId="263"/>
            <ac:spMk id="25" creationId="{7EE5D279-1E8D-4580-805A-EF7956830860}"/>
          </ac:spMkLst>
        </pc:spChg>
        <pc:grpChg chg="del">
          <ac:chgData name="SERGIO SPANO'" userId="3abdd0b9-513e-40ac-aad4-56920065037d" providerId="ADAL" clId="{2DCFDF45-1F6B-4A47-892B-C9094FDD5642}" dt="2022-03-21T11:37:20.356" v="2080" actId="478"/>
          <ac:grpSpMkLst>
            <pc:docMk/>
            <pc:sldMk cId="3302770588" sldId="263"/>
            <ac:grpSpMk id="18" creationId="{E5EF8458-1814-4D14-B59B-82FEF045F570}"/>
          </ac:grpSpMkLst>
        </pc:grpChg>
        <pc:picChg chg="del">
          <ac:chgData name="SERGIO SPANO'" userId="3abdd0b9-513e-40ac-aad4-56920065037d" providerId="ADAL" clId="{2DCFDF45-1F6B-4A47-892B-C9094FDD5642}" dt="2022-03-21T11:37:20.356" v="2080" actId="478"/>
          <ac:picMkLst>
            <pc:docMk/>
            <pc:sldMk cId="3302770588" sldId="263"/>
            <ac:picMk id="10" creationId="{8A9349AF-ED29-4317-BFEC-CC36D730E15E}"/>
          </ac:picMkLst>
        </pc:picChg>
        <pc:picChg chg="del">
          <ac:chgData name="SERGIO SPANO'" userId="3abdd0b9-513e-40ac-aad4-56920065037d" providerId="ADAL" clId="{2DCFDF45-1F6B-4A47-892B-C9094FDD5642}" dt="2022-03-21T11:37:17.980" v="2079" actId="478"/>
          <ac:picMkLst>
            <pc:docMk/>
            <pc:sldMk cId="3302770588" sldId="263"/>
            <ac:picMk id="12" creationId="{274CC4D8-35B6-4350-B9F2-A9C006A996C5}"/>
          </ac:picMkLst>
        </pc:picChg>
        <pc:picChg chg="del">
          <ac:chgData name="SERGIO SPANO'" userId="3abdd0b9-513e-40ac-aad4-56920065037d" providerId="ADAL" clId="{2DCFDF45-1F6B-4A47-892B-C9094FDD5642}" dt="2022-03-21T11:37:20.356" v="2080" actId="478"/>
          <ac:picMkLst>
            <pc:docMk/>
            <pc:sldMk cId="3302770588" sldId="263"/>
            <ac:picMk id="14" creationId="{5BB1F8C8-AABB-444A-B7C8-4CA16F10A44C}"/>
          </ac:picMkLst>
        </pc:picChg>
        <pc:picChg chg="del">
          <ac:chgData name="SERGIO SPANO'" userId="3abdd0b9-513e-40ac-aad4-56920065037d" providerId="ADAL" clId="{2DCFDF45-1F6B-4A47-892B-C9094FDD5642}" dt="2022-03-21T11:37:20.356" v="2080" actId="478"/>
          <ac:picMkLst>
            <pc:docMk/>
            <pc:sldMk cId="3302770588" sldId="263"/>
            <ac:picMk id="15" creationId="{B8110BED-BBF7-4BE8-A684-F72461C1FB49}"/>
          </ac:picMkLst>
        </pc:picChg>
        <pc:picChg chg="add mod">
          <ac:chgData name="SERGIO SPANO'" userId="3abdd0b9-513e-40ac-aad4-56920065037d" providerId="ADAL" clId="{2DCFDF45-1F6B-4A47-892B-C9094FDD5642}" dt="2022-03-21T11:39:55.169" v="2179" actId="1076"/>
          <ac:picMkLst>
            <pc:docMk/>
            <pc:sldMk cId="3302770588" sldId="263"/>
            <ac:picMk id="23" creationId="{A66DBFBA-5172-4BDD-9CE8-910C48E493A2}"/>
          </ac:picMkLst>
        </pc:picChg>
        <pc:picChg chg="add mod">
          <ac:chgData name="SERGIO SPANO'" userId="3abdd0b9-513e-40ac-aad4-56920065037d" providerId="ADAL" clId="{2DCFDF45-1F6B-4A47-892B-C9094FDD5642}" dt="2022-03-21T11:40:02.032" v="2183" actId="1076"/>
          <ac:picMkLst>
            <pc:docMk/>
            <pc:sldMk cId="3302770588" sldId="263"/>
            <ac:picMk id="24" creationId="{D42CE7B4-F696-4DFB-A9E9-99D0CEF28011}"/>
          </ac:picMkLst>
        </pc:picChg>
      </pc:sldChg>
      <pc:sldChg chg="add del">
        <pc:chgData name="SERGIO SPANO'" userId="3abdd0b9-513e-40ac-aad4-56920065037d" providerId="ADAL" clId="{2DCFDF45-1F6B-4A47-892B-C9094FDD5642}" dt="2022-03-18T14:07:32.728" v="312" actId="47"/>
        <pc:sldMkLst>
          <pc:docMk/>
          <pc:sldMk cId="3652673721" sldId="263"/>
        </pc:sldMkLst>
      </pc:sldChg>
      <pc:sldChg chg="new del">
        <pc:chgData name="SERGIO SPANO'" userId="3abdd0b9-513e-40ac-aad4-56920065037d" providerId="ADAL" clId="{2DCFDF45-1F6B-4A47-892B-C9094FDD5642}" dt="2022-03-18T14:06:18.690" v="277" actId="47"/>
        <pc:sldMkLst>
          <pc:docMk/>
          <pc:sldMk cId="89197750" sldId="264"/>
        </pc:sldMkLst>
      </pc:sldChg>
      <pc:sldChg chg="new del">
        <pc:chgData name="SERGIO SPANO'" userId="3abdd0b9-513e-40ac-aad4-56920065037d" providerId="ADAL" clId="{2DCFDF45-1F6B-4A47-892B-C9094FDD5642}" dt="2022-03-21T11:42:35.152" v="2190" actId="680"/>
        <pc:sldMkLst>
          <pc:docMk/>
          <pc:sldMk cId="523670029" sldId="264"/>
        </pc:sldMkLst>
      </pc:sldChg>
      <pc:sldChg chg="modSp new mod modTransition">
        <pc:chgData name="SERGIO SPANO'" userId="3abdd0b9-513e-40ac-aad4-56920065037d" providerId="ADAL" clId="{2DCFDF45-1F6B-4A47-892B-C9094FDD5642}" dt="2022-03-29T15:09:18.552" v="6977"/>
        <pc:sldMkLst>
          <pc:docMk/>
          <pc:sldMk cId="2266823141" sldId="264"/>
        </pc:sldMkLst>
        <pc:spChg chg="mod">
          <ac:chgData name="SERGIO SPANO'" userId="3abdd0b9-513e-40ac-aad4-56920065037d" providerId="ADAL" clId="{2DCFDF45-1F6B-4A47-892B-C9094FDD5642}" dt="2022-03-21T11:42:52.663" v="2205" actId="20577"/>
          <ac:spMkLst>
            <pc:docMk/>
            <pc:sldMk cId="2266823141" sldId="264"/>
            <ac:spMk id="2" creationId="{E8E8A4D5-4AC9-46C2-89A6-63A87CEE33C9}"/>
          </ac:spMkLst>
        </pc:spChg>
        <pc:spChg chg="mod">
          <ac:chgData name="SERGIO SPANO'" userId="3abdd0b9-513e-40ac-aad4-56920065037d" providerId="ADAL" clId="{2DCFDF45-1F6B-4A47-892B-C9094FDD5642}" dt="2022-03-21T11:42:58.472" v="2226" actId="20577"/>
          <ac:spMkLst>
            <pc:docMk/>
            <pc:sldMk cId="2266823141" sldId="264"/>
            <ac:spMk id="3" creationId="{D75E5B11-7BFA-4F66-A2B7-08479C97060D}"/>
          </ac:spMkLst>
        </pc:spChg>
      </pc:sldChg>
      <pc:sldChg chg="addSp delSp modSp add mod modTransition">
        <pc:chgData name="SERGIO SPANO'" userId="3abdd0b9-513e-40ac-aad4-56920065037d" providerId="ADAL" clId="{2DCFDF45-1F6B-4A47-892B-C9094FDD5642}" dt="2022-03-29T15:09:18.552" v="6977"/>
        <pc:sldMkLst>
          <pc:docMk/>
          <pc:sldMk cId="424410503" sldId="265"/>
        </pc:sldMkLst>
        <pc:spChg chg="mod">
          <ac:chgData name="SERGIO SPANO'" userId="3abdd0b9-513e-40ac-aad4-56920065037d" providerId="ADAL" clId="{2DCFDF45-1F6B-4A47-892B-C9094FDD5642}" dt="2022-03-21T14:24:32.449" v="3383" actId="255"/>
          <ac:spMkLst>
            <pc:docMk/>
            <pc:sldMk cId="424410503" sldId="265"/>
            <ac:spMk id="2" creationId="{2AF05FAE-1F5E-4229-863D-BC8C40B76B2C}"/>
          </ac:spMkLst>
        </pc:spChg>
        <pc:spChg chg="mod">
          <ac:chgData name="SERGIO SPANO'" userId="3abdd0b9-513e-40ac-aad4-56920065037d" providerId="ADAL" clId="{2DCFDF45-1F6B-4A47-892B-C9094FDD5642}" dt="2022-03-25T15:27:26.119" v="6910" actId="20577"/>
          <ac:spMkLst>
            <pc:docMk/>
            <pc:sldMk cId="424410503" sldId="265"/>
            <ac:spMk id="3" creationId="{6EBB3897-4279-4057-B086-50300B810DB7}"/>
          </ac:spMkLst>
        </pc:spChg>
        <pc:spChg chg="mod">
          <ac:chgData name="SERGIO SPANO'" userId="3abdd0b9-513e-40ac-aad4-56920065037d" providerId="ADAL" clId="{2DCFDF45-1F6B-4A47-892B-C9094FDD5642}" dt="2022-03-21T11:45:36.183" v="2232" actId="20577"/>
          <ac:spMkLst>
            <pc:docMk/>
            <pc:sldMk cId="424410503" sldId="265"/>
            <ac:spMk id="6" creationId="{E2361788-5213-43DE-9496-4619BF0380E1}"/>
          </ac:spMkLst>
        </pc:spChg>
        <pc:spChg chg="mod">
          <ac:chgData name="SERGIO SPANO'" userId="3abdd0b9-513e-40ac-aad4-56920065037d" providerId="ADAL" clId="{2DCFDF45-1F6B-4A47-892B-C9094FDD5642}" dt="2022-03-21T11:47:14.754" v="2262" actId="20577"/>
          <ac:spMkLst>
            <pc:docMk/>
            <pc:sldMk cId="424410503" sldId="265"/>
            <ac:spMk id="7" creationId="{9009AFDB-F723-4759-83AA-2FCF8AF5BF87}"/>
          </ac:spMkLst>
        </pc:spChg>
        <pc:spChg chg="del">
          <ac:chgData name="SERGIO SPANO'" userId="3abdd0b9-513e-40ac-aad4-56920065037d" providerId="ADAL" clId="{2DCFDF45-1F6B-4A47-892B-C9094FDD5642}" dt="2022-03-21T12:04:46.432" v="2272" actId="478"/>
          <ac:spMkLst>
            <pc:docMk/>
            <pc:sldMk cId="424410503" sldId="265"/>
            <ac:spMk id="9" creationId="{311F3CF8-5597-423B-BEE2-964DB73C49C7}"/>
          </ac:spMkLst>
        </pc:spChg>
        <pc:spChg chg="add del">
          <ac:chgData name="SERGIO SPANO'" userId="3abdd0b9-513e-40ac-aad4-56920065037d" providerId="ADAL" clId="{2DCFDF45-1F6B-4A47-892B-C9094FDD5642}" dt="2022-03-21T12:19:48.847" v="2686"/>
          <ac:spMkLst>
            <pc:docMk/>
            <pc:sldMk cId="424410503" sldId="265"/>
            <ac:spMk id="16" creationId="{8C04ABD6-2F66-4184-A71F-DB689865924A}"/>
          </ac:spMkLst>
        </pc:spChg>
        <pc:spChg chg="add mod">
          <ac:chgData name="SERGIO SPANO'" userId="3abdd0b9-513e-40ac-aad4-56920065037d" providerId="ADAL" clId="{2DCFDF45-1F6B-4A47-892B-C9094FDD5642}" dt="2022-03-21T13:54:17.734" v="3058" actId="20577"/>
          <ac:spMkLst>
            <pc:docMk/>
            <pc:sldMk cId="424410503" sldId="265"/>
            <ac:spMk id="17" creationId="{4C93B4CA-806E-4070-ABAB-73DD9CB35AB2}"/>
          </ac:spMkLst>
        </pc:spChg>
        <pc:spChg chg="add mod">
          <ac:chgData name="SERGIO SPANO'" userId="3abdd0b9-513e-40ac-aad4-56920065037d" providerId="ADAL" clId="{2DCFDF45-1F6B-4A47-892B-C9094FDD5642}" dt="2022-03-21T12:20:16.030" v="2697" actId="1076"/>
          <ac:spMkLst>
            <pc:docMk/>
            <pc:sldMk cId="424410503" sldId="265"/>
            <ac:spMk id="22" creationId="{3FDA1FD4-BA39-4EDC-8689-8892F4604BFB}"/>
          </ac:spMkLst>
        </pc:spChg>
        <pc:picChg chg="del">
          <ac:chgData name="SERGIO SPANO'" userId="3abdd0b9-513e-40ac-aad4-56920065037d" providerId="ADAL" clId="{2DCFDF45-1F6B-4A47-892B-C9094FDD5642}" dt="2022-03-21T12:04:45.793" v="2271" actId="478"/>
          <ac:picMkLst>
            <pc:docMk/>
            <pc:sldMk cId="424410503" sldId="265"/>
            <ac:picMk id="8" creationId="{6576A877-5B15-4441-83CA-88438AD19930}"/>
          </ac:picMkLst>
        </pc:picChg>
        <pc:picChg chg="del">
          <ac:chgData name="SERGIO SPANO'" userId="3abdd0b9-513e-40ac-aad4-56920065037d" providerId="ADAL" clId="{2DCFDF45-1F6B-4A47-892B-C9094FDD5642}" dt="2022-03-21T12:04:56.814" v="2273" actId="478"/>
          <ac:picMkLst>
            <pc:docMk/>
            <pc:sldMk cId="424410503" sldId="265"/>
            <ac:picMk id="10" creationId="{8A9349AF-ED29-4317-BFEC-CC36D730E15E}"/>
          </ac:picMkLst>
        </pc:picChg>
        <pc:picChg chg="add mod">
          <ac:chgData name="SERGIO SPANO'" userId="3abdd0b9-513e-40ac-aad4-56920065037d" providerId="ADAL" clId="{2DCFDF45-1F6B-4A47-892B-C9094FDD5642}" dt="2022-03-21T13:50:39.287" v="2976" actId="1076"/>
          <ac:picMkLst>
            <pc:docMk/>
            <pc:sldMk cId="424410503" sldId="265"/>
            <ac:picMk id="12" creationId="{42480D47-4558-48FE-8F23-8C8B1F6EC9D7}"/>
          </ac:picMkLst>
        </pc:picChg>
        <pc:picChg chg="add mod">
          <ac:chgData name="SERGIO SPANO'" userId="3abdd0b9-513e-40ac-aad4-56920065037d" providerId="ADAL" clId="{2DCFDF45-1F6B-4A47-892B-C9094FDD5642}" dt="2022-03-21T13:50:39.287" v="2976" actId="1076"/>
          <ac:picMkLst>
            <pc:docMk/>
            <pc:sldMk cId="424410503" sldId="265"/>
            <ac:picMk id="14" creationId="{7F2CD5C8-2272-4884-8507-FB63AD1A604A}"/>
          </ac:picMkLst>
        </pc:picChg>
        <pc:picChg chg="add mod">
          <ac:chgData name="SERGIO SPANO'" userId="3abdd0b9-513e-40ac-aad4-56920065037d" providerId="ADAL" clId="{2DCFDF45-1F6B-4A47-892B-C9094FDD5642}" dt="2022-03-21T13:50:39.287" v="2976" actId="1076"/>
          <ac:picMkLst>
            <pc:docMk/>
            <pc:sldMk cId="424410503" sldId="265"/>
            <ac:picMk id="1026" creationId="{D0C797E4-6D4C-4146-B1BD-EC24841002C9}"/>
          </ac:picMkLst>
        </pc:picChg>
        <pc:picChg chg="add del mod">
          <ac:chgData name="SERGIO SPANO'" userId="3abdd0b9-513e-40ac-aad4-56920065037d" providerId="ADAL" clId="{2DCFDF45-1F6B-4A47-892B-C9094FDD5642}" dt="2022-03-21T12:18:51.972" v="2669" actId="478"/>
          <ac:picMkLst>
            <pc:docMk/>
            <pc:sldMk cId="424410503" sldId="265"/>
            <ac:picMk id="1028" creationId="{01C91C26-2DC3-4FA5-92CF-9020759DB3F7}"/>
          </ac:picMkLst>
        </pc:picChg>
        <pc:picChg chg="add mod">
          <ac:chgData name="SERGIO SPANO'" userId="3abdd0b9-513e-40ac-aad4-56920065037d" providerId="ADAL" clId="{2DCFDF45-1F6B-4A47-892B-C9094FDD5642}" dt="2022-03-21T12:20:18.641" v="2698" actId="1076"/>
          <ac:picMkLst>
            <pc:docMk/>
            <pc:sldMk cId="424410503" sldId="265"/>
            <ac:picMk id="1030" creationId="{14E78B98-467C-414E-AA45-62EEA7613A29}"/>
          </ac:picMkLst>
        </pc:picChg>
      </pc:sldChg>
      <pc:sldChg chg="addSp delSp modSp add mod modTransition">
        <pc:chgData name="SERGIO SPANO'" userId="3abdd0b9-513e-40ac-aad4-56920065037d" providerId="ADAL" clId="{2DCFDF45-1F6B-4A47-892B-C9094FDD5642}" dt="2022-03-29T15:09:18.552" v="6977"/>
        <pc:sldMkLst>
          <pc:docMk/>
          <pc:sldMk cId="1798020056" sldId="266"/>
        </pc:sldMkLst>
        <pc:spChg chg="mod">
          <ac:chgData name="SERGIO SPANO'" userId="3abdd0b9-513e-40ac-aad4-56920065037d" providerId="ADAL" clId="{2DCFDF45-1F6B-4A47-892B-C9094FDD5642}" dt="2022-03-21T14:24:37.958" v="3384" actId="255"/>
          <ac:spMkLst>
            <pc:docMk/>
            <pc:sldMk cId="1798020056" sldId="266"/>
            <ac:spMk id="2" creationId="{2AF05FAE-1F5E-4229-863D-BC8C40B76B2C}"/>
          </ac:spMkLst>
        </pc:spChg>
        <pc:spChg chg="mod">
          <ac:chgData name="SERGIO SPANO'" userId="3abdd0b9-513e-40ac-aad4-56920065037d" providerId="ADAL" clId="{2DCFDF45-1F6B-4A47-892B-C9094FDD5642}" dt="2022-03-23T10:53:59.089" v="6736" actId="20577"/>
          <ac:spMkLst>
            <pc:docMk/>
            <pc:sldMk cId="1798020056" sldId="266"/>
            <ac:spMk id="3" creationId="{6EBB3897-4279-4057-B086-50300B810DB7}"/>
          </ac:spMkLst>
        </pc:spChg>
        <pc:spChg chg="add del">
          <ac:chgData name="SERGIO SPANO'" userId="3abdd0b9-513e-40ac-aad4-56920065037d" providerId="ADAL" clId="{2DCFDF45-1F6B-4A47-892B-C9094FDD5642}" dt="2022-03-21T13:52:16.885" v="3017"/>
          <ac:spMkLst>
            <pc:docMk/>
            <pc:sldMk cId="1798020056" sldId="266"/>
            <ac:spMk id="8" creationId="{157467BD-2204-4DB7-B959-5D6D4597C017}"/>
          </ac:spMkLst>
        </pc:spChg>
        <pc:spChg chg="add mod">
          <ac:chgData name="SERGIO SPANO'" userId="3abdd0b9-513e-40ac-aad4-56920065037d" providerId="ADAL" clId="{2DCFDF45-1F6B-4A47-892B-C9094FDD5642}" dt="2022-03-21T13:53:00.890" v="3037" actId="1076"/>
          <ac:spMkLst>
            <pc:docMk/>
            <pc:sldMk cId="1798020056" sldId="266"/>
            <ac:spMk id="15" creationId="{EFFEA656-8F90-4953-BAF3-50D6CAC18BA7}"/>
          </ac:spMkLst>
        </pc:spChg>
        <pc:spChg chg="del">
          <ac:chgData name="SERGIO SPANO'" userId="3abdd0b9-513e-40ac-aad4-56920065037d" providerId="ADAL" clId="{2DCFDF45-1F6B-4A47-892B-C9094FDD5642}" dt="2022-03-21T13:31:23.234" v="2705" actId="478"/>
          <ac:spMkLst>
            <pc:docMk/>
            <pc:sldMk cId="1798020056" sldId="266"/>
            <ac:spMk id="17" creationId="{4C93B4CA-806E-4070-ABAB-73DD9CB35AB2}"/>
          </ac:spMkLst>
        </pc:spChg>
        <pc:spChg chg="add del mod">
          <ac:chgData name="SERGIO SPANO'" userId="3abdd0b9-513e-40ac-aad4-56920065037d" providerId="ADAL" clId="{2DCFDF45-1F6B-4A47-892B-C9094FDD5642}" dt="2022-03-21T13:52:47.987" v="3031" actId="478"/>
          <ac:spMkLst>
            <pc:docMk/>
            <pc:sldMk cId="1798020056" sldId="266"/>
            <ac:spMk id="19" creationId="{25273581-E4A4-4DA5-9E8F-19855D122740}"/>
          </ac:spMkLst>
        </pc:spChg>
        <pc:spChg chg="del">
          <ac:chgData name="SERGIO SPANO'" userId="3abdd0b9-513e-40ac-aad4-56920065037d" providerId="ADAL" clId="{2DCFDF45-1F6B-4A47-892B-C9094FDD5642}" dt="2022-03-21T13:31:16.853" v="2701" actId="478"/>
          <ac:spMkLst>
            <pc:docMk/>
            <pc:sldMk cId="1798020056" sldId="266"/>
            <ac:spMk id="22" creationId="{3FDA1FD4-BA39-4EDC-8689-8892F4604BFB}"/>
          </ac:spMkLst>
        </pc:spChg>
        <pc:picChg chg="del">
          <ac:chgData name="SERGIO SPANO'" userId="3abdd0b9-513e-40ac-aad4-56920065037d" providerId="ADAL" clId="{2DCFDF45-1F6B-4A47-892B-C9094FDD5642}" dt="2022-03-21T13:31:19.645" v="2703" actId="478"/>
          <ac:picMkLst>
            <pc:docMk/>
            <pc:sldMk cId="1798020056" sldId="266"/>
            <ac:picMk id="12" creationId="{42480D47-4558-48FE-8F23-8C8B1F6EC9D7}"/>
          </ac:picMkLst>
        </pc:picChg>
        <pc:picChg chg="del">
          <ac:chgData name="SERGIO SPANO'" userId="3abdd0b9-513e-40ac-aad4-56920065037d" providerId="ADAL" clId="{2DCFDF45-1F6B-4A47-892B-C9094FDD5642}" dt="2022-03-21T13:31:21.172" v="2704" actId="478"/>
          <ac:picMkLst>
            <pc:docMk/>
            <pc:sldMk cId="1798020056" sldId="266"/>
            <ac:picMk id="14" creationId="{7F2CD5C8-2272-4884-8507-FB63AD1A604A}"/>
          </ac:picMkLst>
        </pc:picChg>
        <pc:picChg chg="del">
          <ac:chgData name="SERGIO SPANO'" userId="3abdd0b9-513e-40ac-aad4-56920065037d" providerId="ADAL" clId="{2DCFDF45-1F6B-4A47-892B-C9094FDD5642}" dt="2022-03-21T13:31:18.382" v="2702" actId="478"/>
          <ac:picMkLst>
            <pc:docMk/>
            <pc:sldMk cId="1798020056" sldId="266"/>
            <ac:picMk id="1026" creationId="{D0C797E4-6D4C-4146-B1BD-EC24841002C9}"/>
          </ac:picMkLst>
        </pc:picChg>
        <pc:picChg chg="del">
          <ac:chgData name="SERGIO SPANO'" userId="3abdd0b9-513e-40ac-aad4-56920065037d" providerId="ADAL" clId="{2DCFDF45-1F6B-4A47-892B-C9094FDD5642}" dt="2022-03-21T13:31:14.750" v="2700" actId="478"/>
          <ac:picMkLst>
            <pc:docMk/>
            <pc:sldMk cId="1798020056" sldId="266"/>
            <ac:picMk id="1030" creationId="{14E78B98-467C-414E-AA45-62EEA7613A29}"/>
          </ac:picMkLst>
        </pc:picChg>
        <pc:picChg chg="add mod">
          <ac:chgData name="SERGIO SPANO'" userId="3abdd0b9-513e-40ac-aad4-56920065037d" providerId="ADAL" clId="{2DCFDF45-1F6B-4A47-892B-C9094FDD5642}" dt="2022-03-21T13:52:59.226" v="3036" actId="1076"/>
          <ac:picMkLst>
            <pc:docMk/>
            <pc:sldMk cId="1798020056" sldId="266"/>
            <ac:picMk id="2050" creationId="{AB144677-CAB5-4E86-B090-4935E075F06D}"/>
          </ac:picMkLst>
        </pc:picChg>
        <pc:picChg chg="add del mod">
          <ac:chgData name="SERGIO SPANO'" userId="3abdd0b9-513e-40ac-aad4-56920065037d" providerId="ADAL" clId="{2DCFDF45-1F6B-4A47-892B-C9094FDD5642}" dt="2022-03-21T13:52:47.355" v="3030" actId="478"/>
          <ac:picMkLst>
            <pc:docMk/>
            <pc:sldMk cId="1798020056" sldId="266"/>
            <ac:picMk id="2052" creationId="{3D6900B0-17D7-491D-BE5D-06560EABF71D}"/>
          </ac:picMkLst>
        </pc:picChg>
      </pc:sldChg>
      <pc:sldChg chg="addSp delSp modSp add mod modTransition chgLayout">
        <pc:chgData name="SERGIO SPANO'" userId="3abdd0b9-513e-40ac-aad4-56920065037d" providerId="ADAL" clId="{2DCFDF45-1F6B-4A47-892B-C9094FDD5642}" dt="2022-03-29T15:09:18.552" v="6977"/>
        <pc:sldMkLst>
          <pc:docMk/>
          <pc:sldMk cId="3634457305" sldId="267"/>
        </pc:sldMkLst>
        <pc:spChg chg="mod ord">
          <ac:chgData name="SERGIO SPANO'" userId="3abdd0b9-513e-40ac-aad4-56920065037d" providerId="ADAL" clId="{2DCFDF45-1F6B-4A47-892B-C9094FDD5642}" dt="2022-03-21T14:24:44.293" v="3385" actId="255"/>
          <ac:spMkLst>
            <pc:docMk/>
            <pc:sldMk cId="3634457305" sldId="267"/>
            <ac:spMk id="2" creationId="{2AF05FAE-1F5E-4229-863D-BC8C40B76B2C}"/>
          </ac:spMkLst>
        </pc:spChg>
        <pc:spChg chg="del">
          <ac:chgData name="SERGIO SPANO'" userId="3abdd0b9-513e-40ac-aad4-56920065037d" providerId="ADAL" clId="{2DCFDF45-1F6B-4A47-892B-C9094FDD5642}" dt="2022-03-21T13:56:49.095" v="3136" actId="478"/>
          <ac:spMkLst>
            <pc:docMk/>
            <pc:sldMk cId="3634457305" sldId="267"/>
            <ac:spMk id="3" creationId="{6EBB3897-4279-4057-B086-50300B810DB7}"/>
          </ac:spMkLst>
        </pc:spChg>
        <pc:spChg chg="mod ord">
          <ac:chgData name="SERGIO SPANO'" userId="3abdd0b9-513e-40ac-aad4-56920065037d" providerId="ADAL" clId="{2DCFDF45-1F6B-4A47-892B-C9094FDD5642}" dt="2022-03-21T13:58:27.547" v="3187" actId="700"/>
          <ac:spMkLst>
            <pc:docMk/>
            <pc:sldMk cId="3634457305" sldId="267"/>
            <ac:spMk id="4" creationId="{355DDF7D-5875-4E92-90E5-00A3C5BB81D1}"/>
          </ac:spMkLst>
        </pc:spChg>
        <pc:spChg chg="mod ord">
          <ac:chgData name="SERGIO SPANO'" userId="3abdd0b9-513e-40ac-aad4-56920065037d" providerId="ADAL" clId="{2DCFDF45-1F6B-4A47-892B-C9094FDD5642}" dt="2022-03-21T13:58:27.547" v="3187" actId="700"/>
          <ac:spMkLst>
            <pc:docMk/>
            <pc:sldMk cId="3634457305" sldId="267"/>
            <ac:spMk id="5" creationId="{E5BCDBC7-8058-43A8-8293-39778DA77FC9}"/>
          </ac:spMkLst>
        </pc:spChg>
        <pc:spChg chg="add del">
          <ac:chgData name="SERGIO SPANO'" userId="3abdd0b9-513e-40ac-aad4-56920065037d" providerId="ADAL" clId="{2DCFDF45-1F6B-4A47-892B-C9094FDD5642}" dt="2022-03-21T13:56:20.899" v="3125"/>
          <ac:spMkLst>
            <pc:docMk/>
            <pc:sldMk cId="3634457305" sldId="267"/>
            <ac:spMk id="8" creationId="{DA929CF7-073F-43EC-B7D0-A8BAE5E1B129}"/>
          </ac:spMkLst>
        </pc:spChg>
        <pc:spChg chg="add del mod">
          <ac:chgData name="SERGIO SPANO'" userId="3abdd0b9-513e-40ac-aad4-56920065037d" providerId="ADAL" clId="{2DCFDF45-1F6B-4A47-892B-C9094FDD5642}" dt="2022-03-21T13:56:57.916" v="3138" actId="478"/>
          <ac:spMkLst>
            <pc:docMk/>
            <pc:sldMk cId="3634457305" sldId="267"/>
            <ac:spMk id="9" creationId="{54D0701F-A7B5-48B8-81CC-5C90D978AF7D}"/>
          </ac:spMkLst>
        </pc:spChg>
        <pc:spChg chg="add del mod">
          <ac:chgData name="SERGIO SPANO'" userId="3abdd0b9-513e-40ac-aad4-56920065037d" providerId="ADAL" clId="{2DCFDF45-1F6B-4A47-892B-C9094FDD5642}" dt="2022-03-21T13:57:00.308" v="3140" actId="478"/>
          <ac:spMkLst>
            <pc:docMk/>
            <pc:sldMk cId="3634457305" sldId="267"/>
            <ac:spMk id="10" creationId="{540B2BF8-E84D-4185-9CB6-79702435329C}"/>
          </ac:spMkLst>
        </pc:spChg>
        <pc:spChg chg="add del mod">
          <ac:chgData name="SERGIO SPANO'" userId="3abdd0b9-513e-40ac-aad4-56920065037d" providerId="ADAL" clId="{2DCFDF45-1F6B-4A47-892B-C9094FDD5642}" dt="2022-03-21T13:57:01.459" v="3141" actId="478"/>
          <ac:spMkLst>
            <pc:docMk/>
            <pc:sldMk cId="3634457305" sldId="267"/>
            <ac:spMk id="11" creationId="{83249A11-EE24-436F-87D6-7B2D35556F3C}"/>
          </ac:spMkLst>
        </pc:spChg>
        <pc:spChg chg="add del mod">
          <ac:chgData name="SERGIO SPANO'" userId="3abdd0b9-513e-40ac-aad4-56920065037d" providerId="ADAL" clId="{2DCFDF45-1F6B-4A47-892B-C9094FDD5642}" dt="2022-03-21T13:57:05.253" v="3142" actId="478"/>
          <ac:spMkLst>
            <pc:docMk/>
            <pc:sldMk cId="3634457305" sldId="267"/>
            <ac:spMk id="13" creationId="{A6350559-8C0E-4196-8AD6-70F9192EB81C}"/>
          </ac:spMkLst>
        </pc:spChg>
        <pc:spChg chg="add del">
          <ac:chgData name="SERGIO SPANO'" userId="3abdd0b9-513e-40ac-aad4-56920065037d" providerId="ADAL" clId="{2DCFDF45-1F6B-4A47-892B-C9094FDD5642}" dt="2022-03-21T13:57:49.506" v="3150"/>
          <ac:spMkLst>
            <pc:docMk/>
            <pc:sldMk cId="3634457305" sldId="267"/>
            <ac:spMk id="14" creationId="{CE6E533D-80B9-44DD-B7C2-EBDB24794E70}"/>
          </ac:spMkLst>
        </pc:spChg>
        <pc:spChg chg="mod">
          <ac:chgData name="SERGIO SPANO'" userId="3abdd0b9-513e-40ac-aad4-56920065037d" providerId="ADAL" clId="{2DCFDF45-1F6B-4A47-892B-C9094FDD5642}" dt="2022-03-21T13:58:50.972" v="3207" actId="1036"/>
          <ac:spMkLst>
            <pc:docMk/>
            <pc:sldMk cId="3634457305" sldId="267"/>
            <ac:spMk id="15" creationId="{EFFEA656-8F90-4953-BAF3-50D6CAC18BA7}"/>
          </ac:spMkLst>
        </pc:spChg>
        <pc:spChg chg="add mod ord">
          <ac:chgData name="SERGIO SPANO'" userId="3abdd0b9-513e-40ac-aad4-56920065037d" providerId="ADAL" clId="{2DCFDF45-1F6B-4A47-892B-C9094FDD5642}" dt="2022-03-21T13:58:46.173" v="3196" actId="403"/>
          <ac:spMkLst>
            <pc:docMk/>
            <pc:sldMk cId="3634457305" sldId="267"/>
            <ac:spMk id="17" creationId="{40304416-CF78-4F56-90CE-9CDFA2D0A1D6}"/>
          </ac:spMkLst>
        </pc:spChg>
        <pc:spChg chg="add mod">
          <ac:chgData name="SERGIO SPANO'" userId="3abdd0b9-513e-40ac-aad4-56920065037d" providerId="ADAL" clId="{2DCFDF45-1F6B-4A47-892B-C9094FDD5642}" dt="2022-03-21T13:58:50.972" v="3207" actId="1036"/>
          <ac:spMkLst>
            <pc:docMk/>
            <pc:sldMk cId="3634457305" sldId="267"/>
            <ac:spMk id="20" creationId="{705C8625-7564-4B26-AEFB-66AAC5711B51}"/>
          </ac:spMkLst>
        </pc:spChg>
        <pc:picChg chg="del">
          <ac:chgData name="SERGIO SPANO'" userId="3abdd0b9-513e-40ac-aad4-56920065037d" providerId="ADAL" clId="{2DCFDF45-1F6B-4A47-892B-C9094FDD5642}" dt="2022-03-21T13:56:08.554" v="3122" actId="478"/>
          <ac:picMkLst>
            <pc:docMk/>
            <pc:sldMk cId="3634457305" sldId="267"/>
            <ac:picMk id="2050" creationId="{AB144677-CAB5-4E86-B090-4935E075F06D}"/>
          </ac:picMkLst>
        </pc:picChg>
        <pc:picChg chg="add mod">
          <ac:chgData name="SERGIO SPANO'" userId="3abdd0b9-513e-40ac-aad4-56920065037d" providerId="ADAL" clId="{2DCFDF45-1F6B-4A47-892B-C9094FDD5642}" dt="2022-03-21T13:58:50.972" v="3207" actId="1036"/>
          <ac:picMkLst>
            <pc:docMk/>
            <pc:sldMk cId="3634457305" sldId="267"/>
            <ac:picMk id="3074" creationId="{F6807339-7A06-4F9C-887A-AEC93DC0C61E}"/>
          </ac:picMkLst>
        </pc:picChg>
        <pc:picChg chg="add mod">
          <ac:chgData name="SERGIO SPANO'" userId="3abdd0b9-513e-40ac-aad4-56920065037d" providerId="ADAL" clId="{2DCFDF45-1F6B-4A47-892B-C9094FDD5642}" dt="2022-03-21T13:58:50.972" v="3207" actId="1036"/>
          <ac:picMkLst>
            <pc:docMk/>
            <pc:sldMk cId="3634457305" sldId="267"/>
            <ac:picMk id="3080" creationId="{303F34D1-9C73-48C6-8CD3-27864E7166E8}"/>
          </ac:picMkLst>
        </pc:picChg>
      </pc:sldChg>
      <pc:sldChg chg="add del">
        <pc:chgData name="SERGIO SPANO'" userId="3abdd0b9-513e-40ac-aad4-56920065037d" providerId="ADAL" clId="{2DCFDF45-1F6B-4A47-892B-C9094FDD5642}" dt="2022-03-21T14:01:21.151" v="3209" actId="47"/>
        <pc:sldMkLst>
          <pc:docMk/>
          <pc:sldMk cId="1136965289" sldId="268"/>
        </pc:sldMkLst>
      </pc:sldChg>
      <pc:sldChg chg="addSp delSp modSp add mod modTransition">
        <pc:chgData name="SERGIO SPANO'" userId="3abdd0b9-513e-40ac-aad4-56920065037d" providerId="ADAL" clId="{2DCFDF45-1F6B-4A47-892B-C9094FDD5642}" dt="2022-03-29T15:09:18.552" v="6977"/>
        <pc:sldMkLst>
          <pc:docMk/>
          <pc:sldMk cId="3735658554" sldId="268"/>
        </pc:sldMkLst>
        <pc:spChg chg="mod">
          <ac:chgData name="SERGIO SPANO'" userId="3abdd0b9-513e-40ac-aad4-56920065037d" providerId="ADAL" clId="{2DCFDF45-1F6B-4A47-892B-C9094FDD5642}" dt="2022-03-21T14:01:46.809" v="3217" actId="403"/>
          <ac:spMkLst>
            <pc:docMk/>
            <pc:sldMk cId="3735658554" sldId="268"/>
            <ac:spMk id="2" creationId="{2AF05FAE-1F5E-4229-863D-BC8C40B76B2C}"/>
          </ac:spMkLst>
        </pc:spChg>
        <pc:spChg chg="mod">
          <ac:chgData name="SERGIO SPANO'" userId="3abdd0b9-513e-40ac-aad4-56920065037d" providerId="ADAL" clId="{2DCFDF45-1F6B-4A47-892B-C9094FDD5642}" dt="2022-03-21T14:04:40.934" v="3281" actId="14100"/>
          <ac:spMkLst>
            <pc:docMk/>
            <pc:sldMk cId="3735658554" sldId="268"/>
            <ac:spMk id="3" creationId="{6EBB3897-4279-4057-B086-50300B810DB7}"/>
          </ac:spMkLst>
        </pc:spChg>
        <pc:spChg chg="mod">
          <ac:chgData name="SERGIO SPANO'" userId="3abdd0b9-513e-40ac-aad4-56920065037d" providerId="ADAL" clId="{2DCFDF45-1F6B-4A47-892B-C9094FDD5642}" dt="2022-03-21T14:02:49.913" v="3240" actId="6549"/>
          <ac:spMkLst>
            <pc:docMk/>
            <pc:sldMk cId="3735658554" sldId="268"/>
            <ac:spMk id="7" creationId="{9009AFDB-F723-4759-83AA-2FCF8AF5BF87}"/>
          </ac:spMkLst>
        </pc:spChg>
        <pc:spChg chg="add mod">
          <ac:chgData name="SERGIO SPANO'" userId="3abdd0b9-513e-40ac-aad4-56920065037d" providerId="ADAL" clId="{2DCFDF45-1F6B-4A47-892B-C9094FDD5642}" dt="2022-03-21T14:04:46.605" v="3282" actId="1076"/>
          <ac:spMkLst>
            <pc:docMk/>
            <pc:sldMk cId="3735658554" sldId="268"/>
            <ac:spMk id="15" creationId="{26F194E5-EB19-4B52-850B-A08C7A93F8C5}"/>
          </ac:spMkLst>
        </pc:spChg>
        <pc:spChg chg="add mod">
          <ac:chgData name="SERGIO SPANO'" userId="3abdd0b9-513e-40ac-aad4-56920065037d" providerId="ADAL" clId="{2DCFDF45-1F6B-4A47-892B-C9094FDD5642}" dt="2022-03-21T14:04:46.605" v="3282" actId="1076"/>
          <ac:spMkLst>
            <pc:docMk/>
            <pc:sldMk cId="3735658554" sldId="268"/>
            <ac:spMk id="16" creationId="{79800921-7AD7-419A-A88D-14F321A1AEB0}"/>
          </ac:spMkLst>
        </pc:spChg>
        <pc:spChg chg="del mod">
          <ac:chgData name="SERGIO SPANO'" userId="3abdd0b9-513e-40ac-aad4-56920065037d" providerId="ADAL" clId="{2DCFDF45-1F6B-4A47-892B-C9094FDD5642}" dt="2022-03-21T14:01:54.820" v="3225" actId="478"/>
          <ac:spMkLst>
            <pc:docMk/>
            <pc:sldMk cId="3735658554" sldId="268"/>
            <ac:spMk id="17" creationId="{4C93B4CA-806E-4070-ABAB-73DD9CB35AB2}"/>
          </ac:spMkLst>
        </pc:spChg>
        <pc:spChg chg="add mod">
          <ac:chgData name="SERGIO SPANO'" userId="3abdd0b9-513e-40ac-aad4-56920065037d" providerId="ADAL" clId="{2DCFDF45-1F6B-4A47-892B-C9094FDD5642}" dt="2022-03-25T15:30:26.189" v="6943" actId="20577"/>
          <ac:spMkLst>
            <pc:docMk/>
            <pc:sldMk cId="3735658554" sldId="268"/>
            <ac:spMk id="18" creationId="{BEFA9EAD-FEE3-4510-A4E6-BC9664ED231B}"/>
          </ac:spMkLst>
        </pc:spChg>
        <pc:spChg chg="add mod">
          <ac:chgData name="SERGIO SPANO'" userId="3abdd0b9-513e-40ac-aad4-56920065037d" providerId="ADAL" clId="{2DCFDF45-1F6B-4A47-892B-C9094FDD5642}" dt="2022-03-21T14:04:24.596" v="3275" actId="20577"/>
          <ac:spMkLst>
            <pc:docMk/>
            <pc:sldMk cId="3735658554" sldId="268"/>
            <ac:spMk id="19" creationId="{5398B05F-7BA5-43E3-B705-C205511A7D32}"/>
          </ac:spMkLst>
        </pc:spChg>
        <pc:spChg chg="add mod">
          <ac:chgData name="SERGIO SPANO'" userId="3abdd0b9-513e-40ac-aad4-56920065037d" providerId="ADAL" clId="{2DCFDF45-1F6B-4A47-892B-C9094FDD5642}" dt="2022-03-21T14:04:18.350" v="3271" actId="1036"/>
          <ac:spMkLst>
            <pc:docMk/>
            <pc:sldMk cId="3735658554" sldId="268"/>
            <ac:spMk id="20" creationId="{DE3F1EC3-7266-4A67-8FA5-E752068926E8}"/>
          </ac:spMkLst>
        </pc:spChg>
        <pc:spChg chg="add mod">
          <ac:chgData name="SERGIO SPANO'" userId="3abdd0b9-513e-40ac-aad4-56920065037d" providerId="ADAL" clId="{2DCFDF45-1F6B-4A47-892B-C9094FDD5642}" dt="2022-03-21T14:04:18.350" v="3271" actId="1036"/>
          <ac:spMkLst>
            <pc:docMk/>
            <pc:sldMk cId="3735658554" sldId="268"/>
            <ac:spMk id="21" creationId="{02CE504A-4FC0-478B-BA60-3149ABE03A6C}"/>
          </ac:spMkLst>
        </pc:spChg>
        <pc:spChg chg="del">
          <ac:chgData name="SERGIO SPANO'" userId="3abdd0b9-513e-40ac-aad4-56920065037d" providerId="ADAL" clId="{2DCFDF45-1F6B-4A47-892B-C9094FDD5642}" dt="2022-03-21T14:01:51.745" v="3219" actId="478"/>
          <ac:spMkLst>
            <pc:docMk/>
            <pc:sldMk cId="3735658554" sldId="268"/>
            <ac:spMk id="22" creationId="{3FDA1FD4-BA39-4EDC-8689-8892F4604BFB}"/>
          </ac:spMkLst>
        </pc:spChg>
        <pc:spChg chg="add mod">
          <ac:chgData name="SERGIO SPANO'" userId="3abdd0b9-513e-40ac-aad4-56920065037d" providerId="ADAL" clId="{2DCFDF45-1F6B-4A47-892B-C9094FDD5642}" dt="2022-03-21T14:04:18.350" v="3271" actId="1036"/>
          <ac:spMkLst>
            <pc:docMk/>
            <pc:sldMk cId="3735658554" sldId="268"/>
            <ac:spMk id="23" creationId="{F8E3AE1B-FDDC-4754-B185-852ABA5F42EE}"/>
          </ac:spMkLst>
        </pc:spChg>
        <pc:spChg chg="add mod">
          <ac:chgData name="SERGIO SPANO'" userId="3abdd0b9-513e-40ac-aad4-56920065037d" providerId="ADAL" clId="{2DCFDF45-1F6B-4A47-892B-C9094FDD5642}" dt="2022-03-21T14:04:18.350" v="3271" actId="1036"/>
          <ac:spMkLst>
            <pc:docMk/>
            <pc:sldMk cId="3735658554" sldId="268"/>
            <ac:spMk id="24" creationId="{9A78B392-31AB-49D7-A4BB-28348B1522CD}"/>
          </ac:spMkLst>
        </pc:spChg>
        <pc:picChg chg="del">
          <ac:chgData name="SERGIO SPANO'" userId="3abdd0b9-513e-40ac-aad4-56920065037d" providerId="ADAL" clId="{2DCFDF45-1F6B-4A47-892B-C9094FDD5642}" dt="2022-03-21T14:01:53.345" v="3222" actId="478"/>
          <ac:picMkLst>
            <pc:docMk/>
            <pc:sldMk cId="3735658554" sldId="268"/>
            <ac:picMk id="12" creationId="{42480D47-4558-48FE-8F23-8C8B1F6EC9D7}"/>
          </ac:picMkLst>
        </pc:picChg>
        <pc:picChg chg="del">
          <ac:chgData name="SERGIO SPANO'" userId="3abdd0b9-513e-40ac-aad4-56920065037d" providerId="ADAL" clId="{2DCFDF45-1F6B-4A47-892B-C9094FDD5642}" dt="2022-03-21T14:01:54.076" v="3223" actId="478"/>
          <ac:picMkLst>
            <pc:docMk/>
            <pc:sldMk cId="3735658554" sldId="268"/>
            <ac:picMk id="14" creationId="{7F2CD5C8-2272-4884-8507-FB63AD1A604A}"/>
          </ac:picMkLst>
        </pc:picChg>
        <pc:picChg chg="del">
          <ac:chgData name="SERGIO SPANO'" userId="3abdd0b9-513e-40ac-aad4-56920065037d" providerId="ADAL" clId="{2DCFDF45-1F6B-4A47-892B-C9094FDD5642}" dt="2022-03-21T14:01:52.154" v="3220" actId="478"/>
          <ac:picMkLst>
            <pc:docMk/>
            <pc:sldMk cId="3735658554" sldId="268"/>
            <ac:picMk id="1026" creationId="{D0C797E4-6D4C-4146-B1BD-EC24841002C9}"/>
          </ac:picMkLst>
        </pc:picChg>
        <pc:picChg chg="del">
          <ac:chgData name="SERGIO SPANO'" userId="3abdd0b9-513e-40ac-aad4-56920065037d" providerId="ADAL" clId="{2DCFDF45-1F6B-4A47-892B-C9094FDD5642}" dt="2022-03-21T14:01:50.503" v="3218" actId="478"/>
          <ac:picMkLst>
            <pc:docMk/>
            <pc:sldMk cId="3735658554" sldId="268"/>
            <ac:picMk id="1030" creationId="{14E78B98-467C-414E-AA45-62EEA7613A29}"/>
          </ac:picMkLst>
        </pc:picChg>
      </pc:sldChg>
      <pc:sldChg chg="addSp delSp modSp add mod modTransition">
        <pc:chgData name="SERGIO SPANO'" userId="3abdd0b9-513e-40ac-aad4-56920065037d" providerId="ADAL" clId="{2DCFDF45-1F6B-4A47-892B-C9094FDD5642}" dt="2022-03-29T15:09:18.552" v="6977"/>
        <pc:sldMkLst>
          <pc:docMk/>
          <pc:sldMk cId="3292532312" sldId="269"/>
        </pc:sldMkLst>
        <pc:spChg chg="mod">
          <ac:chgData name="SERGIO SPANO'" userId="3abdd0b9-513e-40ac-aad4-56920065037d" providerId="ADAL" clId="{2DCFDF45-1F6B-4A47-892B-C9094FDD5642}" dt="2022-03-21T14:10:55.264" v="3287" actId="14100"/>
          <ac:spMkLst>
            <pc:docMk/>
            <pc:sldMk cId="3292532312" sldId="269"/>
            <ac:spMk id="3" creationId="{6EBB3897-4279-4057-B086-50300B810DB7}"/>
          </ac:spMkLst>
        </pc:spChg>
        <pc:spChg chg="del">
          <ac:chgData name="SERGIO SPANO'" userId="3abdd0b9-513e-40ac-aad4-56920065037d" providerId="ADAL" clId="{2DCFDF45-1F6B-4A47-892B-C9094FDD5642}" dt="2022-03-21T14:10:57.090" v="3288" actId="478"/>
          <ac:spMkLst>
            <pc:docMk/>
            <pc:sldMk cId="3292532312" sldId="269"/>
            <ac:spMk id="15" creationId="{26F194E5-EB19-4B52-850B-A08C7A93F8C5}"/>
          </ac:spMkLst>
        </pc:spChg>
        <pc:spChg chg="del">
          <ac:chgData name="SERGIO SPANO'" userId="3abdd0b9-513e-40ac-aad4-56920065037d" providerId="ADAL" clId="{2DCFDF45-1F6B-4A47-892B-C9094FDD5642}" dt="2022-03-21T14:10:57.941" v="3289" actId="478"/>
          <ac:spMkLst>
            <pc:docMk/>
            <pc:sldMk cId="3292532312" sldId="269"/>
            <ac:spMk id="16" creationId="{79800921-7AD7-419A-A88D-14F321A1AEB0}"/>
          </ac:spMkLst>
        </pc:spChg>
        <pc:spChg chg="del">
          <ac:chgData name="SERGIO SPANO'" userId="3abdd0b9-513e-40ac-aad4-56920065037d" providerId="ADAL" clId="{2DCFDF45-1F6B-4A47-892B-C9094FDD5642}" dt="2022-03-21T14:11:00.323" v="3290" actId="478"/>
          <ac:spMkLst>
            <pc:docMk/>
            <pc:sldMk cId="3292532312" sldId="269"/>
            <ac:spMk id="18" creationId="{BEFA9EAD-FEE3-4510-A4E6-BC9664ED231B}"/>
          </ac:spMkLst>
        </pc:spChg>
        <pc:spChg chg="del">
          <ac:chgData name="SERGIO SPANO'" userId="3abdd0b9-513e-40ac-aad4-56920065037d" providerId="ADAL" clId="{2DCFDF45-1F6B-4A47-892B-C9094FDD5642}" dt="2022-03-21T14:11:00.323" v="3290" actId="478"/>
          <ac:spMkLst>
            <pc:docMk/>
            <pc:sldMk cId="3292532312" sldId="269"/>
            <ac:spMk id="19" creationId="{5398B05F-7BA5-43E3-B705-C205511A7D32}"/>
          </ac:spMkLst>
        </pc:spChg>
        <pc:spChg chg="del">
          <ac:chgData name="SERGIO SPANO'" userId="3abdd0b9-513e-40ac-aad4-56920065037d" providerId="ADAL" clId="{2DCFDF45-1F6B-4A47-892B-C9094FDD5642}" dt="2022-03-21T14:11:00.323" v="3290" actId="478"/>
          <ac:spMkLst>
            <pc:docMk/>
            <pc:sldMk cId="3292532312" sldId="269"/>
            <ac:spMk id="20" creationId="{DE3F1EC3-7266-4A67-8FA5-E752068926E8}"/>
          </ac:spMkLst>
        </pc:spChg>
        <pc:spChg chg="del">
          <ac:chgData name="SERGIO SPANO'" userId="3abdd0b9-513e-40ac-aad4-56920065037d" providerId="ADAL" clId="{2DCFDF45-1F6B-4A47-892B-C9094FDD5642}" dt="2022-03-21T14:11:00.323" v="3290" actId="478"/>
          <ac:spMkLst>
            <pc:docMk/>
            <pc:sldMk cId="3292532312" sldId="269"/>
            <ac:spMk id="21" creationId="{02CE504A-4FC0-478B-BA60-3149ABE03A6C}"/>
          </ac:spMkLst>
        </pc:spChg>
        <pc:spChg chg="mod">
          <ac:chgData name="SERGIO SPANO'" userId="3abdd0b9-513e-40ac-aad4-56920065037d" providerId="ADAL" clId="{2DCFDF45-1F6B-4A47-892B-C9094FDD5642}" dt="2022-03-21T14:11:13.627" v="3291"/>
          <ac:spMkLst>
            <pc:docMk/>
            <pc:sldMk cId="3292532312" sldId="269"/>
            <ac:spMk id="22" creationId="{A850C2BD-0310-4930-B4F1-C5BED15E8323}"/>
          </ac:spMkLst>
        </pc:spChg>
        <pc:spChg chg="del">
          <ac:chgData name="SERGIO SPANO'" userId="3abdd0b9-513e-40ac-aad4-56920065037d" providerId="ADAL" clId="{2DCFDF45-1F6B-4A47-892B-C9094FDD5642}" dt="2022-03-21T14:11:00.323" v="3290" actId="478"/>
          <ac:spMkLst>
            <pc:docMk/>
            <pc:sldMk cId="3292532312" sldId="269"/>
            <ac:spMk id="23" creationId="{F8E3AE1B-FDDC-4754-B185-852ABA5F42EE}"/>
          </ac:spMkLst>
        </pc:spChg>
        <pc:spChg chg="del">
          <ac:chgData name="SERGIO SPANO'" userId="3abdd0b9-513e-40ac-aad4-56920065037d" providerId="ADAL" clId="{2DCFDF45-1F6B-4A47-892B-C9094FDD5642}" dt="2022-03-21T14:11:00.323" v="3290" actId="478"/>
          <ac:spMkLst>
            <pc:docMk/>
            <pc:sldMk cId="3292532312" sldId="269"/>
            <ac:spMk id="24" creationId="{9A78B392-31AB-49D7-A4BB-28348B1522CD}"/>
          </ac:spMkLst>
        </pc:spChg>
        <pc:spChg chg="mod">
          <ac:chgData name="SERGIO SPANO'" userId="3abdd0b9-513e-40ac-aad4-56920065037d" providerId="ADAL" clId="{2DCFDF45-1F6B-4A47-892B-C9094FDD5642}" dt="2022-03-21T14:11:13.627" v="3291"/>
          <ac:spMkLst>
            <pc:docMk/>
            <pc:sldMk cId="3292532312" sldId="269"/>
            <ac:spMk id="25" creationId="{76A5FF59-5753-4C88-8833-B65C8C86B879}"/>
          </ac:spMkLst>
        </pc:spChg>
        <pc:spChg chg="mod">
          <ac:chgData name="SERGIO SPANO'" userId="3abdd0b9-513e-40ac-aad4-56920065037d" providerId="ADAL" clId="{2DCFDF45-1F6B-4A47-892B-C9094FDD5642}" dt="2022-03-21T14:11:13.627" v="3291"/>
          <ac:spMkLst>
            <pc:docMk/>
            <pc:sldMk cId="3292532312" sldId="269"/>
            <ac:spMk id="26" creationId="{9A1BD233-747E-4A18-A387-91F1244741A5}"/>
          </ac:spMkLst>
        </pc:spChg>
        <pc:spChg chg="mod">
          <ac:chgData name="SERGIO SPANO'" userId="3abdd0b9-513e-40ac-aad4-56920065037d" providerId="ADAL" clId="{2DCFDF45-1F6B-4A47-892B-C9094FDD5642}" dt="2022-03-21T14:11:13.627" v="3291"/>
          <ac:spMkLst>
            <pc:docMk/>
            <pc:sldMk cId="3292532312" sldId="269"/>
            <ac:spMk id="27" creationId="{E47A39AA-CDDC-4C8F-B6BA-056B4EE37B2E}"/>
          </ac:spMkLst>
        </pc:spChg>
        <pc:spChg chg="add mod">
          <ac:chgData name="SERGIO SPANO'" userId="3abdd0b9-513e-40ac-aad4-56920065037d" providerId="ADAL" clId="{2DCFDF45-1F6B-4A47-892B-C9094FDD5642}" dt="2022-03-21T14:11:13.627" v="3291"/>
          <ac:spMkLst>
            <pc:docMk/>
            <pc:sldMk cId="3292532312" sldId="269"/>
            <ac:spMk id="29" creationId="{1DA658B7-C37D-493E-A6D2-C029C49506DB}"/>
          </ac:spMkLst>
        </pc:spChg>
        <pc:spChg chg="add mod">
          <ac:chgData name="SERGIO SPANO'" userId="3abdd0b9-513e-40ac-aad4-56920065037d" providerId="ADAL" clId="{2DCFDF45-1F6B-4A47-892B-C9094FDD5642}" dt="2022-03-21T14:11:29.036" v="3294" actId="255"/>
          <ac:spMkLst>
            <pc:docMk/>
            <pc:sldMk cId="3292532312" sldId="269"/>
            <ac:spMk id="31" creationId="{B554C075-B4AF-4324-8CB7-22CA07F448D3}"/>
          </ac:spMkLst>
        </pc:spChg>
        <pc:spChg chg="add mod">
          <ac:chgData name="SERGIO SPANO'" userId="3abdd0b9-513e-40ac-aad4-56920065037d" providerId="ADAL" clId="{2DCFDF45-1F6B-4A47-892B-C9094FDD5642}" dt="2022-03-21T14:11:51.760" v="3301" actId="1076"/>
          <ac:spMkLst>
            <pc:docMk/>
            <pc:sldMk cId="3292532312" sldId="269"/>
            <ac:spMk id="32" creationId="{D1734F1B-A5F8-4030-BA24-57EDC1041AC0}"/>
          </ac:spMkLst>
        </pc:spChg>
        <pc:grpChg chg="add mod">
          <ac:chgData name="SERGIO SPANO'" userId="3abdd0b9-513e-40ac-aad4-56920065037d" providerId="ADAL" clId="{2DCFDF45-1F6B-4A47-892B-C9094FDD5642}" dt="2022-03-21T14:11:56.035" v="3302" actId="1076"/>
          <ac:grpSpMkLst>
            <pc:docMk/>
            <pc:sldMk cId="3292532312" sldId="269"/>
            <ac:grpSpMk id="17" creationId="{D1492A9A-425F-4278-BC3B-73A0DA5A2E62}"/>
          </ac:grpSpMkLst>
        </pc:grpChg>
        <pc:picChg chg="add mod">
          <ac:chgData name="SERGIO SPANO'" userId="3abdd0b9-513e-40ac-aad4-56920065037d" providerId="ADAL" clId="{2DCFDF45-1F6B-4A47-892B-C9094FDD5642}" dt="2022-03-21T14:11:13.627" v="3291"/>
          <ac:picMkLst>
            <pc:docMk/>
            <pc:sldMk cId="3292532312" sldId="269"/>
            <ac:picMk id="28" creationId="{F9A9347C-2866-4764-A1EF-650C1559DF4E}"/>
          </ac:picMkLst>
        </pc:picChg>
        <pc:picChg chg="add mod">
          <ac:chgData name="SERGIO SPANO'" userId="3abdd0b9-513e-40ac-aad4-56920065037d" providerId="ADAL" clId="{2DCFDF45-1F6B-4A47-892B-C9094FDD5642}" dt="2022-03-21T14:11:51.760" v="3301" actId="1076"/>
          <ac:picMkLst>
            <pc:docMk/>
            <pc:sldMk cId="3292532312" sldId="269"/>
            <ac:picMk id="30" creationId="{659542C0-2368-419D-9CDB-72A7DE97DB40}"/>
          </ac:picMkLst>
        </pc:picChg>
      </pc:sldChg>
      <pc:sldChg chg="addSp delSp modSp add mod modTransition">
        <pc:chgData name="SERGIO SPANO'" userId="3abdd0b9-513e-40ac-aad4-56920065037d" providerId="ADAL" clId="{2DCFDF45-1F6B-4A47-892B-C9094FDD5642}" dt="2022-03-29T15:09:18.552" v="6977"/>
        <pc:sldMkLst>
          <pc:docMk/>
          <pc:sldMk cId="2345880812" sldId="270"/>
        </pc:sldMkLst>
        <pc:spChg chg="del">
          <ac:chgData name="SERGIO SPANO'" userId="3abdd0b9-513e-40ac-aad4-56920065037d" providerId="ADAL" clId="{2DCFDF45-1F6B-4A47-892B-C9094FDD5642}" dt="2022-03-21T14:20:51.555" v="3304" actId="478"/>
          <ac:spMkLst>
            <pc:docMk/>
            <pc:sldMk cId="2345880812" sldId="270"/>
            <ac:spMk id="3" creationId="{6EBB3897-4279-4057-B086-50300B810DB7}"/>
          </ac:spMkLst>
        </pc:spChg>
        <pc:spChg chg="del">
          <ac:chgData name="SERGIO SPANO'" userId="3abdd0b9-513e-40ac-aad4-56920065037d" providerId="ADAL" clId="{2DCFDF45-1F6B-4A47-892B-C9094FDD5642}" dt="2022-03-21T14:20:51.555" v="3304" actId="478"/>
          <ac:spMkLst>
            <pc:docMk/>
            <pc:sldMk cId="2345880812" sldId="270"/>
            <ac:spMk id="7" creationId="{9009AFDB-F723-4759-83AA-2FCF8AF5BF87}"/>
          </ac:spMkLst>
        </pc:spChg>
        <pc:spChg chg="add del mod">
          <ac:chgData name="SERGIO SPANO'" userId="3abdd0b9-513e-40ac-aad4-56920065037d" providerId="ADAL" clId="{2DCFDF45-1F6B-4A47-892B-C9094FDD5642}" dt="2022-03-21T14:20:53.517" v="3305" actId="478"/>
          <ac:spMkLst>
            <pc:docMk/>
            <pc:sldMk cId="2345880812" sldId="270"/>
            <ac:spMk id="9" creationId="{F855A04A-E4C5-4469-BB35-CB66A9086BEC}"/>
          </ac:spMkLst>
        </pc:spChg>
        <pc:spChg chg="del">
          <ac:chgData name="SERGIO SPANO'" userId="3abdd0b9-513e-40ac-aad4-56920065037d" providerId="ADAL" clId="{2DCFDF45-1F6B-4A47-892B-C9094FDD5642}" dt="2022-03-21T14:20:51.555" v="3304" actId="478"/>
          <ac:spMkLst>
            <pc:docMk/>
            <pc:sldMk cId="2345880812" sldId="270"/>
            <ac:spMk id="29" creationId="{1DA658B7-C37D-493E-A6D2-C029C49506DB}"/>
          </ac:spMkLst>
        </pc:spChg>
        <pc:spChg chg="del">
          <ac:chgData name="SERGIO SPANO'" userId="3abdd0b9-513e-40ac-aad4-56920065037d" providerId="ADAL" clId="{2DCFDF45-1F6B-4A47-892B-C9094FDD5642}" dt="2022-03-21T14:20:51.555" v="3304" actId="478"/>
          <ac:spMkLst>
            <pc:docMk/>
            <pc:sldMk cId="2345880812" sldId="270"/>
            <ac:spMk id="31" creationId="{B554C075-B4AF-4324-8CB7-22CA07F448D3}"/>
          </ac:spMkLst>
        </pc:spChg>
        <pc:spChg chg="del">
          <ac:chgData name="SERGIO SPANO'" userId="3abdd0b9-513e-40ac-aad4-56920065037d" providerId="ADAL" clId="{2DCFDF45-1F6B-4A47-892B-C9094FDD5642}" dt="2022-03-21T14:20:51.555" v="3304" actId="478"/>
          <ac:spMkLst>
            <pc:docMk/>
            <pc:sldMk cId="2345880812" sldId="270"/>
            <ac:spMk id="32" creationId="{D1734F1B-A5F8-4030-BA24-57EDC1041AC0}"/>
          </ac:spMkLst>
        </pc:spChg>
        <pc:spChg chg="mod">
          <ac:chgData name="SERGIO SPANO'" userId="3abdd0b9-513e-40ac-aad4-56920065037d" providerId="ADAL" clId="{2DCFDF45-1F6B-4A47-892B-C9094FDD5642}" dt="2022-03-21T14:20:59.746" v="3306"/>
          <ac:spMkLst>
            <pc:docMk/>
            <pc:sldMk cId="2345880812" sldId="270"/>
            <ac:spMk id="33" creationId="{B5810714-BB01-416D-BC22-C32B17DD9720}"/>
          </ac:spMkLst>
        </pc:spChg>
        <pc:spChg chg="mod">
          <ac:chgData name="SERGIO SPANO'" userId="3abdd0b9-513e-40ac-aad4-56920065037d" providerId="ADAL" clId="{2DCFDF45-1F6B-4A47-892B-C9094FDD5642}" dt="2022-03-21T14:20:59.746" v="3306"/>
          <ac:spMkLst>
            <pc:docMk/>
            <pc:sldMk cId="2345880812" sldId="270"/>
            <ac:spMk id="34" creationId="{E6E0E66F-CA17-41A6-A8C6-1FFDD4ABBE0E}"/>
          </ac:spMkLst>
        </pc:spChg>
        <pc:spChg chg="mod">
          <ac:chgData name="SERGIO SPANO'" userId="3abdd0b9-513e-40ac-aad4-56920065037d" providerId="ADAL" clId="{2DCFDF45-1F6B-4A47-892B-C9094FDD5642}" dt="2022-03-21T14:20:59.746" v="3306"/>
          <ac:spMkLst>
            <pc:docMk/>
            <pc:sldMk cId="2345880812" sldId="270"/>
            <ac:spMk id="35" creationId="{8C7D96D9-1473-493F-8575-352CB81111AF}"/>
          </ac:spMkLst>
        </pc:spChg>
        <pc:spChg chg="mod">
          <ac:chgData name="SERGIO SPANO'" userId="3abdd0b9-513e-40ac-aad4-56920065037d" providerId="ADAL" clId="{2DCFDF45-1F6B-4A47-892B-C9094FDD5642}" dt="2022-03-21T14:20:59.746" v="3306"/>
          <ac:spMkLst>
            <pc:docMk/>
            <pc:sldMk cId="2345880812" sldId="270"/>
            <ac:spMk id="38" creationId="{30511609-C374-428E-8ADF-506506AF8C8A}"/>
          </ac:spMkLst>
        </pc:spChg>
        <pc:spChg chg="mod">
          <ac:chgData name="SERGIO SPANO'" userId="3abdd0b9-513e-40ac-aad4-56920065037d" providerId="ADAL" clId="{2DCFDF45-1F6B-4A47-892B-C9094FDD5642}" dt="2022-03-21T14:20:59.746" v="3306"/>
          <ac:spMkLst>
            <pc:docMk/>
            <pc:sldMk cId="2345880812" sldId="270"/>
            <ac:spMk id="39" creationId="{068E8CB2-7143-499B-BCA4-1A2D944FF241}"/>
          </ac:spMkLst>
        </pc:spChg>
        <pc:spChg chg="mod">
          <ac:chgData name="SERGIO SPANO'" userId="3abdd0b9-513e-40ac-aad4-56920065037d" providerId="ADAL" clId="{2DCFDF45-1F6B-4A47-892B-C9094FDD5642}" dt="2022-03-21T14:20:59.746" v="3306"/>
          <ac:spMkLst>
            <pc:docMk/>
            <pc:sldMk cId="2345880812" sldId="270"/>
            <ac:spMk id="40" creationId="{7E767744-F576-4EF9-A028-1203FF9FB9A0}"/>
          </ac:spMkLst>
        </pc:spChg>
        <pc:spChg chg="add mod">
          <ac:chgData name="SERGIO SPANO'" userId="3abdd0b9-513e-40ac-aad4-56920065037d" providerId="ADAL" clId="{2DCFDF45-1F6B-4A47-892B-C9094FDD5642}" dt="2022-03-21T14:22:22.081" v="3370" actId="1038"/>
          <ac:spMkLst>
            <pc:docMk/>
            <pc:sldMk cId="2345880812" sldId="270"/>
            <ac:spMk id="43" creationId="{1D7EB16A-FB62-401B-A828-5D100348528F}"/>
          </ac:spMkLst>
        </pc:spChg>
        <pc:spChg chg="add mod">
          <ac:chgData name="SERGIO SPANO'" userId="3abdd0b9-513e-40ac-aad4-56920065037d" providerId="ADAL" clId="{2DCFDF45-1F6B-4A47-892B-C9094FDD5642}" dt="2022-03-21T14:22:22.081" v="3370" actId="1038"/>
          <ac:spMkLst>
            <pc:docMk/>
            <pc:sldMk cId="2345880812" sldId="270"/>
            <ac:spMk id="44" creationId="{06AE430C-AF97-4AB2-B9EA-1265B20ADABA}"/>
          </ac:spMkLst>
        </pc:spChg>
        <pc:spChg chg="add mod">
          <ac:chgData name="SERGIO SPANO'" userId="3abdd0b9-513e-40ac-aad4-56920065037d" providerId="ADAL" clId="{2DCFDF45-1F6B-4A47-892B-C9094FDD5642}" dt="2022-03-21T14:22:10.784" v="3349" actId="1035"/>
          <ac:spMkLst>
            <pc:docMk/>
            <pc:sldMk cId="2345880812" sldId="270"/>
            <ac:spMk id="45" creationId="{5AE35511-B648-4835-936C-0BF1F9772AB1}"/>
          </ac:spMkLst>
        </pc:spChg>
        <pc:spChg chg="add mod">
          <ac:chgData name="SERGIO SPANO'" userId="3abdd0b9-513e-40ac-aad4-56920065037d" providerId="ADAL" clId="{2DCFDF45-1F6B-4A47-892B-C9094FDD5642}" dt="2022-03-21T14:22:22.081" v="3370" actId="1038"/>
          <ac:spMkLst>
            <pc:docMk/>
            <pc:sldMk cId="2345880812" sldId="270"/>
            <ac:spMk id="46" creationId="{06015026-7E04-4002-89C3-0C62EEB0045F}"/>
          </ac:spMkLst>
        </pc:spChg>
        <pc:spChg chg="add mod">
          <ac:chgData name="SERGIO SPANO'" userId="3abdd0b9-513e-40ac-aad4-56920065037d" providerId="ADAL" clId="{2DCFDF45-1F6B-4A47-892B-C9094FDD5642}" dt="2022-03-21T14:21:41.998" v="3336"/>
          <ac:spMkLst>
            <pc:docMk/>
            <pc:sldMk cId="2345880812" sldId="270"/>
            <ac:spMk id="47" creationId="{0DFEC5CC-C382-4D31-BE4E-64B37F126358}"/>
          </ac:spMkLst>
        </pc:spChg>
        <pc:spChg chg="add mod">
          <ac:chgData name="SERGIO SPANO'" userId="3abdd0b9-513e-40ac-aad4-56920065037d" providerId="ADAL" clId="{2DCFDF45-1F6B-4A47-892B-C9094FDD5642}" dt="2022-03-21T14:21:54.713" v="3339" actId="14100"/>
          <ac:spMkLst>
            <pc:docMk/>
            <pc:sldMk cId="2345880812" sldId="270"/>
            <ac:spMk id="48" creationId="{BD2C9029-6654-4ABD-89AE-F3112DED6292}"/>
          </ac:spMkLst>
        </pc:spChg>
        <pc:grpChg chg="del">
          <ac:chgData name="SERGIO SPANO'" userId="3abdd0b9-513e-40ac-aad4-56920065037d" providerId="ADAL" clId="{2DCFDF45-1F6B-4A47-892B-C9094FDD5642}" dt="2022-03-21T14:20:51.555" v="3304" actId="478"/>
          <ac:grpSpMkLst>
            <pc:docMk/>
            <pc:sldMk cId="2345880812" sldId="270"/>
            <ac:grpSpMk id="17" creationId="{D1492A9A-425F-4278-BC3B-73A0DA5A2E62}"/>
          </ac:grpSpMkLst>
        </pc:grpChg>
        <pc:grpChg chg="add mod">
          <ac:chgData name="SERGIO SPANO'" userId="3abdd0b9-513e-40ac-aad4-56920065037d" providerId="ADAL" clId="{2DCFDF45-1F6B-4A47-892B-C9094FDD5642}" dt="2022-03-21T14:22:22.081" v="3370" actId="1038"/>
          <ac:grpSpMkLst>
            <pc:docMk/>
            <pc:sldMk cId="2345880812" sldId="270"/>
            <ac:grpSpMk id="23" creationId="{3E0ADCB6-7BF3-4AAE-BAB9-9FEF05EA6896}"/>
          </ac:grpSpMkLst>
        </pc:grpChg>
        <pc:grpChg chg="add mod">
          <ac:chgData name="SERGIO SPANO'" userId="3abdd0b9-513e-40ac-aad4-56920065037d" providerId="ADAL" clId="{2DCFDF45-1F6B-4A47-892B-C9094FDD5642}" dt="2022-03-21T14:22:22.081" v="3370" actId="1038"/>
          <ac:grpSpMkLst>
            <pc:docMk/>
            <pc:sldMk cId="2345880812" sldId="270"/>
            <ac:grpSpMk id="36" creationId="{DAA68764-826E-4F1E-AADC-F0333591FE09}"/>
          </ac:grpSpMkLst>
        </pc:grpChg>
        <pc:grpChg chg="mod">
          <ac:chgData name="SERGIO SPANO'" userId="3abdd0b9-513e-40ac-aad4-56920065037d" providerId="ADAL" clId="{2DCFDF45-1F6B-4A47-892B-C9094FDD5642}" dt="2022-03-21T14:20:59.746" v="3306"/>
          <ac:grpSpMkLst>
            <pc:docMk/>
            <pc:sldMk cId="2345880812" sldId="270"/>
            <ac:grpSpMk id="37" creationId="{692DF64E-3D0D-4CA1-AD7D-BD06E703C3FC}"/>
          </ac:grpSpMkLst>
        </pc:grpChg>
        <pc:graphicFrameChg chg="add mod modGraphic">
          <ac:chgData name="SERGIO SPANO'" userId="3abdd0b9-513e-40ac-aad4-56920065037d" providerId="ADAL" clId="{2DCFDF45-1F6B-4A47-892B-C9094FDD5642}" dt="2022-03-21T14:22:38.371" v="3372" actId="14734"/>
          <ac:graphicFrameMkLst>
            <pc:docMk/>
            <pc:sldMk cId="2345880812" sldId="270"/>
            <ac:graphicFrameMk id="20" creationId="{B852885C-85D1-4375-BF23-1D1E7EE14A2C}"/>
          </ac:graphicFrameMkLst>
        </pc:graphicFrameChg>
        <pc:graphicFrameChg chg="add mod">
          <ac:chgData name="SERGIO SPANO'" userId="3abdd0b9-513e-40ac-aad4-56920065037d" providerId="ADAL" clId="{2DCFDF45-1F6B-4A47-892B-C9094FDD5642}" dt="2022-03-21T14:22:10.784" v="3349" actId="1035"/>
          <ac:graphicFrameMkLst>
            <pc:docMk/>
            <pc:sldMk cId="2345880812" sldId="270"/>
            <ac:graphicFrameMk id="21" creationId="{93FBF40F-196D-43BD-8FD9-1C3526E04FD0}"/>
          </ac:graphicFrameMkLst>
        </pc:graphicFrameChg>
        <pc:picChg chg="mod">
          <ac:chgData name="SERGIO SPANO'" userId="3abdd0b9-513e-40ac-aad4-56920065037d" providerId="ADAL" clId="{2DCFDF45-1F6B-4A47-892B-C9094FDD5642}" dt="2022-03-21T14:20:59.746" v="3306"/>
          <ac:picMkLst>
            <pc:docMk/>
            <pc:sldMk cId="2345880812" sldId="270"/>
            <ac:picMk id="24" creationId="{ADAEC4A8-BA1F-4CCF-8D7D-902CCA0BA299}"/>
          </ac:picMkLst>
        </pc:picChg>
        <pc:picChg chg="del">
          <ac:chgData name="SERGIO SPANO'" userId="3abdd0b9-513e-40ac-aad4-56920065037d" providerId="ADAL" clId="{2DCFDF45-1F6B-4A47-892B-C9094FDD5642}" dt="2022-03-21T14:20:51.555" v="3304" actId="478"/>
          <ac:picMkLst>
            <pc:docMk/>
            <pc:sldMk cId="2345880812" sldId="270"/>
            <ac:picMk id="28" creationId="{F9A9347C-2866-4764-A1EF-650C1559DF4E}"/>
          </ac:picMkLst>
        </pc:picChg>
        <pc:picChg chg="del">
          <ac:chgData name="SERGIO SPANO'" userId="3abdd0b9-513e-40ac-aad4-56920065037d" providerId="ADAL" clId="{2DCFDF45-1F6B-4A47-892B-C9094FDD5642}" dt="2022-03-21T14:20:51.555" v="3304" actId="478"/>
          <ac:picMkLst>
            <pc:docMk/>
            <pc:sldMk cId="2345880812" sldId="270"/>
            <ac:picMk id="30" creationId="{659542C0-2368-419D-9CDB-72A7DE97DB40}"/>
          </ac:picMkLst>
        </pc:picChg>
        <pc:picChg chg="mod">
          <ac:chgData name="SERGIO SPANO'" userId="3abdd0b9-513e-40ac-aad4-56920065037d" providerId="ADAL" clId="{2DCFDF45-1F6B-4A47-892B-C9094FDD5642}" dt="2022-03-21T14:20:59.746" v="3306"/>
          <ac:picMkLst>
            <pc:docMk/>
            <pc:sldMk cId="2345880812" sldId="270"/>
            <ac:picMk id="41" creationId="{CA326928-F1FF-4EE5-A137-077D9D1EE697}"/>
          </ac:picMkLst>
        </pc:picChg>
        <pc:picChg chg="mod">
          <ac:chgData name="SERGIO SPANO'" userId="3abdd0b9-513e-40ac-aad4-56920065037d" providerId="ADAL" clId="{2DCFDF45-1F6B-4A47-892B-C9094FDD5642}" dt="2022-03-21T14:20:59.746" v="3306"/>
          <ac:picMkLst>
            <pc:docMk/>
            <pc:sldMk cId="2345880812" sldId="270"/>
            <ac:picMk id="42" creationId="{8D0D56DA-DB2E-4C31-BC72-86A40A1F193B}"/>
          </ac:picMkLst>
        </pc:picChg>
      </pc:sldChg>
      <pc:sldChg chg="addSp delSp modSp mod modTransition">
        <pc:chgData name="SERGIO SPANO'" userId="3abdd0b9-513e-40ac-aad4-56920065037d" providerId="ADAL" clId="{2DCFDF45-1F6B-4A47-892B-C9094FDD5642}" dt="2022-03-29T15:09:18.552" v="6977"/>
        <pc:sldMkLst>
          <pc:docMk/>
          <pc:sldMk cId="2932842921" sldId="271"/>
        </pc:sldMkLst>
        <pc:spChg chg="mod">
          <ac:chgData name="SERGIO SPANO'" userId="3abdd0b9-513e-40ac-aad4-56920065037d" providerId="ADAL" clId="{2DCFDF45-1F6B-4A47-892B-C9094FDD5642}" dt="2022-03-21T14:24:55.558" v="3386" actId="255"/>
          <ac:spMkLst>
            <pc:docMk/>
            <pc:sldMk cId="2932842921" sldId="271"/>
            <ac:spMk id="2" creationId="{2AF05FAE-1F5E-4229-863D-BC8C40B76B2C}"/>
          </ac:spMkLst>
        </pc:spChg>
        <pc:spChg chg="mod">
          <ac:chgData name="SERGIO SPANO'" userId="3abdd0b9-513e-40ac-aad4-56920065037d" providerId="ADAL" clId="{2DCFDF45-1F6B-4A47-892B-C9094FDD5642}" dt="2022-03-21T14:33:19.782" v="3643" actId="1035"/>
          <ac:spMkLst>
            <pc:docMk/>
            <pc:sldMk cId="2932842921" sldId="271"/>
            <ac:spMk id="3" creationId="{6EBB3897-4279-4057-B086-50300B810DB7}"/>
          </ac:spMkLst>
        </pc:spChg>
        <pc:spChg chg="mod">
          <ac:chgData name="SERGIO SPANO'" userId="3abdd0b9-513e-40ac-aad4-56920065037d" providerId="ADAL" clId="{2DCFDF45-1F6B-4A47-892B-C9094FDD5642}" dt="2022-03-21T14:33:37.046" v="3654" actId="123"/>
          <ac:spMkLst>
            <pc:docMk/>
            <pc:sldMk cId="2932842921" sldId="271"/>
            <ac:spMk id="7" creationId="{9009AFDB-F723-4759-83AA-2FCF8AF5BF87}"/>
          </ac:spMkLst>
        </pc:spChg>
        <pc:spChg chg="add mod">
          <ac:chgData name="SERGIO SPANO'" userId="3abdd0b9-513e-40ac-aad4-56920065037d" providerId="ADAL" clId="{2DCFDF45-1F6B-4A47-892B-C9094FDD5642}" dt="2022-03-21T14:33:19.782" v="3643" actId="1035"/>
          <ac:spMkLst>
            <pc:docMk/>
            <pc:sldMk cId="2932842921" sldId="271"/>
            <ac:spMk id="8" creationId="{EDAD7B32-1E06-4521-AFC9-7DE2EC26095E}"/>
          </ac:spMkLst>
        </pc:spChg>
        <pc:spChg chg="del">
          <ac:chgData name="SERGIO SPANO'" userId="3abdd0b9-513e-40ac-aad4-56920065037d" providerId="ADAL" clId="{2DCFDF45-1F6B-4A47-892B-C9094FDD5642}" dt="2022-03-21T14:25:07.491" v="3387" actId="478"/>
          <ac:spMkLst>
            <pc:docMk/>
            <pc:sldMk cId="2932842921" sldId="271"/>
            <ac:spMk id="15" creationId="{26F194E5-EB19-4B52-850B-A08C7A93F8C5}"/>
          </ac:spMkLst>
        </pc:spChg>
        <pc:spChg chg="del">
          <ac:chgData name="SERGIO SPANO'" userId="3abdd0b9-513e-40ac-aad4-56920065037d" providerId="ADAL" clId="{2DCFDF45-1F6B-4A47-892B-C9094FDD5642}" dt="2022-03-21T14:25:09.087" v="3388" actId="478"/>
          <ac:spMkLst>
            <pc:docMk/>
            <pc:sldMk cId="2932842921" sldId="271"/>
            <ac:spMk id="16" creationId="{79800921-7AD7-419A-A88D-14F321A1AEB0}"/>
          </ac:spMkLst>
        </pc:spChg>
        <pc:spChg chg="add mod">
          <ac:chgData name="SERGIO SPANO'" userId="3abdd0b9-513e-40ac-aad4-56920065037d" providerId="ADAL" clId="{2DCFDF45-1F6B-4A47-892B-C9094FDD5642}" dt="2022-03-21T14:33:19.782" v="3643" actId="1035"/>
          <ac:spMkLst>
            <pc:docMk/>
            <pc:sldMk cId="2932842921" sldId="271"/>
            <ac:spMk id="17" creationId="{C41ACDC2-66C8-4A6F-BC7E-A46D4E12E26C}"/>
          </ac:spMkLst>
        </pc:spChg>
        <pc:spChg chg="del">
          <ac:chgData name="SERGIO SPANO'" userId="3abdd0b9-513e-40ac-aad4-56920065037d" providerId="ADAL" clId="{2DCFDF45-1F6B-4A47-892B-C9094FDD5642}" dt="2022-03-21T14:25:10.737" v="3389" actId="478"/>
          <ac:spMkLst>
            <pc:docMk/>
            <pc:sldMk cId="2932842921" sldId="271"/>
            <ac:spMk id="18" creationId="{BEFA9EAD-FEE3-4510-A4E6-BC9664ED231B}"/>
          </ac:spMkLst>
        </pc:spChg>
        <pc:spChg chg="del">
          <ac:chgData name="SERGIO SPANO'" userId="3abdd0b9-513e-40ac-aad4-56920065037d" providerId="ADAL" clId="{2DCFDF45-1F6B-4A47-892B-C9094FDD5642}" dt="2022-03-21T14:25:10.737" v="3389" actId="478"/>
          <ac:spMkLst>
            <pc:docMk/>
            <pc:sldMk cId="2932842921" sldId="271"/>
            <ac:spMk id="19" creationId="{5398B05F-7BA5-43E3-B705-C205511A7D32}"/>
          </ac:spMkLst>
        </pc:spChg>
        <pc:spChg chg="del">
          <ac:chgData name="SERGIO SPANO'" userId="3abdd0b9-513e-40ac-aad4-56920065037d" providerId="ADAL" clId="{2DCFDF45-1F6B-4A47-892B-C9094FDD5642}" dt="2022-03-21T14:25:10.737" v="3389" actId="478"/>
          <ac:spMkLst>
            <pc:docMk/>
            <pc:sldMk cId="2932842921" sldId="271"/>
            <ac:spMk id="20" creationId="{DE3F1EC3-7266-4A67-8FA5-E752068926E8}"/>
          </ac:spMkLst>
        </pc:spChg>
        <pc:spChg chg="del">
          <ac:chgData name="SERGIO SPANO'" userId="3abdd0b9-513e-40ac-aad4-56920065037d" providerId="ADAL" clId="{2DCFDF45-1F6B-4A47-892B-C9094FDD5642}" dt="2022-03-21T14:25:10.737" v="3389" actId="478"/>
          <ac:spMkLst>
            <pc:docMk/>
            <pc:sldMk cId="2932842921" sldId="271"/>
            <ac:spMk id="21" creationId="{02CE504A-4FC0-478B-BA60-3149ABE03A6C}"/>
          </ac:spMkLst>
        </pc:spChg>
        <pc:spChg chg="add mod">
          <ac:chgData name="SERGIO SPANO'" userId="3abdd0b9-513e-40ac-aad4-56920065037d" providerId="ADAL" clId="{2DCFDF45-1F6B-4A47-892B-C9094FDD5642}" dt="2022-03-21T14:33:19.782" v="3643" actId="1035"/>
          <ac:spMkLst>
            <pc:docMk/>
            <pc:sldMk cId="2932842921" sldId="271"/>
            <ac:spMk id="22" creationId="{E575780B-0471-4A6F-AA79-FA0599DAC15B}"/>
          </ac:spMkLst>
        </pc:spChg>
        <pc:spChg chg="del">
          <ac:chgData name="SERGIO SPANO'" userId="3abdd0b9-513e-40ac-aad4-56920065037d" providerId="ADAL" clId="{2DCFDF45-1F6B-4A47-892B-C9094FDD5642}" dt="2022-03-21T14:25:10.737" v="3389" actId="478"/>
          <ac:spMkLst>
            <pc:docMk/>
            <pc:sldMk cId="2932842921" sldId="271"/>
            <ac:spMk id="23" creationId="{F8E3AE1B-FDDC-4754-B185-852ABA5F42EE}"/>
          </ac:spMkLst>
        </pc:spChg>
        <pc:spChg chg="del">
          <ac:chgData name="SERGIO SPANO'" userId="3abdd0b9-513e-40ac-aad4-56920065037d" providerId="ADAL" clId="{2DCFDF45-1F6B-4A47-892B-C9094FDD5642}" dt="2022-03-21T14:25:10.737" v="3389" actId="478"/>
          <ac:spMkLst>
            <pc:docMk/>
            <pc:sldMk cId="2932842921" sldId="271"/>
            <ac:spMk id="24" creationId="{9A78B392-31AB-49D7-A4BB-28348B1522CD}"/>
          </ac:spMkLst>
        </pc:spChg>
        <pc:spChg chg="add mod">
          <ac:chgData name="SERGIO SPANO'" userId="3abdd0b9-513e-40ac-aad4-56920065037d" providerId="ADAL" clId="{2DCFDF45-1F6B-4A47-892B-C9094FDD5642}" dt="2022-03-21T14:39:54.937" v="3783" actId="11"/>
          <ac:spMkLst>
            <pc:docMk/>
            <pc:sldMk cId="2932842921" sldId="271"/>
            <ac:spMk id="25" creationId="{8BCEDA91-87F1-4A52-AA23-DA675D8FBE33}"/>
          </ac:spMkLst>
        </pc:spChg>
        <pc:spChg chg="add del mod">
          <ac:chgData name="SERGIO SPANO'" userId="3abdd0b9-513e-40ac-aad4-56920065037d" providerId="ADAL" clId="{2DCFDF45-1F6B-4A47-892B-C9094FDD5642}" dt="2022-03-21T14:36:21.690" v="3703" actId="21"/>
          <ac:spMkLst>
            <pc:docMk/>
            <pc:sldMk cId="2932842921" sldId="271"/>
            <ac:spMk id="26" creationId="{BF06AA42-77C8-408D-B0D6-DA35A0C89BD2}"/>
          </ac:spMkLst>
        </pc:spChg>
        <pc:spChg chg="add mod">
          <ac:chgData name="SERGIO SPANO'" userId="3abdd0b9-513e-40ac-aad4-56920065037d" providerId="ADAL" clId="{2DCFDF45-1F6B-4A47-892B-C9094FDD5642}" dt="2022-03-21T14:37:41.170" v="3768" actId="1035"/>
          <ac:spMkLst>
            <pc:docMk/>
            <pc:sldMk cId="2932842921" sldId="271"/>
            <ac:spMk id="27" creationId="{A7A854EF-4C5C-4B14-878A-24FAEEC3E1F2}"/>
          </ac:spMkLst>
        </pc:spChg>
        <pc:picChg chg="add mod modCrop">
          <ac:chgData name="SERGIO SPANO'" userId="3abdd0b9-513e-40ac-aad4-56920065037d" providerId="ADAL" clId="{2DCFDF45-1F6B-4A47-892B-C9094FDD5642}" dt="2022-03-21T14:37:41.170" v="3768" actId="1035"/>
          <ac:picMkLst>
            <pc:docMk/>
            <pc:sldMk cId="2932842921" sldId="271"/>
            <ac:picMk id="9" creationId="{38D6BC55-6F65-43A6-8293-8C8636A6B1D1}"/>
          </ac:picMkLst>
        </pc:picChg>
      </pc:sldChg>
      <pc:sldChg chg="addSp delSp modSp add mod modTransition">
        <pc:chgData name="SERGIO SPANO'" userId="3abdd0b9-513e-40ac-aad4-56920065037d" providerId="ADAL" clId="{2DCFDF45-1F6B-4A47-892B-C9094FDD5642}" dt="2022-03-29T15:09:18.552" v="6977"/>
        <pc:sldMkLst>
          <pc:docMk/>
          <pc:sldMk cId="2459133886" sldId="272"/>
        </pc:sldMkLst>
        <pc:spChg chg="del">
          <ac:chgData name="SERGIO SPANO'" userId="3abdd0b9-513e-40ac-aad4-56920065037d" providerId="ADAL" clId="{2DCFDF45-1F6B-4A47-892B-C9094FDD5642}" dt="2022-03-21T14:27:19.883" v="3433" actId="478"/>
          <ac:spMkLst>
            <pc:docMk/>
            <pc:sldMk cId="2459133886" sldId="272"/>
            <ac:spMk id="3" creationId="{6EBB3897-4279-4057-B086-50300B810DB7}"/>
          </ac:spMkLst>
        </pc:spChg>
        <pc:spChg chg="del">
          <ac:chgData name="SERGIO SPANO'" userId="3abdd0b9-513e-40ac-aad4-56920065037d" providerId="ADAL" clId="{2DCFDF45-1F6B-4A47-892B-C9094FDD5642}" dt="2022-03-21T14:33:25.387" v="3644" actId="478"/>
          <ac:spMkLst>
            <pc:docMk/>
            <pc:sldMk cId="2459133886" sldId="272"/>
            <ac:spMk id="7" creationId="{9009AFDB-F723-4759-83AA-2FCF8AF5BF87}"/>
          </ac:spMkLst>
        </pc:spChg>
        <pc:spChg chg="del">
          <ac:chgData name="SERGIO SPANO'" userId="3abdd0b9-513e-40ac-aad4-56920065037d" providerId="ADAL" clId="{2DCFDF45-1F6B-4A47-892B-C9094FDD5642}" dt="2022-03-21T14:27:27.063" v="3434" actId="478"/>
          <ac:spMkLst>
            <pc:docMk/>
            <pc:sldMk cId="2459133886" sldId="272"/>
            <ac:spMk id="8" creationId="{EDAD7B32-1E06-4521-AFC9-7DE2EC26095E}"/>
          </ac:spMkLst>
        </pc:spChg>
        <pc:spChg chg="add del mod">
          <ac:chgData name="SERGIO SPANO'" userId="3abdd0b9-513e-40ac-aad4-56920065037d" providerId="ADAL" clId="{2DCFDF45-1F6B-4A47-892B-C9094FDD5642}" dt="2022-03-21T14:27:29.376" v="3435" actId="478"/>
          <ac:spMkLst>
            <pc:docMk/>
            <pc:sldMk cId="2459133886" sldId="272"/>
            <ac:spMk id="10" creationId="{EC5FEB82-8A18-4183-8DA2-6C68C9EBAD93}"/>
          </ac:spMkLst>
        </pc:spChg>
        <pc:spChg chg="add mod">
          <ac:chgData name="SERGIO SPANO'" userId="3abdd0b9-513e-40ac-aad4-56920065037d" providerId="ADAL" clId="{2DCFDF45-1F6B-4A47-892B-C9094FDD5642}" dt="2022-03-21T14:31:50.188" v="3587" actId="1076"/>
          <ac:spMkLst>
            <pc:docMk/>
            <pc:sldMk cId="2459133886" sldId="272"/>
            <ac:spMk id="11" creationId="{0121F7CB-8757-4B4D-A062-6F78052D56D8}"/>
          </ac:spMkLst>
        </pc:spChg>
        <pc:spChg chg="add mod">
          <ac:chgData name="SERGIO SPANO'" userId="3abdd0b9-513e-40ac-aad4-56920065037d" providerId="ADAL" clId="{2DCFDF45-1F6B-4A47-892B-C9094FDD5642}" dt="2022-03-21T14:31:53.196" v="3588" actId="1076"/>
          <ac:spMkLst>
            <pc:docMk/>
            <pc:sldMk cId="2459133886" sldId="272"/>
            <ac:spMk id="16" creationId="{274A0802-AF52-42C1-BD45-5F6E177FAFD0}"/>
          </ac:spMkLst>
        </pc:spChg>
        <pc:spChg chg="del">
          <ac:chgData name="SERGIO SPANO'" userId="3abdd0b9-513e-40ac-aad4-56920065037d" providerId="ADAL" clId="{2DCFDF45-1F6B-4A47-892B-C9094FDD5642}" dt="2022-03-21T14:27:31.964" v="3436" actId="478"/>
          <ac:spMkLst>
            <pc:docMk/>
            <pc:sldMk cId="2459133886" sldId="272"/>
            <ac:spMk id="17" creationId="{C41ACDC2-66C8-4A6F-BC7E-A46D4E12E26C}"/>
          </ac:spMkLst>
        </pc:spChg>
        <pc:spChg chg="add mod">
          <ac:chgData name="SERGIO SPANO'" userId="3abdd0b9-513e-40ac-aad4-56920065037d" providerId="ADAL" clId="{2DCFDF45-1F6B-4A47-892B-C9094FDD5642}" dt="2022-03-21T14:34:06.709" v="3655" actId="1076"/>
          <ac:spMkLst>
            <pc:docMk/>
            <pc:sldMk cId="2459133886" sldId="272"/>
            <ac:spMk id="18" creationId="{9AE1E77B-58F8-4448-90A9-4DDBAEBB32C9}"/>
          </ac:spMkLst>
        </pc:spChg>
        <pc:spChg chg="add mod">
          <ac:chgData name="SERGIO SPANO'" userId="3abdd0b9-513e-40ac-aad4-56920065037d" providerId="ADAL" clId="{2DCFDF45-1F6B-4A47-892B-C9094FDD5642}" dt="2022-03-21T14:33:33.964" v="3653" actId="123"/>
          <ac:spMkLst>
            <pc:docMk/>
            <pc:sldMk cId="2459133886" sldId="272"/>
            <ac:spMk id="19" creationId="{87A41B68-315D-4008-AE1F-BAAED0A7BBDB}"/>
          </ac:spMkLst>
        </pc:spChg>
        <pc:spChg chg="add mod">
          <ac:chgData name="SERGIO SPANO'" userId="3abdd0b9-513e-40ac-aad4-56920065037d" providerId="ADAL" clId="{2DCFDF45-1F6B-4A47-892B-C9094FDD5642}" dt="2022-03-21T14:35:14.202" v="3700" actId="20577"/>
          <ac:spMkLst>
            <pc:docMk/>
            <pc:sldMk cId="2459133886" sldId="272"/>
            <ac:spMk id="21" creationId="{FA2D564E-3E69-4C93-85D2-66DAEC043FAB}"/>
          </ac:spMkLst>
        </pc:spChg>
        <pc:spChg chg="del">
          <ac:chgData name="SERGIO SPANO'" userId="3abdd0b9-513e-40ac-aad4-56920065037d" providerId="ADAL" clId="{2DCFDF45-1F6B-4A47-892B-C9094FDD5642}" dt="2022-03-21T14:27:27.063" v="3434" actId="478"/>
          <ac:spMkLst>
            <pc:docMk/>
            <pc:sldMk cId="2459133886" sldId="272"/>
            <ac:spMk id="22" creationId="{E575780B-0471-4A6F-AA79-FA0599DAC15B}"/>
          </ac:spMkLst>
        </pc:spChg>
        <pc:spChg chg="del">
          <ac:chgData name="SERGIO SPANO'" userId="3abdd0b9-513e-40ac-aad4-56920065037d" providerId="ADAL" clId="{2DCFDF45-1F6B-4A47-892B-C9094FDD5642}" dt="2022-03-21T14:27:27.063" v="3434" actId="478"/>
          <ac:spMkLst>
            <pc:docMk/>
            <pc:sldMk cId="2459133886" sldId="272"/>
            <ac:spMk id="25" creationId="{8BCEDA91-87F1-4A52-AA23-DA675D8FBE33}"/>
          </ac:spMkLst>
        </pc:spChg>
        <pc:picChg chg="add mod">
          <ac:chgData name="SERGIO SPANO'" userId="3abdd0b9-513e-40ac-aad4-56920065037d" providerId="ADAL" clId="{2DCFDF45-1F6B-4A47-892B-C9094FDD5642}" dt="2022-03-21T14:31:50.188" v="3587" actId="1076"/>
          <ac:picMkLst>
            <pc:docMk/>
            <pc:sldMk cId="2459133886" sldId="272"/>
            <ac:picMk id="14" creationId="{6A899EEF-C8B8-4FBC-818B-4D156791610B}"/>
          </ac:picMkLst>
        </pc:picChg>
        <pc:picChg chg="add mod">
          <ac:chgData name="SERGIO SPANO'" userId="3abdd0b9-513e-40ac-aad4-56920065037d" providerId="ADAL" clId="{2DCFDF45-1F6B-4A47-892B-C9094FDD5642}" dt="2022-03-21T14:34:06.709" v="3655" actId="1076"/>
          <ac:picMkLst>
            <pc:docMk/>
            <pc:sldMk cId="2459133886" sldId="272"/>
            <ac:picMk id="15" creationId="{536E6018-DB93-4A19-82CF-8C25032BF30B}"/>
          </ac:picMkLst>
        </pc:picChg>
        <pc:picChg chg="add mod">
          <ac:chgData name="SERGIO SPANO'" userId="3abdd0b9-513e-40ac-aad4-56920065037d" providerId="ADAL" clId="{2DCFDF45-1F6B-4A47-892B-C9094FDD5642}" dt="2022-03-21T14:34:18.060" v="3659" actId="1076"/>
          <ac:picMkLst>
            <pc:docMk/>
            <pc:sldMk cId="2459133886" sldId="272"/>
            <ac:picMk id="4098" creationId="{5308CCD6-6443-4819-9E9C-824E0FEECCA8}"/>
          </ac:picMkLst>
        </pc:picChg>
      </pc:sldChg>
      <pc:sldChg chg="addSp delSp modSp add mod modTransition">
        <pc:chgData name="SERGIO SPANO'" userId="3abdd0b9-513e-40ac-aad4-56920065037d" providerId="ADAL" clId="{2DCFDF45-1F6B-4A47-892B-C9094FDD5642}" dt="2022-03-29T15:09:18.552" v="6977"/>
        <pc:sldMkLst>
          <pc:docMk/>
          <pc:sldMk cId="1591051637" sldId="273"/>
        </pc:sldMkLst>
        <pc:spChg chg="mod">
          <ac:chgData name="SERGIO SPANO'" userId="3abdd0b9-513e-40ac-aad4-56920065037d" providerId="ADAL" clId="{2DCFDF45-1F6B-4A47-892B-C9094FDD5642}" dt="2022-03-21T15:36:33.741" v="4100" actId="403"/>
          <ac:spMkLst>
            <pc:docMk/>
            <pc:sldMk cId="1591051637" sldId="273"/>
            <ac:spMk id="3" creationId="{6EBB3897-4279-4057-B086-50300B810DB7}"/>
          </ac:spMkLst>
        </pc:spChg>
        <pc:spChg chg="del mod">
          <ac:chgData name="SERGIO SPANO'" userId="3abdd0b9-513e-40ac-aad4-56920065037d" providerId="ADAL" clId="{2DCFDF45-1F6B-4A47-892B-C9094FDD5642}" dt="2022-03-21T14:40:57.863" v="3787" actId="478"/>
          <ac:spMkLst>
            <pc:docMk/>
            <pc:sldMk cId="1591051637" sldId="273"/>
            <ac:spMk id="8" creationId="{EDAD7B32-1E06-4521-AFC9-7DE2EC26095E}"/>
          </ac:spMkLst>
        </pc:spChg>
        <pc:spChg chg="add mod">
          <ac:chgData name="SERGIO SPANO'" userId="3abdd0b9-513e-40ac-aad4-56920065037d" providerId="ADAL" clId="{2DCFDF45-1F6B-4A47-892B-C9094FDD5642}" dt="2022-03-21T15:38:41.055" v="4244" actId="1076"/>
          <ac:spMkLst>
            <pc:docMk/>
            <pc:sldMk cId="1591051637" sldId="273"/>
            <ac:spMk id="12" creationId="{ECC1B7B5-5FC0-49AF-8812-2E7E77928435}"/>
          </ac:spMkLst>
        </pc:spChg>
        <pc:spChg chg="add mod">
          <ac:chgData name="SERGIO SPANO'" userId="3abdd0b9-513e-40ac-aad4-56920065037d" providerId="ADAL" clId="{2DCFDF45-1F6B-4A47-892B-C9094FDD5642}" dt="2022-03-21T15:37:46.883" v="4143" actId="1076"/>
          <ac:spMkLst>
            <pc:docMk/>
            <pc:sldMk cId="1591051637" sldId="273"/>
            <ac:spMk id="16" creationId="{9D41F349-E598-4196-9C88-133164A03F5A}"/>
          </ac:spMkLst>
        </pc:spChg>
        <pc:spChg chg="del">
          <ac:chgData name="SERGIO SPANO'" userId="3abdd0b9-513e-40ac-aad4-56920065037d" providerId="ADAL" clId="{2DCFDF45-1F6B-4A47-892B-C9094FDD5642}" dt="2022-03-21T14:40:50.774" v="3785" actId="478"/>
          <ac:spMkLst>
            <pc:docMk/>
            <pc:sldMk cId="1591051637" sldId="273"/>
            <ac:spMk id="17" creationId="{C41ACDC2-66C8-4A6F-BC7E-A46D4E12E26C}"/>
          </ac:spMkLst>
        </pc:spChg>
        <pc:spChg chg="add mod">
          <ac:chgData name="SERGIO SPANO'" userId="3abdd0b9-513e-40ac-aad4-56920065037d" providerId="ADAL" clId="{2DCFDF45-1F6B-4A47-892B-C9094FDD5642}" dt="2022-03-21T15:37:46.883" v="4143" actId="1076"/>
          <ac:spMkLst>
            <pc:docMk/>
            <pc:sldMk cId="1591051637" sldId="273"/>
            <ac:spMk id="19" creationId="{C924851F-E2DC-419A-A0BA-732823F62035}"/>
          </ac:spMkLst>
        </pc:spChg>
        <pc:spChg chg="add mod">
          <ac:chgData name="SERGIO SPANO'" userId="3abdd0b9-513e-40ac-aad4-56920065037d" providerId="ADAL" clId="{2DCFDF45-1F6B-4A47-892B-C9094FDD5642}" dt="2022-03-21T15:36:15.804" v="4096" actId="1076"/>
          <ac:spMkLst>
            <pc:docMk/>
            <pc:sldMk cId="1591051637" sldId="273"/>
            <ac:spMk id="21" creationId="{EF268E31-3B56-4C47-9FEF-F79D4E71E7A0}"/>
          </ac:spMkLst>
        </pc:spChg>
        <pc:spChg chg="del">
          <ac:chgData name="SERGIO SPANO'" userId="3abdd0b9-513e-40ac-aad4-56920065037d" providerId="ADAL" clId="{2DCFDF45-1F6B-4A47-892B-C9094FDD5642}" dt="2022-03-21T14:40:57.863" v="3787" actId="478"/>
          <ac:spMkLst>
            <pc:docMk/>
            <pc:sldMk cId="1591051637" sldId="273"/>
            <ac:spMk id="22" creationId="{E575780B-0471-4A6F-AA79-FA0599DAC15B}"/>
          </ac:spMkLst>
        </pc:spChg>
        <pc:spChg chg="add mod">
          <ac:chgData name="SERGIO SPANO'" userId="3abdd0b9-513e-40ac-aad4-56920065037d" providerId="ADAL" clId="{2DCFDF45-1F6B-4A47-892B-C9094FDD5642}" dt="2022-03-21T15:35:41.702" v="4077" actId="1076"/>
          <ac:spMkLst>
            <pc:docMk/>
            <pc:sldMk cId="1591051637" sldId="273"/>
            <ac:spMk id="23" creationId="{1582EFBC-0E29-426E-A982-F11F68814E13}"/>
          </ac:spMkLst>
        </pc:spChg>
        <pc:spChg chg="add del mod">
          <ac:chgData name="SERGIO SPANO'" userId="3abdd0b9-513e-40ac-aad4-56920065037d" providerId="ADAL" clId="{2DCFDF45-1F6B-4A47-892B-C9094FDD5642}" dt="2022-03-21T15:34:30.037" v="4016" actId="478"/>
          <ac:spMkLst>
            <pc:docMk/>
            <pc:sldMk cId="1591051637" sldId="273"/>
            <ac:spMk id="24" creationId="{97DDC78C-6BC7-4AB6-AA0A-6875AB702887}"/>
          </ac:spMkLst>
        </pc:spChg>
        <pc:spChg chg="del">
          <ac:chgData name="SERGIO SPANO'" userId="3abdd0b9-513e-40ac-aad4-56920065037d" providerId="ADAL" clId="{2DCFDF45-1F6B-4A47-892B-C9094FDD5642}" dt="2022-03-21T14:40:57.863" v="3787" actId="478"/>
          <ac:spMkLst>
            <pc:docMk/>
            <pc:sldMk cId="1591051637" sldId="273"/>
            <ac:spMk id="25" creationId="{8BCEDA91-87F1-4A52-AA23-DA675D8FBE33}"/>
          </ac:spMkLst>
        </pc:spChg>
        <pc:spChg chg="add mod">
          <ac:chgData name="SERGIO SPANO'" userId="3abdd0b9-513e-40ac-aad4-56920065037d" providerId="ADAL" clId="{2DCFDF45-1F6B-4A47-892B-C9094FDD5642}" dt="2022-03-21T15:34:52.866" v="4020" actId="1076"/>
          <ac:spMkLst>
            <pc:docMk/>
            <pc:sldMk cId="1591051637" sldId="273"/>
            <ac:spMk id="26" creationId="{E464D40D-702D-4B9A-8527-31DA34B87088}"/>
          </ac:spMkLst>
        </pc:spChg>
        <pc:spChg chg="del">
          <ac:chgData name="SERGIO SPANO'" userId="3abdd0b9-513e-40ac-aad4-56920065037d" providerId="ADAL" clId="{2DCFDF45-1F6B-4A47-892B-C9094FDD5642}" dt="2022-03-21T14:40:57.863" v="3787" actId="478"/>
          <ac:spMkLst>
            <pc:docMk/>
            <pc:sldMk cId="1591051637" sldId="273"/>
            <ac:spMk id="27" creationId="{A7A854EF-4C5C-4B14-878A-24FAEEC3E1F2}"/>
          </ac:spMkLst>
        </pc:spChg>
        <pc:spChg chg="add mod">
          <ac:chgData name="SERGIO SPANO'" userId="3abdd0b9-513e-40ac-aad4-56920065037d" providerId="ADAL" clId="{2DCFDF45-1F6B-4A47-892B-C9094FDD5642}" dt="2022-03-21T15:36:11.324" v="4093" actId="1076"/>
          <ac:spMkLst>
            <pc:docMk/>
            <pc:sldMk cId="1591051637" sldId="273"/>
            <ac:spMk id="28" creationId="{05773ACD-080C-4F9A-85B3-18D05AB3E2E4}"/>
          </ac:spMkLst>
        </pc:spChg>
        <pc:spChg chg="add mod">
          <ac:chgData name="SERGIO SPANO'" userId="3abdd0b9-513e-40ac-aad4-56920065037d" providerId="ADAL" clId="{2DCFDF45-1F6B-4A47-892B-C9094FDD5642}" dt="2022-03-21T15:36:26.072" v="4099" actId="1076"/>
          <ac:spMkLst>
            <pc:docMk/>
            <pc:sldMk cId="1591051637" sldId="273"/>
            <ac:spMk id="29" creationId="{6A370AB8-01A6-4DFC-9BCC-55B760677326}"/>
          </ac:spMkLst>
        </pc:spChg>
        <pc:spChg chg="add mod">
          <ac:chgData name="SERGIO SPANO'" userId="3abdd0b9-513e-40ac-aad4-56920065037d" providerId="ADAL" clId="{2DCFDF45-1F6B-4A47-892B-C9094FDD5642}" dt="2022-03-21T15:37:39.474" v="4142" actId="1582"/>
          <ac:spMkLst>
            <pc:docMk/>
            <pc:sldMk cId="1591051637" sldId="273"/>
            <ac:spMk id="30" creationId="{AB9679AB-8305-48EA-950B-600A4491B6F5}"/>
          </ac:spMkLst>
        </pc:spChg>
        <pc:picChg chg="del">
          <ac:chgData name="SERGIO SPANO'" userId="3abdd0b9-513e-40ac-aad4-56920065037d" providerId="ADAL" clId="{2DCFDF45-1F6B-4A47-892B-C9094FDD5642}" dt="2022-03-21T14:40:57.863" v="3787" actId="478"/>
          <ac:picMkLst>
            <pc:docMk/>
            <pc:sldMk cId="1591051637" sldId="273"/>
            <ac:picMk id="9" creationId="{38D6BC55-6F65-43A6-8293-8C8636A6B1D1}"/>
          </ac:picMkLst>
        </pc:picChg>
        <pc:picChg chg="add mod">
          <ac:chgData name="SERGIO SPANO'" userId="3abdd0b9-513e-40ac-aad4-56920065037d" providerId="ADAL" clId="{2DCFDF45-1F6B-4A47-892B-C9094FDD5642}" dt="2022-03-21T15:37:46.883" v="4143" actId="1076"/>
          <ac:picMkLst>
            <pc:docMk/>
            <pc:sldMk cId="1591051637" sldId="273"/>
            <ac:picMk id="14" creationId="{2D0DA756-2EA6-49D0-963A-FCE092BF9862}"/>
          </ac:picMkLst>
        </pc:picChg>
        <pc:picChg chg="add mod">
          <ac:chgData name="SERGIO SPANO'" userId="3abdd0b9-513e-40ac-aad4-56920065037d" providerId="ADAL" clId="{2DCFDF45-1F6B-4A47-892B-C9094FDD5642}" dt="2022-03-21T15:37:46.883" v="4143" actId="1076"/>
          <ac:picMkLst>
            <pc:docMk/>
            <pc:sldMk cId="1591051637" sldId="273"/>
            <ac:picMk id="15" creationId="{E1C9679E-6A3C-4C2B-9699-8616B9D34C22}"/>
          </ac:picMkLst>
        </pc:picChg>
        <pc:picChg chg="add mod">
          <ac:chgData name="SERGIO SPANO'" userId="3abdd0b9-513e-40ac-aad4-56920065037d" providerId="ADAL" clId="{2DCFDF45-1F6B-4A47-892B-C9094FDD5642}" dt="2022-03-21T15:37:46.883" v="4143" actId="1076"/>
          <ac:picMkLst>
            <pc:docMk/>
            <pc:sldMk cId="1591051637" sldId="273"/>
            <ac:picMk id="18" creationId="{D814ABC9-2C1C-497F-A899-6519FE3BCA22}"/>
          </ac:picMkLst>
        </pc:picChg>
        <pc:picChg chg="add del mod">
          <ac:chgData name="SERGIO SPANO'" userId="3abdd0b9-513e-40ac-aad4-56920065037d" providerId="ADAL" clId="{2DCFDF45-1F6B-4A47-892B-C9094FDD5642}" dt="2022-03-21T14:42:17.373" v="3796" actId="478"/>
          <ac:picMkLst>
            <pc:docMk/>
            <pc:sldMk cId="1591051637" sldId="273"/>
            <ac:picMk id="20" creationId="{EFCCC8F2-619B-48F9-B783-4543645C228E}"/>
          </ac:picMkLst>
        </pc:picChg>
      </pc:sldChg>
      <pc:sldChg chg="modSp new mod modTransition">
        <pc:chgData name="SERGIO SPANO'" userId="3abdd0b9-513e-40ac-aad4-56920065037d" providerId="ADAL" clId="{2DCFDF45-1F6B-4A47-892B-C9094FDD5642}" dt="2022-03-29T15:09:18.552" v="6977"/>
        <pc:sldMkLst>
          <pc:docMk/>
          <pc:sldMk cId="305149232" sldId="274"/>
        </pc:sldMkLst>
        <pc:spChg chg="mod">
          <ac:chgData name="SERGIO SPANO'" userId="3abdd0b9-513e-40ac-aad4-56920065037d" providerId="ADAL" clId="{2DCFDF45-1F6B-4A47-892B-C9094FDD5642}" dt="2022-03-21T15:39:45.553" v="4253" actId="20577"/>
          <ac:spMkLst>
            <pc:docMk/>
            <pc:sldMk cId="305149232" sldId="274"/>
            <ac:spMk id="2" creationId="{44B2BAAC-3029-40C3-BA84-7A306583099E}"/>
          </ac:spMkLst>
        </pc:spChg>
        <pc:spChg chg="mod">
          <ac:chgData name="SERGIO SPANO'" userId="3abdd0b9-513e-40ac-aad4-56920065037d" providerId="ADAL" clId="{2DCFDF45-1F6B-4A47-892B-C9094FDD5642}" dt="2022-03-21T15:39:51.803" v="4281" actId="20577"/>
          <ac:spMkLst>
            <pc:docMk/>
            <pc:sldMk cId="305149232" sldId="274"/>
            <ac:spMk id="3" creationId="{E5CF1083-8DC4-4C52-B594-2650F4EA96A2}"/>
          </ac:spMkLst>
        </pc:spChg>
      </pc:sldChg>
      <pc:sldChg chg="addSp delSp modSp add mod modTransition">
        <pc:chgData name="SERGIO SPANO'" userId="3abdd0b9-513e-40ac-aad4-56920065037d" providerId="ADAL" clId="{2DCFDF45-1F6B-4A47-892B-C9094FDD5642}" dt="2022-03-29T15:09:18.552" v="6977"/>
        <pc:sldMkLst>
          <pc:docMk/>
          <pc:sldMk cId="3677888286" sldId="275"/>
        </pc:sldMkLst>
        <pc:spChg chg="del mod">
          <ac:chgData name="SERGIO SPANO'" userId="3abdd0b9-513e-40ac-aad4-56920065037d" providerId="ADAL" clId="{2DCFDF45-1F6B-4A47-892B-C9094FDD5642}" dt="2022-03-29T15:04:32.289" v="6944" actId="478"/>
          <ac:spMkLst>
            <pc:docMk/>
            <pc:sldMk cId="3677888286" sldId="275"/>
            <ac:spMk id="2" creationId="{2AF05FAE-1F5E-4229-863D-BC8C40B76B2C}"/>
          </ac:spMkLst>
        </pc:spChg>
        <pc:spChg chg="del">
          <ac:chgData name="SERGIO SPANO'" userId="3abdd0b9-513e-40ac-aad4-56920065037d" providerId="ADAL" clId="{2DCFDF45-1F6B-4A47-892B-C9094FDD5642}" dt="2022-03-21T15:43:37.285" v="4317" actId="478"/>
          <ac:spMkLst>
            <pc:docMk/>
            <pc:sldMk cId="3677888286" sldId="275"/>
            <ac:spMk id="3" creationId="{6EBB3897-4279-4057-B086-50300B810DB7}"/>
          </ac:spMkLst>
        </pc:spChg>
        <pc:spChg chg="mod">
          <ac:chgData name="SERGIO SPANO'" userId="3abdd0b9-513e-40ac-aad4-56920065037d" providerId="ADAL" clId="{2DCFDF45-1F6B-4A47-892B-C9094FDD5642}" dt="2022-03-21T15:41:07.690" v="4297" actId="20577"/>
          <ac:spMkLst>
            <pc:docMk/>
            <pc:sldMk cId="3677888286" sldId="275"/>
            <ac:spMk id="6" creationId="{E2361788-5213-43DE-9496-4619BF0380E1}"/>
          </ac:spMkLst>
        </pc:spChg>
        <pc:spChg chg="add del mod">
          <ac:chgData name="SERGIO SPANO'" userId="3abdd0b9-513e-40ac-aad4-56920065037d" providerId="ADAL" clId="{2DCFDF45-1F6B-4A47-892B-C9094FDD5642}" dt="2022-03-29T15:04:34.446" v="6946" actId="478"/>
          <ac:spMkLst>
            <pc:docMk/>
            <pc:sldMk cId="3677888286" sldId="275"/>
            <ac:spMk id="7" creationId="{1715EB49-554D-4C50-A6A5-F2254596721A}"/>
          </ac:spMkLst>
        </pc:spChg>
        <pc:spChg chg="del mod">
          <ac:chgData name="SERGIO SPANO'" userId="3abdd0b9-513e-40ac-aad4-56920065037d" providerId="ADAL" clId="{2DCFDF45-1F6B-4A47-892B-C9094FDD5642}" dt="2022-03-21T15:43:37.285" v="4317" actId="478"/>
          <ac:spMkLst>
            <pc:docMk/>
            <pc:sldMk cId="3677888286" sldId="275"/>
            <ac:spMk id="7" creationId="{9009AFDB-F723-4759-83AA-2FCF8AF5BF87}"/>
          </ac:spMkLst>
        </pc:spChg>
        <pc:spChg chg="del">
          <ac:chgData name="SERGIO SPANO'" userId="3abdd0b9-513e-40ac-aad4-56920065037d" providerId="ADAL" clId="{2DCFDF45-1F6B-4A47-892B-C9094FDD5642}" dt="2022-03-21T15:43:37.285" v="4317" actId="478"/>
          <ac:spMkLst>
            <pc:docMk/>
            <pc:sldMk cId="3677888286" sldId="275"/>
            <ac:spMk id="9" creationId="{311F3CF8-5597-423B-BEE2-964DB73C49C7}"/>
          </ac:spMkLst>
        </pc:spChg>
        <pc:spChg chg="add del mod">
          <ac:chgData name="SERGIO SPANO'" userId="3abdd0b9-513e-40ac-aad4-56920065037d" providerId="ADAL" clId="{2DCFDF45-1F6B-4A47-892B-C9094FDD5642}" dt="2022-03-29T15:04:57.655" v="6971" actId="478"/>
          <ac:spMkLst>
            <pc:docMk/>
            <pc:sldMk cId="3677888286" sldId="275"/>
            <ac:spMk id="10" creationId="{9B5CFF2C-4438-4760-911F-B83D106B30DF}"/>
          </ac:spMkLst>
        </pc:spChg>
        <pc:spChg chg="add del mod">
          <ac:chgData name="SERGIO SPANO'" userId="3abdd0b9-513e-40ac-aad4-56920065037d" providerId="ADAL" clId="{2DCFDF45-1F6B-4A47-892B-C9094FDD5642}" dt="2022-03-21T15:44:45.234" v="4318" actId="478"/>
          <ac:spMkLst>
            <pc:docMk/>
            <pc:sldMk cId="3677888286" sldId="275"/>
            <ac:spMk id="12" creationId="{06781699-9892-4857-A6FC-9FEBDE46D265}"/>
          </ac:spMkLst>
        </pc:spChg>
        <pc:spChg chg="add mod">
          <ac:chgData name="SERGIO SPANO'" userId="3abdd0b9-513e-40ac-aad4-56920065037d" providerId="ADAL" clId="{2DCFDF45-1F6B-4A47-892B-C9094FDD5642}" dt="2022-03-29T15:04:41.461" v="6970" actId="1036"/>
          <ac:spMkLst>
            <pc:docMk/>
            <pc:sldMk cId="3677888286" sldId="275"/>
            <ac:spMk id="13" creationId="{0737B4B0-D8D1-4DD6-B372-01BA18F20DC8}"/>
          </ac:spMkLst>
        </pc:spChg>
        <pc:spChg chg="mod">
          <ac:chgData name="SERGIO SPANO'" userId="3abdd0b9-513e-40ac-aad4-56920065037d" providerId="ADAL" clId="{2DCFDF45-1F6B-4A47-892B-C9094FDD5642}" dt="2022-03-21T15:45:08.783" v="4325" actId="1076"/>
          <ac:spMkLst>
            <pc:docMk/>
            <pc:sldMk cId="3677888286" sldId="275"/>
            <ac:spMk id="16" creationId="{3207DF9E-A93D-4C60-B435-2296542828C2}"/>
          </ac:spMkLst>
        </pc:spChg>
        <pc:grpChg chg="add mod">
          <ac:chgData name="SERGIO SPANO'" userId="3abdd0b9-513e-40ac-aad4-56920065037d" providerId="ADAL" clId="{2DCFDF45-1F6B-4A47-892B-C9094FDD5642}" dt="2022-03-29T15:04:41.461" v="6970" actId="1036"/>
          <ac:grpSpMkLst>
            <pc:docMk/>
            <pc:sldMk cId="3677888286" sldId="275"/>
            <ac:grpSpMk id="14" creationId="{3D2DEFD0-6F4B-4177-953A-6ECC4B3D1596}"/>
          </ac:grpSpMkLst>
        </pc:grpChg>
        <pc:picChg chg="del">
          <ac:chgData name="SERGIO SPANO'" userId="3abdd0b9-513e-40ac-aad4-56920065037d" providerId="ADAL" clId="{2DCFDF45-1F6B-4A47-892B-C9094FDD5642}" dt="2022-03-21T15:43:37.285" v="4317" actId="478"/>
          <ac:picMkLst>
            <pc:docMk/>
            <pc:sldMk cId="3677888286" sldId="275"/>
            <ac:picMk id="8" creationId="{6576A877-5B15-4441-83CA-88438AD19930}"/>
          </ac:picMkLst>
        </pc:picChg>
        <pc:picChg chg="del">
          <ac:chgData name="SERGIO SPANO'" userId="3abdd0b9-513e-40ac-aad4-56920065037d" providerId="ADAL" clId="{2DCFDF45-1F6B-4A47-892B-C9094FDD5642}" dt="2022-03-21T15:43:37.285" v="4317" actId="478"/>
          <ac:picMkLst>
            <pc:docMk/>
            <pc:sldMk cId="3677888286" sldId="275"/>
            <ac:picMk id="10" creationId="{8A9349AF-ED29-4317-BFEC-CC36D730E15E}"/>
          </ac:picMkLst>
        </pc:picChg>
        <pc:picChg chg="mod">
          <ac:chgData name="SERGIO SPANO'" userId="3abdd0b9-513e-40ac-aad4-56920065037d" providerId="ADAL" clId="{2DCFDF45-1F6B-4A47-892B-C9094FDD5642}" dt="2022-03-21T15:44:45.566" v="4319"/>
          <ac:picMkLst>
            <pc:docMk/>
            <pc:sldMk cId="3677888286" sldId="275"/>
            <ac:picMk id="15" creationId="{91043C62-B1F5-4072-84DC-5669C1073EC3}"/>
          </ac:picMkLst>
        </pc:picChg>
      </pc:sldChg>
      <pc:sldChg chg="addSp delSp modSp add mod modTransition">
        <pc:chgData name="SERGIO SPANO'" userId="3abdd0b9-513e-40ac-aad4-56920065037d" providerId="ADAL" clId="{2DCFDF45-1F6B-4A47-892B-C9094FDD5642}" dt="2022-03-29T15:09:18.552" v="6977"/>
        <pc:sldMkLst>
          <pc:docMk/>
          <pc:sldMk cId="4001204634" sldId="276"/>
        </pc:sldMkLst>
        <pc:spChg chg="add del mod">
          <ac:chgData name="SERGIO SPANO'" userId="3abdd0b9-513e-40ac-aad4-56920065037d" providerId="ADAL" clId="{2DCFDF45-1F6B-4A47-892B-C9094FDD5642}" dt="2022-03-21T15:44:59.697" v="4322" actId="478"/>
          <ac:spMkLst>
            <pc:docMk/>
            <pc:sldMk cId="4001204634" sldId="276"/>
            <ac:spMk id="7" creationId="{CEE97141-4F2E-4CC1-BFC8-055C347D6552}"/>
          </ac:spMkLst>
        </pc:spChg>
        <pc:spChg chg="add mod">
          <ac:chgData name="SERGIO SPANO'" userId="3abdd0b9-513e-40ac-aad4-56920065037d" providerId="ADAL" clId="{2DCFDF45-1F6B-4A47-892B-C9094FDD5642}" dt="2022-03-21T15:45:20.160" v="4327"/>
          <ac:spMkLst>
            <pc:docMk/>
            <pc:sldMk cId="4001204634" sldId="276"/>
            <ac:spMk id="12" creationId="{F228EDD8-5446-46AA-BC73-3569540B1E52}"/>
          </ac:spMkLst>
        </pc:spChg>
        <pc:spChg chg="del">
          <ac:chgData name="SERGIO SPANO'" userId="3abdd0b9-513e-40ac-aad4-56920065037d" providerId="ADAL" clId="{2DCFDF45-1F6B-4A47-892B-C9094FDD5642}" dt="2022-03-21T15:44:58.001" v="4321" actId="478"/>
          <ac:spMkLst>
            <pc:docMk/>
            <pc:sldMk cId="4001204634" sldId="276"/>
            <ac:spMk id="13" creationId="{0737B4B0-D8D1-4DD6-B372-01BA18F20DC8}"/>
          </ac:spMkLst>
        </pc:spChg>
        <pc:spChg chg="add mod">
          <ac:chgData name="SERGIO SPANO'" userId="3abdd0b9-513e-40ac-aad4-56920065037d" providerId="ADAL" clId="{2DCFDF45-1F6B-4A47-892B-C9094FDD5642}" dt="2022-03-21T15:59:22.168" v="4554"/>
          <ac:spMkLst>
            <pc:docMk/>
            <pc:sldMk cId="4001204634" sldId="276"/>
            <ac:spMk id="14" creationId="{692A5E35-22FF-4077-A5FD-A096409F7167}"/>
          </ac:spMkLst>
        </pc:spChg>
        <pc:spChg chg="mod">
          <ac:chgData name="SERGIO SPANO'" userId="3abdd0b9-513e-40ac-aad4-56920065037d" providerId="ADAL" clId="{2DCFDF45-1F6B-4A47-892B-C9094FDD5642}" dt="2022-03-21T15:45:38.001" v="4333" actId="1076"/>
          <ac:spMkLst>
            <pc:docMk/>
            <pc:sldMk cId="4001204634" sldId="276"/>
            <ac:spMk id="19" creationId="{DC54CC5F-C1F0-4F88-A0CC-41E3B5CE87DA}"/>
          </ac:spMkLst>
        </pc:spChg>
        <pc:spChg chg="add mod">
          <ac:chgData name="SERGIO SPANO'" userId="3abdd0b9-513e-40ac-aad4-56920065037d" providerId="ADAL" clId="{2DCFDF45-1F6B-4A47-892B-C9094FDD5642}" dt="2022-03-21T15:45:20.160" v="4327"/>
          <ac:spMkLst>
            <pc:docMk/>
            <pc:sldMk cId="4001204634" sldId="276"/>
            <ac:spMk id="20" creationId="{0A601635-D1E1-45E3-AB9E-CAD440C44B6D}"/>
          </ac:spMkLst>
        </pc:spChg>
        <pc:spChg chg="mod">
          <ac:chgData name="SERGIO SPANO'" userId="3abdd0b9-513e-40ac-aad4-56920065037d" providerId="ADAL" clId="{2DCFDF45-1F6B-4A47-892B-C9094FDD5642}" dt="2022-03-21T15:45:20.160" v="4327"/>
          <ac:spMkLst>
            <pc:docMk/>
            <pc:sldMk cId="4001204634" sldId="276"/>
            <ac:spMk id="22" creationId="{F640AB68-A70B-4017-9591-0870F3790C78}"/>
          </ac:spMkLst>
        </pc:spChg>
        <pc:spChg chg="mod">
          <ac:chgData name="SERGIO SPANO'" userId="3abdd0b9-513e-40ac-aad4-56920065037d" providerId="ADAL" clId="{2DCFDF45-1F6B-4A47-892B-C9094FDD5642}" dt="2022-03-21T15:45:20.160" v="4327"/>
          <ac:spMkLst>
            <pc:docMk/>
            <pc:sldMk cId="4001204634" sldId="276"/>
            <ac:spMk id="23" creationId="{4159F88F-8C10-4E31-A71E-68075F83A014}"/>
          </ac:spMkLst>
        </pc:spChg>
        <pc:grpChg chg="del">
          <ac:chgData name="SERGIO SPANO'" userId="3abdd0b9-513e-40ac-aad4-56920065037d" providerId="ADAL" clId="{2DCFDF45-1F6B-4A47-892B-C9094FDD5642}" dt="2022-03-21T15:45:00.921" v="4323" actId="478"/>
          <ac:grpSpMkLst>
            <pc:docMk/>
            <pc:sldMk cId="4001204634" sldId="276"/>
            <ac:grpSpMk id="14" creationId="{3D2DEFD0-6F4B-4177-953A-6ECC4B3D1596}"/>
          </ac:grpSpMkLst>
        </pc:grpChg>
        <pc:grpChg chg="add mod">
          <ac:chgData name="SERGIO SPANO'" userId="3abdd0b9-513e-40ac-aad4-56920065037d" providerId="ADAL" clId="{2DCFDF45-1F6B-4A47-892B-C9094FDD5642}" dt="2022-03-21T15:45:38.001" v="4333" actId="1076"/>
          <ac:grpSpMkLst>
            <pc:docMk/>
            <pc:sldMk cId="4001204634" sldId="276"/>
            <ac:grpSpMk id="17" creationId="{431971E2-20D1-4FB5-A5BE-FA1274C41141}"/>
          </ac:grpSpMkLst>
        </pc:grpChg>
        <pc:grpChg chg="add mod">
          <ac:chgData name="SERGIO SPANO'" userId="3abdd0b9-513e-40ac-aad4-56920065037d" providerId="ADAL" clId="{2DCFDF45-1F6B-4A47-892B-C9094FDD5642}" dt="2022-03-21T15:45:20.160" v="4327"/>
          <ac:grpSpMkLst>
            <pc:docMk/>
            <pc:sldMk cId="4001204634" sldId="276"/>
            <ac:grpSpMk id="21" creationId="{D1CAFF60-824E-4DD2-84FB-902B24F32443}"/>
          </ac:grpSpMkLst>
        </pc:grpChg>
        <pc:picChg chg="mod">
          <ac:chgData name="SERGIO SPANO'" userId="3abdd0b9-513e-40ac-aad4-56920065037d" providerId="ADAL" clId="{2DCFDF45-1F6B-4A47-892B-C9094FDD5642}" dt="2022-03-21T15:45:38.001" v="4333" actId="1076"/>
          <ac:picMkLst>
            <pc:docMk/>
            <pc:sldMk cId="4001204634" sldId="276"/>
            <ac:picMk id="18" creationId="{B6356672-E21C-4FAE-9A1A-261C7F2C54F6}"/>
          </ac:picMkLst>
        </pc:picChg>
      </pc:sldChg>
      <pc:sldChg chg="addSp delSp modSp add mod modTransition">
        <pc:chgData name="SERGIO SPANO'" userId="3abdd0b9-513e-40ac-aad4-56920065037d" providerId="ADAL" clId="{2DCFDF45-1F6B-4A47-892B-C9094FDD5642}" dt="2022-03-29T15:09:18.552" v="6977"/>
        <pc:sldMkLst>
          <pc:docMk/>
          <pc:sldMk cId="3143984764" sldId="277"/>
        </pc:sldMkLst>
        <pc:spChg chg="add del mod">
          <ac:chgData name="SERGIO SPANO'" userId="3abdd0b9-513e-40ac-aad4-56920065037d" providerId="ADAL" clId="{2DCFDF45-1F6B-4A47-892B-C9094FDD5642}" dt="2022-03-21T15:45:51.047" v="4336" actId="478"/>
          <ac:spMkLst>
            <pc:docMk/>
            <pc:sldMk cId="3143984764" sldId="277"/>
            <ac:spMk id="7" creationId="{60096A3E-996B-4AF4-9F7D-5DD29D01B605}"/>
          </ac:spMkLst>
        </pc:spChg>
        <pc:spChg chg="add mod">
          <ac:chgData name="SERGIO SPANO'" userId="3abdd0b9-513e-40ac-aad4-56920065037d" providerId="ADAL" clId="{2DCFDF45-1F6B-4A47-892B-C9094FDD5642}" dt="2022-03-21T15:59:23.329" v="4555"/>
          <ac:spMkLst>
            <pc:docMk/>
            <pc:sldMk cId="3143984764" sldId="277"/>
            <ac:spMk id="11" creationId="{B8C7FC8C-B2EE-43E7-8138-1C73B3C94736}"/>
          </ac:spMkLst>
        </pc:spChg>
        <pc:spChg chg="del">
          <ac:chgData name="SERGIO SPANO'" userId="3abdd0b9-513e-40ac-aad4-56920065037d" providerId="ADAL" clId="{2DCFDF45-1F6B-4A47-892B-C9094FDD5642}" dt="2022-03-21T15:45:48.454" v="4335" actId="478"/>
          <ac:spMkLst>
            <pc:docMk/>
            <pc:sldMk cId="3143984764" sldId="277"/>
            <ac:spMk id="12" creationId="{F228EDD8-5446-46AA-BC73-3569540B1E52}"/>
          </ac:spMkLst>
        </pc:spChg>
        <pc:spChg chg="del mod">
          <ac:chgData name="SERGIO SPANO'" userId="3abdd0b9-513e-40ac-aad4-56920065037d" providerId="ADAL" clId="{2DCFDF45-1F6B-4A47-892B-C9094FDD5642}" dt="2022-03-21T15:45:52.469" v="4339" actId="478"/>
          <ac:spMkLst>
            <pc:docMk/>
            <pc:sldMk cId="3143984764" sldId="277"/>
            <ac:spMk id="20" creationId="{0A601635-D1E1-45E3-AB9E-CAD440C44B6D}"/>
          </ac:spMkLst>
        </pc:spChg>
        <pc:spChg chg="add mod">
          <ac:chgData name="SERGIO SPANO'" userId="3abdd0b9-513e-40ac-aad4-56920065037d" providerId="ADAL" clId="{2DCFDF45-1F6B-4A47-892B-C9094FDD5642}" dt="2022-03-22T09:05:17.290" v="4650" actId="20577"/>
          <ac:spMkLst>
            <pc:docMk/>
            <pc:sldMk cId="3143984764" sldId="277"/>
            <ac:spMk id="25" creationId="{D3964213-A370-4348-8A22-590F9020016F}"/>
          </ac:spMkLst>
        </pc:spChg>
        <pc:spChg chg="add mod">
          <ac:chgData name="SERGIO SPANO'" userId="3abdd0b9-513e-40ac-aad4-56920065037d" providerId="ADAL" clId="{2DCFDF45-1F6B-4A47-892B-C9094FDD5642}" dt="2022-03-21T15:51:05.166" v="4433" actId="6549"/>
          <ac:spMkLst>
            <pc:docMk/>
            <pc:sldMk cId="3143984764" sldId="277"/>
            <ac:spMk id="26" creationId="{9970E323-8D4C-4DCD-A50E-4A20C17EB772}"/>
          </ac:spMkLst>
        </pc:spChg>
        <pc:spChg chg="add mod">
          <ac:chgData name="SERGIO SPANO'" userId="3abdd0b9-513e-40ac-aad4-56920065037d" providerId="ADAL" clId="{2DCFDF45-1F6B-4A47-892B-C9094FDD5642}" dt="2022-03-21T15:50:33.837" v="4426" actId="1076"/>
          <ac:spMkLst>
            <pc:docMk/>
            <pc:sldMk cId="3143984764" sldId="277"/>
            <ac:spMk id="27" creationId="{DD0DC279-3FFE-47D2-B887-2639A2609346}"/>
          </ac:spMkLst>
        </pc:spChg>
        <pc:grpChg chg="del">
          <ac:chgData name="SERGIO SPANO'" userId="3abdd0b9-513e-40ac-aad4-56920065037d" providerId="ADAL" clId="{2DCFDF45-1F6B-4A47-892B-C9094FDD5642}" dt="2022-03-21T15:45:51.542" v="4337" actId="478"/>
          <ac:grpSpMkLst>
            <pc:docMk/>
            <pc:sldMk cId="3143984764" sldId="277"/>
            <ac:grpSpMk id="17" creationId="{431971E2-20D1-4FB5-A5BE-FA1274C41141}"/>
          </ac:grpSpMkLst>
        </pc:grpChg>
        <pc:grpChg chg="del">
          <ac:chgData name="SERGIO SPANO'" userId="3abdd0b9-513e-40ac-aad4-56920065037d" providerId="ADAL" clId="{2DCFDF45-1F6B-4A47-892B-C9094FDD5642}" dt="2022-03-21T15:45:53.575" v="4340" actId="478"/>
          <ac:grpSpMkLst>
            <pc:docMk/>
            <pc:sldMk cId="3143984764" sldId="277"/>
            <ac:grpSpMk id="21" creationId="{D1CAFF60-824E-4DD2-84FB-902B24F32443}"/>
          </ac:grpSpMkLst>
        </pc:grpChg>
        <pc:picChg chg="add mod">
          <ac:chgData name="SERGIO SPANO'" userId="3abdd0b9-513e-40ac-aad4-56920065037d" providerId="ADAL" clId="{2DCFDF45-1F6B-4A47-892B-C9094FDD5642}" dt="2022-03-21T15:45:58.779" v="4342" actId="1076"/>
          <ac:picMkLst>
            <pc:docMk/>
            <pc:sldMk cId="3143984764" sldId="277"/>
            <ac:picMk id="16" creationId="{3F3E1BE7-5B3F-4B00-BE19-1D517F7CD225}"/>
          </ac:picMkLst>
        </pc:picChg>
        <pc:picChg chg="add mod">
          <ac:chgData name="SERGIO SPANO'" userId="3abdd0b9-513e-40ac-aad4-56920065037d" providerId="ADAL" clId="{2DCFDF45-1F6B-4A47-892B-C9094FDD5642}" dt="2022-03-21T15:50:34.749" v="4427" actId="1076"/>
          <ac:picMkLst>
            <pc:docMk/>
            <pc:sldMk cId="3143984764" sldId="277"/>
            <ac:picMk id="24" creationId="{27BDE9E3-44EE-47A6-902F-7ECB3FD702FB}"/>
          </ac:picMkLst>
        </pc:picChg>
      </pc:sldChg>
      <pc:sldChg chg="addSp delSp modSp add mod modTransition">
        <pc:chgData name="SERGIO SPANO'" userId="3abdd0b9-513e-40ac-aad4-56920065037d" providerId="ADAL" clId="{2DCFDF45-1F6B-4A47-892B-C9094FDD5642}" dt="2022-03-29T15:09:18.552" v="6977"/>
        <pc:sldMkLst>
          <pc:docMk/>
          <pc:sldMk cId="128687951" sldId="278"/>
        </pc:sldMkLst>
        <pc:spChg chg="add mod">
          <ac:chgData name="SERGIO SPANO'" userId="3abdd0b9-513e-40ac-aad4-56920065037d" providerId="ADAL" clId="{2DCFDF45-1F6B-4A47-892B-C9094FDD5642}" dt="2022-03-21T16:03:39.372" v="4646" actId="1035"/>
          <ac:spMkLst>
            <pc:docMk/>
            <pc:sldMk cId="128687951" sldId="278"/>
            <ac:spMk id="13" creationId="{5AB491D4-2421-463E-AF7A-93CAA72583AC}"/>
          </ac:spMkLst>
        </pc:spChg>
        <pc:spChg chg="add mod">
          <ac:chgData name="SERGIO SPANO'" userId="3abdd0b9-513e-40ac-aad4-56920065037d" providerId="ADAL" clId="{2DCFDF45-1F6B-4A47-892B-C9094FDD5642}" dt="2022-03-22T10:34:09.434" v="6732" actId="207"/>
          <ac:spMkLst>
            <pc:docMk/>
            <pc:sldMk cId="128687951" sldId="278"/>
            <ac:spMk id="14" creationId="{286D7161-DF69-49A6-86D4-683CE3C154C6}"/>
          </ac:spMkLst>
        </pc:spChg>
        <pc:spChg chg="add mod">
          <ac:chgData name="SERGIO SPANO'" userId="3abdd0b9-513e-40ac-aad4-56920065037d" providerId="ADAL" clId="{2DCFDF45-1F6B-4A47-892B-C9094FDD5642}" dt="2022-03-21T15:59:23.952" v="4556"/>
          <ac:spMkLst>
            <pc:docMk/>
            <pc:sldMk cId="128687951" sldId="278"/>
            <ac:spMk id="15" creationId="{741FA5E8-9712-4046-B86A-9BA1B33A76EC}"/>
          </ac:spMkLst>
        </pc:spChg>
        <pc:spChg chg="add mod">
          <ac:chgData name="SERGIO SPANO'" userId="3abdd0b9-513e-40ac-aad4-56920065037d" providerId="ADAL" clId="{2DCFDF45-1F6B-4A47-892B-C9094FDD5642}" dt="2022-03-21T16:02:22.048" v="4624" actId="1076"/>
          <ac:spMkLst>
            <pc:docMk/>
            <pc:sldMk cId="128687951" sldId="278"/>
            <ac:spMk id="19" creationId="{14358FEA-7F6C-4A6C-AA91-A36091722F3A}"/>
          </ac:spMkLst>
        </pc:spChg>
        <pc:spChg chg="add mod">
          <ac:chgData name="SERGIO SPANO'" userId="3abdd0b9-513e-40ac-aad4-56920065037d" providerId="ADAL" clId="{2DCFDF45-1F6B-4A47-892B-C9094FDD5642}" dt="2022-03-21T16:03:31.622" v="4638" actId="1076"/>
          <ac:spMkLst>
            <pc:docMk/>
            <pc:sldMk cId="128687951" sldId="278"/>
            <ac:spMk id="21" creationId="{7182BA01-172C-4A98-AD1C-E03381ED7865}"/>
          </ac:spMkLst>
        </pc:spChg>
        <pc:spChg chg="del">
          <ac:chgData name="SERGIO SPANO'" userId="3abdd0b9-513e-40ac-aad4-56920065037d" providerId="ADAL" clId="{2DCFDF45-1F6B-4A47-892B-C9094FDD5642}" dt="2022-03-21T15:57:12.445" v="4437" actId="478"/>
          <ac:spMkLst>
            <pc:docMk/>
            <pc:sldMk cId="128687951" sldId="278"/>
            <ac:spMk id="25" creationId="{D3964213-A370-4348-8A22-590F9020016F}"/>
          </ac:spMkLst>
        </pc:spChg>
        <pc:spChg chg="del">
          <ac:chgData name="SERGIO SPANO'" userId="3abdd0b9-513e-40ac-aad4-56920065037d" providerId="ADAL" clId="{2DCFDF45-1F6B-4A47-892B-C9094FDD5642}" dt="2022-03-21T15:57:12.445" v="4437" actId="478"/>
          <ac:spMkLst>
            <pc:docMk/>
            <pc:sldMk cId="128687951" sldId="278"/>
            <ac:spMk id="26" creationId="{9970E323-8D4C-4DCD-A50E-4A20C17EB772}"/>
          </ac:spMkLst>
        </pc:spChg>
        <pc:spChg chg="del">
          <ac:chgData name="SERGIO SPANO'" userId="3abdd0b9-513e-40ac-aad4-56920065037d" providerId="ADAL" clId="{2DCFDF45-1F6B-4A47-892B-C9094FDD5642}" dt="2022-03-21T15:57:13.149" v="4438" actId="478"/>
          <ac:spMkLst>
            <pc:docMk/>
            <pc:sldMk cId="128687951" sldId="278"/>
            <ac:spMk id="27" creationId="{DD0DC279-3FFE-47D2-B887-2639A2609346}"/>
          </ac:spMkLst>
        </pc:spChg>
        <pc:picChg chg="add mod">
          <ac:chgData name="SERGIO SPANO'" userId="3abdd0b9-513e-40ac-aad4-56920065037d" providerId="ADAL" clId="{2DCFDF45-1F6B-4A47-892B-C9094FDD5642}" dt="2022-03-21T16:03:39.372" v="4646" actId="1035"/>
          <ac:picMkLst>
            <pc:docMk/>
            <pc:sldMk cId="128687951" sldId="278"/>
            <ac:picMk id="11" creationId="{E48C769E-B577-4392-B6D5-FBEEFA72BFC1}"/>
          </ac:picMkLst>
        </pc:picChg>
        <pc:picChg chg="add mod">
          <ac:chgData name="SERGIO SPANO'" userId="3abdd0b9-513e-40ac-aad4-56920065037d" providerId="ADAL" clId="{2DCFDF45-1F6B-4A47-892B-C9094FDD5642}" dt="2022-03-21T16:03:39.372" v="4646" actId="1035"/>
          <ac:picMkLst>
            <pc:docMk/>
            <pc:sldMk cId="128687951" sldId="278"/>
            <ac:picMk id="12" creationId="{9B4BA5EB-2993-48D2-B45C-37C3252EFD1B}"/>
          </ac:picMkLst>
        </pc:picChg>
        <pc:picChg chg="del">
          <ac:chgData name="SERGIO SPANO'" userId="3abdd0b9-513e-40ac-aad4-56920065037d" providerId="ADAL" clId="{2DCFDF45-1F6B-4A47-892B-C9094FDD5642}" dt="2022-03-21T15:57:10.637" v="4435" actId="478"/>
          <ac:picMkLst>
            <pc:docMk/>
            <pc:sldMk cId="128687951" sldId="278"/>
            <ac:picMk id="16" creationId="{3F3E1BE7-5B3F-4B00-BE19-1D517F7CD225}"/>
          </ac:picMkLst>
        </pc:picChg>
        <pc:picChg chg="del">
          <ac:chgData name="SERGIO SPANO'" userId="3abdd0b9-513e-40ac-aad4-56920065037d" providerId="ADAL" clId="{2DCFDF45-1F6B-4A47-892B-C9094FDD5642}" dt="2022-03-21T15:57:10.992" v="4436" actId="478"/>
          <ac:picMkLst>
            <pc:docMk/>
            <pc:sldMk cId="128687951" sldId="278"/>
            <ac:picMk id="24" creationId="{27BDE9E3-44EE-47A6-902F-7ECB3FD702FB}"/>
          </ac:picMkLst>
        </pc:picChg>
        <pc:picChg chg="add del mod">
          <ac:chgData name="SERGIO SPANO'" userId="3abdd0b9-513e-40ac-aad4-56920065037d" providerId="ADAL" clId="{2DCFDF45-1F6B-4A47-892B-C9094FDD5642}" dt="2022-03-21T16:00:47.166" v="4563" actId="478"/>
          <ac:picMkLst>
            <pc:docMk/>
            <pc:sldMk cId="128687951" sldId="278"/>
            <ac:picMk id="1026" creationId="{82035520-E326-41D1-850B-26077114580A}"/>
          </ac:picMkLst>
        </pc:picChg>
        <pc:picChg chg="add mod">
          <ac:chgData name="SERGIO SPANO'" userId="3abdd0b9-513e-40ac-aad4-56920065037d" providerId="ADAL" clId="{2DCFDF45-1F6B-4A47-892B-C9094FDD5642}" dt="2022-03-21T16:02:26.502" v="4627" actId="1076"/>
          <ac:picMkLst>
            <pc:docMk/>
            <pc:sldMk cId="128687951" sldId="278"/>
            <ac:picMk id="1028" creationId="{369F4586-A5EB-4416-8345-BF672B9BE833}"/>
          </ac:picMkLst>
        </pc:picChg>
        <pc:picChg chg="add mod">
          <ac:chgData name="SERGIO SPANO'" userId="3abdd0b9-513e-40ac-aad4-56920065037d" providerId="ADAL" clId="{2DCFDF45-1F6B-4A47-892B-C9094FDD5642}" dt="2022-03-21T16:02:24.488" v="4626" actId="1076"/>
          <ac:picMkLst>
            <pc:docMk/>
            <pc:sldMk cId="128687951" sldId="278"/>
            <ac:picMk id="1030" creationId="{DB2F0F3E-3431-48E2-A0FE-76D990B2E69A}"/>
          </ac:picMkLst>
        </pc:picChg>
      </pc:sldChg>
      <pc:sldChg chg="addSp delSp modSp add mod modTransition chgLayout">
        <pc:chgData name="SERGIO SPANO'" userId="3abdd0b9-513e-40ac-aad4-56920065037d" providerId="ADAL" clId="{2DCFDF45-1F6B-4A47-892B-C9094FDD5642}" dt="2022-03-29T15:09:18.552" v="6977"/>
        <pc:sldMkLst>
          <pc:docMk/>
          <pc:sldMk cId="3853571047" sldId="279"/>
        </pc:sldMkLst>
        <pc:spChg chg="mod ord">
          <ac:chgData name="SERGIO SPANO'" userId="3abdd0b9-513e-40ac-aad4-56920065037d" providerId="ADAL" clId="{2DCFDF45-1F6B-4A47-892B-C9094FDD5642}" dt="2022-03-22T09:10:05.887" v="4684" actId="700"/>
          <ac:spMkLst>
            <pc:docMk/>
            <pc:sldMk cId="3853571047" sldId="279"/>
            <ac:spMk id="2" creationId="{2AF05FAE-1F5E-4229-863D-BC8C40B76B2C}"/>
          </ac:spMkLst>
        </pc:spChg>
        <pc:spChg chg="add mod ord">
          <ac:chgData name="SERGIO SPANO'" userId="3abdd0b9-513e-40ac-aad4-56920065037d" providerId="ADAL" clId="{2DCFDF45-1F6B-4A47-892B-C9094FDD5642}" dt="2022-03-22T09:42:05.922" v="5218" actId="20577"/>
          <ac:spMkLst>
            <pc:docMk/>
            <pc:sldMk cId="3853571047" sldId="279"/>
            <ac:spMk id="3" creationId="{C555F03E-A0BB-4F7F-876E-E3229C24E868}"/>
          </ac:spMkLst>
        </pc:spChg>
        <pc:spChg chg="mod ord">
          <ac:chgData name="SERGIO SPANO'" userId="3abdd0b9-513e-40ac-aad4-56920065037d" providerId="ADAL" clId="{2DCFDF45-1F6B-4A47-892B-C9094FDD5642}" dt="2022-03-22T09:10:05.887" v="4684" actId="700"/>
          <ac:spMkLst>
            <pc:docMk/>
            <pc:sldMk cId="3853571047" sldId="279"/>
            <ac:spMk id="4" creationId="{355DDF7D-5875-4E92-90E5-00A3C5BB81D1}"/>
          </ac:spMkLst>
        </pc:spChg>
        <pc:spChg chg="mod ord">
          <ac:chgData name="SERGIO SPANO'" userId="3abdd0b9-513e-40ac-aad4-56920065037d" providerId="ADAL" clId="{2DCFDF45-1F6B-4A47-892B-C9094FDD5642}" dt="2022-03-22T09:10:05.887" v="4684" actId="700"/>
          <ac:spMkLst>
            <pc:docMk/>
            <pc:sldMk cId="3853571047" sldId="279"/>
            <ac:spMk id="5" creationId="{E5BCDBC7-8058-43A8-8293-39778DA77FC9}"/>
          </ac:spMkLst>
        </pc:spChg>
        <pc:spChg chg="del mod">
          <ac:chgData name="SERGIO SPANO'" userId="3abdd0b9-513e-40ac-aad4-56920065037d" providerId="ADAL" clId="{2DCFDF45-1F6B-4A47-892B-C9094FDD5642}" dt="2022-03-22T09:09:58.024" v="4677" actId="478"/>
          <ac:spMkLst>
            <pc:docMk/>
            <pc:sldMk cId="3853571047" sldId="279"/>
            <ac:spMk id="13" creationId="{5AB491D4-2421-463E-AF7A-93CAA72583AC}"/>
          </ac:spMkLst>
        </pc:spChg>
        <pc:spChg chg="del mod">
          <ac:chgData name="SERGIO SPANO'" userId="3abdd0b9-513e-40ac-aad4-56920065037d" providerId="ADAL" clId="{2DCFDF45-1F6B-4A47-892B-C9094FDD5642}" dt="2022-03-22T09:10:01.437" v="4681" actId="478"/>
          <ac:spMkLst>
            <pc:docMk/>
            <pc:sldMk cId="3853571047" sldId="279"/>
            <ac:spMk id="14" creationId="{286D7161-DF69-49A6-86D4-683CE3C154C6}"/>
          </ac:spMkLst>
        </pc:spChg>
        <pc:spChg chg="mod">
          <ac:chgData name="SERGIO SPANO'" userId="3abdd0b9-513e-40ac-aad4-56920065037d" providerId="ADAL" clId="{2DCFDF45-1F6B-4A47-892B-C9094FDD5642}" dt="2022-03-22T09:09:50.272" v="4673" actId="20577"/>
          <ac:spMkLst>
            <pc:docMk/>
            <pc:sldMk cId="3853571047" sldId="279"/>
            <ac:spMk id="15" creationId="{741FA5E8-9712-4046-B86A-9BA1B33A76EC}"/>
          </ac:spMkLst>
        </pc:spChg>
        <pc:spChg chg="add mod">
          <ac:chgData name="SERGIO SPANO'" userId="3abdd0b9-513e-40ac-aad4-56920065037d" providerId="ADAL" clId="{2DCFDF45-1F6B-4A47-892B-C9094FDD5642}" dt="2022-03-22T09:42:11.391" v="5220" actId="1076"/>
          <ac:spMkLst>
            <pc:docMk/>
            <pc:sldMk cId="3853571047" sldId="279"/>
            <ac:spMk id="18" creationId="{015038D2-88DA-4ACD-826F-04D0F5D8D3C5}"/>
          </ac:spMkLst>
        </pc:spChg>
        <pc:spChg chg="del">
          <ac:chgData name="SERGIO SPANO'" userId="3abdd0b9-513e-40ac-aad4-56920065037d" providerId="ADAL" clId="{2DCFDF45-1F6B-4A47-892B-C9094FDD5642}" dt="2022-03-22T09:10:02.800" v="4682" actId="478"/>
          <ac:spMkLst>
            <pc:docMk/>
            <pc:sldMk cId="3853571047" sldId="279"/>
            <ac:spMk id="19" creationId="{14358FEA-7F6C-4A6C-AA91-A36091722F3A}"/>
          </ac:spMkLst>
        </pc:spChg>
        <pc:spChg chg="del">
          <ac:chgData name="SERGIO SPANO'" userId="3abdd0b9-513e-40ac-aad4-56920065037d" providerId="ADAL" clId="{2DCFDF45-1F6B-4A47-892B-C9094FDD5642}" dt="2022-03-22T09:10:03.622" v="4683" actId="478"/>
          <ac:spMkLst>
            <pc:docMk/>
            <pc:sldMk cId="3853571047" sldId="279"/>
            <ac:spMk id="21" creationId="{7182BA01-172C-4A98-AD1C-E03381ED7865}"/>
          </ac:spMkLst>
        </pc:spChg>
        <pc:spChg chg="add mod">
          <ac:chgData name="SERGIO SPANO'" userId="3abdd0b9-513e-40ac-aad4-56920065037d" providerId="ADAL" clId="{2DCFDF45-1F6B-4A47-892B-C9094FDD5642}" dt="2022-03-22T09:27:34.531" v="4879" actId="164"/>
          <ac:spMkLst>
            <pc:docMk/>
            <pc:sldMk cId="3853571047" sldId="279"/>
            <ac:spMk id="22" creationId="{4221193B-5F6C-4818-9EF9-FE729456C6C5}"/>
          </ac:spMkLst>
        </pc:spChg>
        <pc:spChg chg="add mod">
          <ac:chgData name="SERGIO SPANO'" userId="3abdd0b9-513e-40ac-aad4-56920065037d" providerId="ADAL" clId="{2DCFDF45-1F6B-4A47-892B-C9094FDD5642}" dt="2022-03-22T09:27:34.531" v="4879" actId="164"/>
          <ac:spMkLst>
            <pc:docMk/>
            <pc:sldMk cId="3853571047" sldId="279"/>
            <ac:spMk id="23" creationId="{D6BBD973-D9B3-46AD-971B-ABACB1F537F1}"/>
          </ac:spMkLst>
        </pc:spChg>
        <pc:spChg chg="add mod">
          <ac:chgData name="SERGIO SPANO'" userId="3abdd0b9-513e-40ac-aad4-56920065037d" providerId="ADAL" clId="{2DCFDF45-1F6B-4A47-892B-C9094FDD5642}" dt="2022-03-22T09:27:34.531" v="4879" actId="164"/>
          <ac:spMkLst>
            <pc:docMk/>
            <pc:sldMk cId="3853571047" sldId="279"/>
            <ac:spMk id="25" creationId="{91A573F1-FDE2-46B6-B0C7-2567178F6DFE}"/>
          </ac:spMkLst>
        </pc:spChg>
        <pc:spChg chg="add mod">
          <ac:chgData name="SERGIO SPANO'" userId="3abdd0b9-513e-40ac-aad4-56920065037d" providerId="ADAL" clId="{2DCFDF45-1F6B-4A47-892B-C9094FDD5642}" dt="2022-03-22T09:19:27.627" v="4816" actId="1036"/>
          <ac:spMkLst>
            <pc:docMk/>
            <pc:sldMk cId="3853571047" sldId="279"/>
            <ac:spMk id="27" creationId="{D8FF50C2-59AB-4BE6-AFA4-7985B6BBEB03}"/>
          </ac:spMkLst>
        </pc:spChg>
        <pc:spChg chg="add mod">
          <ac:chgData name="SERGIO SPANO'" userId="3abdd0b9-513e-40ac-aad4-56920065037d" providerId="ADAL" clId="{2DCFDF45-1F6B-4A47-892B-C9094FDD5642}" dt="2022-03-22T09:42:14.282" v="5221" actId="1076"/>
          <ac:spMkLst>
            <pc:docMk/>
            <pc:sldMk cId="3853571047" sldId="279"/>
            <ac:spMk id="28" creationId="{C15FB347-C3D1-41B7-8695-396B40AAE73C}"/>
          </ac:spMkLst>
        </pc:spChg>
        <pc:spChg chg="add del mod">
          <ac:chgData name="SERGIO SPANO'" userId="3abdd0b9-513e-40ac-aad4-56920065037d" providerId="ADAL" clId="{2DCFDF45-1F6B-4A47-892B-C9094FDD5642}" dt="2022-03-22T09:38:02.566" v="4927" actId="478"/>
          <ac:spMkLst>
            <pc:docMk/>
            <pc:sldMk cId="3853571047" sldId="279"/>
            <ac:spMk id="33" creationId="{5683200A-9435-4625-ACC8-49ED1D413AC8}"/>
          </ac:spMkLst>
        </pc:spChg>
        <pc:spChg chg="add del">
          <ac:chgData name="SERGIO SPANO'" userId="3abdd0b9-513e-40ac-aad4-56920065037d" providerId="ADAL" clId="{2DCFDF45-1F6B-4A47-892B-C9094FDD5642}" dt="2022-03-22T09:38:13.658" v="4930" actId="22"/>
          <ac:spMkLst>
            <pc:docMk/>
            <pc:sldMk cId="3853571047" sldId="279"/>
            <ac:spMk id="35" creationId="{26112EBC-D787-4A8D-ADF9-4CA525161BA5}"/>
          </ac:spMkLst>
        </pc:spChg>
        <pc:spChg chg="add mod">
          <ac:chgData name="SERGIO SPANO'" userId="3abdd0b9-513e-40ac-aad4-56920065037d" providerId="ADAL" clId="{2DCFDF45-1F6B-4A47-892B-C9094FDD5642}" dt="2022-03-22T09:39:15.944" v="5086" actId="1076"/>
          <ac:spMkLst>
            <pc:docMk/>
            <pc:sldMk cId="3853571047" sldId="279"/>
            <ac:spMk id="36" creationId="{B88FA66B-78A5-4440-AFCA-A88FC01570DE}"/>
          </ac:spMkLst>
        </pc:spChg>
        <pc:grpChg chg="add mod">
          <ac:chgData name="SERGIO SPANO'" userId="3abdd0b9-513e-40ac-aad4-56920065037d" providerId="ADAL" clId="{2DCFDF45-1F6B-4A47-892B-C9094FDD5642}" dt="2022-03-22T09:36:53.402" v="4886" actId="1076"/>
          <ac:grpSpMkLst>
            <pc:docMk/>
            <pc:sldMk cId="3853571047" sldId="279"/>
            <ac:grpSpMk id="17" creationId="{2B7FE361-4690-4098-92FB-53852E6387A2}"/>
          </ac:grpSpMkLst>
        </pc:grpChg>
        <pc:picChg chg="add mod">
          <ac:chgData name="SERGIO SPANO'" userId="3abdd0b9-513e-40ac-aad4-56920065037d" providerId="ADAL" clId="{2DCFDF45-1F6B-4A47-892B-C9094FDD5642}" dt="2022-03-22T09:19:27.627" v="4816" actId="1036"/>
          <ac:picMkLst>
            <pc:docMk/>
            <pc:sldMk cId="3853571047" sldId="279"/>
            <ac:picMk id="8" creationId="{81131D43-6810-47DB-9330-85E4600B3F0F}"/>
          </ac:picMkLst>
        </pc:picChg>
        <pc:picChg chg="del">
          <ac:chgData name="SERGIO SPANO'" userId="3abdd0b9-513e-40ac-aad4-56920065037d" providerId="ADAL" clId="{2DCFDF45-1F6B-4A47-892B-C9094FDD5642}" dt="2022-03-22T09:09:56.639" v="4675" actId="478"/>
          <ac:picMkLst>
            <pc:docMk/>
            <pc:sldMk cId="3853571047" sldId="279"/>
            <ac:picMk id="11" creationId="{E48C769E-B577-4392-B6D5-FBEEFA72BFC1}"/>
          </ac:picMkLst>
        </pc:picChg>
        <pc:picChg chg="del">
          <ac:chgData name="SERGIO SPANO'" userId="3abdd0b9-513e-40ac-aad4-56920065037d" providerId="ADAL" clId="{2DCFDF45-1F6B-4A47-892B-C9094FDD5642}" dt="2022-03-22T09:09:56.189" v="4674" actId="478"/>
          <ac:picMkLst>
            <pc:docMk/>
            <pc:sldMk cId="3853571047" sldId="279"/>
            <ac:picMk id="12" creationId="{9B4BA5EB-2993-48D2-B45C-37C3252EFD1B}"/>
          </ac:picMkLst>
        </pc:picChg>
        <pc:picChg chg="add mod">
          <ac:chgData name="SERGIO SPANO'" userId="3abdd0b9-513e-40ac-aad4-56920065037d" providerId="ADAL" clId="{2DCFDF45-1F6B-4A47-892B-C9094FDD5642}" dt="2022-03-22T09:46:13.423" v="5277" actId="1076"/>
          <ac:picMkLst>
            <pc:docMk/>
            <pc:sldMk cId="3853571047" sldId="279"/>
            <ac:picMk id="16" creationId="{C545B012-9626-49A6-9700-1DE6CD02B86C}"/>
          </ac:picMkLst>
        </pc:picChg>
        <pc:picChg chg="add mod">
          <ac:chgData name="SERGIO SPANO'" userId="3abdd0b9-513e-40ac-aad4-56920065037d" providerId="ADAL" clId="{2DCFDF45-1F6B-4A47-892B-C9094FDD5642}" dt="2022-03-22T09:27:34.531" v="4879" actId="164"/>
          <ac:picMkLst>
            <pc:docMk/>
            <pc:sldMk cId="3853571047" sldId="279"/>
            <ac:picMk id="20" creationId="{59B7E75D-67F5-4B58-96BA-2FD5D2D849E2}"/>
          </ac:picMkLst>
        </pc:picChg>
        <pc:picChg chg="add del mod">
          <ac:chgData name="SERGIO SPANO'" userId="3abdd0b9-513e-40ac-aad4-56920065037d" providerId="ADAL" clId="{2DCFDF45-1F6B-4A47-892B-C9094FDD5642}" dt="2022-03-22T09:38:01.568" v="4926" actId="478"/>
          <ac:picMkLst>
            <pc:docMk/>
            <pc:sldMk cId="3853571047" sldId="279"/>
            <ac:picMk id="29" creationId="{07D7230B-5AF0-41A2-ABBD-A2528BAD3F95}"/>
          </ac:picMkLst>
        </pc:picChg>
        <pc:picChg chg="add del mod">
          <ac:chgData name="SERGIO SPANO'" userId="3abdd0b9-513e-40ac-aad4-56920065037d" providerId="ADAL" clId="{2DCFDF45-1F6B-4A47-892B-C9094FDD5642}" dt="2022-03-22T09:18:24.257" v="4744" actId="478"/>
          <ac:picMkLst>
            <pc:docMk/>
            <pc:sldMk cId="3853571047" sldId="279"/>
            <ac:picMk id="1026" creationId="{3B79CDA5-4F3A-474B-BDE7-8354E68456E9}"/>
          </ac:picMkLst>
        </pc:picChg>
        <pc:picChg chg="del">
          <ac:chgData name="SERGIO SPANO'" userId="3abdd0b9-513e-40ac-aad4-56920065037d" providerId="ADAL" clId="{2DCFDF45-1F6B-4A47-892B-C9094FDD5642}" dt="2022-03-22T09:09:59.164" v="4679" actId="478"/>
          <ac:picMkLst>
            <pc:docMk/>
            <pc:sldMk cId="3853571047" sldId="279"/>
            <ac:picMk id="1028" creationId="{369F4586-A5EB-4416-8345-BF672B9BE833}"/>
          </ac:picMkLst>
        </pc:picChg>
        <pc:picChg chg="del">
          <ac:chgData name="SERGIO SPANO'" userId="3abdd0b9-513e-40ac-aad4-56920065037d" providerId="ADAL" clId="{2DCFDF45-1F6B-4A47-892B-C9094FDD5642}" dt="2022-03-22T09:09:58.688" v="4678" actId="478"/>
          <ac:picMkLst>
            <pc:docMk/>
            <pc:sldMk cId="3853571047" sldId="279"/>
            <ac:picMk id="1030" creationId="{DB2F0F3E-3431-48E2-A0FE-76D990B2E69A}"/>
          </ac:picMkLst>
        </pc:picChg>
        <pc:cxnChg chg="add mod">
          <ac:chgData name="SERGIO SPANO'" userId="3abdd0b9-513e-40ac-aad4-56920065037d" providerId="ADAL" clId="{2DCFDF45-1F6B-4A47-892B-C9094FDD5642}" dt="2022-03-22T09:27:34.531" v="4879" actId="164"/>
          <ac:cxnSpMkLst>
            <pc:docMk/>
            <pc:sldMk cId="3853571047" sldId="279"/>
            <ac:cxnSpMk id="24" creationId="{7246239A-DB00-462A-8CA8-C87A7D2C2082}"/>
          </ac:cxnSpMkLst>
        </pc:cxnChg>
        <pc:cxnChg chg="add mod">
          <ac:chgData name="SERGIO SPANO'" userId="3abdd0b9-513e-40ac-aad4-56920065037d" providerId="ADAL" clId="{2DCFDF45-1F6B-4A47-892B-C9094FDD5642}" dt="2022-03-22T09:27:34.531" v="4879" actId="164"/>
          <ac:cxnSpMkLst>
            <pc:docMk/>
            <pc:sldMk cId="3853571047" sldId="279"/>
            <ac:cxnSpMk id="26" creationId="{FC8E9FB7-35A3-428A-87CA-E4DE58031D23}"/>
          </ac:cxnSpMkLst>
        </pc:cxnChg>
      </pc:sldChg>
      <pc:sldChg chg="addSp delSp modSp add mod modTransition">
        <pc:chgData name="SERGIO SPANO'" userId="3abdd0b9-513e-40ac-aad4-56920065037d" providerId="ADAL" clId="{2DCFDF45-1F6B-4A47-892B-C9094FDD5642}" dt="2022-03-29T15:09:18.552" v="6977"/>
        <pc:sldMkLst>
          <pc:docMk/>
          <pc:sldMk cId="2849533706" sldId="280"/>
        </pc:sldMkLst>
        <pc:spChg chg="del mod">
          <ac:chgData name="SERGIO SPANO'" userId="3abdd0b9-513e-40ac-aad4-56920065037d" providerId="ADAL" clId="{2DCFDF45-1F6B-4A47-892B-C9094FDD5642}" dt="2022-03-22T09:39:33.996" v="5105" actId="478"/>
          <ac:spMkLst>
            <pc:docMk/>
            <pc:sldMk cId="2849533706" sldId="280"/>
            <ac:spMk id="3" creationId="{C555F03E-A0BB-4F7F-876E-E3229C24E868}"/>
          </ac:spMkLst>
        </pc:spChg>
        <pc:spChg chg="add del mod">
          <ac:chgData name="SERGIO SPANO'" userId="3abdd0b9-513e-40ac-aad4-56920065037d" providerId="ADAL" clId="{2DCFDF45-1F6B-4A47-892B-C9094FDD5642}" dt="2022-03-22T09:39:39.733" v="5108" actId="478"/>
          <ac:spMkLst>
            <pc:docMk/>
            <pc:sldMk cId="2849533706" sldId="280"/>
            <ac:spMk id="9" creationId="{FC7F0329-FAA1-45C7-A6FA-027A93DCA401}"/>
          </ac:spMkLst>
        </pc:spChg>
        <pc:spChg chg="del">
          <ac:chgData name="SERGIO SPANO'" userId="3abdd0b9-513e-40ac-aad4-56920065037d" providerId="ADAL" clId="{2DCFDF45-1F6B-4A47-892B-C9094FDD5642}" dt="2022-03-22T09:39:36.847" v="5106" actId="478"/>
          <ac:spMkLst>
            <pc:docMk/>
            <pc:sldMk cId="2849533706" sldId="280"/>
            <ac:spMk id="18" creationId="{015038D2-88DA-4ACD-826F-04D0F5D8D3C5}"/>
          </ac:spMkLst>
        </pc:spChg>
        <pc:spChg chg="mod">
          <ac:chgData name="SERGIO SPANO'" userId="3abdd0b9-513e-40ac-aad4-56920065037d" providerId="ADAL" clId="{2DCFDF45-1F6B-4A47-892B-C9094FDD5642}" dt="2022-03-22T09:39:40.621" v="5109" actId="6549"/>
          <ac:spMkLst>
            <pc:docMk/>
            <pc:sldMk cId="2849533706" sldId="280"/>
            <ac:spMk id="25" creationId="{91A573F1-FDE2-46B6-B0C7-2567178F6DFE}"/>
          </ac:spMkLst>
        </pc:spChg>
        <pc:spChg chg="del">
          <ac:chgData name="SERGIO SPANO'" userId="3abdd0b9-513e-40ac-aad4-56920065037d" providerId="ADAL" clId="{2DCFDF45-1F6B-4A47-892B-C9094FDD5642}" dt="2022-03-22T09:39:43.924" v="5111" actId="478"/>
          <ac:spMkLst>
            <pc:docMk/>
            <pc:sldMk cId="2849533706" sldId="280"/>
            <ac:spMk id="27" creationId="{D8FF50C2-59AB-4BE6-AFA4-7985B6BBEB03}"/>
          </ac:spMkLst>
        </pc:spChg>
        <pc:spChg chg="del">
          <ac:chgData name="SERGIO SPANO'" userId="3abdd0b9-513e-40ac-aad4-56920065037d" providerId="ADAL" clId="{2DCFDF45-1F6B-4A47-892B-C9094FDD5642}" dt="2022-03-22T09:39:36.847" v="5106" actId="478"/>
          <ac:spMkLst>
            <pc:docMk/>
            <pc:sldMk cId="2849533706" sldId="280"/>
            <ac:spMk id="28" creationId="{C15FB347-C3D1-41B7-8695-396B40AAE73C}"/>
          </ac:spMkLst>
        </pc:spChg>
        <pc:spChg chg="del">
          <ac:chgData name="SERGIO SPANO'" userId="3abdd0b9-513e-40ac-aad4-56920065037d" providerId="ADAL" clId="{2DCFDF45-1F6B-4A47-892B-C9094FDD5642}" dt="2022-03-22T09:39:36.847" v="5106" actId="478"/>
          <ac:spMkLst>
            <pc:docMk/>
            <pc:sldMk cId="2849533706" sldId="280"/>
            <ac:spMk id="36" creationId="{B88FA66B-78A5-4440-AFCA-A88FC01570DE}"/>
          </ac:spMkLst>
        </pc:spChg>
        <pc:grpChg chg="del">
          <ac:chgData name="SERGIO SPANO'" userId="3abdd0b9-513e-40ac-aad4-56920065037d" providerId="ADAL" clId="{2DCFDF45-1F6B-4A47-892B-C9094FDD5642}" dt="2022-03-22T09:39:41.374" v="5110" actId="478"/>
          <ac:grpSpMkLst>
            <pc:docMk/>
            <pc:sldMk cId="2849533706" sldId="280"/>
            <ac:grpSpMk id="17" creationId="{2B7FE361-4690-4098-92FB-53852E6387A2}"/>
          </ac:grpSpMkLst>
        </pc:grpChg>
        <pc:picChg chg="del">
          <ac:chgData name="SERGIO SPANO'" userId="3abdd0b9-513e-40ac-aad4-56920065037d" providerId="ADAL" clId="{2DCFDF45-1F6B-4A47-892B-C9094FDD5642}" dt="2022-03-22T09:39:36.847" v="5106" actId="478"/>
          <ac:picMkLst>
            <pc:docMk/>
            <pc:sldMk cId="2849533706" sldId="280"/>
            <ac:picMk id="8" creationId="{81131D43-6810-47DB-9330-85E4600B3F0F}"/>
          </ac:picMkLst>
        </pc:picChg>
        <pc:picChg chg="add mod">
          <ac:chgData name="SERGIO SPANO'" userId="3abdd0b9-513e-40ac-aad4-56920065037d" providerId="ADAL" clId="{2DCFDF45-1F6B-4A47-892B-C9094FDD5642}" dt="2022-03-22T09:44:25.760" v="5247" actId="1076"/>
          <ac:picMkLst>
            <pc:docMk/>
            <pc:sldMk cId="2849533706" sldId="280"/>
            <ac:picMk id="11" creationId="{6E8DF4DB-F4CD-460F-B30E-8F0DADAE4E17}"/>
          </ac:picMkLst>
        </pc:picChg>
        <pc:picChg chg="add mod">
          <ac:chgData name="SERGIO SPANO'" userId="3abdd0b9-513e-40ac-aad4-56920065037d" providerId="ADAL" clId="{2DCFDF45-1F6B-4A47-892B-C9094FDD5642}" dt="2022-03-22T09:44:22.193" v="5245" actId="1076"/>
          <ac:picMkLst>
            <pc:docMk/>
            <pc:sldMk cId="2849533706" sldId="280"/>
            <ac:picMk id="13" creationId="{C1F3BE76-1F7A-4B89-880C-25F4604DFA76}"/>
          </ac:picMkLst>
        </pc:picChg>
        <pc:picChg chg="del">
          <ac:chgData name="SERGIO SPANO'" userId="3abdd0b9-513e-40ac-aad4-56920065037d" providerId="ADAL" clId="{2DCFDF45-1F6B-4A47-892B-C9094FDD5642}" dt="2022-03-22T09:39:32.389" v="5104" actId="478"/>
          <ac:picMkLst>
            <pc:docMk/>
            <pc:sldMk cId="2849533706" sldId="280"/>
            <ac:picMk id="16" creationId="{C545B012-9626-49A6-9700-1DE6CD02B86C}"/>
          </ac:picMkLst>
        </pc:picChg>
        <pc:picChg chg="add mod">
          <ac:chgData name="SERGIO SPANO'" userId="3abdd0b9-513e-40ac-aad4-56920065037d" providerId="ADAL" clId="{2DCFDF45-1F6B-4A47-892B-C9094FDD5642}" dt="2022-03-22T09:44:33.139" v="5251" actId="1076"/>
          <ac:picMkLst>
            <pc:docMk/>
            <pc:sldMk cId="2849533706" sldId="280"/>
            <ac:picMk id="2050" creationId="{BBD66855-1B4E-4225-8CE8-7D52F63AE40B}"/>
          </ac:picMkLst>
        </pc:picChg>
        <pc:picChg chg="add mod">
          <ac:chgData name="SERGIO SPANO'" userId="3abdd0b9-513e-40ac-aad4-56920065037d" providerId="ADAL" clId="{2DCFDF45-1F6B-4A47-892B-C9094FDD5642}" dt="2022-03-22T09:44:29.393" v="5249" actId="1076"/>
          <ac:picMkLst>
            <pc:docMk/>
            <pc:sldMk cId="2849533706" sldId="280"/>
            <ac:picMk id="2052" creationId="{6C20F3C9-A579-4480-857C-722C8A6170DB}"/>
          </ac:picMkLst>
        </pc:picChg>
        <pc:picChg chg="add mod">
          <ac:chgData name="SERGIO SPANO'" userId="3abdd0b9-513e-40ac-aad4-56920065037d" providerId="ADAL" clId="{2DCFDF45-1F6B-4A47-892B-C9094FDD5642}" dt="2022-03-22T09:44:23.599" v="5246" actId="1076"/>
          <ac:picMkLst>
            <pc:docMk/>
            <pc:sldMk cId="2849533706" sldId="280"/>
            <ac:picMk id="2054" creationId="{3856E80C-C9D9-49EB-AAF7-75FE96F5BFA6}"/>
          </ac:picMkLst>
        </pc:picChg>
        <pc:picChg chg="add mod">
          <ac:chgData name="SERGIO SPANO'" userId="3abdd0b9-513e-40ac-aad4-56920065037d" providerId="ADAL" clId="{2DCFDF45-1F6B-4A47-892B-C9094FDD5642}" dt="2022-03-22T09:44:20.539" v="5244" actId="1076"/>
          <ac:picMkLst>
            <pc:docMk/>
            <pc:sldMk cId="2849533706" sldId="280"/>
            <ac:picMk id="2056" creationId="{C221F12C-DBF0-473E-A4D3-A5B9A47B3A3B}"/>
          </ac:picMkLst>
        </pc:picChg>
        <pc:picChg chg="add del mod">
          <ac:chgData name="SERGIO SPANO'" userId="3abdd0b9-513e-40ac-aad4-56920065037d" providerId="ADAL" clId="{2DCFDF45-1F6B-4A47-892B-C9094FDD5642}" dt="2022-03-22T09:44:10.666" v="5243" actId="478"/>
          <ac:picMkLst>
            <pc:docMk/>
            <pc:sldMk cId="2849533706" sldId="280"/>
            <ac:picMk id="2058" creationId="{CF69186A-6FCE-43FF-B3BD-CBFE0995193E}"/>
          </ac:picMkLst>
        </pc:picChg>
        <pc:cxnChg chg="add mod">
          <ac:chgData name="SERGIO SPANO'" userId="3abdd0b9-513e-40ac-aad4-56920065037d" providerId="ADAL" clId="{2DCFDF45-1F6B-4A47-892B-C9094FDD5642}" dt="2022-03-22T09:45:04.067" v="5261" actId="14100"/>
          <ac:cxnSpMkLst>
            <pc:docMk/>
            <pc:sldMk cId="2849533706" sldId="280"/>
            <ac:cxnSpMk id="19" creationId="{0C481168-D914-4A29-9EBC-7FF883DAE18E}"/>
          </ac:cxnSpMkLst>
        </pc:cxnChg>
        <pc:cxnChg chg="mod">
          <ac:chgData name="SERGIO SPANO'" userId="3abdd0b9-513e-40ac-aad4-56920065037d" providerId="ADAL" clId="{2DCFDF45-1F6B-4A47-892B-C9094FDD5642}" dt="2022-03-22T09:39:41.374" v="5110" actId="478"/>
          <ac:cxnSpMkLst>
            <pc:docMk/>
            <pc:sldMk cId="2849533706" sldId="280"/>
            <ac:cxnSpMk id="24" creationId="{7246239A-DB00-462A-8CA8-C87A7D2C2082}"/>
          </ac:cxnSpMkLst>
        </pc:cxnChg>
        <pc:cxnChg chg="add mod">
          <ac:chgData name="SERGIO SPANO'" userId="3abdd0b9-513e-40ac-aad4-56920065037d" providerId="ADAL" clId="{2DCFDF45-1F6B-4A47-892B-C9094FDD5642}" dt="2022-03-22T09:45:06.902" v="5262" actId="14100"/>
          <ac:cxnSpMkLst>
            <pc:docMk/>
            <pc:sldMk cId="2849533706" sldId="280"/>
            <ac:cxnSpMk id="37" creationId="{DB9D5A1B-715E-404A-910E-95EC22307974}"/>
          </ac:cxnSpMkLst>
        </pc:cxnChg>
      </pc:sldChg>
      <pc:sldChg chg="addSp delSp modSp add mod modTransition">
        <pc:chgData name="SERGIO SPANO'" userId="3abdd0b9-513e-40ac-aad4-56920065037d" providerId="ADAL" clId="{2DCFDF45-1F6B-4A47-892B-C9094FDD5642}" dt="2022-03-29T15:09:18.552" v="6977"/>
        <pc:sldMkLst>
          <pc:docMk/>
          <pc:sldMk cId="1574026564" sldId="281"/>
        </pc:sldMkLst>
        <pc:spChg chg="add mod">
          <ac:chgData name="SERGIO SPANO'" userId="3abdd0b9-513e-40ac-aad4-56920065037d" providerId="ADAL" clId="{2DCFDF45-1F6B-4A47-892B-C9094FDD5642}" dt="2022-03-22T09:48:29.360" v="5365" actId="20577"/>
          <ac:spMkLst>
            <pc:docMk/>
            <pc:sldMk cId="1574026564" sldId="281"/>
            <ac:spMk id="16" creationId="{AF3279C9-10FD-41DC-B551-5905388976EE}"/>
          </ac:spMkLst>
        </pc:spChg>
        <pc:spChg chg="add mod">
          <ac:chgData name="SERGIO SPANO'" userId="3abdd0b9-513e-40ac-aad4-56920065037d" providerId="ADAL" clId="{2DCFDF45-1F6B-4A47-892B-C9094FDD5642}" dt="2022-03-22T09:48:01.199" v="5363" actId="1076"/>
          <ac:spMkLst>
            <pc:docMk/>
            <pc:sldMk cId="1574026564" sldId="281"/>
            <ac:spMk id="20" creationId="{7CDBBC2F-D431-4322-B343-BA17D020F381}"/>
          </ac:spMkLst>
        </pc:spChg>
        <pc:spChg chg="add mod">
          <ac:chgData name="SERGIO SPANO'" userId="3abdd0b9-513e-40ac-aad4-56920065037d" providerId="ADAL" clId="{2DCFDF45-1F6B-4A47-892B-C9094FDD5642}" dt="2022-03-22T09:49:34.239" v="5431" actId="1076"/>
          <ac:spMkLst>
            <pc:docMk/>
            <pc:sldMk cId="1574026564" sldId="281"/>
            <ac:spMk id="21" creationId="{F11D51CE-9378-46EB-8FAB-9B4D68FFE60A}"/>
          </ac:spMkLst>
        </pc:spChg>
        <pc:picChg chg="del">
          <ac:chgData name="SERGIO SPANO'" userId="3abdd0b9-513e-40ac-aad4-56920065037d" providerId="ADAL" clId="{2DCFDF45-1F6B-4A47-892B-C9094FDD5642}" dt="2022-03-22T09:45:42.732" v="5270" actId="478"/>
          <ac:picMkLst>
            <pc:docMk/>
            <pc:sldMk cId="1574026564" sldId="281"/>
            <ac:picMk id="11" creationId="{6E8DF4DB-F4CD-460F-B30E-8F0DADAE4E17}"/>
          </ac:picMkLst>
        </pc:picChg>
        <pc:picChg chg="del">
          <ac:chgData name="SERGIO SPANO'" userId="3abdd0b9-513e-40ac-aad4-56920065037d" providerId="ADAL" clId="{2DCFDF45-1F6B-4A47-892B-C9094FDD5642}" dt="2022-03-22T09:45:36.969" v="5265" actId="478"/>
          <ac:picMkLst>
            <pc:docMk/>
            <pc:sldMk cId="1574026564" sldId="281"/>
            <ac:picMk id="13" creationId="{C1F3BE76-1F7A-4B89-880C-25F4604DFA76}"/>
          </ac:picMkLst>
        </pc:picChg>
        <pc:picChg chg="del">
          <ac:chgData name="SERGIO SPANO'" userId="3abdd0b9-513e-40ac-aad4-56920065037d" providerId="ADAL" clId="{2DCFDF45-1F6B-4A47-892B-C9094FDD5642}" dt="2022-03-22T09:45:36.475" v="5264" actId="478"/>
          <ac:picMkLst>
            <pc:docMk/>
            <pc:sldMk cId="1574026564" sldId="281"/>
            <ac:picMk id="2050" creationId="{BBD66855-1B4E-4225-8CE8-7D52F63AE40B}"/>
          </ac:picMkLst>
        </pc:picChg>
        <pc:picChg chg="del mod">
          <ac:chgData name="SERGIO SPANO'" userId="3abdd0b9-513e-40ac-aad4-56920065037d" providerId="ADAL" clId="{2DCFDF45-1F6B-4A47-892B-C9094FDD5642}" dt="2022-03-22T09:45:43.158" v="5272" actId="478"/>
          <ac:picMkLst>
            <pc:docMk/>
            <pc:sldMk cId="1574026564" sldId="281"/>
            <ac:picMk id="2052" creationId="{6C20F3C9-A579-4480-857C-722C8A6170DB}"/>
          </ac:picMkLst>
        </pc:picChg>
        <pc:picChg chg="del">
          <ac:chgData name="SERGIO SPANO'" userId="3abdd0b9-513e-40ac-aad4-56920065037d" providerId="ADAL" clId="{2DCFDF45-1F6B-4A47-892B-C9094FDD5642}" dt="2022-03-22T09:45:42.145" v="5269" actId="478"/>
          <ac:picMkLst>
            <pc:docMk/>
            <pc:sldMk cId="1574026564" sldId="281"/>
            <ac:picMk id="2054" creationId="{3856E80C-C9D9-49EB-AAF7-75FE96F5BFA6}"/>
          </ac:picMkLst>
        </pc:picChg>
        <pc:picChg chg="del">
          <ac:chgData name="SERGIO SPANO'" userId="3abdd0b9-513e-40ac-aad4-56920065037d" providerId="ADAL" clId="{2DCFDF45-1F6B-4A47-892B-C9094FDD5642}" dt="2022-03-22T09:45:41.269" v="5268" actId="478"/>
          <ac:picMkLst>
            <pc:docMk/>
            <pc:sldMk cId="1574026564" sldId="281"/>
            <ac:picMk id="2056" creationId="{C221F12C-DBF0-473E-A4D3-A5B9A47B3A3B}"/>
          </ac:picMkLst>
        </pc:picChg>
        <pc:picChg chg="add mod">
          <ac:chgData name="SERGIO SPANO'" userId="3abdd0b9-513e-40ac-aad4-56920065037d" providerId="ADAL" clId="{2DCFDF45-1F6B-4A47-892B-C9094FDD5642}" dt="2022-03-22T09:48:10.875" v="5364" actId="1076"/>
          <ac:picMkLst>
            <pc:docMk/>
            <pc:sldMk cId="1574026564" sldId="281"/>
            <ac:picMk id="3074" creationId="{253799D8-2677-4074-8923-845AF4F829E0}"/>
          </ac:picMkLst>
        </pc:picChg>
        <pc:picChg chg="add mod">
          <ac:chgData name="SERGIO SPANO'" userId="3abdd0b9-513e-40ac-aad4-56920065037d" providerId="ADAL" clId="{2DCFDF45-1F6B-4A47-892B-C9094FDD5642}" dt="2022-03-22T09:49:32.226" v="5430" actId="1076"/>
          <ac:picMkLst>
            <pc:docMk/>
            <pc:sldMk cId="1574026564" sldId="281"/>
            <ac:picMk id="3076" creationId="{8B51047F-553A-40E0-8E72-23B6F4B54A48}"/>
          </ac:picMkLst>
        </pc:picChg>
        <pc:picChg chg="add mod">
          <ac:chgData name="SERGIO SPANO'" userId="3abdd0b9-513e-40ac-aad4-56920065037d" providerId="ADAL" clId="{2DCFDF45-1F6B-4A47-892B-C9094FDD5642}" dt="2022-03-22T09:47:45.258" v="5310" actId="1076"/>
          <ac:picMkLst>
            <pc:docMk/>
            <pc:sldMk cId="1574026564" sldId="281"/>
            <ac:picMk id="3078" creationId="{460BFB21-6F05-43E4-9066-5C626CD576F5}"/>
          </ac:picMkLst>
        </pc:picChg>
        <pc:cxnChg chg="del">
          <ac:chgData name="SERGIO SPANO'" userId="3abdd0b9-513e-40ac-aad4-56920065037d" providerId="ADAL" clId="{2DCFDF45-1F6B-4A47-892B-C9094FDD5642}" dt="2022-03-22T09:45:39.552" v="5266" actId="478"/>
          <ac:cxnSpMkLst>
            <pc:docMk/>
            <pc:sldMk cId="1574026564" sldId="281"/>
            <ac:cxnSpMk id="19" creationId="{0C481168-D914-4A29-9EBC-7FF883DAE18E}"/>
          </ac:cxnSpMkLst>
        </pc:cxnChg>
        <pc:cxnChg chg="del">
          <ac:chgData name="SERGIO SPANO'" userId="3abdd0b9-513e-40ac-aad4-56920065037d" providerId="ADAL" clId="{2DCFDF45-1F6B-4A47-892B-C9094FDD5642}" dt="2022-03-22T09:45:40.794" v="5267" actId="478"/>
          <ac:cxnSpMkLst>
            <pc:docMk/>
            <pc:sldMk cId="1574026564" sldId="281"/>
            <ac:cxnSpMk id="37" creationId="{DB9D5A1B-715E-404A-910E-95EC22307974}"/>
          </ac:cxnSpMkLst>
        </pc:cxnChg>
      </pc:sldChg>
      <pc:sldChg chg="addSp delSp modSp add mod modTransition chgLayout">
        <pc:chgData name="SERGIO SPANO'" userId="3abdd0b9-513e-40ac-aad4-56920065037d" providerId="ADAL" clId="{2DCFDF45-1F6B-4A47-892B-C9094FDD5642}" dt="2022-03-29T15:09:18.552" v="6977"/>
        <pc:sldMkLst>
          <pc:docMk/>
          <pc:sldMk cId="3723104691" sldId="282"/>
        </pc:sldMkLst>
        <pc:spChg chg="mod ord">
          <ac:chgData name="SERGIO SPANO'" userId="3abdd0b9-513e-40ac-aad4-56920065037d" providerId="ADAL" clId="{2DCFDF45-1F6B-4A47-892B-C9094FDD5642}" dt="2022-03-22T09:54:57.693" v="5494" actId="700"/>
          <ac:spMkLst>
            <pc:docMk/>
            <pc:sldMk cId="3723104691" sldId="282"/>
            <ac:spMk id="2" creationId="{2AF05FAE-1F5E-4229-863D-BC8C40B76B2C}"/>
          </ac:spMkLst>
        </pc:spChg>
        <pc:spChg chg="add mod ord">
          <ac:chgData name="SERGIO SPANO'" userId="3abdd0b9-513e-40ac-aad4-56920065037d" providerId="ADAL" clId="{2DCFDF45-1F6B-4A47-892B-C9094FDD5642}" dt="2022-03-22T09:59:30.498" v="5560" actId="20577"/>
          <ac:spMkLst>
            <pc:docMk/>
            <pc:sldMk cId="3723104691" sldId="282"/>
            <ac:spMk id="3" creationId="{2192FCF3-8F3C-4A9A-9EE3-62C6D0A8F6C6}"/>
          </ac:spMkLst>
        </pc:spChg>
        <pc:spChg chg="mod ord">
          <ac:chgData name="SERGIO SPANO'" userId="3abdd0b9-513e-40ac-aad4-56920065037d" providerId="ADAL" clId="{2DCFDF45-1F6B-4A47-892B-C9094FDD5642}" dt="2022-03-22T09:54:57.693" v="5494" actId="700"/>
          <ac:spMkLst>
            <pc:docMk/>
            <pc:sldMk cId="3723104691" sldId="282"/>
            <ac:spMk id="4" creationId="{355DDF7D-5875-4E92-90E5-00A3C5BB81D1}"/>
          </ac:spMkLst>
        </pc:spChg>
        <pc:spChg chg="mod ord">
          <ac:chgData name="SERGIO SPANO'" userId="3abdd0b9-513e-40ac-aad4-56920065037d" providerId="ADAL" clId="{2DCFDF45-1F6B-4A47-892B-C9094FDD5642}" dt="2022-03-22T09:54:57.693" v="5494" actId="700"/>
          <ac:spMkLst>
            <pc:docMk/>
            <pc:sldMk cId="3723104691" sldId="282"/>
            <ac:spMk id="5" creationId="{E5BCDBC7-8058-43A8-8293-39778DA77FC9}"/>
          </ac:spMkLst>
        </pc:spChg>
        <pc:spChg chg="mod">
          <ac:chgData name="SERGIO SPANO'" userId="3abdd0b9-513e-40ac-aad4-56920065037d" providerId="ADAL" clId="{2DCFDF45-1F6B-4A47-892B-C9094FDD5642}" dt="2022-03-22T09:53:00.712" v="5493" actId="1076"/>
          <ac:spMkLst>
            <pc:docMk/>
            <pc:sldMk cId="3723104691" sldId="282"/>
            <ac:spMk id="15" creationId="{741FA5E8-9712-4046-B86A-9BA1B33A76EC}"/>
          </ac:spMkLst>
        </pc:spChg>
        <pc:spChg chg="del">
          <ac:chgData name="SERGIO SPANO'" userId="3abdd0b9-513e-40ac-aad4-56920065037d" providerId="ADAL" clId="{2DCFDF45-1F6B-4A47-892B-C9094FDD5642}" dt="2022-03-22T09:51:27.571" v="5438" actId="478"/>
          <ac:spMkLst>
            <pc:docMk/>
            <pc:sldMk cId="3723104691" sldId="282"/>
            <ac:spMk id="16" creationId="{AF3279C9-10FD-41DC-B551-5905388976EE}"/>
          </ac:spMkLst>
        </pc:spChg>
        <pc:spChg chg="add mod">
          <ac:chgData name="SERGIO SPANO'" userId="3abdd0b9-513e-40ac-aad4-56920065037d" providerId="ADAL" clId="{2DCFDF45-1F6B-4A47-892B-C9094FDD5642}" dt="2022-03-22T10:00:16.881" v="5581" actId="1076"/>
          <ac:spMkLst>
            <pc:docMk/>
            <pc:sldMk cId="3723104691" sldId="282"/>
            <ac:spMk id="17" creationId="{828B9EF5-9C32-4479-998F-E6D8370084F8}"/>
          </ac:spMkLst>
        </pc:spChg>
        <pc:spChg chg="del">
          <ac:chgData name="SERGIO SPANO'" userId="3abdd0b9-513e-40ac-aad4-56920065037d" providerId="ADAL" clId="{2DCFDF45-1F6B-4A47-892B-C9094FDD5642}" dt="2022-03-22T09:51:28.451" v="5439" actId="478"/>
          <ac:spMkLst>
            <pc:docMk/>
            <pc:sldMk cId="3723104691" sldId="282"/>
            <ac:spMk id="20" creationId="{7CDBBC2F-D431-4322-B343-BA17D020F381}"/>
          </ac:spMkLst>
        </pc:spChg>
        <pc:spChg chg="del">
          <ac:chgData name="SERGIO SPANO'" userId="3abdd0b9-513e-40ac-aad4-56920065037d" providerId="ADAL" clId="{2DCFDF45-1F6B-4A47-892B-C9094FDD5642}" dt="2022-03-22T09:51:26.011" v="5436" actId="478"/>
          <ac:spMkLst>
            <pc:docMk/>
            <pc:sldMk cId="3723104691" sldId="282"/>
            <ac:spMk id="21" creationId="{F11D51CE-9378-46EB-8FAB-9B4D68FFE60A}"/>
          </ac:spMkLst>
        </pc:spChg>
        <pc:spChg chg="add mod">
          <ac:chgData name="SERGIO SPANO'" userId="3abdd0b9-513e-40ac-aad4-56920065037d" providerId="ADAL" clId="{2DCFDF45-1F6B-4A47-892B-C9094FDD5642}" dt="2022-03-22T10:02:09.575" v="5598" actId="1076"/>
          <ac:spMkLst>
            <pc:docMk/>
            <pc:sldMk cId="3723104691" sldId="282"/>
            <ac:spMk id="26" creationId="{7D07D2E2-F79B-43A1-8AAB-CB1EBC67CDB3}"/>
          </ac:spMkLst>
        </pc:spChg>
        <pc:picChg chg="add mod">
          <ac:chgData name="SERGIO SPANO'" userId="3abdd0b9-513e-40ac-aad4-56920065037d" providerId="ADAL" clId="{2DCFDF45-1F6B-4A47-892B-C9094FDD5642}" dt="2022-03-22T09:59:55.168" v="5563" actId="1076"/>
          <ac:picMkLst>
            <pc:docMk/>
            <pc:sldMk cId="3723104691" sldId="282"/>
            <ac:picMk id="14" creationId="{809AAD55-261F-4959-B6FE-DD2878F353B8}"/>
          </ac:picMkLst>
        </pc:picChg>
        <pc:picChg chg="add mod">
          <ac:chgData name="SERGIO SPANO'" userId="3abdd0b9-513e-40ac-aad4-56920065037d" providerId="ADAL" clId="{2DCFDF45-1F6B-4A47-892B-C9094FDD5642}" dt="2022-03-22T10:00:48.418" v="5583" actId="1076"/>
          <ac:picMkLst>
            <pc:docMk/>
            <pc:sldMk cId="3723104691" sldId="282"/>
            <ac:picMk id="18" creationId="{6522DC3E-AC4D-449F-AE6E-07D6E74C28C0}"/>
          </ac:picMkLst>
        </pc:picChg>
        <pc:picChg chg="add mod">
          <ac:chgData name="SERGIO SPANO'" userId="3abdd0b9-513e-40ac-aad4-56920065037d" providerId="ADAL" clId="{2DCFDF45-1F6B-4A47-892B-C9094FDD5642}" dt="2022-03-22T10:01:34.430" v="5589" actId="1076"/>
          <ac:picMkLst>
            <pc:docMk/>
            <pc:sldMk cId="3723104691" sldId="282"/>
            <ac:picMk id="22" creationId="{5A2272C1-30F0-4D8E-AF86-2C7BB276337D}"/>
          </ac:picMkLst>
        </pc:picChg>
        <pc:picChg chg="del">
          <ac:chgData name="SERGIO SPANO'" userId="3abdd0b9-513e-40ac-aad4-56920065037d" providerId="ADAL" clId="{2DCFDF45-1F6B-4A47-892B-C9094FDD5642}" dt="2022-03-22T09:51:24.495" v="5434" actId="478"/>
          <ac:picMkLst>
            <pc:docMk/>
            <pc:sldMk cId="3723104691" sldId="282"/>
            <ac:picMk id="3074" creationId="{253799D8-2677-4074-8923-845AF4F829E0}"/>
          </ac:picMkLst>
        </pc:picChg>
        <pc:picChg chg="del">
          <ac:chgData name="SERGIO SPANO'" userId="3abdd0b9-513e-40ac-aad4-56920065037d" providerId="ADAL" clId="{2DCFDF45-1F6B-4A47-892B-C9094FDD5642}" dt="2022-03-22T09:51:24.895" v="5435" actId="478"/>
          <ac:picMkLst>
            <pc:docMk/>
            <pc:sldMk cId="3723104691" sldId="282"/>
            <ac:picMk id="3076" creationId="{8B51047F-553A-40E0-8E72-23B6F4B54A48}"/>
          </ac:picMkLst>
        </pc:picChg>
        <pc:picChg chg="del">
          <ac:chgData name="SERGIO SPANO'" userId="3abdd0b9-513e-40ac-aad4-56920065037d" providerId="ADAL" clId="{2DCFDF45-1F6B-4A47-892B-C9094FDD5642}" dt="2022-03-22T09:51:26.463" v="5437" actId="478"/>
          <ac:picMkLst>
            <pc:docMk/>
            <pc:sldMk cId="3723104691" sldId="282"/>
            <ac:picMk id="3078" creationId="{460BFB21-6F05-43E4-9066-5C626CD576F5}"/>
          </ac:picMkLst>
        </pc:picChg>
        <pc:cxnChg chg="add mod">
          <ac:chgData name="SERGIO SPANO'" userId="3abdd0b9-513e-40ac-aad4-56920065037d" providerId="ADAL" clId="{2DCFDF45-1F6B-4A47-892B-C9094FDD5642}" dt="2022-03-22T10:01:52.046" v="5595" actId="14100"/>
          <ac:cxnSpMkLst>
            <pc:docMk/>
            <pc:sldMk cId="3723104691" sldId="282"/>
            <ac:cxnSpMk id="8" creationId="{0CD525C7-869D-497B-9FD8-CA7FED52B63C}"/>
          </ac:cxnSpMkLst>
        </pc:cxnChg>
        <pc:cxnChg chg="add mod">
          <ac:chgData name="SERGIO SPANO'" userId="3abdd0b9-513e-40ac-aad4-56920065037d" providerId="ADAL" clId="{2DCFDF45-1F6B-4A47-892B-C9094FDD5642}" dt="2022-03-22T10:01:55.488" v="5596" actId="14100"/>
          <ac:cxnSpMkLst>
            <pc:docMk/>
            <pc:sldMk cId="3723104691" sldId="282"/>
            <ac:cxnSpMk id="23" creationId="{3A416F29-618F-4788-9CA9-D9DF13F5DE02}"/>
          </ac:cxnSpMkLst>
        </pc:cxnChg>
      </pc:sldChg>
      <pc:sldChg chg="addSp delSp modSp add mod modTransition">
        <pc:chgData name="SERGIO SPANO'" userId="3abdd0b9-513e-40ac-aad4-56920065037d" providerId="ADAL" clId="{2DCFDF45-1F6B-4A47-892B-C9094FDD5642}" dt="2022-03-29T15:09:18.552" v="6977"/>
        <pc:sldMkLst>
          <pc:docMk/>
          <pc:sldMk cId="3834009282" sldId="283"/>
        </pc:sldMkLst>
        <pc:spChg chg="del">
          <ac:chgData name="SERGIO SPANO'" userId="3abdd0b9-513e-40ac-aad4-56920065037d" providerId="ADAL" clId="{2DCFDF45-1F6B-4A47-892B-C9094FDD5642}" dt="2022-03-22T10:02:35.545" v="5601" actId="478"/>
          <ac:spMkLst>
            <pc:docMk/>
            <pc:sldMk cId="3834009282" sldId="283"/>
            <ac:spMk id="3" creationId="{2192FCF3-8F3C-4A9A-9EE3-62C6D0A8F6C6}"/>
          </ac:spMkLst>
        </pc:spChg>
        <pc:spChg chg="add del mod">
          <ac:chgData name="SERGIO SPANO'" userId="3abdd0b9-513e-40ac-aad4-56920065037d" providerId="ADAL" clId="{2DCFDF45-1F6B-4A47-892B-C9094FDD5642}" dt="2022-03-22T10:02:38.615" v="5602" actId="478"/>
          <ac:spMkLst>
            <pc:docMk/>
            <pc:sldMk cId="3834009282" sldId="283"/>
            <ac:spMk id="9" creationId="{FD27FF32-2973-4D2B-8186-1B02A7C979A8}"/>
          </ac:spMkLst>
        </pc:spChg>
        <pc:spChg chg="del">
          <ac:chgData name="SERGIO SPANO'" userId="3abdd0b9-513e-40ac-aad4-56920065037d" providerId="ADAL" clId="{2DCFDF45-1F6B-4A47-892B-C9094FDD5642}" dt="2022-03-22T10:02:43.777" v="5608" actId="478"/>
          <ac:spMkLst>
            <pc:docMk/>
            <pc:sldMk cId="3834009282" sldId="283"/>
            <ac:spMk id="17" creationId="{828B9EF5-9C32-4479-998F-E6D8370084F8}"/>
          </ac:spMkLst>
        </pc:spChg>
        <pc:spChg chg="add mod">
          <ac:chgData name="SERGIO SPANO'" userId="3abdd0b9-513e-40ac-aad4-56920065037d" providerId="ADAL" clId="{2DCFDF45-1F6B-4A47-892B-C9094FDD5642}" dt="2022-03-22T10:04:05.819" v="5653" actId="1076"/>
          <ac:spMkLst>
            <pc:docMk/>
            <pc:sldMk cId="3834009282" sldId="283"/>
            <ac:spMk id="21" creationId="{508217E1-7E16-4F61-82FD-7A7845715362}"/>
          </ac:spMkLst>
        </pc:spChg>
        <pc:spChg chg="add mod">
          <ac:chgData name="SERGIO SPANO'" userId="3abdd0b9-513e-40ac-aad4-56920065037d" providerId="ADAL" clId="{2DCFDF45-1F6B-4A47-892B-C9094FDD5642}" dt="2022-03-22T10:04:32.966" v="5666" actId="20577"/>
          <ac:spMkLst>
            <pc:docMk/>
            <pc:sldMk cId="3834009282" sldId="283"/>
            <ac:spMk id="24" creationId="{F8ACDDBC-01E5-489C-8183-6D05022C490F}"/>
          </ac:spMkLst>
        </pc:spChg>
        <pc:spChg chg="add mod">
          <ac:chgData name="SERGIO SPANO'" userId="3abdd0b9-513e-40ac-aad4-56920065037d" providerId="ADAL" clId="{2DCFDF45-1F6B-4A47-892B-C9094FDD5642}" dt="2022-03-22T10:06:12.316" v="5760" actId="1076"/>
          <ac:spMkLst>
            <pc:docMk/>
            <pc:sldMk cId="3834009282" sldId="283"/>
            <ac:spMk id="25" creationId="{5B623B3E-65D1-4F13-8820-A60D592BC7DB}"/>
          </ac:spMkLst>
        </pc:spChg>
        <pc:spChg chg="del">
          <ac:chgData name="SERGIO SPANO'" userId="3abdd0b9-513e-40ac-aad4-56920065037d" providerId="ADAL" clId="{2DCFDF45-1F6B-4A47-892B-C9094FDD5642}" dt="2022-03-22T10:02:42.579" v="5607" actId="478"/>
          <ac:spMkLst>
            <pc:docMk/>
            <pc:sldMk cId="3834009282" sldId="283"/>
            <ac:spMk id="26" creationId="{7D07D2E2-F79B-43A1-8AAB-CB1EBC67CDB3}"/>
          </ac:spMkLst>
        </pc:spChg>
        <pc:picChg chg="add mod">
          <ac:chgData name="SERGIO SPANO'" userId="3abdd0b9-513e-40ac-aad4-56920065037d" providerId="ADAL" clId="{2DCFDF45-1F6B-4A47-892B-C9094FDD5642}" dt="2022-03-22T10:04:02.479" v="5651" actId="1076"/>
          <ac:picMkLst>
            <pc:docMk/>
            <pc:sldMk cId="3834009282" sldId="283"/>
            <ac:picMk id="11" creationId="{4889B6C1-DFCF-4F76-9A1A-4C72E922BE3B}"/>
          </ac:picMkLst>
        </pc:picChg>
        <pc:picChg chg="del">
          <ac:chgData name="SERGIO SPANO'" userId="3abdd0b9-513e-40ac-aad4-56920065037d" providerId="ADAL" clId="{2DCFDF45-1F6B-4A47-892B-C9094FDD5642}" dt="2022-03-22T10:02:33.348" v="5600" actId="478"/>
          <ac:picMkLst>
            <pc:docMk/>
            <pc:sldMk cId="3834009282" sldId="283"/>
            <ac:picMk id="14" creationId="{809AAD55-261F-4959-B6FE-DD2878F353B8}"/>
          </ac:picMkLst>
        </pc:picChg>
        <pc:picChg chg="del">
          <ac:chgData name="SERGIO SPANO'" userId="3abdd0b9-513e-40ac-aad4-56920065037d" providerId="ADAL" clId="{2DCFDF45-1F6B-4A47-892B-C9094FDD5642}" dt="2022-03-22T10:02:39.856" v="5603" actId="478"/>
          <ac:picMkLst>
            <pc:docMk/>
            <pc:sldMk cId="3834009282" sldId="283"/>
            <ac:picMk id="18" creationId="{6522DC3E-AC4D-449F-AE6E-07D6E74C28C0}"/>
          </ac:picMkLst>
        </pc:picChg>
        <pc:picChg chg="add mod">
          <ac:chgData name="SERGIO SPANO'" userId="3abdd0b9-513e-40ac-aad4-56920065037d" providerId="ADAL" clId="{2DCFDF45-1F6B-4A47-892B-C9094FDD5642}" dt="2022-03-22T10:04:12.119" v="5656" actId="1076"/>
          <ac:picMkLst>
            <pc:docMk/>
            <pc:sldMk cId="3834009282" sldId="283"/>
            <ac:picMk id="19" creationId="{141209DC-D41F-45B3-8303-0F5F4E43DEBA}"/>
          </ac:picMkLst>
        </pc:picChg>
        <pc:picChg chg="add mod">
          <ac:chgData name="SERGIO SPANO'" userId="3abdd0b9-513e-40ac-aad4-56920065037d" providerId="ADAL" clId="{2DCFDF45-1F6B-4A47-892B-C9094FDD5642}" dt="2022-03-22T10:04:03.267" v="5652" actId="1076"/>
          <ac:picMkLst>
            <pc:docMk/>
            <pc:sldMk cId="3834009282" sldId="283"/>
            <ac:picMk id="20" creationId="{7DB46C86-1065-4A08-8451-CA347E7F5991}"/>
          </ac:picMkLst>
        </pc:picChg>
        <pc:picChg chg="del">
          <ac:chgData name="SERGIO SPANO'" userId="3abdd0b9-513e-40ac-aad4-56920065037d" providerId="ADAL" clId="{2DCFDF45-1F6B-4A47-892B-C9094FDD5642}" dt="2022-03-22T10:02:41.268" v="5605" actId="478"/>
          <ac:picMkLst>
            <pc:docMk/>
            <pc:sldMk cId="3834009282" sldId="283"/>
            <ac:picMk id="22" creationId="{5A2272C1-30F0-4D8E-AF86-2C7BB276337D}"/>
          </ac:picMkLst>
        </pc:picChg>
        <pc:cxnChg chg="del">
          <ac:chgData name="SERGIO SPANO'" userId="3abdd0b9-513e-40ac-aad4-56920065037d" providerId="ADAL" clId="{2DCFDF45-1F6B-4A47-892B-C9094FDD5642}" dt="2022-03-22T10:02:40.732" v="5604" actId="478"/>
          <ac:cxnSpMkLst>
            <pc:docMk/>
            <pc:sldMk cId="3834009282" sldId="283"/>
            <ac:cxnSpMk id="8" creationId="{0CD525C7-869D-497B-9FD8-CA7FED52B63C}"/>
          </ac:cxnSpMkLst>
        </pc:cxnChg>
        <pc:cxnChg chg="del">
          <ac:chgData name="SERGIO SPANO'" userId="3abdd0b9-513e-40ac-aad4-56920065037d" providerId="ADAL" clId="{2DCFDF45-1F6B-4A47-892B-C9094FDD5642}" dt="2022-03-22T10:02:41.996" v="5606" actId="478"/>
          <ac:cxnSpMkLst>
            <pc:docMk/>
            <pc:sldMk cId="3834009282" sldId="283"/>
            <ac:cxnSpMk id="23" creationId="{3A416F29-618F-4788-9CA9-D9DF13F5DE02}"/>
          </ac:cxnSpMkLst>
        </pc:cxnChg>
      </pc:sldChg>
      <pc:sldChg chg="addSp delSp modSp add mod modTransition">
        <pc:chgData name="SERGIO SPANO'" userId="3abdd0b9-513e-40ac-aad4-56920065037d" providerId="ADAL" clId="{2DCFDF45-1F6B-4A47-892B-C9094FDD5642}" dt="2022-03-29T15:09:18.552" v="6977"/>
        <pc:sldMkLst>
          <pc:docMk/>
          <pc:sldMk cId="3548083134" sldId="284"/>
        </pc:sldMkLst>
        <pc:spChg chg="add del mod">
          <ac:chgData name="SERGIO SPANO'" userId="3abdd0b9-513e-40ac-aad4-56920065037d" providerId="ADAL" clId="{2DCFDF45-1F6B-4A47-892B-C9094FDD5642}" dt="2022-03-22T10:08:14.896" v="5766" actId="478"/>
          <ac:spMkLst>
            <pc:docMk/>
            <pc:sldMk cId="3548083134" sldId="284"/>
            <ac:spMk id="7" creationId="{A22AC266-CAAC-436C-8F8D-3CD803E59305}"/>
          </ac:spMkLst>
        </pc:spChg>
        <pc:spChg chg="del">
          <ac:chgData name="SERGIO SPANO'" userId="3abdd0b9-513e-40ac-aad4-56920065037d" providerId="ADAL" clId="{2DCFDF45-1F6B-4A47-892B-C9094FDD5642}" dt="2022-03-22T10:08:06.017" v="5764" actId="478"/>
          <ac:spMkLst>
            <pc:docMk/>
            <pc:sldMk cId="3548083134" sldId="284"/>
            <ac:spMk id="21" creationId="{508217E1-7E16-4F61-82FD-7A7845715362}"/>
          </ac:spMkLst>
        </pc:spChg>
        <pc:spChg chg="add mod">
          <ac:chgData name="SERGIO SPANO'" userId="3abdd0b9-513e-40ac-aad4-56920065037d" providerId="ADAL" clId="{2DCFDF45-1F6B-4A47-892B-C9094FDD5642}" dt="2022-03-22T10:10:08.479" v="5828" actId="1076"/>
          <ac:spMkLst>
            <pc:docMk/>
            <pc:sldMk cId="3548083134" sldId="284"/>
            <ac:spMk id="22" creationId="{AF520F20-0C18-4102-B7A0-E9B0351A2577}"/>
          </ac:spMkLst>
        </pc:spChg>
        <pc:spChg chg="add mod">
          <ac:chgData name="SERGIO SPANO'" userId="3abdd0b9-513e-40ac-aad4-56920065037d" providerId="ADAL" clId="{2DCFDF45-1F6B-4A47-892B-C9094FDD5642}" dt="2022-03-22T10:11:17.175" v="5933" actId="1076"/>
          <ac:spMkLst>
            <pc:docMk/>
            <pc:sldMk cId="3548083134" sldId="284"/>
            <ac:spMk id="23" creationId="{C8F8E1CB-E652-47B4-A833-F7DDBDAA3B0A}"/>
          </ac:spMkLst>
        </pc:spChg>
        <pc:spChg chg="del">
          <ac:chgData name="SERGIO SPANO'" userId="3abdd0b9-513e-40ac-aad4-56920065037d" providerId="ADAL" clId="{2DCFDF45-1F6B-4A47-892B-C9094FDD5642}" dt="2022-03-22T10:08:16.023" v="5767" actId="478"/>
          <ac:spMkLst>
            <pc:docMk/>
            <pc:sldMk cId="3548083134" sldId="284"/>
            <ac:spMk id="24" creationId="{F8ACDDBC-01E5-489C-8183-6D05022C490F}"/>
          </ac:spMkLst>
        </pc:spChg>
        <pc:spChg chg="del">
          <ac:chgData name="SERGIO SPANO'" userId="3abdd0b9-513e-40ac-aad4-56920065037d" providerId="ADAL" clId="{2DCFDF45-1F6B-4A47-892B-C9094FDD5642}" dt="2022-03-22T10:08:07.225" v="5765" actId="478"/>
          <ac:spMkLst>
            <pc:docMk/>
            <pc:sldMk cId="3548083134" sldId="284"/>
            <ac:spMk id="25" creationId="{5B623B3E-65D1-4F13-8820-A60D592BC7DB}"/>
          </ac:spMkLst>
        </pc:spChg>
        <pc:picChg chg="add mod">
          <ac:chgData name="SERGIO SPANO'" userId="3abdd0b9-513e-40ac-aad4-56920065037d" providerId="ADAL" clId="{2DCFDF45-1F6B-4A47-892B-C9094FDD5642}" dt="2022-03-22T10:10:16.859" v="5832" actId="1076"/>
          <ac:picMkLst>
            <pc:docMk/>
            <pc:sldMk cId="3548083134" sldId="284"/>
            <ac:picMk id="9" creationId="{BE485D07-C544-4AF4-8848-95977FB24AF3}"/>
          </ac:picMkLst>
        </pc:picChg>
        <pc:picChg chg="del">
          <ac:chgData name="SERGIO SPANO'" userId="3abdd0b9-513e-40ac-aad4-56920065037d" providerId="ADAL" clId="{2DCFDF45-1F6B-4A47-892B-C9094FDD5642}" dt="2022-03-22T10:08:05.003" v="5762" actId="478"/>
          <ac:picMkLst>
            <pc:docMk/>
            <pc:sldMk cId="3548083134" sldId="284"/>
            <ac:picMk id="11" creationId="{4889B6C1-DFCF-4F76-9A1A-4C72E922BE3B}"/>
          </ac:picMkLst>
        </pc:picChg>
        <pc:picChg chg="add mod">
          <ac:chgData name="SERGIO SPANO'" userId="3abdd0b9-513e-40ac-aad4-56920065037d" providerId="ADAL" clId="{2DCFDF45-1F6B-4A47-892B-C9094FDD5642}" dt="2022-03-22T10:10:18.513" v="5833" actId="1076"/>
          <ac:picMkLst>
            <pc:docMk/>
            <pc:sldMk cId="3548083134" sldId="284"/>
            <ac:picMk id="12" creationId="{F51B14B0-B88A-4D7F-A8D0-814410EB70D8}"/>
          </ac:picMkLst>
        </pc:picChg>
        <pc:picChg chg="add mod">
          <ac:chgData name="SERGIO SPANO'" userId="3abdd0b9-513e-40ac-aad4-56920065037d" providerId="ADAL" clId="{2DCFDF45-1F6B-4A47-892B-C9094FDD5642}" dt="2022-03-22T10:09:30.284" v="5788" actId="1076"/>
          <ac:picMkLst>
            <pc:docMk/>
            <pc:sldMk cId="3548083134" sldId="284"/>
            <ac:picMk id="14" creationId="{12E85EFF-A0BF-46CE-83FB-BF893C5473A6}"/>
          </ac:picMkLst>
        </pc:picChg>
        <pc:picChg chg="del">
          <ac:chgData name="SERGIO SPANO'" userId="3abdd0b9-513e-40ac-aad4-56920065037d" providerId="ADAL" clId="{2DCFDF45-1F6B-4A47-892B-C9094FDD5642}" dt="2022-03-22T10:08:16.565" v="5768" actId="478"/>
          <ac:picMkLst>
            <pc:docMk/>
            <pc:sldMk cId="3548083134" sldId="284"/>
            <ac:picMk id="19" creationId="{141209DC-D41F-45B3-8303-0F5F4E43DEBA}"/>
          </ac:picMkLst>
        </pc:picChg>
        <pc:picChg chg="del">
          <ac:chgData name="SERGIO SPANO'" userId="3abdd0b9-513e-40ac-aad4-56920065037d" providerId="ADAL" clId="{2DCFDF45-1F6B-4A47-892B-C9094FDD5642}" dt="2022-03-22T10:08:05.391" v="5763" actId="478"/>
          <ac:picMkLst>
            <pc:docMk/>
            <pc:sldMk cId="3548083134" sldId="284"/>
            <ac:picMk id="20" creationId="{7DB46C86-1065-4A08-8451-CA347E7F5991}"/>
          </ac:picMkLst>
        </pc:picChg>
      </pc:sldChg>
      <pc:sldChg chg="modSp new mod modTransition">
        <pc:chgData name="SERGIO SPANO'" userId="3abdd0b9-513e-40ac-aad4-56920065037d" providerId="ADAL" clId="{2DCFDF45-1F6B-4A47-892B-C9094FDD5642}" dt="2022-03-29T15:09:18.552" v="6977"/>
        <pc:sldMkLst>
          <pc:docMk/>
          <pc:sldMk cId="2327913782" sldId="285"/>
        </pc:sldMkLst>
        <pc:spChg chg="mod">
          <ac:chgData name="SERGIO SPANO'" userId="3abdd0b9-513e-40ac-aad4-56920065037d" providerId="ADAL" clId="{2DCFDF45-1F6B-4A47-892B-C9094FDD5642}" dt="2022-03-22T10:11:35.230" v="5945" actId="20577"/>
          <ac:spMkLst>
            <pc:docMk/>
            <pc:sldMk cId="2327913782" sldId="285"/>
            <ac:spMk id="2" creationId="{1BC0E471-138B-4C28-9B06-FD585B4AE3C3}"/>
          </ac:spMkLst>
        </pc:spChg>
      </pc:sldChg>
      <pc:sldChg chg="addSp delSp modSp new mod modTransition modClrScheme chgLayout">
        <pc:chgData name="SERGIO SPANO'" userId="3abdd0b9-513e-40ac-aad4-56920065037d" providerId="ADAL" clId="{2DCFDF45-1F6B-4A47-892B-C9094FDD5642}" dt="2022-03-29T15:09:18.552" v="6977"/>
        <pc:sldMkLst>
          <pc:docMk/>
          <pc:sldMk cId="921774571" sldId="286"/>
        </pc:sldMkLst>
        <pc:spChg chg="del mod ord">
          <ac:chgData name="SERGIO SPANO'" userId="3abdd0b9-513e-40ac-aad4-56920065037d" providerId="ADAL" clId="{2DCFDF45-1F6B-4A47-892B-C9094FDD5642}" dt="2022-03-22T10:11:41.575" v="5947" actId="700"/>
          <ac:spMkLst>
            <pc:docMk/>
            <pc:sldMk cId="921774571" sldId="286"/>
            <ac:spMk id="2" creationId="{C2891326-BF93-4BAB-BFBE-DD1D2559CC5C}"/>
          </ac:spMkLst>
        </pc:spChg>
        <pc:spChg chg="del mod ord">
          <ac:chgData name="SERGIO SPANO'" userId="3abdd0b9-513e-40ac-aad4-56920065037d" providerId="ADAL" clId="{2DCFDF45-1F6B-4A47-892B-C9094FDD5642}" dt="2022-03-22T10:11:41.575" v="5947" actId="700"/>
          <ac:spMkLst>
            <pc:docMk/>
            <pc:sldMk cId="921774571" sldId="286"/>
            <ac:spMk id="3" creationId="{EC87FECB-75E2-4A92-85C3-AAAB37611EBF}"/>
          </ac:spMkLst>
        </pc:spChg>
        <pc:spChg chg="mod ord">
          <ac:chgData name="SERGIO SPANO'" userId="3abdd0b9-513e-40ac-aad4-56920065037d" providerId="ADAL" clId="{2DCFDF45-1F6B-4A47-892B-C9094FDD5642}" dt="2022-03-22T10:11:41.575" v="5947" actId="700"/>
          <ac:spMkLst>
            <pc:docMk/>
            <pc:sldMk cId="921774571" sldId="286"/>
            <ac:spMk id="4" creationId="{AA1D6F2E-E827-43AA-826B-3A9FB31A6619}"/>
          </ac:spMkLst>
        </pc:spChg>
        <pc:spChg chg="mod ord">
          <ac:chgData name="SERGIO SPANO'" userId="3abdd0b9-513e-40ac-aad4-56920065037d" providerId="ADAL" clId="{2DCFDF45-1F6B-4A47-892B-C9094FDD5642}" dt="2022-03-22T10:11:41.575" v="5947" actId="700"/>
          <ac:spMkLst>
            <pc:docMk/>
            <pc:sldMk cId="921774571" sldId="286"/>
            <ac:spMk id="5" creationId="{936199A7-D18C-495A-83E5-7EB7E74A06EA}"/>
          </ac:spMkLst>
        </pc:spChg>
        <pc:spChg chg="add mod ord">
          <ac:chgData name="SERGIO SPANO'" userId="3abdd0b9-513e-40ac-aad4-56920065037d" providerId="ADAL" clId="{2DCFDF45-1F6B-4A47-892B-C9094FDD5642}" dt="2022-03-22T10:11:44.043" v="5959" actId="20577"/>
          <ac:spMkLst>
            <pc:docMk/>
            <pc:sldMk cId="921774571" sldId="286"/>
            <ac:spMk id="6" creationId="{004E621A-A2AB-4E46-B354-8D84ABF3AE43}"/>
          </ac:spMkLst>
        </pc:spChg>
        <pc:spChg chg="add mod ord">
          <ac:chgData name="SERGIO SPANO'" userId="3abdd0b9-513e-40ac-aad4-56920065037d" providerId="ADAL" clId="{2DCFDF45-1F6B-4A47-892B-C9094FDD5642}" dt="2022-03-23T10:55:19.455" v="6752" actId="207"/>
          <ac:spMkLst>
            <pc:docMk/>
            <pc:sldMk cId="921774571" sldId="286"/>
            <ac:spMk id="7" creationId="{A0E486A5-8D97-41B5-A61A-560E5A490528}"/>
          </ac:spMkLst>
        </pc:spChg>
      </pc:sldChg>
      <pc:sldChg chg="add modTransition">
        <pc:chgData name="SERGIO SPANO'" userId="3abdd0b9-513e-40ac-aad4-56920065037d" providerId="ADAL" clId="{2DCFDF45-1F6B-4A47-892B-C9094FDD5642}" dt="2022-03-29T15:09:18.552" v="6977"/>
        <pc:sldMkLst>
          <pc:docMk/>
          <pc:sldMk cId="288709285" sldId="287"/>
        </pc:sldMkLst>
      </pc:sldChg>
      <pc:sldMasterChg chg="delSp mod modTransition modSldLayout">
        <pc:chgData name="SERGIO SPANO'" userId="3abdd0b9-513e-40ac-aad4-56920065037d" providerId="ADAL" clId="{2DCFDF45-1F6B-4A47-892B-C9094FDD5642}" dt="2022-03-29T15:09:18.552" v="6977"/>
        <pc:sldMasterMkLst>
          <pc:docMk/>
          <pc:sldMasterMk cId="2117844949" sldId="2147483648"/>
        </pc:sldMasterMkLst>
        <pc:picChg chg="del">
          <ac:chgData name="SERGIO SPANO'" userId="3abdd0b9-513e-40ac-aad4-56920065037d" providerId="ADAL" clId="{2DCFDF45-1F6B-4A47-892B-C9094FDD5642}" dt="2022-03-18T13:54:58.125" v="14" actId="478"/>
          <ac:picMkLst>
            <pc:docMk/>
            <pc:sldMasterMk cId="2117844949" sldId="2147483648"/>
            <ac:picMk id="11" creationId="{691F592A-D320-4879-B8DA-C414E6D36C34}"/>
          </ac:picMkLst>
        </pc:picChg>
        <pc:sldLayoutChg chg="modTransition">
          <pc:chgData name="SERGIO SPANO'" userId="3abdd0b9-513e-40ac-aad4-56920065037d" providerId="ADAL" clId="{2DCFDF45-1F6B-4A47-892B-C9094FDD5642}" dt="2022-03-29T15:09:18.552" v="6977"/>
          <pc:sldLayoutMkLst>
            <pc:docMk/>
            <pc:sldMasterMk cId="2117844949" sldId="2147483648"/>
            <pc:sldLayoutMk cId="638397118" sldId="2147483649"/>
          </pc:sldLayoutMkLst>
        </pc:sldLayoutChg>
        <pc:sldLayoutChg chg="modSp modTransition">
          <pc:chgData name="SERGIO SPANO'" userId="3abdd0b9-513e-40ac-aad4-56920065037d" providerId="ADAL" clId="{2DCFDF45-1F6B-4A47-892B-C9094FDD5642}" dt="2022-03-29T15:09:18.552" v="6977"/>
          <pc:sldLayoutMkLst>
            <pc:docMk/>
            <pc:sldMasterMk cId="2117844949" sldId="2147483648"/>
            <pc:sldLayoutMk cId="1468147844" sldId="2147483650"/>
          </pc:sldLayoutMkLst>
          <pc:spChg chg="mod">
            <ac:chgData name="SERGIO SPANO'" userId="3abdd0b9-513e-40ac-aad4-56920065037d" providerId="ADAL" clId="{2DCFDF45-1F6B-4A47-892B-C9094FDD5642}" dt="2022-03-21T14:24:12.677" v="3381" actId="113"/>
            <ac:spMkLst>
              <pc:docMk/>
              <pc:sldMasterMk cId="2117844949" sldId="2147483648"/>
              <pc:sldLayoutMk cId="1468147844" sldId="2147483650"/>
              <ac:spMk id="2" creationId="{2BE5BC59-9EE5-454B-8731-458C5A4ADF9E}"/>
            </ac:spMkLst>
          </pc:spChg>
        </pc:sldLayoutChg>
        <pc:sldLayoutChg chg="addSp modSp mod modTransition">
          <pc:chgData name="SERGIO SPANO'" userId="3abdd0b9-513e-40ac-aad4-56920065037d" providerId="ADAL" clId="{2DCFDF45-1F6B-4A47-892B-C9094FDD5642}" dt="2022-03-29T15:09:18.552" v="6977"/>
          <pc:sldLayoutMkLst>
            <pc:docMk/>
            <pc:sldMasterMk cId="2117844949" sldId="2147483648"/>
            <pc:sldLayoutMk cId="484314592" sldId="2147483651"/>
          </pc:sldLayoutMkLst>
          <pc:spChg chg="add mod ord">
            <ac:chgData name="SERGIO SPANO'" userId="3abdd0b9-513e-40ac-aad4-56920065037d" providerId="ADAL" clId="{2DCFDF45-1F6B-4A47-892B-C9094FDD5642}" dt="2022-03-21T11:12:12.868" v="1481" actId="14100"/>
            <ac:spMkLst>
              <pc:docMk/>
              <pc:sldMasterMk cId="2117844949" sldId="2147483648"/>
              <pc:sldLayoutMk cId="484314592" sldId="2147483651"/>
              <ac:spMk id="7" creationId="{AF223CD9-C9ED-4CF0-B204-CAF3B15E86E9}"/>
            </ac:spMkLst>
          </pc:spChg>
        </pc:sldLayoutChg>
        <pc:sldLayoutChg chg="modTransition">
          <pc:chgData name="SERGIO SPANO'" userId="3abdd0b9-513e-40ac-aad4-56920065037d" providerId="ADAL" clId="{2DCFDF45-1F6B-4A47-892B-C9094FDD5642}" dt="2022-03-29T15:09:18.552" v="6977"/>
          <pc:sldLayoutMkLst>
            <pc:docMk/>
            <pc:sldMasterMk cId="2117844949" sldId="2147483648"/>
            <pc:sldLayoutMk cId="1127178419" sldId="2147483652"/>
          </pc:sldLayoutMkLst>
        </pc:sldLayoutChg>
        <pc:sldLayoutChg chg="modTransition">
          <pc:chgData name="SERGIO SPANO'" userId="3abdd0b9-513e-40ac-aad4-56920065037d" providerId="ADAL" clId="{2DCFDF45-1F6B-4A47-892B-C9094FDD5642}" dt="2022-03-29T15:09:18.552" v="6977"/>
          <pc:sldLayoutMkLst>
            <pc:docMk/>
            <pc:sldMasterMk cId="2117844949" sldId="2147483648"/>
            <pc:sldLayoutMk cId="3277322425" sldId="2147483653"/>
          </pc:sldLayoutMkLst>
        </pc:sldLayoutChg>
        <pc:sldLayoutChg chg="modTransition">
          <pc:chgData name="SERGIO SPANO'" userId="3abdd0b9-513e-40ac-aad4-56920065037d" providerId="ADAL" clId="{2DCFDF45-1F6B-4A47-892B-C9094FDD5642}" dt="2022-03-29T15:09:18.552" v="6977"/>
          <pc:sldLayoutMkLst>
            <pc:docMk/>
            <pc:sldMasterMk cId="2117844949" sldId="2147483648"/>
            <pc:sldLayoutMk cId="2438592927" sldId="2147483654"/>
          </pc:sldLayoutMkLst>
        </pc:sldLayoutChg>
        <pc:sldLayoutChg chg="modTransition">
          <pc:chgData name="SERGIO SPANO'" userId="3abdd0b9-513e-40ac-aad4-56920065037d" providerId="ADAL" clId="{2DCFDF45-1F6B-4A47-892B-C9094FDD5642}" dt="2022-03-29T15:09:18.552" v="6977"/>
          <pc:sldLayoutMkLst>
            <pc:docMk/>
            <pc:sldMasterMk cId="2117844949" sldId="2147483648"/>
            <pc:sldLayoutMk cId="2338396061" sldId="2147483655"/>
          </pc:sldLayoutMkLst>
        </pc:sldLayoutChg>
        <pc:sldLayoutChg chg="modTransition">
          <pc:chgData name="SERGIO SPANO'" userId="3abdd0b9-513e-40ac-aad4-56920065037d" providerId="ADAL" clId="{2DCFDF45-1F6B-4A47-892B-C9094FDD5642}" dt="2022-03-29T15:09:18.552" v="6977"/>
          <pc:sldLayoutMkLst>
            <pc:docMk/>
            <pc:sldMasterMk cId="2117844949" sldId="2147483648"/>
            <pc:sldLayoutMk cId="286306287" sldId="2147483656"/>
          </pc:sldLayoutMkLst>
        </pc:sldLayoutChg>
        <pc:sldLayoutChg chg="modTransition">
          <pc:chgData name="SERGIO SPANO'" userId="3abdd0b9-513e-40ac-aad4-56920065037d" providerId="ADAL" clId="{2DCFDF45-1F6B-4A47-892B-C9094FDD5642}" dt="2022-03-29T15:09:18.552" v="6977"/>
          <pc:sldLayoutMkLst>
            <pc:docMk/>
            <pc:sldMasterMk cId="2117844949" sldId="2147483648"/>
            <pc:sldLayoutMk cId="3515321370" sldId="2147483657"/>
          </pc:sldLayoutMkLst>
        </pc:sldLayoutChg>
        <pc:sldLayoutChg chg="modTransition">
          <pc:chgData name="SERGIO SPANO'" userId="3abdd0b9-513e-40ac-aad4-56920065037d" providerId="ADAL" clId="{2DCFDF45-1F6B-4A47-892B-C9094FDD5642}" dt="2022-03-29T15:09:18.552" v="6977"/>
          <pc:sldLayoutMkLst>
            <pc:docMk/>
            <pc:sldMasterMk cId="2117844949" sldId="2147483648"/>
            <pc:sldLayoutMk cId="1825112441" sldId="2147483658"/>
          </pc:sldLayoutMkLst>
        </pc:sldLayoutChg>
        <pc:sldLayoutChg chg="modTransition">
          <pc:chgData name="SERGIO SPANO'" userId="3abdd0b9-513e-40ac-aad4-56920065037d" providerId="ADAL" clId="{2DCFDF45-1F6B-4A47-892B-C9094FDD5642}" dt="2022-03-29T15:09:18.552" v="6977"/>
          <pc:sldLayoutMkLst>
            <pc:docMk/>
            <pc:sldMasterMk cId="2117844949" sldId="2147483648"/>
            <pc:sldLayoutMk cId="2943013309" sldId="2147483659"/>
          </pc:sldLayoutMkLst>
        </pc:sldLayoutChg>
      </pc:sldMasterChg>
    </pc:docChg>
  </pc:docChgLst>
  <pc:docChgLst>
    <pc:chgData name="SERGIO SPANO'" userId="3abdd0b9-513e-40ac-aad4-56920065037d" providerId="ADAL" clId="{1627E5C1-F221-4451-8C97-B22CC081AB1F}"/>
    <pc:docChg chg="undo custSel addSld delSld modSld">
      <pc:chgData name="SERGIO SPANO'" userId="3abdd0b9-513e-40ac-aad4-56920065037d" providerId="ADAL" clId="{1627E5C1-F221-4451-8C97-B22CC081AB1F}" dt="2022-04-11T11:06:47.792" v="885" actId="20577"/>
      <pc:docMkLst>
        <pc:docMk/>
      </pc:docMkLst>
      <pc:sldChg chg="modSp add del mod">
        <pc:chgData name="SERGIO SPANO'" userId="3abdd0b9-513e-40ac-aad4-56920065037d" providerId="ADAL" clId="{1627E5C1-F221-4451-8C97-B22CC081AB1F}" dt="2022-04-11T10:30:40.493" v="54" actId="47"/>
        <pc:sldMkLst>
          <pc:docMk/>
          <pc:sldMk cId="3676927149" sldId="256"/>
        </pc:sldMkLst>
        <pc:spChg chg="mod">
          <ac:chgData name="SERGIO SPANO'" userId="3abdd0b9-513e-40ac-aad4-56920065037d" providerId="ADAL" clId="{1627E5C1-F221-4451-8C97-B22CC081AB1F}" dt="2022-04-11T10:30:31.546" v="26" actId="20577"/>
          <ac:spMkLst>
            <pc:docMk/>
            <pc:sldMk cId="3676927149" sldId="256"/>
            <ac:spMk id="2" creationId="{AE5A0156-FA44-4B5E-AA95-BA26FE319EEF}"/>
          </ac:spMkLst>
        </pc:spChg>
      </pc:sldChg>
      <pc:sldChg chg="del">
        <pc:chgData name="SERGIO SPANO'" userId="3abdd0b9-513e-40ac-aad4-56920065037d" providerId="ADAL" clId="{1627E5C1-F221-4451-8C97-B22CC081AB1F}" dt="2022-04-11T10:30:36.090" v="27" actId="47"/>
        <pc:sldMkLst>
          <pc:docMk/>
          <pc:sldMk cId="1525464714" sldId="257"/>
        </pc:sldMkLst>
      </pc:sldChg>
      <pc:sldChg chg="modSp new mod">
        <pc:chgData name="SERGIO SPANO'" userId="3abdd0b9-513e-40ac-aad4-56920065037d" providerId="ADAL" clId="{1627E5C1-F221-4451-8C97-B22CC081AB1F}" dt="2022-04-11T10:31:47.865" v="141" actId="20577"/>
        <pc:sldMkLst>
          <pc:docMk/>
          <pc:sldMk cId="2910172128" sldId="257"/>
        </pc:sldMkLst>
        <pc:spChg chg="mod">
          <ac:chgData name="SERGIO SPANO'" userId="3abdd0b9-513e-40ac-aad4-56920065037d" providerId="ADAL" clId="{1627E5C1-F221-4451-8C97-B22CC081AB1F}" dt="2022-04-11T10:30:55.276" v="57"/>
          <ac:spMkLst>
            <pc:docMk/>
            <pc:sldMk cId="2910172128" sldId="257"/>
            <ac:spMk id="2" creationId="{A31BAC01-DDDA-489B-8583-EB3AFDD3E691}"/>
          </ac:spMkLst>
        </pc:spChg>
        <pc:spChg chg="mod">
          <ac:chgData name="SERGIO SPANO'" userId="3abdd0b9-513e-40ac-aad4-56920065037d" providerId="ADAL" clId="{1627E5C1-F221-4451-8C97-B22CC081AB1F}" dt="2022-04-11T10:31:47.865" v="141" actId="20577"/>
          <ac:spMkLst>
            <pc:docMk/>
            <pc:sldMk cId="2910172128" sldId="257"/>
            <ac:spMk id="3" creationId="{74B9E347-FD23-4DF0-9022-093CC8ED5E06}"/>
          </ac:spMkLst>
        </pc:spChg>
      </pc:sldChg>
      <pc:sldChg chg="addSp modSp new mod">
        <pc:chgData name="SERGIO SPANO'" userId="3abdd0b9-513e-40ac-aad4-56920065037d" providerId="ADAL" clId="{1627E5C1-F221-4451-8C97-B22CC081AB1F}" dt="2022-04-11T10:37:14.777" v="281" actId="1076"/>
        <pc:sldMkLst>
          <pc:docMk/>
          <pc:sldMk cId="2179780492" sldId="258"/>
        </pc:sldMkLst>
        <pc:spChg chg="mod">
          <ac:chgData name="SERGIO SPANO'" userId="3abdd0b9-513e-40ac-aad4-56920065037d" providerId="ADAL" clId="{1627E5C1-F221-4451-8C97-B22CC081AB1F}" dt="2022-04-11T10:32:45.897" v="144" actId="27636"/>
          <ac:spMkLst>
            <pc:docMk/>
            <pc:sldMk cId="2179780492" sldId="258"/>
            <ac:spMk id="2" creationId="{5FCC4001-4DFE-40CF-84F5-BE97FE594C5C}"/>
          </ac:spMkLst>
        </pc:spChg>
        <pc:spChg chg="mod">
          <ac:chgData name="SERGIO SPANO'" userId="3abdd0b9-513e-40ac-aad4-56920065037d" providerId="ADAL" clId="{1627E5C1-F221-4451-8C97-B22CC081AB1F}" dt="2022-04-11T10:37:03.244" v="276" actId="20577"/>
          <ac:spMkLst>
            <pc:docMk/>
            <pc:sldMk cId="2179780492" sldId="258"/>
            <ac:spMk id="3" creationId="{EE262BA2-4BC5-4483-8135-5025E3BD47C9}"/>
          </ac:spMkLst>
        </pc:spChg>
        <pc:spChg chg="mod">
          <ac:chgData name="SERGIO SPANO'" userId="3abdd0b9-513e-40ac-aad4-56920065037d" providerId="ADAL" clId="{1627E5C1-F221-4451-8C97-B22CC081AB1F}" dt="2022-04-11T10:34:43.647" v="162"/>
          <ac:spMkLst>
            <pc:docMk/>
            <pc:sldMk cId="2179780492" sldId="258"/>
            <ac:spMk id="8" creationId="{414DD31F-2E10-4087-98DA-DCD9A8A7FC88}"/>
          </ac:spMkLst>
        </pc:spChg>
        <pc:spChg chg="mod">
          <ac:chgData name="SERGIO SPANO'" userId="3abdd0b9-513e-40ac-aad4-56920065037d" providerId="ADAL" clId="{1627E5C1-F221-4451-8C97-B22CC081AB1F}" dt="2022-04-11T10:34:43.647" v="162"/>
          <ac:spMkLst>
            <pc:docMk/>
            <pc:sldMk cId="2179780492" sldId="258"/>
            <ac:spMk id="9" creationId="{899CECFD-AC05-49D0-A984-6F5F6C75B2BE}"/>
          </ac:spMkLst>
        </pc:spChg>
        <pc:spChg chg="mod">
          <ac:chgData name="SERGIO SPANO'" userId="3abdd0b9-513e-40ac-aad4-56920065037d" providerId="ADAL" clId="{1627E5C1-F221-4451-8C97-B22CC081AB1F}" dt="2022-04-11T10:34:43.647" v="162"/>
          <ac:spMkLst>
            <pc:docMk/>
            <pc:sldMk cId="2179780492" sldId="258"/>
            <ac:spMk id="10" creationId="{2830432F-AEBF-4595-AEE3-15D06DDEF81A}"/>
          </ac:spMkLst>
        </pc:spChg>
        <pc:spChg chg="mod">
          <ac:chgData name="SERGIO SPANO'" userId="3abdd0b9-513e-40ac-aad4-56920065037d" providerId="ADAL" clId="{1627E5C1-F221-4451-8C97-B22CC081AB1F}" dt="2022-04-11T10:34:43.647" v="162"/>
          <ac:spMkLst>
            <pc:docMk/>
            <pc:sldMk cId="2179780492" sldId="258"/>
            <ac:spMk id="12" creationId="{D75F7C44-4749-4D66-9A3B-7ABB2AFFACB9}"/>
          </ac:spMkLst>
        </pc:spChg>
        <pc:grpChg chg="add mod">
          <ac:chgData name="SERGIO SPANO'" userId="3abdd0b9-513e-40ac-aad4-56920065037d" providerId="ADAL" clId="{1627E5C1-F221-4451-8C97-B22CC081AB1F}" dt="2022-04-11T10:37:14.777" v="281" actId="1076"/>
          <ac:grpSpMkLst>
            <pc:docMk/>
            <pc:sldMk cId="2179780492" sldId="258"/>
            <ac:grpSpMk id="7" creationId="{60EC2DDA-8D02-47F0-8A93-37F75DE11D96}"/>
          </ac:grpSpMkLst>
        </pc:grpChg>
        <pc:picChg chg="add mod">
          <ac:chgData name="SERGIO SPANO'" userId="3abdd0b9-513e-40ac-aad4-56920065037d" providerId="ADAL" clId="{1627E5C1-F221-4451-8C97-B22CC081AB1F}" dt="2022-04-11T10:37:06.518" v="278" actId="1076"/>
          <ac:picMkLst>
            <pc:docMk/>
            <pc:sldMk cId="2179780492" sldId="258"/>
            <ac:picMk id="6" creationId="{207809DA-7B0C-4D8C-B708-10BA6AB5B1A0}"/>
          </ac:picMkLst>
        </pc:picChg>
        <pc:cxnChg chg="mod">
          <ac:chgData name="SERGIO SPANO'" userId="3abdd0b9-513e-40ac-aad4-56920065037d" providerId="ADAL" clId="{1627E5C1-F221-4451-8C97-B22CC081AB1F}" dt="2022-04-11T10:34:43.647" v="162"/>
          <ac:cxnSpMkLst>
            <pc:docMk/>
            <pc:sldMk cId="2179780492" sldId="258"/>
            <ac:cxnSpMk id="11" creationId="{C2B2EA6C-F7C0-4596-B3B3-91CB63A2FEAF}"/>
          </ac:cxnSpMkLst>
        </pc:cxnChg>
        <pc:cxnChg chg="mod">
          <ac:chgData name="SERGIO SPANO'" userId="3abdd0b9-513e-40ac-aad4-56920065037d" providerId="ADAL" clId="{1627E5C1-F221-4451-8C97-B22CC081AB1F}" dt="2022-04-11T10:34:43.647" v="162"/>
          <ac:cxnSpMkLst>
            <pc:docMk/>
            <pc:sldMk cId="2179780492" sldId="258"/>
            <ac:cxnSpMk id="13" creationId="{C4D68FE0-7C76-4540-B4C1-D8E6F9D0B4FE}"/>
          </ac:cxnSpMkLst>
        </pc:cxnChg>
        <pc:cxnChg chg="mod">
          <ac:chgData name="SERGIO SPANO'" userId="3abdd0b9-513e-40ac-aad4-56920065037d" providerId="ADAL" clId="{1627E5C1-F221-4451-8C97-B22CC081AB1F}" dt="2022-04-11T10:34:43.647" v="162"/>
          <ac:cxnSpMkLst>
            <pc:docMk/>
            <pc:sldMk cId="2179780492" sldId="258"/>
            <ac:cxnSpMk id="14" creationId="{23C46BCF-9426-4883-A265-FA67196F8386}"/>
          </ac:cxnSpMkLst>
        </pc:cxnChg>
        <pc:cxnChg chg="mod">
          <ac:chgData name="SERGIO SPANO'" userId="3abdd0b9-513e-40ac-aad4-56920065037d" providerId="ADAL" clId="{1627E5C1-F221-4451-8C97-B22CC081AB1F}" dt="2022-04-11T10:34:43.647" v="162"/>
          <ac:cxnSpMkLst>
            <pc:docMk/>
            <pc:sldMk cId="2179780492" sldId="258"/>
            <ac:cxnSpMk id="15" creationId="{02F06410-1F76-4384-A0A5-417B2D24596F}"/>
          </ac:cxnSpMkLst>
        </pc:cxnChg>
        <pc:cxnChg chg="mod">
          <ac:chgData name="SERGIO SPANO'" userId="3abdd0b9-513e-40ac-aad4-56920065037d" providerId="ADAL" clId="{1627E5C1-F221-4451-8C97-B22CC081AB1F}" dt="2022-04-11T10:34:43.647" v="162"/>
          <ac:cxnSpMkLst>
            <pc:docMk/>
            <pc:sldMk cId="2179780492" sldId="258"/>
            <ac:cxnSpMk id="16" creationId="{6EF9DAE4-EA32-4236-A5E5-DCE0BB56296C}"/>
          </ac:cxnSpMkLst>
        </pc:cxnChg>
        <pc:cxnChg chg="mod">
          <ac:chgData name="SERGIO SPANO'" userId="3abdd0b9-513e-40ac-aad4-56920065037d" providerId="ADAL" clId="{1627E5C1-F221-4451-8C97-B22CC081AB1F}" dt="2022-04-11T10:34:43.647" v="162"/>
          <ac:cxnSpMkLst>
            <pc:docMk/>
            <pc:sldMk cId="2179780492" sldId="258"/>
            <ac:cxnSpMk id="17" creationId="{6AD716E6-BCFD-4B10-88A5-6B2A5DFA072D}"/>
          </ac:cxnSpMkLst>
        </pc:cxnChg>
        <pc:cxnChg chg="mod">
          <ac:chgData name="SERGIO SPANO'" userId="3abdd0b9-513e-40ac-aad4-56920065037d" providerId="ADAL" clId="{1627E5C1-F221-4451-8C97-B22CC081AB1F}" dt="2022-04-11T10:34:43.647" v="162"/>
          <ac:cxnSpMkLst>
            <pc:docMk/>
            <pc:sldMk cId="2179780492" sldId="258"/>
            <ac:cxnSpMk id="18" creationId="{B394EF67-DC0F-4689-9407-23A638B93737}"/>
          </ac:cxnSpMkLst>
        </pc:cxnChg>
        <pc:cxnChg chg="mod">
          <ac:chgData name="SERGIO SPANO'" userId="3abdd0b9-513e-40ac-aad4-56920065037d" providerId="ADAL" clId="{1627E5C1-F221-4451-8C97-B22CC081AB1F}" dt="2022-04-11T10:34:43.647" v="162"/>
          <ac:cxnSpMkLst>
            <pc:docMk/>
            <pc:sldMk cId="2179780492" sldId="258"/>
            <ac:cxnSpMk id="19" creationId="{144B0372-B4D6-4054-A182-AB4F1884B38F}"/>
          </ac:cxnSpMkLst>
        </pc:cxnChg>
        <pc:cxnChg chg="mod">
          <ac:chgData name="SERGIO SPANO'" userId="3abdd0b9-513e-40ac-aad4-56920065037d" providerId="ADAL" clId="{1627E5C1-F221-4451-8C97-B22CC081AB1F}" dt="2022-04-11T10:34:43.647" v="162"/>
          <ac:cxnSpMkLst>
            <pc:docMk/>
            <pc:sldMk cId="2179780492" sldId="258"/>
            <ac:cxnSpMk id="20" creationId="{335AD62B-4AD1-4AEE-8402-545F9B39940D}"/>
          </ac:cxnSpMkLst>
        </pc:cxnChg>
      </pc:sldChg>
      <pc:sldChg chg="del">
        <pc:chgData name="SERGIO SPANO'" userId="3abdd0b9-513e-40ac-aad4-56920065037d" providerId="ADAL" clId="{1627E5C1-F221-4451-8C97-B22CC081AB1F}" dt="2022-04-11T10:30:36.608" v="28" actId="47"/>
        <pc:sldMkLst>
          <pc:docMk/>
          <pc:sldMk cId="3506276720" sldId="258"/>
        </pc:sldMkLst>
      </pc:sldChg>
      <pc:sldChg chg="addSp modSp new mod">
        <pc:chgData name="SERGIO SPANO'" userId="3abdd0b9-513e-40ac-aad4-56920065037d" providerId="ADAL" clId="{1627E5C1-F221-4451-8C97-B22CC081AB1F}" dt="2022-04-11T10:37:59.045" v="307" actId="1076"/>
        <pc:sldMkLst>
          <pc:docMk/>
          <pc:sldMk cId="355601992" sldId="259"/>
        </pc:sldMkLst>
        <pc:spChg chg="mod">
          <ac:chgData name="SERGIO SPANO'" userId="3abdd0b9-513e-40ac-aad4-56920065037d" providerId="ADAL" clId="{1627E5C1-F221-4451-8C97-B22CC081AB1F}" dt="2022-04-11T10:37:31.662" v="285" actId="27636"/>
          <ac:spMkLst>
            <pc:docMk/>
            <pc:sldMk cId="355601992" sldId="259"/>
            <ac:spMk id="2" creationId="{FD7D334F-595A-44E8-B4A1-73C66234F032}"/>
          </ac:spMkLst>
        </pc:spChg>
        <pc:spChg chg="mod">
          <ac:chgData name="SERGIO SPANO'" userId="3abdd0b9-513e-40ac-aad4-56920065037d" providerId="ADAL" clId="{1627E5C1-F221-4451-8C97-B22CC081AB1F}" dt="2022-04-11T10:37:50.601" v="302" actId="20577"/>
          <ac:spMkLst>
            <pc:docMk/>
            <pc:sldMk cId="355601992" sldId="259"/>
            <ac:spMk id="3" creationId="{825B16FC-DB90-4258-ADB4-E8EC615D6E80}"/>
          </ac:spMkLst>
        </pc:spChg>
        <pc:picChg chg="add mod">
          <ac:chgData name="SERGIO SPANO'" userId="3abdd0b9-513e-40ac-aad4-56920065037d" providerId="ADAL" clId="{1627E5C1-F221-4451-8C97-B22CC081AB1F}" dt="2022-04-11T10:37:59.045" v="307" actId="1076"/>
          <ac:picMkLst>
            <pc:docMk/>
            <pc:sldMk cId="355601992" sldId="259"/>
            <ac:picMk id="6" creationId="{0FD49215-396C-4FE1-ADB0-50B67BD66B8E}"/>
          </ac:picMkLst>
        </pc:picChg>
      </pc:sldChg>
      <pc:sldChg chg="del">
        <pc:chgData name="SERGIO SPANO'" userId="3abdd0b9-513e-40ac-aad4-56920065037d" providerId="ADAL" clId="{1627E5C1-F221-4451-8C97-B22CC081AB1F}" dt="2022-04-11T10:30:36.642" v="29" actId="47"/>
        <pc:sldMkLst>
          <pc:docMk/>
          <pc:sldMk cId="3578117372" sldId="259"/>
        </pc:sldMkLst>
      </pc:sldChg>
      <pc:sldChg chg="del">
        <pc:chgData name="SERGIO SPANO'" userId="3abdd0b9-513e-40ac-aad4-56920065037d" providerId="ADAL" clId="{1627E5C1-F221-4451-8C97-B22CC081AB1F}" dt="2022-04-11T10:30:36.687" v="30" actId="47"/>
        <pc:sldMkLst>
          <pc:docMk/>
          <pc:sldMk cId="1662387367" sldId="260"/>
        </pc:sldMkLst>
      </pc:sldChg>
      <pc:sldChg chg="modSp new mod">
        <pc:chgData name="SERGIO SPANO'" userId="3abdd0b9-513e-40ac-aad4-56920065037d" providerId="ADAL" clId="{1627E5C1-F221-4451-8C97-B22CC081AB1F}" dt="2022-04-11T10:38:57.193" v="317"/>
        <pc:sldMkLst>
          <pc:docMk/>
          <pc:sldMk cId="3205130633" sldId="260"/>
        </pc:sldMkLst>
        <pc:spChg chg="mod">
          <ac:chgData name="SERGIO SPANO'" userId="3abdd0b9-513e-40ac-aad4-56920065037d" providerId="ADAL" clId="{1627E5C1-F221-4451-8C97-B22CC081AB1F}" dt="2022-04-11T10:38:16.071" v="310" actId="27636"/>
          <ac:spMkLst>
            <pc:docMk/>
            <pc:sldMk cId="3205130633" sldId="260"/>
            <ac:spMk id="2" creationId="{744E135E-4C94-4E2F-96A3-9B8952133A4C}"/>
          </ac:spMkLst>
        </pc:spChg>
        <pc:spChg chg="mod">
          <ac:chgData name="SERGIO SPANO'" userId="3abdd0b9-513e-40ac-aad4-56920065037d" providerId="ADAL" clId="{1627E5C1-F221-4451-8C97-B22CC081AB1F}" dt="2022-04-11T10:38:57.193" v="317"/>
          <ac:spMkLst>
            <pc:docMk/>
            <pc:sldMk cId="3205130633" sldId="260"/>
            <ac:spMk id="3" creationId="{D11A4E62-231E-4217-90CC-BAF8BB291328}"/>
          </ac:spMkLst>
        </pc:spChg>
      </pc:sldChg>
      <pc:sldChg chg="del">
        <pc:chgData name="SERGIO SPANO'" userId="3abdd0b9-513e-40ac-aad4-56920065037d" providerId="ADAL" clId="{1627E5C1-F221-4451-8C97-B22CC081AB1F}" dt="2022-04-11T10:30:36.719" v="31" actId="47"/>
        <pc:sldMkLst>
          <pc:docMk/>
          <pc:sldMk cId="4067024195" sldId="261"/>
        </pc:sldMkLst>
      </pc:sldChg>
      <pc:sldChg chg="addSp delSp modSp new mod">
        <pc:chgData name="SERGIO SPANO'" userId="3abdd0b9-513e-40ac-aad4-56920065037d" providerId="ADAL" clId="{1627E5C1-F221-4451-8C97-B22CC081AB1F}" dt="2022-04-11T10:41:22.665" v="331" actId="1076"/>
        <pc:sldMkLst>
          <pc:docMk/>
          <pc:sldMk cId="4288092489" sldId="261"/>
        </pc:sldMkLst>
        <pc:spChg chg="mod">
          <ac:chgData name="SERGIO SPANO'" userId="3abdd0b9-513e-40ac-aad4-56920065037d" providerId="ADAL" clId="{1627E5C1-F221-4451-8C97-B22CC081AB1F}" dt="2022-04-11T10:40:32.882" v="320" actId="27636"/>
          <ac:spMkLst>
            <pc:docMk/>
            <pc:sldMk cId="4288092489" sldId="261"/>
            <ac:spMk id="2" creationId="{82582FCC-CED4-48CE-BACA-428E25CB6930}"/>
          </ac:spMkLst>
        </pc:spChg>
        <pc:spChg chg="del">
          <ac:chgData name="SERGIO SPANO'" userId="3abdd0b9-513e-40ac-aad4-56920065037d" providerId="ADAL" clId="{1627E5C1-F221-4451-8C97-B22CC081AB1F}" dt="2022-04-11T10:40:43.586" v="321" actId="478"/>
          <ac:spMkLst>
            <pc:docMk/>
            <pc:sldMk cId="4288092489" sldId="261"/>
            <ac:spMk id="3" creationId="{131ECBA0-59CD-419F-982C-DA1604EB52CF}"/>
          </ac:spMkLst>
        </pc:spChg>
        <pc:picChg chg="add del mod">
          <ac:chgData name="SERGIO SPANO'" userId="3abdd0b9-513e-40ac-aad4-56920065037d" providerId="ADAL" clId="{1627E5C1-F221-4451-8C97-B22CC081AB1F}" dt="2022-04-11T10:40:48.779" v="325"/>
          <ac:picMkLst>
            <pc:docMk/>
            <pc:sldMk cId="4288092489" sldId="261"/>
            <ac:picMk id="6" creationId="{34408220-DCA7-4E81-9C81-A1065F7247A8}"/>
          </ac:picMkLst>
        </pc:picChg>
        <pc:picChg chg="add mod">
          <ac:chgData name="SERGIO SPANO'" userId="3abdd0b9-513e-40ac-aad4-56920065037d" providerId="ADAL" clId="{1627E5C1-F221-4451-8C97-B22CC081AB1F}" dt="2022-04-11T10:41:22.665" v="331" actId="1076"/>
          <ac:picMkLst>
            <pc:docMk/>
            <pc:sldMk cId="4288092489" sldId="261"/>
            <ac:picMk id="7" creationId="{72EDF57F-DD66-4A61-98FC-BCCDCCFEB850}"/>
          </ac:picMkLst>
        </pc:picChg>
      </pc:sldChg>
      <pc:sldChg chg="addSp delSp modSp new mod">
        <pc:chgData name="SERGIO SPANO'" userId="3abdd0b9-513e-40ac-aad4-56920065037d" providerId="ADAL" clId="{1627E5C1-F221-4451-8C97-B22CC081AB1F}" dt="2022-04-11T10:48:02.457" v="356" actId="1076"/>
        <pc:sldMkLst>
          <pc:docMk/>
          <pc:sldMk cId="991917091" sldId="262"/>
        </pc:sldMkLst>
        <pc:spChg chg="mod">
          <ac:chgData name="SERGIO SPANO'" userId="3abdd0b9-513e-40ac-aad4-56920065037d" providerId="ADAL" clId="{1627E5C1-F221-4451-8C97-B22CC081AB1F}" dt="2022-04-11T10:47:00.035" v="334" actId="27636"/>
          <ac:spMkLst>
            <pc:docMk/>
            <pc:sldMk cId="991917091" sldId="262"/>
            <ac:spMk id="2" creationId="{F4D0FC1B-4561-443C-94CB-1A1ABBCDE703}"/>
          </ac:spMkLst>
        </pc:spChg>
        <pc:spChg chg="mod">
          <ac:chgData name="SERGIO SPANO'" userId="3abdd0b9-513e-40ac-aad4-56920065037d" providerId="ADAL" clId="{1627E5C1-F221-4451-8C97-B22CC081AB1F}" dt="2022-04-11T10:47:15.173" v="339" actId="14100"/>
          <ac:spMkLst>
            <pc:docMk/>
            <pc:sldMk cId="991917091" sldId="262"/>
            <ac:spMk id="3" creationId="{9A5896D4-31E1-4790-9E92-D9184C1DB968}"/>
          </ac:spMkLst>
        </pc:spChg>
        <pc:spChg chg="add del mod">
          <ac:chgData name="SERGIO SPANO'" userId="3abdd0b9-513e-40ac-aad4-56920065037d" providerId="ADAL" clId="{1627E5C1-F221-4451-8C97-B22CC081AB1F}" dt="2022-04-11T10:47:24.414" v="341"/>
          <ac:spMkLst>
            <pc:docMk/>
            <pc:sldMk cId="991917091" sldId="262"/>
            <ac:spMk id="6" creationId="{B54CC71B-877F-430B-9EC2-64FF549ADA87}"/>
          </ac:spMkLst>
        </pc:spChg>
        <pc:spChg chg="mod">
          <ac:chgData name="SERGIO SPANO'" userId="3abdd0b9-513e-40ac-aad4-56920065037d" providerId="ADAL" clId="{1627E5C1-F221-4451-8C97-B22CC081AB1F}" dt="2022-04-11T10:47:53.321" v="347"/>
          <ac:spMkLst>
            <pc:docMk/>
            <pc:sldMk cId="991917091" sldId="262"/>
            <ac:spMk id="9" creationId="{649FFF36-040C-4BBE-933F-8A1C04B888C9}"/>
          </ac:spMkLst>
        </pc:spChg>
        <pc:spChg chg="mod">
          <ac:chgData name="SERGIO SPANO'" userId="3abdd0b9-513e-40ac-aad4-56920065037d" providerId="ADAL" clId="{1627E5C1-F221-4451-8C97-B22CC081AB1F}" dt="2022-04-11T10:47:53.321" v="347"/>
          <ac:spMkLst>
            <pc:docMk/>
            <pc:sldMk cId="991917091" sldId="262"/>
            <ac:spMk id="14" creationId="{06830414-80CF-4B80-AFBE-618DCC369D47}"/>
          </ac:spMkLst>
        </pc:spChg>
        <pc:spChg chg="mod">
          <ac:chgData name="SERGIO SPANO'" userId="3abdd0b9-513e-40ac-aad4-56920065037d" providerId="ADAL" clId="{1627E5C1-F221-4451-8C97-B22CC081AB1F}" dt="2022-04-11T10:47:53.321" v="347"/>
          <ac:spMkLst>
            <pc:docMk/>
            <pc:sldMk cId="991917091" sldId="262"/>
            <ac:spMk id="15" creationId="{97E5BE77-E3CD-42C2-BE44-781FFA8B3A18}"/>
          </ac:spMkLst>
        </pc:spChg>
        <pc:spChg chg="mod">
          <ac:chgData name="SERGIO SPANO'" userId="3abdd0b9-513e-40ac-aad4-56920065037d" providerId="ADAL" clId="{1627E5C1-F221-4451-8C97-B22CC081AB1F}" dt="2022-04-11T10:47:53.321" v="347"/>
          <ac:spMkLst>
            <pc:docMk/>
            <pc:sldMk cId="991917091" sldId="262"/>
            <ac:spMk id="16" creationId="{3B2DDEC1-C8B2-4D33-9D0D-99DEF857A0D6}"/>
          </ac:spMkLst>
        </pc:spChg>
        <pc:spChg chg="mod">
          <ac:chgData name="SERGIO SPANO'" userId="3abdd0b9-513e-40ac-aad4-56920065037d" providerId="ADAL" clId="{1627E5C1-F221-4451-8C97-B22CC081AB1F}" dt="2022-04-11T10:47:53.321" v="347"/>
          <ac:spMkLst>
            <pc:docMk/>
            <pc:sldMk cId="991917091" sldId="262"/>
            <ac:spMk id="17" creationId="{08789B15-9FE4-4232-9240-BE29FBE2B1FA}"/>
          </ac:spMkLst>
        </pc:spChg>
        <pc:grpChg chg="add del mod">
          <ac:chgData name="SERGIO SPANO'" userId="3abdd0b9-513e-40ac-aad4-56920065037d" providerId="ADAL" clId="{1627E5C1-F221-4451-8C97-B22CC081AB1F}" dt="2022-04-11T10:47:54.762" v="350"/>
          <ac:grpSpMkLst>
            <pc:docMk/>
            <pc:sldMk cId="991917091" sldId="262"/>
            <ac:grpSpMk id="8" creationId="{909169FA-8FD6-4806-9E47-5957BD92F087}"/>
          </ac:grpSpMkLst>
        </pc:grpChg>
        <pc:picChg chg="add mod">
          <ac:chgData name="SERGIO SPANO'" userId="3abdd0b9-513e-40ac-aad4-56920065037d" providerId="ADAL" clId="{1627E5C1-F221-4451-8C97-B22CC081AB1F}" dt="2022-04-11T10:48:00.297" v="355" actId="1076"/>
          <ac:picMkLst>
            <pc:docMk/>
            <pc:sldMk cId="991917091" sldId="262"/>
            <ac:picMk id="7" creationId="{FF286B12-A25E-4E53-9576-0D67AAD89D34}"/>
          </ac:picMkLst>
        </pc:picChg>
        <pc:picChg chg="add mod">
          <ac:chgData name="SERGIO SPANO'" userId="3abdd0b9-513e-40ac-aad4-56920065037d" providerId="ADAL" clId="{1627E5C1-F221-4451-8C97-B22CC081AB1F}" dt="2022-04-11T10:48:02.457" v="356" actId="1076"/>
          <ac:picMkLst>
            <pc:docMk/>
            <pc:sldMk cId="991917091" sldId="262"/>
            <ac:picMk id="18" creationId="{C37D5CFC-11B2-4F5E-AD75-FEB175859AAE}"/>
          </ac:picMkLst>
        </pc:picChg>
        <pc:cxnChg chg="mod">
          <ac:chgData name="SERGIO SPANO'" userId="3abdd0b9-513e-40ac-aad4-56920065037d" providerId="ADAL" clId="{1627E5C1-F221-4451-8C97-B22CC081AB1F}" dt="2022-04-11T10:47:53.321" v="347"/>
          <ac:cxnSpMkLst>
            <pc:docMk/>
            <pc:sldMk cId="991917091" sldId="262"/>
            <ac:cxnSpMk id="10" creationId="{4DFCBA14-0523-4777-8A66-0389938F0329}"/>
          </ac:cxnSpMkLst>
        </pc:cxnChg>
        <pc:cxnChg chg="mod">
          <ac:chgData name="SERGIO SPANO'" userId="3abdd0b9-513e-40ac-aad4-56920065037d" providerId="ADAL" clId="{1627E5C1-F221-4451-8C97-B22CC081AB1F}" dt="2022-04-11T10:47:53.321" v="347"/>
          <ac:cxnSpMkLst>
            <pc:docMk/>
            <pc:sldMk cId="991917091" sldId="262"/>
            <ac:cxnSpMk id="11" creationId="{7F62E286-2ECB-48EE-B445-C9794A88D80A}"/>
          </ac:cxnSpMkLst>
        </pc:cxnChg>
        <pc:cxnChg chg="mod">
          <ac:chgData name="SERGIO SPANO'" userId="3abdd0b9-513e-40ac-aad4-56920065037d" providerId="ADAL" clId="{1627E5C1-F221-4451-8C97-B22CC081AB1F}" dt="2022-04-11T10:47:53.321" v="347"/>
          <ac:cxnSpMkLst>
            <pc:docMk/>
            <pc:sldMk cId="991917091" sldId="262"/>
            <ac:cxnSpMk id="12" creationId="{AB75982F-30AE-46A3-9BA4-A1D6AC38CCD6}"/>
          </ac:cxnSpMkLst>
        </pc:cxnChg>
        <pc:cxnChg chg="mod">
          <ac:chgData name="SERGIO SPANO'" userId="3abdd0b9-513e-40ac-aad4-56920065037d" providerId="ADAL" clId="{1627E5C1-F221-4451-8C97-B22CC081AB1F}" dt="2022-04-11T10:47:53.321" v="347"/>
          <ac:cxnSpMkLst>
            <pc:docMk/>
            <pc:sldMk cId="991917091" sldId="262"/>
            <ac:cxnSpMk id="13" creationId="{7D847D6C-E370-424A-BBEA-56565C1093D4}"/>
          </ac:cxnSpMkLst>
        </pc:cxnChg>
      </pc:sldChg>
      <pc:sldChg chg="del">
        <pc:chgData name="SERGIO SPANO'" userId="3abdd0b9-513e-40ac-aad4-56920065037d" providerId="ADAL" clId="{1627E5C1-F221-4451-8C97-B22CC081AB1F}" dt="2022-04-11T10:30:36.757" v="32" actId="47"/>
        <pc:sldMkLst>
          <pc:docMk/>
          <pc:sldMk cId="3765646427" sldId="262"/>
        </pc:sldMkLst>
      </pc:sldChg>
      <pc:sldChg chg="del">
        <pc:chgData name="SERGIO SPANO'" userId="3abdd0b9-513e-40ac-aad4-56920065037d" providerId="ADAL" clId="{1627E5C1-F221-4451-8C97-B22CC081AB1F}" dt="2022-04-11T10:30:36.796" v="33" actId="47"/>
        <pc:sldMkLst>
          <pc:docMk/>
          <pc:sldMk cId="2918311123" sldId="263"/>
        </pc:sldMkLst>
      </pc:sldChg>
      <pc:sldChg chg="addSp modSp new mod">
        <pc:chgData name="SERGIO SPANO'" userId="3abdd0b9-513e-40ac-aad4-56920065037d" providerId="ADAL" clId="{1627E5C1-F221-4451-8C97-B22CC081AB1F}" dt="2022-04-11T10:49:11.183" v="376" actId="1076"/>
        <pc:sldMkLst>
          <pc:docMk/>
          <pc:sldMk cId="3135805682" sldId="263"/>
        </pc:sldMkLst>
        <pc:spChg chg="mod">
          <ac:chgData name="SERGIO SPANO'" userId="3abdd0b9-513e-40ac-aad4-56920065037d" providerId="ADAL" clId="{1627E5C1-F221-4451-8C97-B22CC081AB1F}" dt="2022-04-11T10:48:16.668" v="357"/>
          <ac:spMkLst>
            <pc:docMk/>
            <pc:sldMk cId="3135805682" sldId="263"/>
            <ac:spMk id="2" creationId="{C58F5A91-70E1-4985-AC04-1B8FE4090323}"/>
          </ac:spMkLst>
        </pc:spChg>
        <pc:spChg chg="mod">
          <ac:chgData name="SERGIO SPANO'" userId="3abdd0b9-513e-40ac-aad4-56920065037d" providerId="ADAL" clId="{1627E5C1-F221-4451-8C97-B22CC081AB1F}" dt="2022-04-11T10:48:25.129" v="358"/>
          <ac:spMkLst>
            <pc:docMk/>
            <pc:sldMk cId="3135805682" sldId="263"/>
            <ac:spMk id="3" creationId="{04360AD4-B78C-4672-AF57-3B76DCEE27EF}"/>
          </ac:spMkLst>
        </pc:spChg>
        <pc:spChg chg="add mod">
          <ac:chgData name="SERGIO SPANO'" userId="3abdd0b9-513e-40ac-aad4-56920065037d" providerId="ADAL" clId="{1627E5C1-F221-4451-8C97-B22CC081AB1F}" dt="2022-04-11T10:49:09.744" v="375" actId="1076"/>
          <ac:spMkLst>
            <pc:docMk/>
            <pc:sldMk cId="3135805682" sldId="263"/>
            <ac:spMk id="8" creationId="{F2A010F5-81DD-4672-ABF5-8E844FB19450}"/>
          </ac:spMkLst>
        </pc:spChg>
        <pc:picChg chg="add mod">
          <ac:chgData name="SERGIO SPANO'" userId="3abdd0b9-513e-40ac-aad4-56920065037d" providerId="ADAL" clId="{1627E5C1-F221-4451-8C97-B22CC081AB1F}" dt="2022-04-11T10:48:56.085" v="368" actId="1076"/>
          <ac:picMkLst>
            <pc:docMk/>
            <pc:sldMk cId="3135805682" sldId="263"/>
            <ac:picMk id="6" creationId="{6F0D6313-3EA9-4D16-B9AC-4A7ADA84CE8E}"/>
          </ac:picMkLst>
        </pc:picChg>
        <pc:picChg chg="add mod">
          <ac:chgData name="SERGIO SPANO'" userId="3abdd0b9-513e-40ac-aad4-56920065037d" providerId="ADAL" clId="{1627E5C1-F221-4451-8C97-B22CC081AB1F}" dt="2022-04-11T10:49:11.183" v="376" actId="1076"/>
          <ac:picMkLst>
            <pc:docMk/>
            <pc:sldMk cId="3135805682" sldId="263"/>
            <ac:picMk id="7" creationId="{DB2D5805-0230-4A15-BA70-54B21BA46611}"/>
          </ac:picMkLst>
        </pc:picChg>
      </pc:sldChg>
      <pc:sldChg chg="del">
        <pc:chgData name="SERGIO SPANO'" userId="3abdd0b9-513e-40ac-aad4-56920065037d" providerId="ADAL" clId="{1627E5C1-F221-4451-8C97-B22CC081AB1F}" dt="2022-04-11T10:30:36.834" v="34" actId="47"/>
        <pc:sldMkLst>
          <pc:docMk/>
          <pc:sldMk cId="143287984" sldId="264"/>
        </pc:sldMkLst>
      </pc:sldChg>
      <pc:sldChg chg="modSp new mod">
        <pc:chgData name="SERGIO SPANO'" userId="3abdd0b9-513e-40ac-aad4-56920065037d" providerId="ADAL" clId="{1627E5C1-F221-4451-8C97-B22CC081AB1F}" dt="2022-04-11T10:50:01.269" v="384" actId="20577"/>
        <pc:sldMkLst>
          <pc:docMk/>
          <pc:sldMk cId="3978437630" sldId="264"/>
        </pc:sldMkLst>
        <pc:spChg chg="mod">
          <ac:chgData name="SERGIO SPANO'" userId="3abdd0b9-513e-40ac-aad4-56920065037d" providerId="ADAL" clId="{1627E5C1-F221-4451-8C97-B22CC081AB1F}" dt="2022-04-11T10:49:31.169" v="379" actId="27636"/>
          <ac:spMkLst>
            <pc:docMk/>
            <pc:sldMk cId="3978437630" sldId="264"/>
            <ac:spMk id="2" creationId="{7E6DAD39-7066-4E74-86E3-93B260A23A01}"/>
          </ac:spMkLst>
        </pc:spChg>
        <pc:spChg chg="mod">
          <ac:chgData name="SERGIO SPANO'" userId="3abdd0b9-513e-40ac-aad4-56920065037d" providerId="ADAL" clId="{1627E5C1-F221-4451-8C97-B22CC081AB1F}" dt="2022-04-11T10:50:01.269" v="384" actId="20577"/>
          <ac:spMkLst>
            <pc:docMk/>
            <pc:sldMk cId="3978437630" sldId="264"/>
            <ac:spMk id="3" creationId="{B80DC305-0F24-44E7-B318-2430B992E172}"/>
          </ac:spMkLst>
        </pc:spChg>
      </pc:sldChg>
      <pc:sldChg chg="del">
        <pc:chgData name="SERGIO SPANO'" userId="3abdd0b9-513e-40ac-aad4-56920065037d" providerId="ADAL" clId="{1627E5C1-F221-4451-8C97-B22CC081AB1F}" dt="2022-04-11T10:30:36.873" v="35" actId="47"/>
        <pc:sldMkLst>
          <pc:docMk/>
          <pc:sldMk cId="1122673045" sldId="265"/>
        </pc:sldMkLst>
      </pc:sldChg>
      <pc:sldChg chg="addSp modSp new mod">
        <pc:chgData name="SERGIO SPANO'" userId="3abdd0b9-513e-40ac-aad4-56920065037d" providerId="ADAL" clId="{1627E5C1-F221-4451-8C97-B22CC081AB1F}" dt="2022-04-11T10:51:05.138" v="412" actId="20577"/>
        <pc:sldMkLst>
          <pc:docMk/>
          <pc:sldMk cId="1168483423" sldId="265"/>
        </pc:sldMkLst>
        <pc:spChg chg="mod">
          <ac:chgData name="SERGIO SPANO'" userId="3abdd0b9-513e-40ac-aad4-56920065037d" providerId="ADAL" clId="{1627E5C1-F221-4451-8C97-B22CC081AB1F}" dt="2022-04-11T10:50:25.366" v="387" actId="27636"/>
          <ac:spMkLst>
            <pc:docMk/>
            <pc:sldMk cId="1168483423" sldId="265"/>
            <ac:spMk id="2" creationId="{3F142ED8-5E0F-40F7-A4C1-B6F28CAED448}"/>
          </ac:spMkLst>
        </pc:spChg>
        <pc:spChg chg="mod">
          <ac:chgData name="SERGIO SPANO'" userId="3abdd0b9-513e-40ac-aad4-56920065037d" providerId="ADAL" clId="{1627E5C1-F221-4451-8C97-B22CC081AB1F}" dt="2022-04-11T10:51:05.138" v="412" actId="20577"/>
          <ac:spMkLst>
            <pc:docMk/>
            <pc:sldMk cId="1168483423" sldId="265"/>
            <ac:spMk id="3" creationId="{E0B6AE00-7F95-47C1-9147-AAAB5A3CA2E5}"/>
          </ac:spMkLst>
        </pc:spChg>
        <pc:picChg chg="add mod">
          <ac:chgData name="SERGIO SPANO'" userId="3abdd0b9-513e-40ac-aad4-56920065037d" providerId="ADAL" clId="{1627E5C1-F221-4451-8C97-B22CC081AB1F}" dt="2022-04-11T10:51:00.839" v="411" actId="1076"/>
          <ac:picMkLst>
            <pc:docMk/>
            <pc:sldMk cId="1168483423" sldId="265"/>
            <ac:picMk id="6" creationId="{872C6874-737B-4102-A89E-0DD4F797036B}"/>
          </ac:picMkLst>
        </pc:picChg>
      </pc:sldChg>
      <pc:sldChg chg="del">
        <pc:chgData name="SERGIO SPANO'" userId="3abdd0b9-513e-40ac-aad4-56920065037d" providerId="ADAL" clId="{1627E5C1-F221-4451-8C97-B22CC081AB1F}" dt="2022-04-11T10:30:37.063" v="40" actId="47"/>
        <pc:sldMkLst>
          <pc:docMk/>
          <pc:sldMk cId="3631129158" sldId="266"/>
        </pc:sldMkLst>
      </pc:sldChg>
      <pc:sldChg chg="addSp delSp modSp new mod">
        <pc:chgData name="SERGIO SPANO'" userId="3abdd0b9-513e-40ac-aad4-56920065037d" providerId="ADAL" clId="{1627E5C1-F221-4451-8C97-B22CC081AB1F}" dt="2022-04-11T10:51:57.257" v="456" actId="1076"/>
        <pc:sldMkLst>
          <pc:docMk/>
          <pc:sldMk cId="4164971779" sldId="266"/>
        </pc:sldMkLst>
        <pc:spChg chg="mod">
          <ac:chgData name="SERGIO SPANO'" userId="3abdd0b9-513e-40ac-aad4-56920065037d" providerId="ADAL" clId="{1627E5C1-F221-4451-8C97-B22CC081AB1F}" dt="2022-04-11T10:51:17.001" v="421" actId="20577"/>
          <ac:spMkLst>
            <pc:docMk/>
            <pc:sldMk cId="4164971779" sldId="266"/>
            <ac:spMk id="2" creationId="{8ADF81E6-2E77-407D-9350-61D065D46AFD}"/>
          </ac:spMkLst>
        </pc:spChg>
        <pc:spChg chg="mod">
          <ac:chgData name="SERGIO SPANO'" userId="3abdd0b9-513e-40ac-aad4-56920065037d" providerId="ADAL" clId="{1627E5C1-F221-4451-8C97-B22CC081AB1F}" dt="2022-04-11T10:51:45.737" v="450" actId="14100"/>
          <ac:spMkLst>
            <pc:docMk/>
            <pc:sldMk cId="4164971779" sldId="266"/>
            <ac:spMk id="3" creationId="{4291D59A-B38B-46DF-AFE2-E08874173FD3}"/>
          </ac:spMkLst>
        </pc:spChg>
        <pc:spChg chg="add del mod">
          <ac:chgData name="SERGIO SPANO'" userId="3abdd0b9-513e-40ac-aad4-56920065037d" providerId="ADAL" clId="{1627E5C1-F221-4451-8C97-B22CC081AB1F}" dt="2022-04-11T10:51:51.237" v="452"/>
          <ac:spMkLst>
            <pc:docMk/>
            <pc:sldMk cId="4164971779" sldId="266"/>
            <ac:spMk id="6" creationId="{D9FB286D-33B4-4AFC-9C0E-979CBA38921C}"/>
          </ac:spMkLst>
        </pc:spChg>
        <pc:picChg chg="add mod">
          <ac:chgData name="SERGIO SPANO'" userId="3abdd0b9-513e-40ac-aad4-56920065037d" providerId="ADAL" clId="{1627E5C1-F221-4451-8C97-B22CC081AB1F}" dt="2022-04-11T10:51:57.257" v="456" actId="1076"/>
          <ac:picMkLst>
            <pc:docMk/>
            <pc:sldMk cId="4164971779" sldId="266"/>
            <ac:picMk id="7" creationId="{A10DCF31-549F-444B-B41B-762A5BC75EF5}"/>
          </ac:picMkLst>
        </pc:picChg>
      </pc:sldChg>
      <pc:sldChg chg="del">
        <pc:chgData name="SERGIO SPANO'" userId="3abdd0b9-513e-40ac-aad4-56920065037d" providerId="ADAL" clId="{1627E5C1-F221-4451-8C97-B22CC081AB1F}" dt="2022-04-11T10:30:37.095" v="41" actId="47"/>
        <pc:sldMkLst>
          <pc:docMk/>
          <pc:sldMk cId="554601427" sldId="267"/>
        </pc:sldMkLst>
      </pc:sldChg>
      <pc:sldChg chg="addSp modSp new mod">
        <pc:chgData name="SERGIO SPANO'" userId="3abdd0b9-513e-40ac-aad4-56920065037d" providerId="ADAL" clId="{1627E5C1-F221-4451-8C97-B22CC081AB1F}" dt="2022-04-11T10:52:53.102" v="484" actId="1076"/>
        <pc:sldMkLst>
          <pc:docMk/>
          <pc:sldMk cId="1489511120" sldId="267"/>
        </pc:sldMkLst>
        <pc:spChg chg="mod">
          <ac:chgData name="SERGIO SPANO'" userId="3abdd0b9-513e-40ac-aad4-56920065037d" providerId="ADAL" clId="{1627E5C1-F221-4451-8C97-B22CC081AB1F}" dt="2022-04-11T10:52:04.514" v="459" actId="27636"/>
          <ac:spMkLst>
            <pc:docMk/>
            <pc:sldMk cId="1489511120" sldId="267"/>
            <ac:spMk id="2" creationId="{E9C306E4-1992-46E1-90CB-EF6FD3E78913}"/>
          </ac:spMkLst>
        </pc:spChg>
        <pc:spChg chg="mod">
          <ac:chgData name="SERGIO SPANO'" userId="3abdd0b9-513e-40ac-aad4-56920065037d" providerId="ADAL" clId="{1627E5C1-F221-4451-8C97-B22CC081AB1F}" dt="2022-04-11T10:52:42.026" v="479" actId="27636"/>
          <ac:spMkLst>
            <pc:docMk/>
            <pc:sldMk cId="1489511120" sldId="267"/>
            <ac:spMk id="3" creationId="{4DDBF4A5-BBE0-4908-9471-118EDCA0B099}"/>
          </ac:spMkLst>
        </pc:spChg>
        <pc:picChg chg="add mod">
          <ac:chgData name="SERGIO SPANO'" userId="3abdd0b9-513e-40ac-aad4-56920065037d" providerId="ADAL" clId="{1627E5C1-F221-4451-8C97-B22CC081AB1F}" dt="2022-04-11T10:52:53.102" v="484" actId="1076"/>
          <ac:picMkLst>
            <pc:docMk/>
            <pc:sldMk cId="1489511120" sldId="267"/>
            <ac:picMk id="6" creationId="{5CDD60F3-6972-4E5B-BED5-3F42332C79F7}"/>
          </ac:picMkLst>
        </pc:picChg>
      </pc:sldChg>
      <pc:sldChg chg="addSp modSp new mod">
        <pc:chgData name="SERGIO SPANO'" userId="3abdd0b9-513e-40ac-aad4-56920065037d" providerId="ADAL" clId="{1627E5C1-F221-4451-8C97-B22CC081AB1F}" dt="2022-04-11T10:54:06.553" v="508" actId="1076"/>
        <pc:sldMkLst>
          <pc:docMk/>
          <pc:sldMk cId="3927524443" sldId="268"/>
        </pc:sldMkLst>
        <pc:spChg chg="mod">
          <ac:chgData name="SERGIO SPANO'" userId="3abdd0b9-513e-40ac-aad4-56920065037d" providerId="ADAL" clId="{1627E5C1-F221-4451-8C97-B22CC081AB1F}" dt="2022-04-11T10:53:02.946" v="487" actId="27636"/>
          <ac:spMkLst>
            <pc:docMk/>
            <pc:sldMk cId="3927524443" sldId="268"/>
            <ac:spMk id="2" creationId="{1DD45CAA-30FF-4EA4-B080-F37DEFA1BAF6}"/>
          </ac:spMkLst>
        </pc:spChg>
        <pc:spChg chg="mod">
          <ac:chgData name="SERGIO SPANO'" userId="3abdd0b9-513e-40ac-aad4-56920065037d" providerId="ADAL" clId="{1627E5C1-F221-4451-8C97-B22CC081AB1F}" dt="2022-04-11T10:53:41.657" v="504" actId="14100"/>
          <ac:spMkLst>
            <pc:docMk/>
            <pc:sldMk cId="3927524443" sldId="268"/>
            <ac:spMk id="3" creationId="{3D5D988A-B075-43BA-B44D-B1BD03FAA362}"/>
          </ac:spMkLst>
        </pc:spChg>
        <pc:picChg chg="add mod">
          <ac:chgData name="SERGIO SPANO'" userId="3abdd0b9-513e-40ac-aad4-56920065037d" providerId="ADAL" clId="{1627E5C1-F221-4451-8C97-B22CC081AB1F}" dt="2022-04-11T10:54:06.553" v="508" actId="1076"/>
          <ac:picMkLst>
            <pc:docMk/>
            <pc:sldMk cId="3927524443" sldId="268"/>
            <ac:picMk id="6" creationId="{FBB58BEA-E452-4837-A9C1-7CB418F42BD3}"/>
          </ac:picMkLst>
        </pc:picChg>
      </pc:sldChg>
      <pc:sldChg chg="del">
        <pc:chgData name="SERGIO SPANO'" userId="3abdd0b9-513e-40ac-aad4-56920065037d" providerId="ADAL" clId="{1627E5C1-F221-4451-8C97-B22CC081AB1F}" dt="2022-04-11T10:30:38.056" v="42" actId="47"/>
        <pc:sldMkLst>
          <pc:docMk/>
          <pc:sldMk cId="4122805853" sldId="268"/>
        </pc:sldMkLst>
      </pc:sldChg>
      <pc:sldChg chg="addSp modSp new del mod">
        <pc:chgData name="SERGIO SPANO'" userId="3abdd0b9-513e-40ac-aad4-56920065037d" providerId="ADAL" clId="{1627E5C1-F221-4451-8C97-B22CC081AB1F}" dt="2022-04-11T10:55:30.431" v="528" actId="47"/>
        <pc:sldMkLst>
          <pc:docMk/>
          <pc:sldMk cId="38383601" sldId="269"/>
        </pc:sldMkLst>
        <pc:spChg chg="mod">
          <ac:chgData name="SERGIO SPANO'" userId="3abdd0b9-513e-40ac-aad4-56920065037d" providerId="ADAL" clId="{1627E5C1-F221-4451-8C97-B22CC081AB1F}" dt="2022-04-11T10:54:58.563" v="517" actId="20577"/>
          <ac:spMkLst>
            <pc:docMk/>
            <pc:sldMk cId="38383601" sldId="269"/>
            <ac:spMk id="2" creationId="{A7FA50ED-8FF1-4BE6-9F76-7C59262F954A}"/>
          </ac:spMkLst>
        </pc:spChg>
        <pc:spChg chg="mod">
          <ac:chgData name="SERGIO SPANO'" userId="3abdd0b9-513e-40ac-aad4-56920065037d" providerId="ADAL" clId="{1627E5C1-F221-4451-8C97-B22CC081AB1F}" dt="2022-04-11T10:55:06.640" v="523" actId="20577"/>
          <ac:spMkLst>
            <pc:docMk/>
            <pc:sldMk cId="38383601" sldId="269"/>
            <ac:spMk id="3" creationId="{D9BBE247-9495-444C-9DBE-E7CAE03ED921}"/>
          </ac:spMkLst>
        </pc:spChg>
        <pc:picChg chg="add mod">
          <ac:chgData name="SERGIO SPANO'" userId="3abdd0b9-513e-40ac-aad4-56920065037d" providerId="ADAL" clId="{1627E5C1-F221-4451-8C97-B22CC081AB1F}" dt="2022-04-11T10:55:28.385" v="527" actId="1076"/>
          <ac:picMkLst>
            <pc:docMk/>
            <pc:sldMk cId="38383601" sldId="269"/>
            <ac:picMk id="6" creationId="{F5A4920B-0675-4A60-A801-AFBF9912E680}"/>
          </ac:picMkLst>
        </pc:picChg>
      </pc:sldChg>
      <pc:sldChg chg="del">
        <pc:chgData name="SERGIO SPANO'" userId="3abdd0b9-513e-40ac-aad4-56920065037d" providerId="ADAL" clId="{1627E5C1-F221-4451-8C97-B22CC081AB1F}" dt="2022-04-11T10:30:36.908" v="36" actId="47"/>
        <pc:sldMkLst>
          <pc:docMk/>
          <pc:sldMk cId="1357334644" sldId="269"/>
        </pc:sldMkLst>
      </pc:sldChg>
      <pc:sldChg chg="addSp modSp new mod">
        <pc:chgData name="SERGIO SPANO'" userId="3abdd0b9-513e-40ac-aad4-56920065037d" providerId="ADAL" clId="{1627E5C1-F221-4451-8C97-B22CC081AB1F}" dt="2022-04-11T10:59:22.249" v="716" actId="14100"/>
        <pc:sldMkLst>
          <pc:docMk/>
          <pc:sldMk cId="3229833367" sldId="269"/>
        </pc:sldMkLst>
        <pc:spChg chg="mod">
          <ac:chgData name="SERGIO SPANO'" userId="3abdd0b9-513e-40ac-aad4-56920065037d" providerId="ADAL" clId="{1627E5C1-F221-4451-8C97-B22CC081AB1F}" dt="2022-04-11T10:58:04.695" v="594" actId="20577"/>
          <ac:spMkLst>
            <pc:docMk/>
            <pc:sldMk cId="3229833367" sldId="269"/>
            <ac:spMk id="2" creationId="{3A5D5D26-D9C8-4FC4-87B5-0DACD1D284C6}"/>
          </ac:spMkLst>
        </pc:spChg>
        <pc:spChg chg="mod">
          <ac:chgData name="SERGIO SPANO'" userId="3abdd0b9-513e-40ac-aad4-56920065037d" providerId="ADAL" clId="{1627E5C1-F221-4451-8C97-B22CC081AB1F}" dt="2022-04-11T10:58:27.334" v="600" actId="20577"/>
          <ac:spMkLst>
            <pc:docMk/>
            <pc:sldMk cId="3229833367" sldId="269"/>
            <ac:spMk id="3" creationId="{6E064A16-FF64-4629-89B3-3B9DAA449601}"/>
          </ac:spMkLst>
        </pc:spChg>
        <pc:spChg chg="add mod">
          <ac:chgData name="SERGIO SPANO'" userId="3abdd0b9-513e-40ac-aad4-56920065037d" providerId="ADAL" clId="{1627E5C1-F221-4451-8C97-B22CC081AB1F}" dt="2022-04-11T10:59:22.249" v="716" actId="14100"/>
          <ac:spMkLst>
            <pc:docMk/>
            <pc:sldMk cId="3229833367" sldId="269"/>
            <ac:spMk id="8" creationId="{3BCFB737-C8FD-421B-BF2C-6DC0EC332DC8}"/>
          </ac:spMkLst>
        </pc:spChg>
        <pc:picChg chg="add mod">
          <ac:chgData name="SERGIO SPANO'" userId="3abdd0b9-513e-40ac-aad4-56920065037d" providerId="ADAL" clId="{1627E5C1-F221-4451-8C97-B22CC081AB1F}" dt="2022-04-11T10:58:46.671" v="602" actId="1076"/>
          <ac:picMkLst>
            <pc:docMk/>
            <pc:sldMk cId="3229833367" sldId="269"/>
            <ac:picMk id="7" creationId="{45BF3E46-CC30-41F7-B95E-A980BB3CE1BF}"/>
          </ac:picMkLst>
        </pc:picChg>
      </pc:sldChg>
      <pc:sldChg chg="addSp delSp modSp new mod">
        <pc:chgData name="SERGIO SPANO'" userId="3abdd0b9-513e-40ac-aad4-56920065037d" providerId="ADAL" clId="{1627E5C1-F221-4451-8C97-B22CC081AB1F}" dt="2022-04-11T11:01:25.097" v="738" actId="1076"/>
        <pc:sldMkLst>
          <pc:docMk/>
          <pc:sldMk cId="3728257379" sldId="270"/>
        </pc:sldMkLst>
        <pc:spChg chg="mod">
          <ac:chgData name="SERGIO SPANO'" userId="3abdd0b9-513e-40ac-aad4-56920065037d" providerId="ADAL" clId="{1627E5C1-F221-4451-8C97-B22CC081AB1F}" dt="2022-04-11T10:59:31.856" v="725" actId="20577"/>
          <ac:spMkLst>
            <pc:docMk/>
            <pc:sldMk cId="3728257379" sldId="270"/>
            <ac:spMk id="2" creationId="{5B4D8220-0C1B-4368-BDF2-A2139D29BE62}"/>
          </ac:spMkLst>
        </pc:spChg>
        <pc:spChg chg="mod">
          <ac:chgData name="SERGIO SPANO'" userId="3abdd0b9-513e-40ac-aad4-56920065037d" providerId="ADAL" clId="{1627E5C1-F221-4451-8C97-B22CC081AB1F}" dt="2022-04-11T10:59:46.056" v="729" actId="12"/>
          <ac:spMkLst>
            <pc:docMk/>
            <pc:sldMk cId="3728257379" sldId="270"/>
            <ac:spMk id="3" creationId="{49138863-A947-46F2-80BD-824A47C4534D}"/>
          </ac:spMkLst>
        </pc:spChg>
        <pc:spChg chg="add del mod">
          <ac:chgData name="SERGIO SPANO'" userId="3abdd0b9-513e-40ac-aad4-56920065037d" providerId="ADAL" clId="{1627E5C1-F221-4451-8C97-B22CC081AB1F}" dt="2022-04-11T10:59:57.634" v="731"/>
          <ac:spMkLst>
            <pc:docMk/>
            <pc:sldMk cId="3728257379" sldId="270"/>
            <ac:spMk id="6" creationId="{ECD01D18-FE07-4061-A5E3-20C126EB2A70}"/>
          </ac:spMkLst>
        </pc:spChg>
        <pc:picChg chg="add del">
          <ac:chgData name="SERGIO SPANO'" userId="3abdd0b9-513e-40ac-aad4-56920065037d" providerId="ADAL" clId="{1627E5C1-F221-4451-8C97-B22CC081AB1F}" dt="2022-04-11T11:00:08.767" v="733"/>
          <ac:picMkLst>
            <pc:docMk/>
            <pc:sldMk cId="3728257379" sldId="270"/>
            <ac:picMk id="7" creationId="{739A8114-744E-4AC3-BD86-7F88EB049B22}"/>
          </ac:picMkLst>
        </pc:picChg>
        <pc:picChg chg="add mod">
          <ac:chgData name="SERGIO SPANO'" userId="3abdd0b9-513e-40ac-aad4-56920065037d" providerId="ADAL" clId="{1627E5C1-F221-4451-8C97-B22CC081AB1F}" dt="2022-04-11T11:01:25.097" v="738" actId="1076"/>
          <ac:picMkLst>
            <pc:docMk/>
            <pc:sldMk cId="3728257379" sldId="270"/>
            <ac:picMk id="9" creationId="{2087CBDF-3CCE-4A01-B8B1-E214EC95E03E}"/>
          </ac:picMkLst>
        </pc:picChg>
      </pc:sldChg>
      <pc:sldChg chg="del">
        <pc:chgData name="SERGIO SPANO'" userId="3abdd0b9-513e-40ac-aad4-56920065037d" providerId="ADAL" clId="{1627E5C1-F221-4451-8C97-B22CC081AB1F}" dt="2022-04-11T10:30:36.953" v="37" actId="47"/>
        <pc:sldMkLst>
          <pc:docMk/>
          <pc:sldMk cId="3935148506" sldId="270"/>
        </pc:sldMkLst>
      </pc:sldChg>
      <pc:sldChg chg="del">
        <pc:chgData name="SERGIO SPANO'" userId="3abdd0b9-513e-40ac-aad4-56920065037d" providerId="ADAL" clId="{1627E5C1-F221-4451-8C97-B22CC081AB1F}" dt="2022-04-11T10:30:36.982" v="38" actId="47"/>
        <pc:sldMkLst>
          <pc:docMk/>
          <pc:sldMk cId="1156485930" sldId="271"/>
        </pc:sldMkLst>
      </pc:sldChg>
      <pc:sldChg chg="addSp modSp new mod">
        <pc:chgData name="SERGIO SPANO'" userId="3abdd0b9-513e-40ac-aad4-56920065037d" providerId="ADAL" clId="{1627E5C1-F221-4451-8C97-B22CC081AB1F}" dt="2022-04-11T11:02:05.983" v="768" actId="20577"/>
        <pc:sldMkLst>
          <pc:docMk/>
          <pc:sldMk cId="3339257572" sldId="271"/>
        </pc:sldMkLst>
        <pc:spChg chg="mod">
          <ac:chgData name="SERGIO SPANO'" userId="3abdd0b9-513e-40ac-aad4-56920065037d" providerId="ADAL" clId="{1627E5C1-F221-4451-8C97-B22CC081AB1F}" dt="2022-04-11T11:02:05.983" v="768" actId="20577"/>
          <ac:spMkLst>
            <pc:docMk/>
            <pc:sldMk cId="3339257572" sldId="271"/>
            <ac:spMk id="2" creationId="{F71A8B07-EFC1-4546-A1BD-E3F3B968740D}"/>
          </ac:spMkLst>
        </pc:spChg>
        <pc:spChg chg="mod">
          <ac:chgData name="SERGIO SPANO'" userId="3abdd0b9-513e-40ac-aad4-56920065037d" providerId="ADAL" clId="{1627E5C1-F221-4451-8C97-B22CC081AB1F}" dt="2022-04-11T11:01:44.909" v="745" actId="403"/>
          <ac:spMkLst>
            <pc:docMk/>
            <pc:sldMk cId="3339257572" sldId="271"/>
            <ac:spMk id="3" creationId="{28D3EE01-E10E-4FC3-B090-7E62335F19C9}"/>
          </ac:spMkLst>
        </pc:spChg>
        <pc:picChg chg="add mod">
          <ac:chgData name="SERGIO SPANO'" userId="3abdd0b9-513e-40ac-aad4-56920065037d" providerId="ADAL" clId="{1627E5C1-F221-4451-8C97-B22CC081AB1F}" dt="2022-04-11T11:01:54.110" v="748" actId="1076"/>
          <ac:picMkLst>
            <pc:docMk/>
            <pc:sldMk cId="3339257572" sldId="271"/>
            <ac:picMk id="6" creationId="{40226236-3EE7-4DDF-B924-A8D0FE4A5F40}"/>
          </ac:picMkLst>
        </pc:picChg>
      </pc:sldChg>
      <pc:sldChg chg="delSp modSp add mod">
        <pc:chgData name="SERGIO SPANO'" userId="3abdd0b9-513e-40ac-aad4-56920065037d" providerId="ADAL" clId="{1627E5C1-F221-4451-8C97-B22CC081AB1F}" dt="2022-04-11T11:02:23.573" v="774" actId="2711"/>
        <pc:sldMkLst>
          <pc:docMk/>
          <pc:sldMk cId="608842077" sldId="272"/>
        </pc:sldMkLst>
        <pc:spChg chg="mod">
          <ac:chgData name="SERGIO SPANO'" userId="3abdd0b9-513e-40ac-aad4-56920065037d" providerId="ADAL" clId="{1627E5C1-F221-4451-8C97-B22CC081AB1F}" dt="2022-04-11T11:02:23.573" v="774" actId="2711"/>
          <ac:spMkLst>
            <pc:docMk/>
            <pc:sldMk cId="608842077" sldId="272"/>
            <ac:spMk id="3" creationId="{28D3EE01-E10E-4FC3-B090-7E62335F19C9}"/>
          </ac:spMkLst>
        </pc:spChg>
        <pc:picChg chg="del">
          <ac:chgData name="SERGIO SPANO'" userId="3abdd0b9-513e-40ac-aad4-56920065037d" providerId="ADAL" clId="{1627E5C1-F221-4451-8C97-B22CC081AB1F}" dt="2022-04-11T11:02:17.559" v="771" actId="478"/>
          <ac:picMkLst>
            <pc:docMk/>
            <pc:sldMk cId="608842077" sldId="272"/>
            <ac:picMk id="6" creationId="{40226236-3EE7-4DDF-B924-A8D0FE4A5F40}"/>
          </ac:picMkLst>
        </pc:picChg>
      </pc:sldChg>
      <pc:sldChg chg="new del">
        <pc:chgData name="SERGIO SPANO'" userId="3abdd0b9-513e-40ac-aad4-56920065037d" providerId="ADAL" clId="{1627E5C1-F221-4451-8C97-B22CC081AB1F}" dt="2022-04-11T11:02:08.099" v="769" actId="47"/>
        <pc:sldMkLst>
          <pc:docMk/>
          <pc:sldMk cId="2160918883" sldId="272"/>
        </pc:sldMkLst>
      </pc:sldChg>
      <pc:sldChg chg="del">
        <pc:chgData name="SERGIO SPANO'" userId="3abdd0b9-513e-40ac-aad4-56920065037d" providerId="ADAL" clId="{1627E5C1-F221-4451-8C97-B22CC081AB1F}" dt="2022-04-11T10:30:37.035" v="39" actId="47"/>
        <pc:sldMkLst>
          <pc:docMk/>
          <pc:sldMk cId="2345743216" sldId="272"/>
        </pc:sldMkLst>
      </pc:sldChg>
      <pc:sldChg chg="modSp new del mod">
        <pc:chgData name="SERGIO SPANO'" userId="3abdd0b9-513e-40ac-aad4-56920065037d" providerId="ADAL" clId="{1627E5C1-F221-4451-8C97-B22CC081AB1F}" dt="2022-04-11T11:02:46.747" v="777" actId="47"/>
        <pc:sldMkLst>
          <pc:docMk/>
          <pc:sldMk cId="1028771162" sldId="273"/>
        </pc:sldMkLst>
        <pc:spChg chg="mod">
          <ac:chgData name="SERGIO SPANO'" userId="3abdd0b9-513e-40ac-aad4-56920065037d" providerId="ADAL" clId="{1627E5C1-F221-4451-8C97-B22CC081AB1F}" dt="2022-04-11T11:02:42.561" v="776"/>
          <ac:spMkLst>
            <pc:docMk/>
            <pc:sldMk cId="1028771162" sldId="273"/>
            <ac:spMk id="3" creationId="{14DB0AFA-CDC2-4896-AB2B-B40DA521D2B2}"/>
          </ac:spMkLst>
        </pc:spChg>
      </pc:sldChg>
      <pc:sldChg chg="modSp add mod">
        <pc:chgData name="SERGIO SPANO'" userId="3abdd0b9-513e-40ac-aad4-56920065037d" providerId="ADAL" clId="{1627E5C1-F221-4451-8C97-B22CC081AB1F}" dt="2022-04-11T11:03:29.558" v="825" actId="2711"/>
        <pc:sldMkLst>
          <pc:docMk/>
          <pc:sldMk cId="1517420915" sldId="273"/>
        </pc:sldMkLst>
        <pc:spChg chg="mod">
          <ac:chgData name="SERGIO SPANO'" userId="3abdd0b9-513e-40ac-aad4-56920065037d" providerId="ADAL" clId="{1627E5C1-F221-4451-8C97-B22CC081AB1F}" dt="2022-04-11T11:03:29.558" v="825" actId="2711"/>
          <ac:spMkLst>
            <pc:docMk/>
            <pc:sldMk cId="1517420915" sldId="273"/>
            <ac:spMk id="3" creationId="{28D3EE01-E10E-4FC3-B090-7E62335F19C9}"/>
          </ac:spMkLst>
        </pc:spChg>
      </pc:sldChg>
      <pc:sldChg chg="del">
        <pc:chgData name="SERGIO SPANO'" userId="3abdd0b9-513e-40ac-aad4-56920065037d" providerId="ADAL" clId="{1627E5C1-F221-4451-8C97-B22CC081AB1F}" dt="2022-04-11T10:30:38.299" v="43" actId="47"/>
        <pc:sldMkLst>
          <pc:docMk/>
          <pc:sldMk cId="2359234425" sldId="273"/>
        </pc:sldMkLst>
      </pc:sldChg>
      <pc:sldChg chg="modSp new mod">
        <pc:chgData name="SERGIO SPANO'" userId="3abdd0b9-513e-40ac-aad4-56920065037d" providerId="ADAL" clId="{1627E5C1-F221-4451-8C97-B22CC081AB1F}" dt="2022-04-11T11:06:47.792" v="885" actId="20577"/>
        <pc:sldMkLst>
          <pc:docMk/>
          <pc:sldMk cId="1560886749" sldId="274"/>
        </pc:sldMkLst>
        <pc:spChg chg="mod">
          <ac:chgData name="SERGIO SPANO'" userId="3abdd0b9-513e-40ac-aad4-56920065037d" providerId="ADAL" clId="{1627E5C1-F221-4451-8C97-B22CC081AB1F}" dt="2022-04-11T11:04:22.811" v="835" actId="20577"/>
          <ac:spMkLst>
            <pc:docMk/>
            <pc:sldMk cId="1560886749" sldId="274"/>
            <ac:spMk id="2" creationId="{82D586AB-C0BA-4C1C-BE9C-6BCCC71A6EC0}"/>
          </ac:spMkLst>
        </pc:spChg>
        <pc:spChg chg="mod">
          <ac:chgData name="SERGIO SPANO'" userId="3abdd0b9-513e-40ac-aad4-56920065037d" providerId="ADAL" clId="{1627E5C1-F221-4451-8C97-B22CC081AB1F}" dt="2022-04-11T11:06:47.792" v="885" actId="20577"/>
          <ac:spMkLst>
            <pc:docMk/>
            <pc:sldMk cId="1560886749" sldId="274"/>
            <ac:spMk id="3" creationId="{6287544B-6A1B-406F-90ED-9A3A6C1EB956}"/>
          </ac:spMkLst>
        </pc:spChg>
      </pc:sldChg>
      <pc:sldChg chg="del">
        <pc:chgData name="SERGIO SPANO'" userId="3abdd0b9-513e-40ac-aad4-56920065037d" providerId="ADAL" clId="{1627E5C1-F221-4451-8C97-B22CC081AB1F}" dt="2022-04-11T10:30:38.448" v="44" actId="47"/>
        <pc:sldMkLst>
          <pc:docMk/>
          <pc:sldMk cId="2782350407" sldId="274"/>
        </pc:sldMkLst>
      </pc:sldChg>
      <pc:sldChg chg="modSp new mod">
        <pc:chgData name="SERGIO SPANO'" userId="3abdd0b9-513e-40ac-aad4-56920065037d" providerId="ADAL" clId="{1627E5C1-F221-4451-8C97-B22CC081AB1F}" dt="2022-04-11T11:06:27.071" v="873" actId="207"/>
        <pc:sldMkLst>
          <pc:docMk/>
          <pc:sldMk cId="527483914" sldId="275"/>
        </pc:sldMkLst>
        <pc:spChg chg="mod">
          <ac:chgData name="SERGIO SPANO'" userId="3abdd0b9-513e-40ac-aad4-56920065037d" providerId="ADAL" clId="{1627E5C1-F221-4451-8C97-B22CC081AB1F}" dt="2022-04-11T11:06:11.970" v="870" actId="20577"/>
          <ac:spMkLst>
            <pc:docMk/>
            <pc:sldMk cId="527483914" sldId="275"/>
            <ac:spMk id="2" creationId="{F3AD2806-405E-43A9-B702-4A2FC0107D0A}"/>
          </ac:spMkLst>
        </pc:spChg>
        <pc:spChg chg="mod">
          <ac:chgData name="SERGIO SPANO'" userId="3abdd0b9-513e-40ac-aad4-56920065037d" providerId="ADAL" clId="{1627E5C1-F221-4451-8C97-B22CC081AB1F}" dt="2022-04-11T11:06:27.071" v="873" actId="207"/>
          <ac:spMkLst>
            <pc:docMk/>
            <pc:sldMk cId="527483914" sldId="275"/>
            <ac:spMk id="3" creationId="{C98591D6-BE12-4B23-BD68-2A06AD87E597}"/>
          </ac:spMkLst>
        </pc:spChg>
      </pc:sldChg>
      <pc:sldChg chg="del">
        <pc:chgData name="SERGIO SPANO'" userId="3abdd0b9-513e-40ac-aad4-56920065037d" providerId="ADAL" clId="{1627E5C1-F221-4451-8C97-B22CC081AB1F}" dt="2022-04-11T10:30:38.958" v="45" actId="47"/>
        <pc:sldMkLst>
          <pc:docMk/>
          <pc:sldMk cId="850558562" sldId="275"/>
        </pc:sldMkLst>
      </pc:sldChg>
      <pc:sldChg chg="del">
        <pc:chgData name="SERGIO SPANO'" userId="3abdd0b9-513e-40ac-aad4-56920065037d" providerId="ADAL" clId="{1627E5C1-F221-4451-8C97-B22CC081AB1F}" dt="2022-04-11T10:30:39.016" v="46" actId="47"/>
        <pc:sldMkLst>
          <pc:docMk/>
          <pc:sldMk cId="1903634861" sldId="276"/>
        </pc:sldMkLst>
      </pc:sldChg>
      <pc:sldChg chg="del">
        <pc:chgData name="SERGIO SPANO'" userId="3abdd0b9-513e-40ac-aad4-56920065037d" providerId="ADAL" clId="{1627E5C1-F221-4451-8C97-B22CC081AB1F}" dt="2022-04-11T10:30:39.039" v="47" actId="47"/>
        <pc:sldMkLst>
          <pc:docMk/>
          <pc:sldMk cId="3307436624" sldId="277"/>
        </pc:sldMkLst>
      </pc:sldChg>
      <pc:sldChg chg="del">
        <pc:chgData name="SERGIO SPANO'" userId="3abdd0b9-513e-40ac-aad4-56920065037d" providerId="ADAL" clId="{1627E5C1-F221-4451-8C97-B22CC081AB1F}" dt="2022-04-11T10:30:39.070" v="48" actId="47"/>
        <pc:sldMkLst>
          <pc:docMk/>
          <pc:sldMk cId="3613286939" sldId="278"/>
        </pc:sldMkLst>
      </pc:sldChg>
      <pc:sldChg chg="del">
        <pc:chgData name="SERGIO SPANO'" userId="3abdd0b9-513e-40ac-aad4-56920065037d" providerId="ADAL" clId="{1627E5C1-F221-4451-8C97-B22CC081AB1F}" dt="2022-04-11T10:30:39.105" v="49" actId="47"/>
        <pc:sldMkLst>
          <pc:docMk/>
          <pc:sldMk cId="999263242" sldId="279"/>
        </pc:sldMkLst>
      </pc:sldChg>
      <pc:sldChg chg="del">
        <pc:chgData name="SERGIO SPANO'" userId="3abdd0b9-513e-40ac-aad4-56920065037d" providerId="ADAL" clId="{1627E5C1-F221-4451-8C97-B22CC081AB1F}" dt="2022-04-11T10:30:39.143" v="50" actId="47"/>
        <pc:sldMkLst>
          <pc:docMk/>
          <pc:sldMk cId="2055483530" sldId="280"/>
        </pc:sldMkLst>
      </pc:sldChg>
      <pc:sldChg chg="del">
        <pc:chgData name="SERGIO SPANO'" userId="3abdd0b9-513e-40ac-aad4-56920065037d" providerId="ADAL" clId="{1627E5C1-F221-4451-8C97-B22CC081AB1F}" dt="2022-04-11T10:30:39.185" v="51" actId="47"/>
        <pc:sldMkLst>
          <pc:docMk/>
          <pc:sldMk cId="795120839" sldId="281"/>
        </pc:sldMkLst>
      </pc:sldChg>
      <pc:sldChg chg="del">
        <pc:chgData name="SERGIO SPANO'" userId="3abdd0b9-513e-40ac-aad4-56920065037d" providerId="ADAL" clId="{1627E5C1-F221-4451-8C97-B22CC081AB1F}" dt="2022-04-11T10:30:39.219" v="52" actId="47"/>
        <pc:sldMkLst>
          <pc:docMk/>
          <pc:sldMk cId="1394756137" sldId="282"/>
        </pc:sldMkLst>
      </pc:sldChg>
      <pc:sldChg chg="add del">
        <pc:chgData name="SERGIO SPANO'" userId="3abdd0b9-513e-40ac-aad4-56920065037d" providerId="ADAL" clId="{1627E5C1-F221-4451-8C97-B22CC081AB1F}" dt="2022-04-11T11:04:14.121" v="830"/>
        <pc:sldMkLst>
          <pc:docMk/>
          <pc:sldMk cId="568292525" sldId="318"/>
        </pc:sldMkLst>
      </pc:sldChg>
    </pc:docChg>
  </pc:docChgLst>
  <pc:docChgLst>
    <pc:chgData name="SERGIO SPANO'" userId="3abdd0b9-513e-40ac-aad4-56920065037d" providerId="ADAL" clId="{09EB5671-F274-4581-BF31-7BCFFD0497FA}"/>
    <pc:docChg chg="undo custSel addSld delSld modSld">
      <pc:chgData name="SERGIO SPANO'" userId="3abdd0b9-513e-40ac-aad4-56920065037d" providerId="ADAL" clId="{09EB5671-F274-4581-BF31-7BCFFD0497FA}" dt="2022-04-06T11:21:16.738" v="604" actId="1076"/>
      <pc:docMkLst>
        <pc:docMk/>
      </pc:docMkLst>
      <pc:sldChg chg="modSp add del mod">
        <pc:chgData name="SERGIO SPANO'" userId="3abdd0b9-513e-40ac-aad4-56920065037d" providerId="ADAL" clId="{09EB5671-F274-4581-BF31-7BCFFD0497FA}" dt="2022-04-06T10:50:37.215" v="100" actId="1076"/>
        <pc:sldMkLst>
          <pc:docMk/>
          <pc:sldMk cId="3676927149" sldId="256"/>
        </pc:sldMkLst>
        <pc:spChg chg="mod">
          <ac:chgData name="SERGIO SPANO'" userId="3abdd0b9-513e-40ac-aad4-56920065037d" providerId="ADAL" clId="{09EB5671-F274-4581-BF31-7BCFFD0497FA}" dt="2022-04-06T10:50:37.215" v="100" actId="1076"/>
          <ac:spMkLst>
            <pc:docMk/>
            <pc:sldMk cId="3676927149" sldId="256"/>
            <ac:spMk id="2" creationId="{AE5A0156-FA44-4B5E-AA95-BA26FE319EEF}"/>
          </ac:spMkLst>
        </pc:spChg>
      </pc:sldChg>
      <pc:sldChg chg="addSp delSp modSp new mod">
        <pc:chgData name="SERGIO SPANO'" userId="3abdd0b9-513e-40ac-aad4-56920065037d" providerId="ADAL" clId="{09EB5671-F274-4581-BF31-7BCFFD0497FA}" dt="2022-04-06T10:50:29.509" v="97" actId="6549"/>
        <pc:sldMkLst>
          <pc:docMk/>
          <pc:sldMk cId="1297370464" sldId="257"/>
        </pc:sldMkLst>
        <pc:spChg chg="mod">
          <ac:chgData name="SERGIO SPANO'" userId="3abdd0b9-513e-40ac-aad4-56920065037d" providerId="ADAL" clId="{09EB5671-F274-4581-BF31-7BCFFD0497FA}" dt="2022-04-06T10:50:29.509" v="97" actId="6549"/>
          <ac:spMkLst>
            <pc:docMk/>
            <pc:sldMk cId="1297370464" sldId="257"/>
            <ac:spMk id="2" creationId="{527D9F5C-D2C9-4EDC-8D0D-05D9B07C4002}"/>
          </ac:spMkLst>
        </pc:spChg>
        <pc:spChg chg="mod">
          <ac:chgData name="SERGIO SPANO'" userId="3abdd0b9-513e-40ac-aad4-56920065037d" providerId="ADAL" clId="{09EB5671-F274-4581-BF31-7BCFFD0497FA}" dt="2022-04-06T10:49:27.390" v="71" actId="14100"/>
          <ac:spMkLst>
            <pc:docMk/>
            <pc:sldMk cId="1297370464" sldId="257"/>
            <ac:spMk id="3" creationId="{84946712-5FBA-4E62-871F-9E13862569EC}"/>
          </ac:spMkLst>
        </pc:spChg>
        <pc:spChg chg="mod">
          <ac:chgData name="SERGIO SPANO'" userId="3abdd0b9-513e-40ac-aad4-56920065037d" providerId="ADAL" clId="{09EB5671-F274-4581-BF31-7BCFFD0497FA}" dt="2022-04-06T10:49:07.787" v="63"/>
          <ac:spMkLst>
            <pc:docMk/>
            <pc:sldMk cId="1297370464" sldId="257"/>
            <ac:spMk id="7" creationId="{C4980D47-736F-442B-8BB9-96F6719BE2DE}"/>
          </ac:spMkLst>
        </pc:spChg>
        <pc:spChg chg="mod">
          <ac:chgData name="SERGIO SPANO'" userId="3abdd0b9-513e-40ac-aad4-56920065037d" providerId="ADAL" clId="{09EB5671-F274-4581-BF31-7BCFFD0497FA}" dt="2022-04-06T10:49:07.787" v="63"/>
          <ac:spMkLst>
            <pc:docMk/>
            <pc:sldMk cId="1297370464" sldId="257"/>
            <ac:spMk id="15" creationId="{ABD20B46-C110-4D8D-9E83-FF296FC01904}"/>
          </ac:spMkLst>
        </pc:spChg>
        <pc:spChg chg="mod">
          <ac:chgData name="SERGIO SPANO'" userId="3abdd0b9-513e-40ac-aad4-56920065037d" providerId="ADAL" clId="{09EB5671-F274-4581-BF31-7BCFFD0497FA}" dt="2022-04-06T10:49:07.787" v="63"/>
          <ac:spMkLst>
            <pc:docMk/>
            <pc:sldMk cId="1297370464" sldId="257"/>
            <ac:spMk id="19" creationId="{41DA8E76-AB41-4FD8-A13E-8963503FDB7E}"/>
          </ac:spMkLst>
        </pc:spChg>
        <pc:spChg chg="mod">
          <ac:chgData name="SERGIO SPANO'" userId="3abdd0b9-513e-40ac-aad4-56920065037d" providerId="ADAL" clId="{09EB5671-F274-4581-BF31-7BCFFD0497FA}" dt="2022-04-06T10:49:07.787" v="63"/>
          <ac:spMkLst>
            <pc:docMk/>
            <pc:sldMk cId="1297370464" sldId="257"/>
            <ac:spMk id="20" creationId="{CAD7BFEF-C137-455F-BB40-5B6696CC8A1B}"/>
          </ac:spMkLst>
        </pc:spChg>
        <pc:spChg chg="mod">
          <ac:chgData name="SERGIO SPANO'" userId="3abdd0b9-513e-40ac-aad4-56920065037d" providerId="ADAL" clId="{09EB5671-F274-4581-BF31-7BCFFD0497FA}" dt="2022-04-06T10:49:07.787" v="63"/>
          <ac:spMkLst>
            <pc:docMk/>
            <pc:sldMk cId="1297370464" sldId="257"/>
            <ac:spMk id="21" creationId="{FC889A8F-EB8C-414C-9142-7FC00760899C}"/>
          </ac:spMkLst>
        </pc:spChg>
        <pc:spChg chg="mod">
          <ac:chgData name="SERGIO SPANO'" userId="3abdd0b9-513e-40ac-aad4-56920065037d" providerId="ADAL" clId="{09EB5671-F274-4581-BF31-7BCFFD0497FA}" dt="2022-04-06T10:49:07.787" v="63"/>
          <ac:spMkLst>
            <pc:docMk/>
            <pc:sldMk cId="1297370464" sldId="257"/>
            <ac:spMk id="23" creationId="{7EC68D4B-6667-4889-9632-F5045E6E2980}"/>
          </ac:spMkLst>
        </pc:spChg>
        <pc:spChg chg="mod">
          <ac:chgData name="SERGIO SPANO'" userId="3abdd0b9-513e-40ac-aad4-56920065037d" providerId="ADAL" clId="{09EB5671-F274-4581-BF31-7BCFFD0497FA}" dt="2022-04-06T10:49:07.787" v="63"/>
          <ac:spMkLst>
            <pc:docMk/>
            <pc:sldMk cId="1297370464" sldId="257"/>
            <ac:spMk id="24" creationId="{F51A6490-14CC-4898-BE43-9845E7902F82}"/>
          </ac:spMkLst>
        </pc:spChg>
        <pc:spChg chg="mod">
          <ac:chgData name="SERGIO SPANO'" userId="3abdd0b9-513e-40ac-aad4-56920065037d" providerId="ADAL" clId="{09EB5671-F274-4581-BF31-7BCFFD0497FA}" dt="2022-04-06T10:49:07.787" v="63"/>
          <ac:spMkLst>
            <pc:docMk/>
            <pc:sldMk cId="1297370464" sldId="257"/>
            <ac:spMk id="25" creationId="{75FD0FE7-5B1A-4308-95F8-765F49EA77D8}"/>
          </ac:spMkLst>
        </pc:spChg>
        <pc:spChg chg="mod">
          <ac:chgData name="SERGIO SPANO'" userId="3abdd0b9-513e-40ac-aad4-56920065037d" providerId="ADAL" clId="{09EB5671-F274-4581-BF31-7BCFFD0497FA}" dt="2022-04-06T10:49:07.787" v="63"/>
          <ac:spMkLst>
            <pc:docMk/>
            <pc:sldMk cId="1297370464" sldId="257"/>
            <ac:spMk id="26" creationId="{A7801AA4-E7E8-4A32-A9BD-92DA856FB8CA}"/>
          </ac:spMkLst>
        </pc:spChg>
        <pc:grpChg chg="add del mod">
          <ac:chgData name="SERGIO SPANO'" userId="3abdd0b9-513e-40ac-aad4-56920065037d" providerId="ADAL" clId="{09EB5671-F274-4581-BF31-7BCFFD0497FA}" dt="2022-04-06T10:49:09.230" v="64" actId="21"/>
          <ac:grpSpMkLst>
            <pc:docMk/>
            <pc:sldMk cId="1297370464" sldId="257"/>
            <ac:grpSpMk id="6" creationId="{FC41CDED-7A8B-4582-B522-91DA0382389E}"/>
          </ac:grpSpMkLst>
        </pc:grpChg>
        <pc:grpChg chg="mod">
          <ac:chgData name="SERGIO SPANO'" userId="3abdd0b9-513e-40ac-aad4-56920065037d" providerId="ADAL" clId="{09EB5671-F274-4581-BF31-7BCFFD0497FA}" dt="2022-04-06T10:49:07.787" v="63"/>
          <ac:grpSpMkLst>
            <pc:docMk/>
            <pc:sldMk cId="1297370464" sldId="257"/>
            <ac:grpSpMk id="8" creationId="{0522FC9A-F0E1-4DC7-8D59-FCF810F080E7}"/>
          </ac:grpSpMkLst>
        </pc:grpChg>
        <pc:picChg chg="add del">
          <ac:chgData name="SERGIO SPANO'" userId="3abdd0b9-513e-40ac-aad4-56920065037d" providerId="ADAL" clId="{09EB5671-F274-4581-BF31-7BCFFD0497FA}" dt="2022-04-06T10:49:11.959" v="66"/>
          <ac:picMkLst>
            <pc:docMk/>
            <pc:sldMk cId="1297370464" sldId="257"/>
            <ac:picMk id="27" creationId="{845CA4BB-E52A-4605-A8BB-CED1D1A4DBDF}"/>
          </ac:picMkLst>
        </pc:picChg>
        <pc:picChg chg="add del">
          <ac:chgData name="SERGIO SPANO'" userId="3abdd0b9-513e-40ac-aad4-56920065037d" providerId="ADAL" clId="{09EB5671-F274-4581-BF31-7BCFFD0497FA}" dt="2022-04-06T10:49:19.093" v="68"/>
          <ac:picMkLst>
            <pc:docMk/>
            <pc:sldMk cId="1297370464" sldId="257"/>
            <ac:picMk id="28" creationId="{9DE61D35-54A3-4776-8FEC-89FE9D8A92E8}"/>
          </ac:picMkLst>
        </pc:picChg>
        <pc:picChg chg="add mod">
          <ac:chgData name="SERGIO SPANO'" userId="3abdd0b9-513e-40ac-aad4-56920065037d" providerId="ADAL" clId="{09EB5671-F274-4581-BF31-7BCFFD0497FA}" dt="2022-04-06T10:49:30.607" v="72" actId="14100"/>
          <ac:picMkLst>
            <pc:docMk/>
            <pc:sldMk cId="1297370464" sldId="257"/>
            <ac:picMk id="29" creationId="{08178A3E-7B76-4751-9DF9-BC379835CE1A}"/>
          </ac:picMkLst>
        </pc:picChg>
        <pc:picChg chg="add mod">
          <ac:chgData name="SERGIO SPANO'" userId="3abdd0b9-513e-40ac-aad4-56920065037d" providerId="ADAL" clId="{09EB5671-F274-4581-BF31-7BCFFD0497FA}" dt="2022-04-06T10:50:00.386" v="82" actId="1076"/>
          <ac:picMkLst>
            <pc:docMk/>
            <pc:sldMk cId="1297370464" sldId="257"/>
            <ac:picMk id="30" creationId="{1BB7AAEE-FD20-4647-B6E3-E524AD9348CA}"/>
          </ac:picMkLst>
        </pc:picChg>
        <pc:cxnChg chg="mod">
          <ac:chgData name="SERGIO SPANO'" userId="3abdd0b9-513e-40ac-aad4-56920065037d" providerId="ADAL" clId="{09EB5671-F274-4581-BF31-7BCFFD0497FA}" dt="2022-04-06T10:49:07.787" v="63"/>
          <ac:cxnSpMkLst>
            <pc:docMk/>
            <pc:sldMk cId="1297370464" sldId="257"/>
            <ac:cxnSpMk id="9" creationId="{DCE8D508-9FFE-4808-A1DE-059EB4FB03FF}"/>
          </ac:cxnSpMkLst>
        </pc:cxnChg>
        <pc:cxnChg chg="mod">
          <ac:chgData name="SERGIO SPANO'" userId="3abdd0b9-513e-40ac-aad4-56920065037d" providerId="ADAL" clId="{09EB5671-F274-4581-BF31-7BCFFD0497FA}" dt="2022-04-06T10:49:07.787" v="63"/>
          <ac:cxnSpMkLst>
            <pc:docMk/>
            <pc:sldMk cId="1297370464" sldId="257"/>
            <ac:cxnSpMk id="10" creationId="{0F128E27-5FC5-48EA-A339-42A5A9A87BB3}"/>
          </ac:cxnSpMkLst>
        </pc:cxnChg>
        <pc:cxnChg chg="mod">
          <ac:chgData name="SERGIO SPANO'" userId="3abdd0b9-513e-40ac-aad4-56920065037d" providerId="ADAL" clId="{09EB5671-F274-4581-BF31-7BCFFD0497FA}" dt="2022-04-06T10:49:07.787" v="63"/>
          <ac:cxnSpMkLst>
            <pc:docMk/>
            <pc:sldMk cId="1297370464" sldId="257"/>
            <ac:cxnSpMk id="11" creationId="{8C9A63B7-8E4E-4D52-87DD-A1EBC675017D}"/>
          </ac:cxnSpMkLst>
        </pc:cxnChg>
        <pc:cxnChg chg="mod">
          <ac:chgData name="SERGIO SPANO'" userId="3abdd0b9-513e-40ac-aad4-56920065037d" providerId="ADAL" clId="{09EB5671-F274-4581-BF31-7BCFFD0497FA}" dt="2022-04-06T10:49:07.787" v="63"/>
          <ac:cxnSpMkLst>
            <pc:docMk/>
            <pc:sldMk cId="1297370464" sldId="257"/>
            <ac:cxnSpMk id="12" creationId="{9A5D1220-3DE6-4ED4-97ED-3F0A1F413A35}"/>
          </ac:cxnSpMkLst>
        </pc:cxnChg>
        <pc:cxnChg chg="mod">
          <ac:chgData name="SERGIO SPANO'" userId="3abdd0b9-513e-40ac-aad4-56920065037d" providerId="ADAL" clId="{09EB5671-F274-4581-BF31-7BCFFD0497FA}" dt="2022-04-06T10:49:07.787" v="63"/>
          <ac:cxnSpMkLst>
            <pc:docMk/>
            <pc:sldMk cId="1297370464" sldId="257"/>
            <ac:cxnSpMk id="13" creationId="{CE1FF0A9-D05C-4D8D-80DD-9BA798ED86A1}"/>
          </ac:cxnSpMkLst>
        </pc:cxnChg>
        <pc:cxnChg chg="mod">
          <ac:chgData name="SERGIO SPANO'" userId="3abdd0b9-513e-40ac-aad4-56920065037d" providerId="ADAL" clId="{09EB5671-F274-4581-BF31-7BCFFD0497FA}" dt="2022-04-06T10:49:07.787" v="63"/>
          <ac:cxnSpMkLst>
            <pc:docMk/>
            <pc:sldMk cId="1297370464" sldId="257"/>
            <ac:cxnSpMk id="14" creationId="{E4278365-0C7D-4A1E-928E-F880A147140D}"/>
          </ac:cxnSpMkLst>
        </pc:cxnChg>
        <pc:cxnChg chg="mod">
          <ac:chgData name="SERGIO SPANO'" userId="3abdd0b9-513e-40ac-aad4-56920065037d" providerId="ADAL" clId="{09EB5671-F274-4581-BF31-7BCFFD0497FA}" dt="2022-04-06T10:49:07.787" v="63"/>
          <ac:cxnSpMkLst>
            <pc:docMk/>
            <pc:sldMk cId="1297370464" sldId="257"/>
            <ac:cxnSpMk id="16" creationId="{F5C9CAE3-98CC-437A-B96F-4035EF955170}"/>
          </ac:cxnSpMkLst>
        </pc:cxnChg>
        <pc:cxnChg chg="mod">
          <ac:chgData name="SERGIO SPANO'" userId="3abdd0b9-513e-40ac-aad4-56920065037d" providerId="ADAL" clId="{09EB5671-F274-4581-BF31-7BCFFD0497FA}" dt="2022-04-06T10:49:07.787" v="63"/>
          <ac:cxnSpMkLst>
            <pc:docMk/>
            <pc:sldMk cId="1297370464" sldId="257"/>
            <ac:cxnSpMk id="17" creationId="{F5A264D0-8FA4-434F-BEF0-E619101D332B}"/>
          </ac:cxnSpMkLst>
        </pc:cxnChg>
        <pc:cxnChg chg="mod">
          <ac:chgData name="SERGIO SPANO'" userId="3abdd0b9-513e-40ac-aad4-56920065037d" providerId="ADAL" clId="{09EB5671-F274-4581-BF31-7BCFFD0497FA}" dt="2022-04-06T10:49:07.787" v="63"/>
          <ac:cxnSpMkLst>
            <pc:docMk/>
            <pc:sldMk cId="1297370464" sldId="257"/>
            <ac:cxnSpMk id="18" creationId="{26697D68-5E0C-464E-AC52-C8953606BF3D}"/>
          </ac:cxnSpMkLst>
        </pc:cxnChg>
        <pc:cxnChg chg="mod">
          <ac:chgData name="SERGIO SPANO'" userId="3abdd0b9-513e-40ac-aad4-56920065037d" providerId="ADAL" clId="{09EB5671-F274-4581-BF31-7BCFFD0497FA}" dt="2022-04-06T10:49:07.787" v="63"/>
          <ac:cxnSpMkLst>
            <pc:docMk/>
            <pc:sldMk cId="1297370464" sldId="257"/>
            <ac:cxnSpMk id="22" creationId="{E852DF1F-313B-46A2-A410-12DE9C256806}"/>
          </ac:cxnSpMkLst>
        </pc:cxnChg>
      </pc:sldChg>
      <pc:sldChg chg="new del">
        <pc:chgData name="SERGIO SPANO'" userId="3abdd0b9-513e-40ac-aad4-56920065037d" providerId="ADAL" clId="{09EB5671-F274-4581-BF31-7BCFFD0497FA}" dt="2022-04-06T10:45:29.545" v="48" actId="680"/>
        <pc:sldMkLst>
          <pc:docMk/>
          <pc:sldMk cId="911996854" sldId="258"/>
        </pc:sldMkLst>
      </pc:sldChg>
      <pc:sldChg chg="addSp delSp modSp new mod">
        <pc:chgData name="SERGIO SPANO'" userId="3abdd0b9-513e-40ac-aad4-56920065037d" providerId="ADAL" clId="{09EB5671-F274-4581-BF31-7BCFFD0497FA}" dt="2022-04-06T10:51:05.332" v="104" actId="1076"/>
        <pc:sldMkLst>
          <pc:docMk/>
          <pc:sldMk cId="2876876438" sldId="258"/>
        </pc:sldMkLst>
        <pc:spChg chg="mod">
          <ac:chgData name="SERGIO SPANO'" userId="3abdd0b9-513e-40ac-aad4-56920065037d" providerId="ADAL" clId="{09EB5671-F274-4581-BF31-7BCFFD0497FA}" dt="2022-04-06T10:50:32.851" v="98" actId="6549"/>
          <ac:spMkLst>
            <pc:docMk/>
            <pc:sldMk cId="2876876438" sldId="258"/>
            <ac:spMk id="2" creationId="{DD3F72FC-E824-4F3C-99D4-E496148236F6}"/>
          </ac:spMkLst>
        </pc:spChg>
        <pc:spChg chg="del">
          <ac:chgData name="SERGIO SPANO'" userId="3abdd0b9-513e-40ac-aad4-56920065037d" providerId="ADAL" clId="{09EB5671-F274-4581-BF31-7BCFFD0497FA}" dt="2022-04-06T10:50:56.630" v="101" actId="478"/>
          <ac:spMkLst>
            <pc:docMk/>
            <pc:sldMk cId="2876876438" sldId="258"/>
            <ac:spMk id="3" creationId="{5756A753-8DF8-4DC0-BE0D-4CE0B55C53F2}"/>
          </ac:spMkLst>
        </pc:spChg>
        <pc:picChg chg="add mod">
          <ac:chgData name="SERGIO SPANO'" userId="3abdd0b9-513e-40ac-aad4-56920065037d" providerId="ADAL" clId="{09EB5671-F274-4581-BF31-7BCFFD0497FA}" dt="2022-04-06T10:51:05.332" v="104" actId="1076"/>
          <ac:picMkLst>
            <pc:docMk/>
            <pc:sldMk cId="2876876438" sldId="258"/>
            <ac:picMk id="6" creationId="{7028B4E1-BF07-4919-8D3E-347C26AE344A}"/>
          </ac:picMkLst>
        </pc:picChg>
      </pc:sldChg>
      <pc:sldChg chg="addSp delSp modSp new mod">
        <pc:chgData name="SERGIO SPANO'" userId="3abdd0b9-513e-40ac-aad4-56920065037d" providerId="ADAL" clId="{09EB5671-F274-4581-BF31-7BCFFD0497FA}" dt="2022-04-06T10:52:03.944" v="142" actId="1076"/>
        <pc:sldMkLst>
          <pc:docMk/>
          <pc:sldMk cId="286617629" sldId="259"/>
        </pc:sldMkLst>
        <pc:spChg chg="mod">
          <ac:chgData name="SERGIO SPANO'" userId="3abdd0b9-513e-40ac-aad4-56920065037d" providerId="ADAL" clId="{09EB5671-F274-4581-BF31-7BCFFD0497FA}" dt="2022-04-06T10:51:30.796" v="135" actId="20577"/>
          <ac:spMkLst>
            <pc:docMk/>
            <pc:sldMk cId="286617629" sldId="259"/>
            <ac:spMk id="2" creationId="{B6E82BFA-97F1-43E7-A5C2-57BF1DA04C1A}"/>
          </ac:spMkLst>
        </pc:spChg>
        <pc:spChg chg="del mod">
          <ac:chgData name="SERGIO SPANO'" userId="3abdd0b9-513e-40ac-aad4-56920065037d" providerId="ADAL" clId="{09EB5671-F274-4581-BF31-7BCFFD0497FA}" dt="2022-04-06T10:51:43.769" v="137" actId="478"/>
          <ac:spMkLst>
            <pc:docMk/>
            <pc:sldMk cId="286617629" sldId="259"/>
            <ac:spMk id="3" creationId="{B42B41DE-E15C-4407-875B-D60A552D31D9}"/>
          </ac:spMkLst>
        </pc:spChg>
        <pc:spChg chg="add del mod">
          <ac:chgData name="SERGIO SPANO'" userId="3abdd0b9-513e-40ac-aad4-56920065037d" providerId="ADAL" clId="{09EB5671-F274-4581-BF31-7BCFFD0497FA}" dt="2022-04-06T10:51:46.714" v="138" actId="478"/>
          <ac:spMkLst>
            <pc:docMk/>
            <pc:sldMk cId="286617629" sldId="259"/>
            <ac:spMk id="6" creationId="{42F8E6D0-3B3F-4545-BBBF-87D55C39A3BC}"/>
          </ac:spMkLst>
        </pc:spChg>
        <pc:picChg chg="add mod">
          <ac:chgData name="SERGIO SPANO'" userId="3abdd0b9-513e-40ac-aad4-56920065037d" providerId="ADAL" clId="{09EB5671-F274-4581-BF31-7BCFFD0497FA}" dt="2022-04-06T10:52:03.944" v="142" actId="1076"/>
          <ac:picMkLst>
            <pc:docMk/>
            <pc:sldMk cId="286617629" sldId="259"/>
            <ac:picMk id="7" creationId="{4006742C-053C-421C-B844-B22E7289A045}"/>
          </ac:picMkLst>
        </pc:picChg>
      </pc:sldChg>
      <pc:sldChg chg="addSp modSp new mod">
        <pc:chgData name="SERGIO SPANO'" userId="3abdd0b9-513e-40ac-aad4-56920065037d" providerId="ADAL" clId="{09EB5671-F274-4581-BF31-7BCFFD0497FA}" dt="2022-04-06T10:53:51.990" v="197" actId="14100"/>
        <pc:sldMkLst>
          <pc:docMk/>
          <pc:sldMk cId="2771526278" sldId="260"/>
        </pc:sldMkLst>
        <pc:spChg chg="mod">
          <ac:chgData name="SERGIO SPANO'" userId="3abdd0b9-513e-40ac-aad4-56920065037d" providerId="ADAL" clId="{09EB5671-F274-4581-BF31-7BCFFD0497FA}" dt="2022-04-06T10:52:28.768" v="155" actId="20577"/>
          <ac:spMkLst>
            <pc:docMk/>
            <pc:sldMk cId="2771526278" sldId="260"/>
            <ac:spMk id="2" creationId="{78A18BD7-8F93-41D0-AA32-DECFE7915A49}"/>
          </ac:spMkLst>
        </pc:spChg>
        <pc:spChg chg="mod">
          <ac:chgData name="SERGIO SPANO'" userId="3abdd0b9-513e-40ac-aad4-56920065037d" providerId="ADAL" clId="{09EB5671-F274-4581-BF31-7BCFFD0497FA}" dt="2022-04-06T10:53:37.912" v="188" actId="404"/>
          <ac:spMkLst>
            <pc:docMk/>
            <pc:sldMk cId="2771526278" sldId="260"/>
            <ac:spMk id="3" creationId="{FDB37A47-B7F9-4B72-BB16-DFD0D702C8DC}"/>
          </ac:spMkLst>
        </pc:spChg>
        <pc:picChg chg="add mod">
          <ac:chgData name="SERGIO SPANO'" userId="3abdd0b9-513e-40ac-aad4-56920065037d" providerId="ADAL" clId="{09EB5671-F274-4581-BF31-7BCFFD0497FA}" dt="2022-04-06T10:53:51.990" v="197" actId="14100"/>
          <ac:picMkLst>
            <pc:docMk/>
            <pc:sldMk cId="2771526278" sldId="260"/>
            <ac:picMk id="5" creationId="{0056EC1B-04C2-431B-B148-7E2D0FC15F22}"/>
          </ac:picMkLst>
        </pc:picChg>
        <pc:picChg chg="add mod">
          <ac:chgData name="SERGIO SPANO'" userId="3abdd0b9-513e-40ac-aad4-56920065037d" providerId="ADAL" clId="{09EB5671-F274-4581-BF31-7BCFFD0497FA}" dt="2022-04-06T10:53:49.852" v="195" actId="1076"/>
          <ac:picMkLst>
            <pc:docMk/>
            <pc:sldMk cId="2771526278" sldId="260"/>
            <ac:picMk id="6" creationId="{06A0A736-C0B2-405E-A095-26ABE3C00CAE}"/>
          </ac:picMkLst>
        </pc:picChg>
      </pc:sldChg>
      <pc:sldChg chg="addSp delSp modSp new mod">
        <pc:chgData name="SERGIO SPANO'" userId="3abdd0b9-513e-40ac-aad4-56920065037d" providerId="ADAL" clId="{09EB5671-F274-4581-BF31-7BCFFD0497FA}" dt="2022-04-06T10:55:08.165" v="215" actId="1076"/>
        <pc:sldMkLst>
          <pc:docMk/>
          <pc:sldMk cId="2497065577" sldId="261"/>
        </pc:sldMkLst>
        <pc:spChg chg="mod">
          <ac:chgData name="SERGIO SPANO'" userId="3abdd0b9-513e-40ac-aad4-56920065037d" providerId="ADAL" clId="{09EB5671-F274-4581-BF31-7BCFFD0497FA}" dt="2022-04-06T10:54:55.576" v="210" actId="20577"/>
          <ac:spMkLst>
            <pc:docMk/>
            <pc:sldMk cId="2497065577" sldId="261"/>
            <ac:spMk id="2" creationId="{C99FFCEC-E105-47BA-B237-AB1959F847ED}"/>
          </ac:spMkLst>
        </pc:spChg>
        <pc:spChg chg="del">
          <ac:chgData name="SERGIO SPANO'" userId="3abdd0b9-513e-40ac-aad4-56920065037d" providerId="ADAL" clId="{09EB5671-F274-4581-BF31-7BCFFD0497FA}" dt="2022-04-06T10:54:59.516" v="211" actId="478"/>
          <ac:spMkLst>
            <pc:docMk/>
            <pc:sldMk cId="2497065577" sldId="261"/>
            <ac:spMk id="3" creationId="{555CDDEE-14C9-4A2D-98F8-CD6D6790F68A}"/>
          </ac:spMkLst>
        </pc:spChg>
        <pc:picChg chg="add mod">
          <ac:chgData name="SERGIO SPANO'" userId="3abdd0b9-513e-40ac-aad4-56920065037d" providerId="ADAL" clId="{09EB5671-F274-4581-BF31-7BCFFD0497FA}" dt="2022-04-06T10:55:08.165" v="215" actId="1076"/>
          <ac:picMkLst>
            <pc:docMk/>
            <pc:sldMk cId="2497065577" sldId="261"/>
            <ac:picMk id="5" creationId="{06D8F964-7D73-4CCB-8BD1-9B1D5CD07D52}"/>
          </ac:picMkLst>
        </pc:picChg>
      </pc:sldChg>
      <pc:sldChg chg="addSp delSp modSp new mod">
        <pc:chgData name="SERGIO SPANO'" userId="3abdd0b9-513e-40ac-aad4-56920065037d" providerId="ADAL" clId="{09EB5671-F274-4581-BF31-7BCFFD0497FA}" dt="2022-04-06T10:55:34.906" v="247" actId="1076"/>
        <pc:sldMkLst>
          <pc:docMk/>
          <pc:sldMk cId="1259472102" sldId="262"/>
        </pc:sldMkLst>
        <pc:spChg chg="mod">
          <ac:chgData name="SERGIO SPANO'" userId="3abdd0b9-513e-40ac-aad4-56920065037d" providerId="ADAL" clId="{09EB5671-F274-4581-BF31-7BCFFD0497FA}" dt="2022-04-06T10:55:22.460" v="243" actId="20577"/>
          <ac:spMkLst>
            <pc:docMk/>
            <pc:sldMk cId="1259472102" sldId="262"/>
            <ac:spMk id="2" creationId="{17090538-7502-4A73-9AE6-6506FB61A62E}"/>
          </ac:spMkLst>
        </pc:spChg>
        <pc:spChg chg="del">
          <ac:chgData name="SERGIO SPANO'" userId="3abdd0b9-513e-40ac-aad4-56920065037d" providerId="ADAL" clId="{09EB5671-F274-4581-BF31-7BCFFD0497FA}" dt="2022-04-06T10:55:26.732" v="244" actId="478"/>
          <ac:spMkLst>
            <pc:docMk/>
            <pc:sldMk cId="1259472102" sldId="262"/>
            <ac:spMk id="3" creationId="{D6D1CBD2-417D-412A-ADF0-94330E4C7730}"/>
          </ac:spMkLst>
        </pc:spChg>
        <pc:picChg chg="add mod">
          <ac:chgData name="SERGIO SPANO'" userId="3abdd0b9-513e-40ac-aad4-56920065037d" providerId="ADAL" clId="{09EB5671-F274-4581-BF31-7BCFFD0497FA}" dt="2022-04-06T10:55:34.906" v="247" actId="1076"/>
          <ac:picMkLst>
            <pc:docMk/>
            <pc:sldMk cId="1259472102" sldId="262"/>
            <ac:picMk id="5" creationId="{F24D795E-C258-4214-B93F-CE6E610E1C00}"/>
          </ac:picMkLst>
        </pc:picChg>
      </pc:sldChg>
      <pc:sldChg chg="addSp modSp new mod">
        <pc:chgData name="SERGIO SPANO'" userId="3abdd0b9-513e-40ac-aad4-56920065037d" providerId="ADAL" clId="{09EB5671-F274-4581-BF31-7BCFFD0497FA}" dt="2022-04-06T10:57:32.604" v="285" actId="207"/>
        <pc:sldMkLst>
          <pc:docMk/>
          <pc:sldMk cId="3850036128" sldId="263"/>
        </pc:sldMkLst>
        <pc:spChg chg="mod">
          <ac:chgData name="SERGIO SPANO'" userId="3abdd0b9-513e-40ac-aad4-56920065037d" providerId="ADAL" clId="{09EB5671-F274-4581-BF31-7BCFFD0497FA}" dt="2022-04-06T10:56:29.983" v="269" actId="20577"/>
          <ac:spMkLst>
            <pc:docMk/>
            <pc:sldMk cId="3850036128" sldId="263"/>
            <ac:spMk id="2" creationId="{D1C56B55-1E05-41EA-A355-9E5FBE041E40}"/>
          </ac:spMkLst>
        </pc:spChg>
        <pc:spChg chg="mod">
          <ac:chgData name="SERGIO SPANO'" userId="3abdd0b9-513e-40ac-aad4-56920065037d" providerId="ADAL" clId="{09EB5671-F274-4581-BF31-7BCFFD0497FA}" dt="2022-04-06T10:56:42.804" v="271" actId="15"/>
          <ac:spMkLst>
            <pc:docMk/>
            <pc:sldMk cId="3850036128" sldId="263"/>
            <ac:spMk id="3" creationId="{08CA4FA5-716B-458B-AF09-BFB94BAB8DCE}"/>
          </ac:spMkLst>
        </pc:spChg>
        <pc:spChg chg="add mod">
          <ac:chgData name="SERGIO SPANO'" userId="3abdd0b9-513e-40ac-aad4-56920065037d" providerId="ADAL" clId="{09EB5671-F274-4581-BF31-7BCFFD0497FA}" dt="2022-04-06T10:57:32.604" v="285" actId="207"/>
          <ac:spMkLst>
            <pc:docMk/>
            <pc:sldMk cId="3850036128" sldId="263"/>
            <ac:spMk id="7" creationId="{763EF64C-D383-4B82-AA04-C6B4160E2384}"/>
          </ac:spMkLst>
        </pc:spChg>
        <pc:picChg chg="add mod">
          <ac:chgData name="SERGIO SPANO'" userId="3abdd0b9-513e-40ac-aad4-56920065037d" providerId="ADAL" clId="{09EB5671-F274-4581-BF31-7BCFFD0497FA}" dt="2022-04-06T10:57:22.895" v="282" actId="1076"/>
          <ac:picMkLst>
            <pc:docMk/>
            <pc:sldMk cId="3850036128" sldId="263"/>
            <ac:picMk id="5" creationId="{3804B8B7-D418-4C1A-9BDC-DDF261A87DBE}"/>
          </ac:picMkLst>
        </pc:picChg>
        <pc:picChg chg="add mod">
          <ac:chgData name="SERGIO SPANO'" userId="3abdd0b9-513e-40ac-aad4-56920065037d" providerId="ADAL" clId="{09EB5671-F274-4581-BF31-7BCFFD0497FA}" dt="2022-04-06T10:57:08.180" v="279" actId="1076"/>
          <ac:picMkLst>
            <pc:docMk/>
            <pc:sldMk cId="3850036128" sldId="263"/>
            <ac:picMk id="6" creationId="{95CAE78A-2132-46D7-B812-1C2AFEB909DF}"/>
          </ac:picMkLst>
        </pc:picChg>
      </pc:sldChg>
      <pc:sldChg chg="addSp modSp new mod">
        <pc:chgData name="SERGIO SPANO'" userId="3abdd0b9-513e-40ac-aad4-56920065037d" providerId="ADAL" clId="{09EB5671-F274-4581-BF31-7BCFFD0497FA}" dt="2022-04-06T10:59:07.003" v="323" actId="1076"/>
        <pc:sldMkLst>
          <pc:docMk/>
          <pc:sldMk cId="1824425073" sldId="264"/>
        </pc:sldMkLst>
        <pc:spChg chg="mod">
          <ac:chgData name="SERGIO SPANO'" userId="3abdd0b9-513e-40ac-aad4-56920065037d" providerId="ADAL" clId="{09EB5671-F274-4581-BF31-7BCFFD0497FA}" dt="2022-04-06T10:58:51.389" v="318" actId="20577"/>
          <ac:spMkLst>
            <pc:docMk/>
            <pc:sldMk cId="1824425073" sldId="264"/>
            <ac:spMk id="2" creationId="{B04F27EB-F335-48D5-A0B5-AC3BA77D001B}"/>
          </ac:spMkLst>
        </pc:spChg>
        <pc:spChg chg="mod">
          <ac:chgData name="SERGIO SPANO'" userId="3abdd0b9-513e-40ac-aad4-56920065037d" providerId="ADAL" clId="{09EB5671-F274-4581-BF31-7BCFFD0497FA}" dt="2022-04-06T10:58:55.451" v="319"/>
          <ac:spMkLst>
            <pc:docMk/>
            <pc:sldMk cId="1824425073" sldId="264"/>
            <ac:spMk id="3" creationId="{1E43AD0A-0A46-49A2-B077-CE7F3FB8320C}"/>
          </ac:spMkLst>
        </pc:spChg>
        <pc:picChg chg="add mod">
          <ac:chgData name="SERGIO SPANO'" userId="3abdd0b9-513e-40ac-aad4-56920065037d" providerId="ADAL" clId="{09EB5671-F274-4581-BF31-7BCFFD0497FA}" dt="2022-04-06T10:59:07.003" v="323" actId="1076"/>
          <ac:picMkLst>
            <pc:docMk/>
            <pc:sldMk cId="1824425073" sldId="264"/>
            <ac:picMk id="5" creationId="{C18511A4-06A8-46D7-8183-FD6CAF7DD4BB}"/>
          </ac:picMkLst>
        </pc:picChg>
      </pc:sldChg>
      <pc:sldChg chg="addSp modSp new mod">
        <pc:chgData name="SERGIO SPANO'" userId="3abdd0b9-513e-40ac-aad4-56920065037d" providerId="ADAL" clId="{09EB5671-F274-4581-BF31-7BCFFD0497FA}" dt="2022-04-06T11:08:34.801" v="355" actId="20577"/>
        <pc:sldMkLst>
          <pc:docMk/>
          <pc:sldMk cId="1007591203" sldId="265"/>
        </pc:sldMkLst>
        <pc:spChg chg="mod">
          <ac:chgData name="SERGIO SPANO'" userId="3abdd0b9-513e-40ac-aad4-56920065037d" providerId="ADAL" clId="{09EB5671-F274-4581-BF31-7BCFFD0497FA}" dt="2022-04-06T11:08:34.801" v="355" actId="20577"/>
          <ac:spMkLst>
            <pc:docMk/>
            <pc:sldMk cId="1007591203" sldId="265"/>
            <ac:spMk id="2" creationId="{F6EB6D9E-B0B5-4912-8FB0-F4C4D5964A81}"/>
          </ac:spMkLst>
        </pc:spChg>
        <pc:spChg chg="mod">
          <ac:chgData name="SERGIO SPANO'" userId="3abdd0b9-513e-40ac-aad4-56920065037d" providerId="ADAL" clId="{09EB5671-F274-4581-BF31-7BCFFD0497FA}" dt="2022-04-06T11:08:04.359" v="347" actId="1076"/>
          <ac:spMkLst>
            <pc:docMk/>
            <pc:sldMk cId="1007591203" sldId="265"/>
            <ac:spMk id="3" creationId="{3C5B9A67-4E1B-4309-B9A5-0E22026851CE}"/>
          </ac:spMkLst>
        </pc:spChg>
        <pc:picChg chg="add mod">
          <ac:chgData name="SERGIO SPANO'" userId="3abdd0b9-513e-40ac-aad4-56920065037d" providerId="ADAL" clId="{09EB5671-F274-4581-BF31-7BCFFD0497FA}" dt="2022-04-06T11:08:03.481" v="346" actId="1076"/>
          <ac:picMkLst>
            <pc:docMk/>
            <pc:sldMk cId="1007591203" sldId="265"/>
            <ac:picMk id="5" creationId="{E9614849-0D09-426A-B63B-170B7C3F041E}"/>
          </ac:picMkLst>
        </pc:picChg>
        <pc:picChg chg="add mod">
          <ac:chgData name="SERGIO SPANO'" userId="3abdd0b9-513e-40ac-aad4-56920065037d" providerId="ADAL" clId="{09EB5671-F274-4581-BF31-7BCFFD0497FA}" dt="2022-04-06T11:08:22.224" v="349" actId="1076"/>
          <ac:picMkLst>
            <pc:docMk/>
            <pc:sldMk cId="1007591203" sldId="265"/>
            <ac:picMk id="6" creationId="{C2F05626-67B8-474E-A45F-ECA8B32CB72F}"/>
          </ac:picMkLst>
        </pc:picChg>
      </pc:sldChg>
      <pc:sldChg chg="addSp delSp modSp new mod">
        <pc:chgData name="SERGIO SPANO'" userId="3abdd0b9-513e-40ac-aad4-56920065037d" providerId="ADAL" clId="{09EB5671-F274-4581-BF31-7BCFFD0497FA}" dt="2022-04-06T11:08:50.765" v="376" actId="1076"/>
        <pc:sldMkLst>
          <pc:docMk/>
          <pc:sldMk cId="1112234418" sldId="266"/>
        </pc:sldMkLst>
        <pc:spChg chg="mod">
          <ac:chgData name="SERGIO SPANO'" userId="3abdd0b9-513e-40ac-aad4-56920065037d" providerId="ADAL" clId="{09EB5671-F274-4581-BF31-7BCFFD0497FA}" dt="2022-04-06T11:08:40.744" v="372" actId="20577"/>
          <ac:spMkLst>
            <pc:docMk/>
            <pc:sldMk cId="1112234418" sldId="266"/>
            <ac:spMk id="2" creationId="{2B44DF12-E02F-47E4-B949-FDF57F5B2665}"/>
          </ac:spMkLst>
        </pc:spChg>
        <pc:spChg chg="del">
          <ac:chgData name="SERGIO SPANO'" userId="3abdd0b9-513e-40ac-aad4-56920065037d" providerId="ADAL" clId="{09EB5671-F274-4581-BF31-7BCFFD0497FA}" dt="2022-04-06T11:08:45.157" v="373" actId="478"/>
          <ac:spMkLst>
            <pc:docMk/>
            <pc:sldMk cId="1112234418" sldId="266"/>
            <ac:spMk id="3" creationId="{72015589-A81B-42AE-B01F-F6AEA2FC0E75}"/>
          </ac:spMkLst>
        </pc:spChg>
        <pc:picChg chg="add mod">
          <ac:chgData name="SERGIO SPANO'" userId="3abdd0b9-513e-40ac-aad4-56920065037d" providerId="ADAL" clId="{09EB5671-F274-4581-BF31-7BCFFD0497FA}" dt="2022-04-06T11:08:50.765" v="376" actId="1076"/>
          <ac:picMkLst>
            <pc:docMk/>
            <pc:sldMk cId="1112234418" sldId="266"/>
            <ac:picMk id="5" creationId="{0A851F62-ACB3-4BB8-8AC3-F6AF9B97A96D}"/>
          </ac:picMkLst>
        </pc:picChg>
      </pc:sldChg>
      <pc:sldChg chg="addSp delSp modSp new mod">
        <pc:chgData name="SERGIO SPANO'" userId="3abdd0b9-513e-40ac-aad4-56920065037d" providerId="ADAL" clId="{09EB5671-F274-4581-BF31-7BCFFD0497FA}" dt="2022-04-06T11:09:15.942" v="408" actId="1076"/>
        <pc:sldMkLst>
          <pc:docMk/>
          <pc:sldMk cId="3483132585" sldId="267"/>
        </pc:sldMkLst>
        <pc:spChg chg="mod">
          <ac:chgData name="SERGIO SPANO'" userId="3abdd0b9-513e-40ac-aad4-56920065037d" providerId="ADAL" clId="{09EB5671-F274-4581-BF31-7BCFFD0497FA}" dt="2022-04-06T11:09:07.426" v="404" actId="20577"/>
          <ac:spMkLst>
            <pc:docMk/>
            <pc:sldMk cId="3483132585" sldId="267"/>
            <ac:spMk id="2" creationId="{FB22F282-1D62-4867-8F7F-FBD3905D229C}"/>
          </ac:spMkLst>
        </pc:spChg>
        <pc:spChg chg="del">
          <ac:chgData name="SERGIO SPANO'" userId="3abdd0b9-513e-40ac-aad4-56920065037d" providerId="ADAL" clId="{09EB5671-F274-4581-BF31-7BCFFD0497FA}" dt="2022-04-06T11:09:09.601" v="405" actId="478"/>
          <ac:spMkLst>
            <pc:docMk/>
            <pc:sldMk cId="3483132585" sldId="267"/>
            <ac:spMk id="3" creationId="{728231F1-5C7F-413A-8F94-9DE10273A3A7}"/>
          </ac:spMkLst>
        </pc:spChg>
        <pc:picChg chg="add mod">
          <ac:chgData name="SERGIO SPANO'" userId="3abdd0b9-513e-40ac-aad4-56920065037d" providerId="ADAL" clId="{09EB5671-F274-4581-BF31-7BCFFD0497FA}" dt="2022-04-06T11:09:15.942" v="408" actId="1076"/>
          <ac:picMkLst>
            <pc:docMk/>
            <pc:sldMk cId="3483132585" sldId="267"/>
            <ac:picMk id="5" creationId="{16CB0777-014F-4946-9B03-D90466D08395}"/>
          </ac:picMkLst>
        </pc:picChg>
      </pc:sldChg>
      <pc:sldChg chg="addSp delSp modSp new mod">
        <pc:chgData name="SERGIO SPANO'" userId="3abdd0b9-513e-40ac-aad4-56920065037d" providerId="ADAL" clId="{09EB5671-F274-4581-BF31-7BCFFD0497FA}" dt="2022-04-06T11:10:34.276" v="440" actId="20577"/>
        <pc:sldMkLst>
          <pc:docMk/>
          <pc:sldMk cId="3966974852" sldId="268"/>
        </pc:sldMkLst>
        <pc:spChg chg="mod">
          <ac:chgData name="SERGIO SPANO'" userId="3abdd0b9-513e-40ac-aad4-56920065037d" providerId="ADAL" clId="{09EB5671-F274-4581-BF31-7BCFFD0497FA}" dt="2022-04-06T11:10:34.276" v="440" actId="20577"/>
          <ac:spMkLst>
            <pc:docMk/>
            <pc:sldMk cId="3966974852" sldId="268"/>
            <ac:spMk id="2" creationId="{A2BE848B-AE6F-4A8D-A23D-70D8F97802AC}"/>
          </ac:spMkLst>
        </pc:spChg>
        <pc:spChg chg="del">
          <ac:chgData name="SERGIO SPANO'" userId="3abdd0b9-513e-40ac-aad4-56920065037d" providerId="ADAL" clId="{09EB5671-F274-4581-BF31-7BCFFD0497FA}" dt="2022-04-06T11:09:40.272" v="424"/>
          <ac:spMkLst>
            <pc:docMk/>
            <pc:sldMk cId="3966974852" sldId="268"/>
            <ac:spMk id="3" creationId="{2884446E-DB8E-40AC-8AED-EF7FFC7859AF}"/>
          </ac:spMkLst>
        </pc:spChg>
        <pc:spChg chg="add mod">
          <ac:chgData name="SERGIO SPANO'" userId="3abdd0b9-513e-40ac-aad4-56920065037d" providerId="ADAL" clId="{09EB5671-F274-4581-BF31-7BCFFD0497FA}" dt="2022-04-06T11:09:48.504" v="428" actId="15"/>
          <ac:spMkLst>
            <pc:docMk/>
            <pc:sldMk cId="3966974852" sldId="268"/>
            <ac:spMk id="5" creationId="{0AE97796-96DB-423F-9152-45255A5C6AC1}"/>
          </ac:spMkLst>
        </pc:spChg>
        <pc:picChg chg="add mod">
          <ac:chgData name="SERGIO SPANO'" userId="3abdd0b9-513e-40ac-aad4-56920065037d" providerId="ADAL" clId="{09EB5671-F274-4581-BF31-7BCFFD0497FA}" dt="2022-04-06T11:10:17.828" v="432" actId="1076"/>
          <ac:picMkLst>
            <pc:docMk/>
            <pc:sldMk cId="3966974852" sldId="268"/>
            <ac:picMk id="6" creationId="{6492BA1A-AFC4-4974-B547-45D8A908E5A9}"/>
          </ac:picMkLst>
        </pc:picChg>
        <pc:picChg chg="add mod">
          <ac:chgData name="SERGIO SPANO'" userId="3abdd0b9-513e-40ac-aad4-56920065037d" providerId="ADAL" clId="{09EB5671-F274-4581-BF31-7BCFFD0497FA}" dt="2022-04-06T11:10:28.887" v="436" actId="1076"/>
          <ac:picMkLst>
            <pc:docMk/>
            <pc:sldMk cId="3966974852" sldId="268"/>
            <ac:picMk id="7" creationId="{C4EC07E2-91B3-4AC3-95F3-24E9C23B9567}"/>
          </ac:picMkLst>
        </pc:picChg>
      </pc:sldChg>
      <pc:sldChg chg="addSp delSp modSp new mod">
        <pc:chgData name="SERGIO SPANO'" userId="3abdd0b9-513e-40ac-aad4-56920065037d" providerId="ADAL" clId="{09EB5671-F274-4581-BF31-7BCFFD0497FA}" dt="2022-04-06T11:10:52.051" v="465" actId="1076"/>
        <pc:sldMkLst>
          <pc:docMk/>
          <pc:sldMk cId="999021778" sldId="269"/>
        </pc:sldMkLst>
        <pc:spChg chg="mod">
          <ac:chgData name="SERGIO SPANO'" userId="3abdd0b9-513e-40ac-aad4-56920065037d" providerId="ADAL" clId="{09EB5671-F274-4581-BF31-7BCFFD0497FA}" dt="2022-04-06T11:10:41.691" v="461" actId="20577"/>
          <ac:spMkLst>
            <pc:docMk/>
            <pc:sldMk cId="999021778" sldId="269"/>
            <ac:spMk id="2" creationId="{D9993B03-5B17-4474-94B9-31268C8E489C}"/>
          </ac:spMkLst>
        </pc:spChg>
        <pc:spChg chg="del">
          <ac:chgData name="SERGIO SPANO'" userId="3abdd0b9-513e-40ac-aad4-56920065037d" providerId="ADAL" clId="{09EB5671-F274-4581-BF31-7BCFFD0497FA}" dt="2022-04-06T11:10:46.030" v="462" actId="478"/>
          <ac:spMkLst>
            <pc:docMk/>
            <pc:sldMk cId="999021778" sldId="269"/>
            <ac:spMk id="3" creationId="{A17D4DAC-E671-4539-8784-629CD1DD355F}"/>
          </ac:spMkLst>
        </pc:spChg>
        <pc:picChg chg="add mod">
          <ac:chgData name="SERGIO SPANO'" userId="3abdd0b9-513e-40ac-aad4-56920065037d" providerId="ADAL" clId="{09EB5671-F274-4581-BF31-7BCFFD0497FA}" dt="2022-04-06T11:10:52.051" v="465" actId="1076"/>
          <ac:picMkLst>
            <pc:docMk/>
            <pc:sldMk cId="999021778" sldId="269"/>
            <ac:picMk id="5" creationId="{5F5E3399-D4FD-4CE3-AEDB-E1716ABBAC26}"/>
          </ac:picMkLst>
        </pc:picChg>
      </pc:sldChg>
      <pc:sldChg chg="addSp delSp modSp new mod">
        <pc:chgData name="SERGIO SPANO'" userId="3abdd0b9-513e-40ac-aad4-56920065037d" providerId="ADAL" clId="{09EB5671-F274-4581-BF31-7BCFFD0497FA}" dt="2022-04-06T11:15:57.890" v="482" actId="1076"/>
        <pc:sldMkLst>
          <pc:docMk/>
          <pc:sldMk cId="1089051384" sldId="270"/>
        </pc:sldMkLst>
        <pc:spChg chg="mod">
          <ac:chgData name="SERGIO SPANO'" userId="3abdd0b9-513e-40ac-aad4-56920065037d" providerId="ADAL" clId="{09EB5671-F274-4581-BF31-7BCFFD0497FA}" dt="2022-04-06T11:15:40.421" v="474" actId="20577"/>
          <ac:spMkLst>
            <pc:docMk/>
            <pc:sldMk cId="1089051384" sldId="270"/>
            <ac:spMk id="2" creationId="{FBBCEBF9-9619-48C0-B51E-E98293772946}"/>
          </ac:spMkLst>
        </pc:spChg>
        <pc:spChg chg="del">
          <ac:chgData name="SERGIO SPANO'" userId="3abdd0b9-513e-40ac-aad4-56920065037d" providerId="ADAL" clId="{09EB5671-F274-4581-BF31-7BCFFD0497FA}" dt="2022-04-06T11:15:44.618" v="475" actId="478"/>
          <ac:spMkLst>
            <pc:docMk/>
            <pc:sldMk cId="1089051384" sldId="270"/>
            <ac:spMk id="3" creationId="{EC9C2BB9-669B-4B78-8412-CE37ABD44D82}"/>
          </ac:spMkLst>
        </pc:spChg>
        <pc:picChg chg="add mod">
          <ac:chgData name="SERGIO SPANO'" userId="3abdd0b9-513e-40ac-aad4-56920065037d" providerId="ADAL" clId="{09EB5671-F274-4581-BF31-7BCFFD0497FA}" dt="2022-04-06T11:15:57.890" v="482" actId="1076"/>
          <ac:picMkLst>
            <pc:docMk/>
            <pc:sldMk cId="1089051384" sldId="270"/>
            <ac:picMk id="5" creationId="{A5395276-21D4-4D3F-9B9B-F7803654E80C}"/>
          </ac:picMkLst>
        </pc:picChg>
        <pc:picChg chg="add mod">
          <ac:chgData name="SERGIO SPANO'" userId="3abdd0b9-513e-40ac-aad4-56920065037d" providerId="ADAL" clId="{09EB5671-F274-4581-BF31-7BCFFD0497FA}" dt="2022-04-06T11:15:56.080" v="481" actId="1076"/>
          <ac:picMkLst>
            <pc:docMk/>
            <pc:sldMk cId="1089051384" sldId="270"/>
            <ac:picMk id="6" creationId="{B543A217-E2BB-4D72-A952-1D2EFE45152D}"/>
          </ac:picMkLst>
        </pc:picChg>
      </pc:sldChg>
      <pc:sldChg chg="addSp modSp new mod">
        <pc:chgData name="SERGIO SPANO'" userId="3abdd0b9-513e-40ac-aad4-56920065037d" providerId="ADAL" clId="{09EB5671-F274-4581-BF31-7BCFFD0497FA}" dt="2022-04-06T11:16:26.026" v="498" actId="1076"/>
        <pc:sldMkLst>
          <pc:docMk/>
          <pc:sldMk cId="3269472446" sldId="271"/>
        </pc:sldMkLst>
        <pc:spChg chg="mod">
          <ac:chgData name="SERGIO SPANO'" userId="3abdd0b9-513e-40ac-aad4-56920065037d" providerId="ADAL" clId="{09EB5671-F274-4581-BF31-7BCFFD0497FA}" dt="2022-04-06T11:16:10.776" v="494" actId="20577"/>
          <ac:spMkLst>
            <pc:docMk/>
            <pc:sldMk cId="3269472446" sldId="271"/>
            <ac:spMk id="2" creationId="{E2349FAA-4BC2-4C06-B632-9422D7B86F31}"/>
          </ac:spMkLst>
        </pc:spChg>
        <pc:spChg chg="mod">
          <ac:chgData name="SERGIO SPANO'" userId="3abdd0b9-513e-40ac-aad4-56920065037d" providerId="ADAL" clId="{09EB5671-F274-4581-BF31-7BCFFD0497FA}" dt="2022-04-06T11:16:15.426" v="495"/>
          <ac:spMkLst>
            <pc:docMk/>
            <pc:sldMk cId="3269472446" sldId="271"/>
            <ac:spMk id="3" creationId="{4B9AE829-E20C-4296-A005-C5C1EDC33035}"/>
          </ac:spMkLst>
        </pc:spChg>
        <pc:picChg chg="add mod">
          <ac:chgData name="SERGIO SPANO'" userId="3abdd0b9-513e-40ac-aad4-56920065037d" providerId="ADAL" clId="{09EB5671-F274-4581-BF31-7BCFFD0497FA}" dt="2022-04-06T11:16:26.026" v="498" actId="1076"/>
          <ac:picMkLst>
            <pc:docMk/>
            <pc:sldMk cId="3269472446" sldId="271"/>
            <ac:picMk id="5" creationId="{A58FFC96-14C5-4E70-AE98-8BEB11861FDB}"/>
          </ac:picMkLst>
        </pc:picChg>
      </pc:sldChg>
      <pc:sldChg chg="addSp delSp modSp new mod">
        <pc:chgData name="SERGIO SPANO'" userId="3abdd0b9-513e-40ac-aad4-56920065037d" providerId="ADAL" clId="{09EB5671-F274-4581-BF31-7BCFFD0497FA}" dt="2022-04-06T11:17:25.089" v="522" actId="1076"/>
        <pc:sldMkLst>
          <pc:docMk/>
          <pc:sldMk cId="615134320" sldId="272"/>
        </pc:sldMkLst>
        <pc:spChg chg="mod">
          <ac:chgData name="SERGIO SPANO'" userId="3abdd0b9-513e-40ac-aad4-56920065037d" providerId="ADAL" clId="{09EB5671-F274-4581-BF31-7BCFFD0497FA}" dt="2022-04-06T11:16:38.804" v="510" actId="20577"/>
          <ac:spMkLst>
            <pc:docMk/>
            <pc:sldMk cId="615134320" sldId="272"/>
            <ac:spMk id="2" creationId="{AED4AC82-E1BA-4AD3-A510-B53129CD1314}"/>
          </ac:spMkLst>
        </pc:spChg>
        <pc:spChg chg="mod">
          <ac:chgData name="SERGIO SPANO'" userId="3abdd0b9-513e-40ac-aad4-56920065037d" providerId="ADAL" clId="{09EB5671-F274-4581-BF31-7BCFFD0497FA}" dt="2022-04-06T11:16:42.958" v="511"/>
          <ac:spMkLst>
            <pc:docMk/>
            <pc:sldMk cId="615134320" sldId="272"/>
            <ac:spMk id="3" creationId="{AB3D016D-8E9E-40B5-929E-52A5F46B3E29}"/>
          </ac:spMkLst>
        </pc:spChg>
        <pc:graphicFrameChg chg="add del mod">
          <ac:chgData name="SERGIO SPANO'" userId="3abdd0b9-513e-40ac-aad4-56920065037d" providerId="ADAL" clId="{09EB5671-F274-4581-BF31-7BCFFD0497FA}" dt="2022-04-06T11:17:17.043" v="517"/>
          <ac:graphicFrameMkLst>
            <pc:docMk/>
            <pc:sldMk cId="615134320" sldId="272"/>
            <ac:graphicFrameMk id="6" creationId="{9AFA61D4-3BF5-4B3C-832E-3546AC44CA4A}"/>
          </ac:graphicFrameMkLst>
        </pc:graphicFrameChg>
        <pc:picChg chg="add mod">
          <ac:chgData name="SERGIO SPANO'" userId="3abdd0b9-513e-40ac-aad4-56920065037d" providerId="ADAL" clId="{09EB5671-F274-4581-BF31-7BCFFD0497FA}" dt="2022-04-06T11:17:23.760" v="521" actId="1076"/>
          <ac:picMkLst>
            <pc:docMk/>
            <pc:sldMk cId="615134320" sldId="272"/>
            <ac:picMk id="5" creationId="{832131BE-3AD7-4682-A367-09CDD2EE71C2}"/>
          </ac:picMkLst>
        </pc:picChg>
        <pc:picChg chg="add mod">
          <ac:chgData name="SERGIO SPANO'" userId="3abdd0b9-513e-40ac-aad4-56920065037d" providerId="ADAL" clId="{09EB5671-F274-4581-BF31-7BCFFD0497FA}" dt="2022-04-06T11:17:25.089" v="522" actId="1076"/>
          <ac:picMkLst>
            <pc:docMk/>
            <pc:sldMk cId="615134320" sldId="272"/>
            <ac:picMk id="7" creationId="{A190D2A4-82F8-4611-B88D-C1B937628C1D}"/>
          </ac:picMkLst>
        </pc:picChg>
      </pc:sldChg>
      <pc:sldChg chg="addSp modSp new mod">
        <pc:chgData name="SERGIO SPANO'" userId="3abdd0b9-513e-40ac-aad4-56920065037d" providerId="ADAL" clId="{09EB5671-F274-4581-BF31-7BCFFD0497FA}" dt="2022-04-06T11:18:05.118" v="572" actId="1076"/>
        <pc:sldMkLst>
          <pc:docMk/>
          <pc:sldMk cId="2722239694" sldId="273"/>
        </pc:sldMkLst>
        <pc:spChg chg="mod">
          <ac:chgData name="SERGIO SPANO'" userId="3abdd0b9-513e-40ac-aad4-56920065037d" providerId="ADAL" clId="{09EB5671-F274-4581-BF31-7BCFFD0497FA}" dt="2022-04-06T11:17:36.553" v="548" actId="20577"/>
          <ac:spMkLst>
            <pc:docMk/>
            <pc:sldMk cId="2722239694" sldId="273"/>
            <ac:spMk id="2" creationId="{63FE9389-4754-4769-9B6A-1541ADBE8C33}"/>
          </ac:spMkLst>
        </pc:spChg>
        <pc:spChg chg="mod">
          <ac:chgData name="SERGIO SPANO'" userId="3abdd0b9-513e-40ac-aad4-56920065037d" providerId="ADAL" clId="{09EB5671-F274-4581-BF31-7BCFFD0497FA}" dt="2022-04-06T11:17:57.292" v="568" actId="20577"/>
          <ac:spMkLst>
            <pc:docMk/>
            <pc:sldMk cId="2722239694" sldId="273"/>
            <ac:spMk id="3" creationId="{E4581F64-577D-4F71-B5F3-0ABE6EC1E927}"/>
          </ac:spMkLst>
        </pc:spChg>
        <pc:picChg chg="add mod">
          <ac:chgData name="SERGIO SPANO'" userId="3abdd0b9-513e-40ac-aad4-56920065037d" providerId="ADAL" clId="{09EB5671-F274-4581-BF31-7BCFFD0497FA}" dt="2022-04-06T11:18:05.118" v="572" actId="1076"/>
          <ac:picMkLst>
            <pc:docMk/>
            <pc:sldMk cId="2722239694" sldId="273"/>
            <ac:picMk id="5" creationId="{FCECD0D5-0259-45DE-B037-BBF6C1EAF705}"/>
          </ac:picMkLst>
        </pc:picChg>
      </pc:sldChg>
      <pc:sldChg chg="addSp delSp modSp new mod">
        <pc:chgData name="SERGIO SPANO'" userId="3abdd0b9-513e-40ac-aad4-56920065037d" providerId="ADAL" clId="{09EB5671-F274-4581-BF31-7BCFFD0497FA}" dt="2022-04-06T11:21:16.738" v="604" actId="1076"/>
        <pc:sldMkLst>
          <pc:docMk/>
          <pc:sldMk cId="3554465558" sldId="274"/>
        </pc:sldMkLst>
        <pc:spChg chg="mod">
          <ac:chgData name="SERGIO SPANO'" userId="3abdd0b9-513e-40ac-aad4-56920065037d" providerId="ADAL" clId="{09EB5671-F274-4581-BF31-7BCFFD0497FA}" dt="2022-04-06T11:18:25.912" v="586" actId="20577"/>
          <ac:spMkLst>
            <pc:docMk/>
            <pc:sldMk cId="3554465558" sldId="274"/>
            <ac:spMk id="2" creationId="{56425EB0-4C63-40B1-92A1-C5386B28D246}"/>
          </ac:spMkLst>
        </pc:spChg>
        <pc:spChg chg="mod">
          <ac:chgData name="SERGIO SPANO'" userId="3abdd0b9-513e-40ac-aad4-56920065037d" providerId="ADAL" clId="{09EB5671-F274-4581-BF31-7BCFFD0497FA}" dt="2022-04-06T11:18:35.860" v="589" actId="20577"/>
          <ac:spMkLst>
            <pc:docMk/>
            <pc:sldMk cId="3554465558" sldId="274"/>
            <ac:spMk id="3" creationId="{09C801BB-89C6-4F8E-AC50-EE040552F75D}"/>
          </ac:spMkLst>
        </pc:spChg>
        <pc:picChg chg="add del mod">
          <ac:chgData name="SERGIO SPANO'" userId="3abdd0b9-513e-40ac-aad4-56920065037d" providerId="ADAL" clId="{09EB5671-F274-4581-BF31-7BCFFD0497FA}" dt="2022-04-06T11:18:51.686" v="593" actId="478"/>
          <ac:picMkLst>
            <pc:docMk/>
            <pc:sldMk cId="3554465558" sldId="274"/>
            <ac:picMk id="5" creationId="{F0C958B0-E2BC-4AA8-86B8-18C2D9FA3526}"/>
          </ac:picMkLst>
        </pc:picChg>
        <pc:picChg chg="add mod">
          <ac:chgData name="SERGIO SPANO'" userId="3abdd0b9-513e-40ac-aad4-56920065037d" providerId="ADAL" clId="{09EB5671-F274-4581-BF31-7BCFFD0497FA}" dt="2022-04-06T11:21:12.767" v="602" actId="1076"/>
          <ac:picMkLst>
            <pc:docMk/>
            <pc:sldMk cId="3554465558" sldId="274"/>
            <ac:picMk id="6" creationId="{BF1121A7-E930-45C2-B6C1-23EA6BBDC765}"/>
          </ac:picMkLst>
        </pc:picChg>
        <pc:picChg chg="add mod">
          <ac:chgData name="SERGIO SPANO'" userId="3abdd0b9-513e-40ac-aad4-56920065037d" providerId="ADAL" clId="{09EB5671-F274-4581-BF31-7BCFFD0497FA}" dt="2022-04-06T11:21:16.738" v="604" actId="1076"/>
          <ac:picMkLst>
            <pc:docMk/>
            <pc:sldMk cId="3554465558" sldId="274"/>
            <ac:picMk id="7" creationId="{4A124E72-3BFB-42C1-BBC5-9A435257DE8E}"/>
          </ac:picMkLst>
        </pc:picChg>
      </pc:sldChg>
      <pc:sldChg chg="del">
        <pc:chgData name="SERGIO SPANO'" userId="3abdd0b9-513e-40ac-aad4-56920065037d" providerId="ADAL" clId="{09EB5671-F274-4581-BF31-7BCFFD0497FA}" dt="2022-04-06T10:45:10.420" v="0" actId="47"/>
        <pc:sldMkLst>
          <pc:docMk/>
          <pc:sldMk cId="2221289223" sldId="278"/>
        </pc:sldMkLst>
      </pc:sldChg>
      <pc:sldChg chg="del">
        <pc:chgData name="SERGIO SPANO'" userId="3abdd0b9-513e-40ac-aad4-56920065037d" providerId="ADAL" clId="{09EB5671-F274-4581-BF31-7BCFFD0497FA}" dt="2022-04-06T10:45:10.942" v="1" actId="47"/>
        <pc:sldMkLst>
          <pc:docMk/>
          <pc:sldMk cId="492866929" sldId="279"/>
        </pc:sldMkLst>
      </pc:sldChg>
      <pc:sldChg chg="del">
        <pc:chgData name="SERGIO SPANO'" userId="3abdd0b9-513e-40ac-aad4-56920065037d" providerId="ADAL" clId="{09EB5671-F274-4581-BF31-7BCFFD0497FA}" dt="2022-04-06T10:45:11.010" v="2" actId="47"/>
        <pc:sldMkLst>
          <pc:docMk/>
          <pc:sldMk cId="3726700529" sldId="280"/>
        </pc:sldMkLst>
      </pc:sldChg>
      <pc:sldChg chg="del">
        <pc:chgData name="SERGIO SPANO'" userId="3abdd0b9-513e-40ac-aad4-56920065037d" providerId="ADAL" clId="{09EB5671-F274-4581-BF31-7BCFFD0497FA}" dt="2022-04-06T10:45:11.022" v="3" actId="47"/>
        <pc:sldMkLst>
          <pc:docMk/>
          <pc:sldMk cId="3412644732" sldId="281"/>
        </pc:sldMkLst>
      </pc:sldChg>
      <pc:sldChg chg="del">
        <pc:chgData name="SERGIO SPANO'" userId="3abdd0b9-513e-40ac-aad4-56920065037d" providerId="ADAL" clId="{09EB5671-F274-4581-BF31-7BCFFD0497FA}" dt="2022-04-06T10:45:11.066" v="4" actId="47"/>
        <pc:sldMkLst>
          <pc:docMk/>
          <pc:sldMk cId="3231799088" sldId="282"/>
        </pc:sldMkLst>
      </pc:sldChg>
      <pc:sldChg chg="del">
        <pc:chgData name="SERGIO SPANO'" userId="3abdd0b9-513e-40ac-aad4-56920065037d" providerId="ADAL" clId="{09EB5671-F274-4581-BF31-7BCFFD0497FA}" dt="2022-04-06T10:45:11.089" v="5" actId="47"/>
        <pc:sldMkLst>
          <pc:docMk/>
          <pc:sldMk cId="3895530577" sldId="283"/>
        </pc:sldMkLst>
      </pc:sldChg>
      <pc:sldChg chg="del">
        <pc:chgData name="SERGIO SPANO'" userId="3abdd0b9-513e-40ac-aad4-56920065037d" providerId="ADAL" clId="{09EB5671-F274-4581-BF31-7BCFFD0497FA}" dt="2022-04-06T10:45:11.123" v="6" actId="47"/>
        <pc:sldMkLst>
          <pc:docMk/>
          <pc:sldMk cId="1351616054" sldId="284"/>
        </pc:sldMkLst>
      </pc:sldChg>
      <pc:sldChg chg="del">
        <pc:chgData name="SERGIO SPANO'" userId="3abdd0b9-513e-40ac-aad4-56920065037d" providerId="ADAL" clId="{09EB5671-F274-4581-BF31-7BCFFD0497FA}" dt="2022-04-06T10:45:11.178" v="7" actId="47"/>
        <pc:sldMkLst>
          <pc:docMk/>
          <pc:sldMk cId="2827394057" sldId="285"/>
        </pc:sldMkLst>
      </pc:sldChg>
      <pc:sldChg chg="del">
        <pc:chgData name="SERGIO SPANO'" userId="3abdd0b9-513e-40ac-aad4-56920065037d" providerId="ADAL" clId="{09EB5671-F274-4581-BF31-7BCFFD0497FA}" dt="2022-04-06T10:45:11.231" v="8" actId="47"/>
        <pc:sldMkLst>
          <pc:docMk/>
          <pc:sldMk cId="1175792276" sldId="286"/>
        </pc:sldMkLst>
      </pc:sldChg>
      <pc:sldChg chg="del">
        <pc:chgData name="SERGIO SPANO'" userId="3abdd0b9-513e-40ac-aad4-56920065037d" providerId="ADAL" clId="{09EB5671-F274-4581-BF31-7BCFFD0497FA}" dt="2022-04-06T10:45:11.238" v="9" actId="47"/>
        <pc:sldMkLst>
          <pc:docMk/>
          <pc:sldMk cId="2993994993" sldId="28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C96ED3-C9F6-4EB7-8F52-75F4112F7366}" type="datetimeFigureOut">
              <a:rPr lang="en-US" smtClean="0"/>
              <a:t>4/11/2022</a:t>
            </a:fld>
            <a:endParaRPr lang="en-US"/>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9ED609-C74E-4A8A-9B32-C7AD515D1B5C}" type="slidenum">
              <a:rPr lang="en-US" smtClean="0"/>
              <a:t>‹N›</a:t>
            </a:fld>
            <a:endParaRPr lang="en-US"/>
          </a:p>
        </p:txBody>
      </p:sp>
    </p:spTree>
    <p:extLst>
      <p:ext uri="{BB962C8B-B14F-4D97-AF65-F5344CB8AC3E}">
        <p14:creationId xmlns:p14="http://schemas.microsoft.com/office/powerpoint/2010/main" val="645704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dirty="0"/>
          </a:p>
        </p:txBody>
      </p:sp>
      <p:sp>
        <p:nvSpPr>
          <p:cNvPr id="4" name="Segnaposto numero diapositiva 3"/>
          <p:cNvSpPr>
            <a:spLocks noGrp="1"/>
          </p:cNvSpPr>
          <p:nvPr>
            <p:ph type="sldNum" sz="quarter" idx="5"/>
          </p:nvPr>
        </p:nvSpPr>
        <p:spPr/>
        <p:txBody>
          <a:bodyPr/>
          <a:lstStyle/>
          <a:p>
            <a:fld id="{B49ED609-C74E-4A8A-9B32-C7AD515D1B5C}" type="slidenum">
              <a:rPr lang="en-US" smtClean="0"/>
              <a:t>1</a:t>
            </a:fld>
            <a:endParaRPr lang="en-US"/>
          </a:p>
        </p:txBody>
      </p:sp>
    </p:spTree>
    <p:extLst>
      <p:ext uri="{BB962C8B-B14F-4D97-AF65-F5344CB8AC3E}">
        <p14:creationId xmlns:p14="http://schemas.microsoft.com/office/powerpoint/2010/main" val="21155651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9F94409-3F2E-4581-8C18-FB31D2AE060C}"/>
              </a:ext>
            </a:extLst>
          </p:cNvPr>
          <p:cNvSpPr>
            <a:spLocks noGrp="1"/>
          </p:cNvSpPr>
          <p:nvPr>
            <p:ph type="ctrTitle"/>
          </p:nvPr>
        </p:nvSpPr>
        <p:spPr>
          <a:xfrm>
            <a:off x="1524000" y="1745664"/>
            <a:ext cx="9144000" cy="2715633"/>
          </a:xfrm>
        </p:spPr>
        <p:txBody>
          <a:bodyPr anchor="b"/>
          <a:lstStyle>
            <a:lvl1pPr algn="l">
              <a:defRPr sz="6000" b="1"/>
            </a:lvl1pPr>
          </a:lstStyle>
          <a:p>
            <a:r>
              <a:rPr lang="it-IT" dirty="0"/>
              <a:t>Fare clic per modificare lo stile del titolo dello schema</a:t>
            </a:r>
            <a:endParaRPr lang="en-US" dirty="0"/>
          </a:p>
        </p:txBody>
      </p:sp>
      <p:sp>
        <p:nvSpPr>
          <p:cNvPr id="4" name="Segnaposto data 3">
            <a:extLst>
              <a:ext uri="{FF2B5EF4-FFF2-40B4-BE49-F238E27FC236}">
                <a16:creationId xmlns:a16="http://schemas.microsoft.com/office/drawing/2014/main" id="{16E07DC0-8E67-4188-AC59-9E3B5099854C}"/>
              </a:ext>
            </a:extLst>
          </p:cNvPr>
          <p:cNvSpPr>
            <a:spLocks noGrp="1"/>
          </p:cNvSpPr>
          <p:nvPr>
            <p:ph type="dt" sz="half" idx="10"/>
          </p:nvPr>
        </p:nvSpPr>
        <p:spPr>
          <a:xfrm>
            <a:off x="10409671" y="6577782"/>
            <a:ext cx="889000" cy="365125"/>
          </a:xfrm>
          <a:prstGeom prst="rect">
            <a:avLst/>
          </a:prstGeom>
        </p:spPr>
        <p:txBody>
          <a:bodyPr/>
          <a:lstStyle/>
          <a:p>
            <a:endParaRPr lang="en-US"/>
          </a:p>
        </p:txBody>
      </p:sp>
      <p:sp>
        <p:nvSpPr>
          <p:cNvPr id="5" name="Segnaposto piè di pagina 4">
            <a:extLst>
              <a:ext uri="{FF2B5EF4-FFF2-40B4-BE49-F238E27FC236}">
                <a16:creationId xmlns:a16="http://schemas.microsoft.com/office/drawing/2014/main" id="{6AE47C96-F74E-4A40-98FC-BC73DA0BD2FD}"/>
              </a:ext>
            </a:extLst>
          </p:cNvPr>
          <p:cNvSpPr>
            <a:spLocks noGrp="1"/>
          </p:cNvSpPr>
          <p:nvPr>
            <p:ph type="ftr" sz="quarter" idx="11"/>
          </p:nvPr>
        </p:nvSpPr>
        <p:spPr>
          <a:xfrm>
            <a:off x="221673" y="6578023"/>
            <a:ext cx="10100253" cy="365125"/>
          </a:xfrm>
          <a:prstGeom prst="rect">
            <a:avLst/>
          </a:prstGeom>
        </p:spPr>
        <p:txBody>
          <a:bodyPr/>
          <a:lstStyle/>
          <a:p>
            <a:r>
              <a:rPr lang="it-IT"/>
              <a:t>10. Introduction to VHDL - Fondamenti di Elettronica - Sergio Spanò</a:t>
            </a:r>
            <a:endParaRPr lang="en-US"/>
          </a:p>
        </p:txBody>
      </p:sp>
      <p:sp>
        <p:nvSpPr>
          <p:cNvPr id="6" name="Segnaposto numero diapositiva 5">
            <a:extLst>
              <a:ext uri="{FF2B5EF4-FFF2-40B4-BE49-F238E27FC236}">
                <a16:creationId xmlns:a16="http://schemas.microsoft.com/office/drawing/2014/main" id="{5511D9E4-C1FE-49BA-8C48-DD38FC76DEBA}"/>
              </a:ext>
            </a:extLst>
          </p:cNvPr>
          <p:cNvSpPr>
            <a:spLocks noGrp="1"/>
          </p:cNvSpPr>
          <p:nvPr>
            <p:ph type="sldNum" sz="quarter" idx="12"/>
          </p:nvPr>
        </p:nvSpPr>
        <p:spPr/>
        <p:txBody>
          <a:bodyPr/>
          <a:lstStyle/>
          <a:p>
            <a:fld id="{403F7DB2-0A9C-4E37-9984-C435ED141F40}" type="slidenum">
              <a:rPr lang="en-US" smtClean="0"/>
              <a:t>‹N›</a:t>
            </a:fld>
            <a:endParaRPr lang="en-US"/>
          </a:p>
        </p:txBody>
      </p:sp>
      <p:pic>
        <p:nvPicPr>
          <p:cNvPr id="7" name="Immagine 6">
            <a:extLst>
              <a:ext uri="{FF2B5EF4-FFF2-40B4-BE49-F238E27FC236}">
                <a16:creationId xmlns:a16="http://schemas.microsoft.com/office/drawing/2014/main" id="{AE86FA29-C6CC-4CBB-835F-82A79787E64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57" y="571120"/>
            <a:ext cx="4328498" cy="984584"/>
          </a:xfrm>
          <a:prstGeom prst="rect">
            <a:avLst/>
          </a:prstGeom>
        </p:spPr>
      </p:pic>
      <p:sp>
        <p:nvSpPr>
          <p:cNvPr id="8" name="Rettangolo 7">
            <a:extLst>
              <a:ext uri="{FF2B5EF4-FFF2-40B4-BE49-F238E27FC236}">
                <a16:creationId xmlns:a16="http://schemas.microsoft.com/office/drawing/2014/main" id="{2DA45F33-8275-429D-BB6B-96D23362ED0C}"/>
              </a:ext>
            </a:extLst>
          </p:cNvPr>
          <p:cNvSpPr/>
          <p:nvPr userDrawn="1"/>
        </p:nvSpPr>
        <p:spPr>
          <a:xfrm>
            <a:off x="0" y="6590581"/>
            <a:ext cx="12192000" cy="267419"/>
          </a:xfrm>
          <a:prstGeom prst="rect">
            <a:avLst/>
          </a:prstGeom>
          <a:solidFill>
            <a:srgbClr val="0178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ttangolo 9">
            <a:extLst>
              <a:ext uri="{FF2B5EF4-FFF2-40B4-BE49-F238E27FC236}">
                <a16:creationId xmlns:a16="http://schemas.microsoft.com/office/drawing/2014/main" id="{825F548B-9389-4EC5-B40F-F2235B611BD7}"/>
              </a:ext>
            </a:extLst>
          </p:cNvPr>
          <p:cNvSpPr/>
          <p:nvPr userDrawn="1"/>
        </p:nvSpPr>
        <p:spPr>
          <a:xfrm>
            <a:off x="0" y="5576254"/>
            <a:ext cx="12192000" cy="646979"/>
          </a:xfrm>
          <a:prstGeom prst="rect">
            <a:avLst/>
          </a:prstGeom>
          <a:solidFill>
            <a:srgbClr val="0178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ttangolo 10">
            <a:extLst>
              <a:ext uri="{FF2B5EF4-FFF2-40B4-BE49-F238E27FC236}">
                <a16:creationId xmlns:a16="http://schemas.microsoft.com/office/drawing/2014/main" id="{25F9DEEE-4CB7-4A0F-950C-148A6085C071}"/>
              </a:ext>
            </a:extLst>
          </p:cNvPr>
          <p:cNvSpPr/>
          <p:nvPr userDrawn="1"/>
        </p:nvSpPr>
        <p:spPr>
          <a:xfrm>
            <a:off x="-7908" y="4786939"/>
            <a:ext cx="12199908" cy="789315"/>
          </a:xfrm>
          <a:prstGeom prst="rect">
            <a:avLst/>
          </a:prstGeom>
          <a:solidFill>
            <a:srgbClr val="CCE4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ottotitolo 2">
            <a:extLst>
              <a:ext uri="{FF2B5EF4-FFF2-40B4-BE49-F238E27FC236}">
                <a16:creationId xmlns:a16="http://schemas.microsoft.com/office/drawing/2014/main" id="{0520775B-C623-4491-81E1-F48B53652264}"/>
              </a:ext>
            </a:extLst>
          </p:cNvPr>
          <p:cNvSpPr>
            <a:spLocks noGrp="1"/>
          </p:cNvSpPr>
          <p:nvPr>
            <p:ph type="subTitle" idx="1"/>
          </p:nvPr>
        </p:nvSpPr>
        <p:spPr>
          <a:xfrm>
            <a:off x="7908" y="5068528"/>
            <a:ext cx="9144000" cy="507726"/>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en-US"/>
          </a:p>
        </p:txBody>
      </p:sp>
      <p:sp>
        <p:nvSpPr>
          <p:cNvPr id="12" name="Rettangolo 11">
            <a:extLst>
              <a:ext uri="{FF2B5EF4-FFF2-40B4-BE49-F238E27FC236}">
                <a16:creationId xmlns:a16="http://schemas.microsoft.com/office/drawing/2014/main" id="{97D68861-15CF-45CE-801C-70DD06C46F7E}"/>
              </a:ext>
            </a:extLst>
          </p:cNvPr>
          <p:cNvSpPr/>
          <p:nvPr userDrawn="1"/>
        </p:nvSpPr>
        <p:spPr>
          <a:xfrm>
            <a:off x="0" y="-33479"/>
            <a:ext cx="2428875" cy="385906"/>
          </a:xfrm>
          <a:prstGeom prst="rect">
            <a:avLst/>
          </a:prstGeom>
          <a:solidFill>
            <a:srgbClr val="0178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38397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BE5BC59-9EE5-454B-8731-458C5A4ADF9E}"/>
              </a:ext>
            </a:extLst>
          </p:cNvPr>
          <p:cNvSpPr>
            <a:spLocks noGrp="1"/>
          </p:cNvSpPr>
          <p:nvPr>
            <p:ph type="title"/>
          </p:nvPr>
        </p:nvSpPr>
        <p:spPr>
          <a:xfrm>
            <a:off x="221673" y="448251"/>
            <a:ext cx="11739418" cy="555049"/>
          </a:xfrm>
        </p:spPr>
        <p:txBody>
          <a:bodyPr/>
          <a:lstStyle>
            <a:lvl1pPr>
              <a:defRPr b="1"/>
            </a:lvl1pPr>
          </a:lstStyle>
          <a:p>
            <a:r>
              <a:rPr lang="it-IT" dirty="0"/>
              <a:t>Fare clic per modificare lo stile del titolo dello schema</a:t>
            </a:r>
            <a:endParaRPr lang="en-US" dirty="0"/>
          </a:p>
        </p:txBody>
      </p:sp>
      <p:sp>
        <p:nvSpPr>
          <p:cNvPr id="3" name="Segnaposto contenuto 2">
            <a:extLst>
              <a:ext uri="{FF2B5EF4-FFF2-40B4-BE49-F238E27FC236}">
                <a16:creationId xmlns:a16="http://schemas.microsoft.com/office/drawing/2014/main" id="{C8D96458-0AB6-462F-A722-F5069EFC3FCA}"/>
              </a:ext>
            </a:extLst>
          </p:cNvPr>
          <p:cNvSpPr>
            <a:spLocks noGrp="1"/>
          </p:cNvSpPr>
          <p:nvPr>
            <p:ph idx="1"/>
          </p:nvPr>
        </p:nvSpPr>
        <p:spPr>
          <a:xfrm>
            <a:off x="221673" y="1168400"/>
            <a:ext cx="11739418" cy="5091689"/>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endParaRPr lang="en-US" dirty="0"/>
          </a:p>
        </p:txBody>
      </p:sp>
      <p:sp>
        <p:nvSpPr>
          <p:cNvPr id="4" name="Segnaposto data 3">
            <a:extLst>
              <a:ext uri="{FF2B5EF4-FFF2-40B4-BE49-F238E27FC236}">
                <a16:creationId xmlns:a16="http://schemas.microsoft.com/office/drawing/2014/main" id="{A3A45215-BB93-46B7-8BB4-457A5F86D3C8}"/>
              </a:ext>
            </a:extLst>
          </p:cNvPr>
          <p:cNvSpPr>
            <a:spLocks noGrp="1"/>
          </p:cNvSpPr>
          <p:nvPr>
            <p:ph type="dt" sz="half" idx="10"/>
          </p:nvPr>
        </p:nvSpPr>
        <p:spPr>
          <a:xfrm>
            <a:off x="10409671" y="6577782"/>
            <a:ext cx="889000" cy="365125"/>
          </a:xfrm>
          <a:prstGeom prst="rect">
            <a:avLst/>
          </a:prstGeom>
        </p:spPr>
        <p:txBody>
          <a:bodyPr/>
          <a:lstStyle/>
          <a:p>
            <a:endParaRPr lang="en-US"/>
          </a:p>
        </p:txBody>
      </p:sp>
      <p:sp>
        <p:nvSpPr>
          <p:cNvPr id="6" name="Segnaposto numero diapositiva 5">
            <a:extLst>
              <a:ext uri="{FF2B5EF4-FFF2-40B4-BE49-F238E27FC236}">
                <a16:creationId xmlns:a16="http://schemas.microsoft.com/office/drawing/2014/main" id="{62391A43-FB97-4209-8476-EE529CE0D453}"/>
              </a:ext>
            </a:extLst>
          </p:cNvPr>
          <p:cNvSpPr>
            <a:spLocks noGrp="1"/>
          </p:cNvSpPr>
          <p:nvPr>
            <p:ph type="sldNum" sz="quarter" idx="12"/>
          </p:nvPr>
        </p:nvSpPr>
        <p:spPr/>
        <p:txBody>
          <a:bodyPr/>
          <a:lstStyle>
            <a:lvl1pPr>
              <a:defRPr>
                <a:solidFill>
                  <a:schemeClr val="bg1"/>
                </a:solidFill>
              </a:defRPr>
            </a:lvl1pPr>
          </a:lstStyle>
          <a:p>
            <a:fld id="{403F7DB2-0A9C-4E37-9984-C435ED141F40}" type="slidenum">
              <a:rPr lang="en-US" smtClean="0"/>
              <a:pPr/>
              <a:t>‹N›</a:t>
            </a:fld>
            <a:endParaRPr lang="en-US" dirty="0"/>
          </a:p>
        </p:txBody>
      </p:sp>
      <p:sp>
        <p:nvSpPr>
          <p:cNvPr id="7" name="Segnaposto piè di pagina 4">
            <a:extLst>
              <a:ext uri="{FF2B5EF4-FFF2-40B4-BE49-F238E27FC236}">
                <a16:creationId xmlns:a16="http://schemas.microsoft.com/office/drawing/2014/main" id="{0DF4C78C-F4FD-4C3E-A779-2BA49F3A29B3}"/>
              </a:ext>
            </a:extLst>
          </p:cNvPr>
          <p:cNvSpPr>
            <a:spLocks noGrp="1"/>
          </p:cNvSpPr>
          <p:nvPr>
            <p:ph type="ftr" sz="quarter" idx="3"/>
          </p:nvPr>
        </p:nvSpPr>
        <p:spPr>
          <a:xfrm>
            <a:off x="221673" y="6603901"/>
            <a:ext cx="10100253" cy="365125"/>
          </a:xfrm>
          <a:prstGeom prst="rect">
            <a:avLst/>
          </a:prstGeom>
        </p:spPr>
        <p:txBody>
          <a:bodyPr/>
          <a:lstStyle>
            <a:lvl1pPr>
              <a:defRPr sz="1200">
                <a:solidFill>
                  <a:schemeClr val="bg1"/>
                </a:solidFill>
              </a:defRPr>
            </a:lvl1pPr>
          </a:lstStyle>
          <a:p>
            <a:r>
              <a:rPr lang="it-IT"/>
              <a:t>10. Introduction to VHDL - Fondamenti di Elettronica - Sergio Spanò</a:t>
            </a:r>
            <a:endParaRPr lang="en-US" dirty="0"/>
          </a:p>
        </p:txBody>
      </p:sp>
    </p:spTree>
    <p:extLst>
      <p:ext uri="{BB962C8B-B14F-4D97-AF65-F5344CB8AC3E}">
        <p14:creationId xmlns:p14="http://schemas.microsoft.com/office/powerpoint/2010/main" val="1468147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7" name="Rettangolo 6">
            <a:extLst>
              <a:ext uri="{FF2B5EF4-FFF2-40B4-BE49-F238E27FC236}">
                <a16:creationId xmlns:a16="http://schemas.microsoft.com/office/drawing/2014/main" id="{AF223CD9-C9ED-4CF0-B204-CAF3B15E86E9}"/>
              </a:ext>
            </a:extLst>
          </p:cNvPr>
          <p:cNvSpPr/>
          <p:nvPr userDrawn="1"/>
        </p:nvSpPr>
        <p:spPr>
          <a:xfrm>
            <a:off x="-7908" y="2792374"/>
            <a:ext cx="12199908" cy="1607098"/>
          </a:xfrm>
          <a:prstGeom prst="rect">
            <a:avLst/>
          </a:prstGeom>
          <a:solidFill>
            <a:srgbClr val="CCE4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33662377-5E7C-4746-BEEA-44101FE2F729}"/>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endParaRPr lang="en-US"/>
          </a:p>
        </p:txBody>
      </p:sp>
      <p:sp>
        <p:nvSpPr>
          <p:cNvPr id="3" name="Segnaposto testo 2">
            <a:extLst>
              <a:ext uri="{FF2B5EF4-FFF2-40B4-BE49-F238E27FC236}">
                <a16:creationId xmlns:a16="http://schemas.microsoft.com/office/drawing/2014/main" id="{B8CF7AA6-516D-4890-96C1-25EA2626A3E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3FAA3AA1-91D5-4AE9-9869-5F1247B86A9C}"/>
              </a:ext>
            </a:extLst>
          </p:cNvPr>
          <p:cNvSpPr>
            <a:spLocks noGrp="1"/>
          </p:cNvSpPr>
          <p:nvPr>
            <p:ph type="dt" sz="half" idx="10"/>
          </p:nvPr>
        </p:nvSpPr>
        <p:spPr>
          <a:xfrm>
            <a:off x="10409671" y="6577782"/>
            <a:ext cx="889000" cy="365125"/>
          </a:xfrm>
          <a:prstGeom prst="rect">
            <a:avLst/>
          </a:prstGeom>
        </p:spPr>
        <p:txBody>
          <a:bodyPr/>
          <a:lstStyle/>
          <a:p>
            <a:endParaRPr lang="en-US"/>
          </a:p>
        </p:txBody>
      </p:sp>
      <p:sp>
        <p:nvSpPr>
          <p:cNvPr id="6" name="Segnaposto numero diapositiva 5">
            <a:extLst>
              <a:ext uri="{FF2B5EF4-FFF2-40B4-BE49-F238E27FC236}">
                <a16:creationId xmlns:a16="http://schemas.microsoft.com/office/drawing/2014/main" id="{B42F534A-F93B-4A7E-B68B-DFEE280C5101}"/>
              </a:ext>
            </a:extLst>
          </p:cNvPr>
          <p:cNvSpPr>
            <a:spLocks noGrp="1"/>
          </p:cNvSpPr>
          <p:nvPr>
            <p:ph type="sldNum" sz="quarter" idx="12"/>
          </p:nvPr>
        </p:nvSpPr>
        <p:spPr/>
        <p:txBody>
          <a:bodyPr/>
          <a:lstStyle/>
          <a:p>
            <a:fld id="{403F7DB2-0A9C-4E37-9984-C435ED141F40}" type="slidenum">
              <a:rPr lang="en-US" smtClean="0"/>
              <a:t>‹N›</a:t>
            </a:fld>
            <a:endParaRPr lang="en-US"/>
          </a:p>
        </p:txBody>
      </p:sp>
      <p:sp>
        <p:nvSpPr>
          <p:cNvPr id="8" name="Segnaposto piè di pagina 4">
            <a:extLst>
              <a:ext uri="{FF2B5EF4-FFF2-40B4-BE49-F238E27FC236}">
                <a16:creationId xmlns:a16="http://schemas.microsoft.com/office/drawing/2014/main" id="{CDA45A44-5E78-4B1D-976A-BDE9808B10F6}"/>
              </a:ext>
            </a:extLst>
          </p:cNvPr>
          <p:cNvSpPr>
            <a:spLocks noGrp="1"/>
          </p:cNvSpPr>
          <p:nvPr>
            <p:ph type="ftr" sz="quarter" idx="3"/>
          </p:nvPr>
        </p:nvSpPr>
        <p:spPr>
          <a:xfrm>
            <a:off x="221673" y="6603901"/>
            <a:ext cx="10100253" cy="365125"/>
          </a:xfrm>
          <a:prstGeom prst="rect">
            <a:avLst/>
          </a:prstGeom>
        </p:spPr>
        <p:txBody>
          <a:bodyPr/>
          <a:lstStyle>
            <a:lvl1pPr>
              <a:defRPr sz="1200">
                <a:solidFill>
                  <a:schemeClr val="bg1"/>
                </a:solidFill>
              </a:defRPr>
            </a:lvl1pPr>
          </a:lstStyle>
          <a:p>
            <a:r>
              <a:rPr lang="it-IT"/>
              <a:t>10. Introduction to VHDL - Fondamenti di Elettronica - Sergio Spanò</a:t>
            </a:r>
            <a:endParaRPr lang="en-US" dirty="0"/>
          </a:p>
        </p:txBody>
      </p:sp>
    </p:spTree>
    <p:extLst>
      <p:ext uri="{BB962C8B-B14F-4D97-AF65-F5344CB8AC3E}">
        <p14:creationId xmlns:p14="http://schemas.microsoft.com/office/powerpoint/2010/main" val="484314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ue contenuti">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489F5267-AD86-4D32-944C-03F3ED38DE9D}"/>
              </a:ext>
            </a:extLst>
          </p:cNvPr>
          <p:cNvSpPr>
            <a:spLocks noGrp="1"/>
          </p:cNvSpPr>
          <p:nvPr>
            <p:ph sz="half" idx="1"/>
          </p:nvPr>
        </p:nvSpPr>
        <p:spPr>
          <a:xfrm>
            <a:off x="221673" y="1346200"/>
            <a:ext cx="5798127" cy="4830763"/>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contenuto 3">
            <a:extLst>
              <a:ext uri="{FF2B5EF4-FFF2-40B4-BE49-F238E27FC236}">
                <a16:creationId xmlns:a16="http://schemas.microsoft.com/office/drawing/2014/main" id="{2288A62B-98DA-4E63-A89D-B7A2FD1344C6}"/>
              </a:ext>
            </a:extLst>
          </p:cNvPr>
          <p:cNvSpPr>
            <a:spLocks noGrp="1"/>
          </p:cNvSpPr>
          <p:nvPr>
            <p:ph sz="half" idx="2"/>
          </p:nvPr>
        </p:nvSpPr>
        <p:spPr>
          <a:xfrm>
            <a:off x="6172200" y="1346200"/>
            <a:ext cx="5798126" cy="4830763"/>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endParaRPr lang="en-US" dirty="0"/>
          </a:p>
        </p:txBody>
      </p:sp>
      <p:sp>
        <p:nvSpPr>
          <p:cNvPr id="5" name="Segnaposto data 4">
            <a:extLst>
              <a:ext uri="{FF2B5EF4-FFF2-40B4-BE49-F238E27FC236}">
                <a16:creationId xmlns:a16="http://schemas.microsoft.com/office/drawing/2014/main" id="{87AAEF42-9C74-43C0-96DA-5A219B3BA39D}"/>
              </a:ext>
            </a:extLst>
          </p:cNvPr>
          <p:cNvSpPr>
            <a:spLocks noGrp="1"/>
          </p:cNvSpPr>
          <p:nvPr>
            <p:ph type="dt" sz="half" idx="10"/>
          </p:nvPr>
        </p:nvSpPr>
        <p:spPr>
          <a:xfrm>
            <a:off x="10409671" y="6577782"/>
            <a:ext cx="889000" cy="365125"/>
          </a:xfrm>
          <a:prstGeom prst="rect">
            <a:avLst/>
          </a:prstGeom>
        </p:spPr>
        <p:txBody>
          <a:bodyPr/>
          <a:lstStyle/>
          <a:p>
            <a:endParaRPr lang="en-US"/>
          </a:p>
        </p:txBody>
      </p:sp>
      <p:sp>
        <p:nvSpPr>
          <p:cNvPr id="7" name="Segnaposto numero diapositiva 6">
            <a:extLst>
              <a:ext uri="{FF2B5EF4-FFF2-40B4-BE49-F238E27FC236}">
                <a16:creationId xmlns:a16="http://schemas.microsoft.com/office/drawing/2014/main" id="{66A02F48-943E-448A-BB9A-F7E7BE8ECCD5}"/>
              </a:ext>
            </a:extLst>
          </p:cNvPr>
          <p:cNvSpPr>
            <a:spLocks noGrp="1"/>
          </p:cNvSpPr>
          <p:nvPr>
            <p:ph type="sldNum" sz="quarter" idx="12"/>
          </p:nvPr>
        </p:nvSpPr>
        <p:spPr/>
        <p:txBody>
          <a:bodyPr/>
          <a:lstStyle/>
          <a:p>
            <a:fld id="{403F7DB2-0A9C-4E37-9984-C435ED141F40}" type="slidenum">
              <a:rPr lang="en-US" smtClean="0"/>
              <a:t>‹N›</a:t>
            </a:fld>
            <a:endParaRPr lang="en-US"/>
          </a:p>
        </p:txBody>
      </p:sp>
      <p:sp>
        <p:nvSpPr>
          <p:cNvPr id="8" name="Segnaposto titolo 1">
            <a:extLst>
              <a:ext uri="{FF2B5EF4-FFF2-40B4-BE49-F238E27FC236}">
                <a16:creationId xmlns:a16="http://schemas.microsoft.com/office/drawing/2014/main" id="{67776211-7E7A-4D51-BC4B-F861FB8091AB}"/>
              </a:ext>
            </a:extLst>
          </p:cNvPr>
          <p:cNvSpPr>
            <a:spLocks noGrp="1"/>
          </p:cNvSpPr>
          <p:nvPr>
            <p:ph type="title"/>
          </p:nvPr>
        </p:nvSpPr>
        <p:spPr>
          <a:xfrm>
            <a:off x="221673" y="448251"/>
            <a:ext cx="11739418" cy="732849"/>
          </a:xfrm>
          <a:prstGeom prst="rect">
            <a:avLst/>
          </a:prstGeom>
        </p:spPr>
        <p:txBody>
          <a:bodyPr vert="horz" lIns="91440" tIns="45720" rIns="91440" bIns="45720" rtlCol="0" anchor="ctr">
            <a:normAutofit/>
          </a:bodyPr>
          <a:lstStyle/>
          <a:p>
            <a:r>
              <a:rPr lang="it-IT" dirty="0"/>
              <a:t>Fare clic per modificare lo stile del titolo dello schema</a:t>
            </a:r>
            <a:endParaRPr lang="en-US" dirty="0"/>
          </a:p>
        </p:txBody>
      </p:sp>
      <p:sp>
        <p:nvSpPr>
          <p:cNvPr id="9" name="Segnaposto piè di pagina 4">
            <a:extLst>
              <a:ext uri="{FF2B5EF4-FFF2-40B4-BE49-F238E27FC236}">
                <a16:creationId xmlns:a16="http://schemas.microsoft.com/office/drawing/2014/main" id="{E6D1EDBF-DDAA-46E0-99D7-BB0378CA6CA0}"/>
              </a:ext>
            </a:extLst>
          </p:cNvPr>
          <p:cNvSpPr>
            <a:spLocks noGrp="1"/>
          </p:cNvSpPr>
          <p:nvPr>
            <p:ph type="ftr" sz="quarter" idx="3"/>
          </p:nvPr>
        </p:nvSpPr>
        <p:spPr>
          <a:xfrm>
            <a:off x="221673" y="6603901"/>
            <a:ext cx="10100253" cy="365125"/>
          </a:xfrm>
          <a:prstGeom prst="rect">
            <a:avLst/>
          </a:prstGeom>
        </p:spPr>
        <p:txBody>
          <a:bodyPr/>
          <a:lstStyle>
            <a:lvl1pPr>
              <a:defRPr sz="1200">
                <a:solidFill>
                  <a:schemeClr val="bg1"/>
                </a:solidFill>
              </a:defRPr>
            </a:lvl1pPr>
          </a:lstStyle>
          <a:p>
            <a:r>
              <a:rPr lang="it-IT"/>
              <a:t>10. Introduction to VHDL - Fondamenti di Elettronica - Sergio Spanò</a:t>
            </a:r>
            <a:endParaRPr lang="en-US" dirty="0"/>
          </a:p>
        </p:txBody>
      </p:sp>
    </p:spTree>
    <p:extLst>
      <p:ext uri="{BB962C8B-B14F-4D97-AF65-F5344CB8AC3E}">
        <p14:creationId xmlns:p14="http://schemas.microsoft.com/office/powerpoint/2010/main" val="1127178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fronto">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303B0D27-A200-4420-A47D-C5E6827F90FB}"/>
              </a:ext>
            </a:extLst>
          </p:cNvPr>
          <p:cNvSpPr>
            <a:spLocks noGrp="1"/>
          </p:cNvSpPr>
          <p:nvPr>
            <p:ph type="body" idx="1"/>
          </p:nvPr>
        </p:nvSpPr>
        <p:spPr>
          <a:xfrm>
            <a:off x="208684" y="1335951"/>
            <a:ext cx="57888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Fare clic per modificare gli stili del testo dello schema</a:t>
            </a:r>
          </a:p>
        </p:txBody>
      </p:sp>
      <p:sp>
        <p:nvSpPr>
          <p:cNvPr id="4" name="Segnaposto contenuto 3">
            <a:extLst>
              <a:ext uri="{FF2B5EF4-FFF2-40B4-BE49-F238E27FC236}">
                <a16:creationId xmlns:a16="http://schemas.microsoft.com/office/drawing/2014/main" id="{76D52593-7A57-42B3-A2DE-96B6662C08B5}"/>
              </a:ext>
            </a:extLst>
          </p:cNvPr>
          <p:cNvSpPr>
            <a:spLocks noGrp="1"/>
          </p:cNvSpPr>
          <p:nvPr>
            <p:ph sz="half" idx="2"/>
          </p:nvPr>
        </p:nvSpPr>
        <p:spPr>
          <a:xfrm>
            <a:off x="208684" y="2314714"/>
            <a:ext cx="5788891" cy="4050437"/>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endParaRPr lang="en-US" dirty="0"/>
          </a:p>
        </p:txBody>
      </p:sp>
      <p:sp>
        <p:nvSpPr>
          <p:cNvPr id="5" name="Segnaposto testo 4">
            <a:extLst>
              <a:ext uri="{FF2B5EF4-FFF2-40B4-BE49-F238E27FC236}">
                <a16:creationId xmlns:a16="http://schemas.microsoft.com/office/drawing/2014/main" id="{0D1156F2-1FD9-4D4B-8C64-92B0A8DD40B8}"/>
              </a:ext>
            </a:extLst>
          </p:cNvPr>
          <p:cNvSpPr>
            <a:spLocks noGrp="1"/>
          </p:cNvSpPr>
          <p:nvPr>
            <p:ph type="body" sz="quarter" idx="3"/>
          </p:nvPr>
        </p:nvSpPr>
        <p:spPr>
          <a:xfrm>
            <a:off x="6172199" y="1335951"/>
            <a:ext cx="57888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8190BA44-D273-408B-922F-FD483788162C}"/>
              </a:ext>
            </a:extLst>
          </p:cNvPr>
          <p:cNvSpPr>
            <a:spLocks noGrp="1"/>
          </p:cNvSpPr>
          <p:nvPr>
            <p:ph sz="quarter" idx="4"/>
          </p:nvPr>
        </p:nvSpPr>
        <p:spPr>
          <a:xfrm>
            <a:off x="6172200" y="2314714"/>
            <a:ext cx="5788890" cy="4050437"/>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7" name="Segnaposto data 6">
            <a:extLst>
              <a:ext uri="{FF2B5EF4-FFF2-40B4-BE49-F238E27FC236}">
                <a16:creationId xmlns:a16="http://schemas.microsoft.com/office/drawing/2014/main" id="{327F46DF-8370-4CFB-BB53-AB2B12669E72}"/>
              </a:ext>
            </a:extLst>
          </p:cNvPr>
          <p:cNvSpPr>
            <a:spLocks noGrp="1"/>
          </p:cNvSpPr>
          <p:nvPr>
            <p:ph type="dt" sz="half" idx="10"/>
          </p:nvPr>
        </p:nvSpPr>
        <p:spPr>
          <a:xfrm>
            <a:off x="10409671" y="6577782"/>
            <a:ext cx="889000" cy="365125"/>
          </a:xfrm>
          <a:prstGeom prst="rect">
            <a:avLst/>
          </a:prstGeom>
        </p:spPr>
        <p:txBody>
          <a:bodyPr/>
          <a:lstStyle/>
          <a:p>
            <a:endParaRPr lang="en-US"/>
          </a:p>
        </p:txBody>
      </p:sp>
      <p:sp>
        <p:nvSpPr>
          <p:cNvPr id="9" name="Segnaposto numero diapositiva 8">
            <a:extLst>
              <a:ext uri="{FF2B5EF4-FFF2-40B4-BE49-F238E27FC236}">
                <a16:creationId xmlns:a16="http://schemas.microsoft.com/office/drawing/2014/main" id="{E90BFC0D-2DB5-4D13-BF01-1490C81D43D3}"/>
              </a:ext>
            </a:extLst>
          </p:cNvPr>
          <p:cNvSpPr>
            <a:spLocks noGrp="1"/>
          </p:cNvSpPr>
          <p:nvPr>
            <p:ph type="sldNum" sz="quarter" idx="12"/>
          </p:nvPr>
        </p:nvSpPr>
        <p:spPr/>
        <p:txBody>
          <a:bodyPr/>
          <a:lstStyle/>
          <a:p>
            <a:fld id="{403F7DB2-0A9C-4E37-9984-C435ED141F40}" type="slidenum">
              <a:rPr lang="en-US" smtClean="0"/>
              <a:t>‹N›</a:t>
            </a:fld>
            <a:endParaRPr lang="en-US"/>
          </a:p>
        </p:txBody>
      </p:sp>
      <p:sp>
        <p:nvSpPr>
          <p:cNvPr id="10" name="Segnaposto titolo 1">
            <a:extLst>
              <a:ext uri="{FF2B5EF4-FFF2-40B4-BE49-F238E27FC236}">
                <a16:creationId xmlns:a16="http://schemas.microsoft.com/office/drawing/2014/main" id="{A8F6C17E-282B-471C-8A6A-1732C05C21B7}"/>
              </a:ext>
            </a:extLst>
          </p:cNvPr>
          <p:cNvSpPr>
            <a:spLocks noGrp="1"/>
          </p:cNvSpPr>
          <p:nvPr>
            <p:ph type="title"/>
          </p:nvPr>
        </p:nvSpPr>
        <p:spPr>
          <a:xfrm>
            <a:off x="221673" y="448251"/>
            <a:ext cx="11739418" cy="732849"/>
          </a:xfrm>
          <a:prstGeom prst="rect">
            <a:avLst/>
          </a:prstGeom>
        </p:spPr>
        <p:txBody>
          <a:bodyPr vert="horz" lIns="91440" tIns="45720" rIns="91440" bIns="45720" rtlCol="0" anchor="ctr">
            <a:normAutofit/>
          </a:bodyPr>
          <a:lstStyle/>
          <a:p>
            <a:r>
              <a:rPr lang="it-IT" dirty="0"/>
              <a:t>Fare clic per modificare lo stile del titolo dello schema</a:t>
            </a:r>
            <a:endParaRPr lang="en-US" dirty="0"/>
          </a:p>
        </p:txBody>
      </p:sp>
      <p:sp>
        <p:nvSpPr>
          <p:cNvPr id="11" name="Segnaposto piè di pagina 4">
            <a:extLst>
              <a:ext uri="{FF2B5EF4-FFF2-40B4-BE49-F238E27FC236}">
                <a16:creationId xmlns:a16="http://schemas.microsoft.com/office/drawing/2014/main" id="{8C43172B-58E9-455E-B45D-567A40732D27}"/>
              </a:ext>
            </a:extLst>
          </p:cNvPr>
          <p:cNvSpPr>
            <a:spLocks noGrp="1"/>
          </p:cNvSpPr>
          <p:nvPr>
            <p:ph type="ftr" sz="quarter" idx="13"/>
          </p:nvPr>
        </p:nvSpPr>
        <p:spPr>
          <a:xfrm>
            <a:off x="221673" y="6603901"/>
            <a:ext cx="10100253" cy="365125"/>
          </a:xfrm>
          <a:prstGeom prst="rect">
            <a:avLst/>
          </a:prstGeom>
        </p:spPr>
        <p:txBody>
          <a:bodyPr/>
          <a:lstStyle>
            <a:lvl1pPr>
              <a:defRPr sz="1200">
                <a:solidFill>
                  <a:schemeClr val="bg1"/>
                </a:solidFill>
              </a:defRPr>
            </a:lvl1pPr>
          </a:lstStyle>
          <a:p>
            <a:r>
              <a:rPr lang="it-IT"/>
              <a:t>10. Introduction to VHDL - Fondamenti di Elettronica - Sergio Spanò</a:t>
            </a:r>
            <a:endParaRPr lang="en-US" dirty="0"/>
          </a:p>
        </p:txBody>
      </p:sp>
    </p:spTree>
    <p:extLst>
      <p:ext uri="{BB962C8B-B14F-4D97-AF65-F5344CB8AC3E}">
        <p14:creationId xmlns:p14="http://schemas.microsoft.com/office/powerpoint/2010/main" val="3277322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2CA2023-3882-4DF2-985F-1D2A518ECC35}"/>
              </a:ext>
            </a:extLst>
          </p:cNvPr>
          <p:cNvSpPr>
            <a:spLocks noGrp="1"/>
          </p:cNvSpPr>
          <p:nvPr>
            <p:ph type="title"/>
          </p:nvPr>
        </p:nvSpPr>
        <p:spPr/>
        <p:txBody>
          <a:bodyPr/>
          <a:lstStyle/>
          <a:p>
            <a:r>
              <a:rPr lang="it-IT"/>
              <a:t>Fare clic per modificare lo stile del titolo dello schema</a:t>
            </a:r>
            <a:endParaRPr lang="en-US"/>
          </a:p>
        </p:txBody>
      </p:sp>
      <p:sp>
        <p:nvSpPr>
          <p:cNvPr id="3" name="Segnaposto data 2">
            <a:extLst>
              <a:ext uri="{FF2B5EF4-FFF2-40B4-BE49-F238E27FC236}">
                <a16:creationId xmlns:a16="http://schemas.microsoft.com/office/drawing/2014/main" id="{7027A47B-7183-47B4-9331-05DBB353F1C2}"/>
              </a:ext>
            </a:extLst>
          </p:cNvPr>
          <p:cNvSpPr>
            <a:spLocks noGrp="1"/>
          </p:cNvSpPr>
          <p:nvPr>
            <p:ph type="dt" sz="half" idx="10"/>
          </p:nvPr>
        </p:nvSpPr>
        <p:spPr>
          <a:xfrm>
            <a:off x="10409671" y="6577782"/>
            <a:ext cx="889000" cy="365125"/>
          </a:xfrm>
          <a:prstGeom prst="rect">
            <a:avLst/>
          </a:prstGeom>
        </p:spPr>
        <p:txBody>
          <a:bodyPr/>
          <a:lstStyle/>
          <a:p>
            <a:endParaRPr lang="en-US"/>
          </a:p>
        </p:txBody>
      </p:sp>
      <p:sp>
        <p:nvSpPr>
          <p:cNvPr id="5" name="Segnaposto numero diapositiva 4">
            <a:extLst>
              <a:ext uri="{FF2B5EF4-FFF2-40B4-BE49-F238E27FC236}">
                <a16:creationId xmlns:a16="http://schemas.microsoft.com/office/drawing/2014/main" id="{09F1C133-A0C6-4D83-A156-C585D4E7342D}"/>
              </a:ext>
            </a:extLst>
          </p:cNvPr>
          <p:cNvSpPr>
            <a:spLocks noGrp="1"/>
          </p:cNvSpPr>
          <p:nvPr>
            <p:ph type="sldNum" sz="quarter" idx="12"/>
          </p:nvPr>
        </p:nvSpPr>
        <p:spPr/>
        <p:txBody>
          <a:bodyPr/>
          <a:lstStyle/>
          <a:p>
            <a:fld id="{403F7DB2-0A9C-4E37-9984-C435ED141F40}" type="slidenum">
              <a:rPr lang="en-US" smtClean="0"/>
              <a:t>‹N›</a:t>
            </a:fld>
            <a:endParaRPr lang="en-US"/>
          </a:p>
        </p:txBody>
      </p:sp>
      <p:sp>
        <p:nvSpPr>
          <p:cNvPr id="6" name="Segnaposto piè di pagina 4">
            <a:extLst>
              <a:ext uri="{FF2B5EF4-FFF2-40B4-BE49-F238E27FC236}">
                <a16:creationId xmlns:a16="http://schemas.microsoft.com/office/drawing/2014/main" id="{42DAB686-302C-41D1-8181-1C8263797034}"/>
              </a:ext>
            </a:extLst>
          </p:cNvPr>
          <p:cNvSpPr>
            <a:spLocks noGrp="1"/>
          </p:cNvSpPr>
          <p:nvPr>
            <p:ph type="ftr" sz="quarter" idx="3"/>
          </p:nvPr>
        </p:nvSpPr>
        <p:spPr>
          <a:xfrm>
            <a:off x="221673" y="6603901"/>
            <a:ext cx="10100253" cy="365125"/>
          </a:xfrm>
          <a:prstGeom prst="rect">
            <a:avLst/>
          </a:prstGeom>
        </p:spPr>
        <p:txBody>
          <a:bodyPr/>
          <a:lstStyle>
            <a:lvl1pPr>
              <a:defRPr sz="1200">
                <a:solidFill>
                  <a:schemeClr val="bg1"/>
                </a:solidFill>
              </a:defRPr>
            </a:lvl1pPr>
          </a:lstStyle>
          <a:p>
            <a:r>
              <a:rPr lang="it-IT"/>
              <a:t>10. Introduction to VHDL - Fondamenti di Elettronica - Sergio Spanò</a:t>
            </a:r>
            <a:endParaRPr lang="en-US" dirty="0"/>
          </a:p>
        </p:txBody>
      </p:sp>
    </p:spTree>
    <p:extLst>
      <p:ext uri="{BB962C8B-B14F-4D97-AF65-F5344CB8AC3E}">
        <p14:creationId xmlns:p14="http://schemas.microsoft.com/office/powerpoint/2010/main" val="2438592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45B4895C-2CC3-498B-ADFC-C6C02FEBDA8A}"/>
              </a:ext>
            </a:extLst>
          </p:cNvPr>
          <p:cNvSpPr>
            <a:spLocks noGrp="1"/>
          </p:cNvSpPr>
          <p:nvPr>
            <p:ph type="dt" sz="half" idx="10"/>
          </p:nvPr>
        </p:nvSpPr>
        <p:spPr>
          <a:xfrm>
            <a:off x="10409671" y="6577782"/>
            <a:ext cx="889000" cy="365125"/>
          </a:xfrm>
          <a:prstGeom prst="rect">
            <a:avLst/>
          </a:prstGeom>
        </p:spPr>
        <p:txBody>
          <a:bodyPr/>
          <a:lstStyle/>
          <a:p>
            <a:endParaRPr lang="en-US"/>
          </a:p>
        </p:txBody>
      </p:sp>
      <p:sp>
        <p:nvSpPr>
          <p:cNvPr id="4" name="Segnaposto numero diapositiva 3">
            <a:extLst>
              <a:ext uri="{FF2B5EF4-FFF2-40B4-BE49-F238E27FC236}">
                <a16:creationId xmlns:a16="http://schemas.microsoft.com/office/drawing/2014/main" id="{419DC64B-E106-4E10-A9F0-C60E73E74534}"/>
              </a:ext>
            </a:extLst>
          </p:cNvPr>
          <p:cNvSpPr>
            <a:spLocks noGrp="1"/>
          </p:cNvSpPr>
          <p:nvPr>
            <p:ph type="sldNum" sz="quarter" idx="12"/>
          </p:nvPr>
        </p:nvSpPr>
        <p:spPr/>
        <p:txBody>
          <a:bodyPr/>
          <a:lstStyle/>
          <a:p>
            <a:fld id="{403F7DB2-0A9C-4E37-9984-C435ED141F40}" type="slidenum">
              <a:rPr lang="en-US" smtClean="0"/>
              <a:t>‹N›</a:t>
            </a:fld>
            <a:endParaRPr lang="en-US"/>
          </a:p>
        </p:txBody>
      </p:sp>
      <p:sp>
        <p:nvSpPr>
          <p:cNvPr id="5" name="Segnaposto piè di pagina 4">
            <a:extLst>
              <a:ext uri="{FF2B5EF4-FFF2-40B4-BE49-F238E27FC236}">
                <a16:creationId xmlns:a16="http://schemas.microsoft.com/office/drawing/2014/main" id="{5568E39A-0457-4B64-9034-CD851FEBA4AC}"/>
              </a:ext>
            </a:extLst>
          </p:cNvPr>
          <p:cNvSpPr>
            <a:spLocks noGrp="1"/>
          </p:cNvSpPr>
          <p:nvPr>
            <p:ph type="ftr" sz="quarter" idx="3"/>
          </p:nvPr>
        </p:nvSpPr>
        <p:spPr>
          <a:xfrm>
            <a:off x="221673" y="6603901"/>
            <a:ext cx="10100253" cy="365125"/>
          </a:xfrm>
          <a:prstGeom prst="rect">
            <a:avLst/>
          </a:prstGeom>
        </p:spPr>
        <p:txBody>
          <a:bodyPr/>
          <a:lstStyle>
            <a:lvl1pPr>
              <a:defRPr sz="1200">
                <a:solidFill>
                  <a:schemeClr val="bg1"/>
                </a:solidFill>
              </a:defRPr>
            </a:lvl1pPr>
          </a:lstStyle>
          <a:p>
            <a:r>
              <a:rPr lang="it-IT"/>
              <a:t>10. Introduction to VHDL - Fondamenti di Elettronica - Sergio Spanò</a:t>
            </a:r>
            <a:endParaRPr lang="en-US" dirty="0"/>
          </a:p>
        </p:txBody>
      </p:sp>
    </p:spTree>
    <p:extLst>
      <p:ext uri="{BB962C8B-B14F-4D97-AF65-F5344CB8AC3E}">
        <p14:creationId xmlns:p14="http://schemas.microsoft.com/office/powerpoint/2010/main" val="23383960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5DA3055-73C1-4452-AD08-3F132219BC62}"/>
              </a:ext>
            </a:extLst>
          </p:cNvPr>
          <p:cNvSpPr>
            <a:spLocks noGrp="1"/>
          </p:cNvSpPr>
          <p:nvPr>
            <p:ph type="title"/>
          </p:nvPr>
        </p:nvSpPr>
        <p:spPr>
          <a:xfrm>
            <a:off x="277092" y="457200"/>
            <a:ext cx="4494934" cy="1600200"/>
          </a:xfrm>
        </p:spPr>
        <p:txBody>
          <a:bodyPr anchor="b"/>
          <a:lstStyle>
            <a:lvl1pPr>
              <a:defRPr sz="3200"/>
            </a:lvl1pPr>
          </a:lstStyle>
          <a:p>
            <a:r>
              <a:rPr lang="it-IT"/>
              <a:t>Fare clic per modificare lo stile del titolo dello schema</a:t>
            </a:r>
            <a:endParaRPr lang="en-US"/>
          </a:p>
        </p:txBody>
      </p:sp>
      <p:sp>
        <p:nvSpPr>
          <p:cNvPr id="3" name="Segnaposto contenuto 2">
            <a:extLst>
              <a:ext uri="{FF2B5EF4-FFF2-40B4-BE49-F238E27FC236}">
                <a16:creationId xmlns:a16="http://schemas.microsoft.com/office/drawing/2014/main" id="{CDE47ECA-CF77-41FB-A124-4B8E5178D906}"/>
              </a:ext>
            </a:extLst>
          </p:cNvPr>
          <p:cNvSpPr>
            <a:spLocks noGrp="1"/>
          </p:cNvSpPr>
          <p:nvPr>
            <p:ph idx="1"/>
          </p:nvPr>
        </p:nvSpPr>
        <p:spPr>
          <a:xfrm>
            <a:off x="5183188" y="987425"/>
            <a:ext cx="673172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testo 3">
            <a:extLst>
              <a:ext uri="{FF2B5EF4-FFF2-40B4-BE49-F238E27FC236}">
                <a16:creationId xmlns:a16="http://schemas.microsoft.com/office/drawing/2014/main" id="{FA2AA623-AEAD-49A2-8860-3288F950BB8D}"/>
              </a:ext>
            </a:extLst>
          </p:cNvPr>
          <p:cNvSpPr>
            <a:spLocks noGrp="1"/>
          </p:cNvSpPr>
          <p:nvPr>
            <p:ph type="body" sz="half" idx="2"/>
          </p:nvPr>
        </p:nvSpPr>
        <p:spPr>
          <a:xfrm>
            <a:off x="277092" y="2057400"/>
            <a:ext cx="449493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1B69F0BB-427D-4BA0-8FB1-5876C8944CE3}"/>
              </a:ext>
            </a:extLst>
          </p:cNvPr>
          <p:cNvSpPr>
            <a:spLocks noGrp="1"/>
          </p:cNvSpPr>
          <p:nvPr>
            <p:ph type="dt" sz="half" idx="10"/>
          </p:nvPr>
        </p:nvSpPr>
        <p:spPr>
          <a:xfrm>
            <a:off x="10409671" y="6577782"/>
            <a:ext cx="889000" cy="365125"/>
          </a:xfrm>
          <a:prstGeom prst="rect">
            <a:avLst/>
          </a:prstGeom>
        </p:spPr>
        <p:txBody>
          <a:bodyPr/>
          <a:lstStyle/>
          <a:p>
            <a:endParaRPr lang="en-US"/>
          </a:p>
        </p:txBody>
      </p:sp>
      <p:sp>
        <p:nvSpPr>
          <p:cNvPr id="7" name="Segnaposto numero diapositiva 6">
            <a:extLst>
              <a:ext uri="{FF2B5EF4-FFF2-40B4-BE49-F238E27FC236}">
                <a16:creationId xmlns:a16="http://schemas.microsoft.com/office/drawing/2014/main" id="{764859EB-440C-4660-B1FD-23E292A71089}"/>
              </a:ext>
            </a:extLst>
          </p:cNvPr>
          <p:cNvSpPr>
            <a:spLocks noGrp="1"/>
          </p:cNvSpPr>
          <p:nvPr>
            <p:ph type="sldNum" sz="quarter" idx="12"/>
          </p:nvPr>
        </p:nvSpPr>
        <p:spPr/>
        <p:txBody>
          <a:bodyPr/>
          <a:lstStyle/>
          <a:p>
            <a:fld id="{403F7DB2-0A9C-4E37-9984-C435ED141F40}" type="slidenum">
              <a:rPr lang="en-US" smtClean="0"/>
              <a:t>‹N›</a:t>
            </a:fld>
            <a:endParaRPr lang="en-US"/>
          </a:p>
        </p:txBody>
      </p:sp>
      <p:sp>
        <p:nvSpPr>
          <p:cNvPr id="8" name="Segnaposto piè di pagina 4">
            <a:extLst>
              <a:ext uri="{FF2B5EF4-FFF2-40B4-BE49-F238E27FC236}">
                <a16:creationId xmlns:a16="http://schemas.microsoft.com/office/drawing/2014/main" id="{60F94B02-EB89-4095-B72F-A6BA47EE4FB2}"/>
              </a:ext>
            </a:extLst>
          </p:cNvPr>
          <p:cNvSpPr>
            <a:spLocks noGrp="1"/>
          </p:cNvSpPr>
          <p:nvPr>
            <p:ph type="ftr" sz="quarter" idx="3"/>
          </p:nvPr>
        </p:nvSpPr>
        <p:spPr>
          <a:xfrm>
            <a:off x="221673" y="6603901"/>
            <a:ext cx="10100253" cy="365125"/>
          </a:xfrm>
          <a:prstGeom prst="rect">
            <a:avLst/>
          </a:prstGeom>
        </p:spPr>
        <p:txBody>
          <a:bodyPr/>
          <a:lstStyle>
            <a:lvl1pPr>
              <a:defRPr sz="1200">
                <a:solidFill>
                  <a:schemeClr val="bg1"/>
                </a:solidFill>
              </a:defRPr>
            </a:lvl1pPr>
          </a:lstStyle>
          <a:p>
            <a:r>
              <a:rPr lang="it-IT"/>
              <a:t>10. Introduction to VHDL - Fondamenti di Elettronica - Sergio Spanò</a:t>
            </a:r>
            <a:endParaRPr lang="en-US" dirty="0"/>
          </a:p>
        </p:txBody>
      </p:sp>
    </p:spTree>
    <p:extLst>
      <p:ext uri="{BB962C8B-B14F-4D97-AF65-F5344CB8AC3E}">
        <p14:creationId xmlns:p14="http://schemas.microsoft.com/office/powerpoint/2010/main" val="286306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50DE0DC-F059-4028-8042-9C0A19FE975C}"/>
              </a:ext>
            </a:extLst>
          </p:cNvPr>
          <p:cNvSpPr>
            <a:spLocks noGrp="1"/>
          </p:cNvSpPr>
          <p:nvPr>
            <p:ph type="title"/>
          </p:nvPr>
        </p:nvSpPr>
        <p:spPr>
          <a:xfrm>
            <a:off x="277092" y="457200"/>
            <a:ext cx="4494934" cy="1600200"/>
          </a:xfrm>
        </p:spPr>
        <p:txBody>
          <a:bodyPr anchor="b"/>
          <a:lstStyle>
            <a:lvl1pPr>
              <a:defRPr sz="3200"/>
            </a:lvl1pPr>
          </a:lstStyle>
          <a:p>
            <a:r>
              <a:rPr lang="it-IT"/>
              <a:t>Fare clic per modificare lo stile del titolo dello schema</a:t>
            </a:r>
            <a:endParaRPr lang="en-US"/>
          </a:p>
        </p:txBody>
      </p:sp>
      <p:sp>
        <p:nvSpPr>
          <p:cNvPr id="3" name="Segnaposto immagine 2">
            <a:extLst>
              <a:ext uri="{FF2B5EF4-FFF2-40B4-BE49-F238E27FC236}">
                <a16:creationId xmlns:a16="http://schemas.microsoft.com/office/drawing/2014/main" id="{7FEA735F-D21D-4609-B4A3-0339F6156B4F}"/>
              </a:ext>
            </a:extLst>
          </p:cNvPr>
          <p:cNvSpPr>
            <a:spLocks noGrp="1"/>
          </p:cNvSpPr>
          <p:nvPr>
            <p:ph type="pic" idx="1"/>
          </p:nvPr>
        </p:nvSpPr>
        <p:spPr>
          <a:xfrm>
            <a:off x="5183188" y="987425"/>
            <a:ext cx="673172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Segnaposto testo 3">
            <a:extLst>
              <a:ext uri="{FF2B5EF4-FFF2-40B4-BE49-F238E27FC236}">
                <a16:creationId xmlns:a16="http://schemas.microsoft.com/office/drawing/2014/main" id="{D992C9CE-CDA0-4229-B2B6-52C5DA42B359}"/>
              </a:ext>
            </a:extLst>
          </p:cNvPr>
          <p:cNvSpPr>
            <a:spLocks noGrp="1"/>
          </p:cNvSpPr>
          <p:nvPr>
            <p:ph type="body" sz="half" idx="2"/>
          </p:nvPr>
        </p:nvSpPr>
        <p:spPr>
          <a:xfrm>
            <a:off x="277092" y="2057400"/>
            <a:ext cx="449493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385672FB-097E-49C1-A03B-6CF58EAA9B10}"/>
              </a:ext>
            </a:extLst>
          </p:cNvPr>
          <p:cNvSpPr>
            <a:spLocks noGrp="1"/>
          </p:cNvSpPr>
          <p:nvPr>
            <p:ph type="dt" sz="half" idx="10"/>
          </p:nvPr>
        </p:nvSpPr>
        <p:spPr>
          <a:xfrm>
            <a:off x="10409671" y="6577782"/>
            <a:ext cx="889000" cy="365125"/>
          </a:xfrm>
          <a:prstGeom prst="rect">
            <a:avLst/>
          </a:prstGeom>
        </p:spPr>
        <p:txBody>
          <a:bodyPr/>
          <a:lstStyle/>
          <a:p>
            <a:endParaRPr lang="en-US"/>
          </a:p>
        </p:txBody>
      </p:sp>
      <p:sp>
        <p:nvSpPr>
          <p:cNvPr id="7" name="Segnaposto numero diapositiva 6">
            <a:extLst>
              <a:ext uri="{FF2B5EF4-FFF2-40B4-BE49-F238E27FC236}">
                <a16:creationId xmlns:a16="http://schemas.microsoft.com/office/drawing/2014/main" id="{A3D3F4B7-AC83-4BA2-972A-41FECC06ADF3}"/>
              </a:ext>
            </a:extLst>
          </p:cNvPr>
          <p:cNvSpPr>
            <a:spLocks noGrp="1"/>
          </p:cNvSpPr>
          <p:nvPr>
            <p:ph type="sldNum" sz="quarter" idx="12"/>
          </p:nvPr>
        </p:nvSpPr>
        <p:spPr/>
        <p:txBody>
          <a:bodyPr/>
          <a:lstStyle/>
          <a:p>
            <a:fld id="{403F7DB2-0A9C-4E37-9984-C435ED141F40}" type="slidenum">
              <a:rPr lang="en-US" smtClean="0"/>
              <a:t>‹N›</a:t>
            </a:fld>
            <a:endParaRPr lang="en-US"/>
          </a:p>
        </p:txBody>
      </p:sp>
      <p:sp>
        <p:nvSpPr>
          <p:cNvPr id="8" name="Segnaposto piè di pagina 4">
            <a:extLst>
              <a:ext uri="{FF2B5EF4-FFF2-40B4-BE49-F238E27FC236}">
                <a16:creationId xmlns:a16="http://schemas.microsoft.com/office/drawing/2014/main" id="{B079BED6-C761-43C8-9B1C-71F4563384B0}"/>
              </a:ext>
            </a:extLst>
          </p:cNvPr>
          <p:cNvSpPr>
            <a:spLocks noGrp="1"/>
          </p:cNvSpPr>
          <p:nvPr>
            <p:ph type="ftr" sz="quarter" idx="3"/>
          </p:nvPr>
        </p:nvSpPr>
        <p:spPr>
          <a:xfrm>
            <a:off x="221673" y="6603901"/>
            <a:ext cx="10100253" cy="365125"/>
          </a:xfrm>
          <a:prstGeom prst="rect">
            <a:avLst/>
          </a:prstGeom>
        </p:spPr>
        <p:txBody>
          <a:bodyPr/>
          <a:lstStyle>
            <a:lvl1pPr>
              <a:defRPr sz="1200">
                <a:solidFill>
                  <a:schemeClr val="bg1"/>
                </a:solidFill>
              </a:defRPr>
            </a:lvl1pPr>
          </a:lstStyle>
          <a:p>
            <a:r>
              <a:rPr lang="it-IT"/>
              <a:t>10. Introduction to VHDL - Fondamenti di Elettronica - Sergio Spanò</a:t>
            </a:r>
            <a:endParaRPr lang="en-US" dirty="0"/>
          </a:p>
        </p:txBody>
      </p:sp>
    </p:spTree>
    <p:extLst>
      <p:ext uri="{BB962C8B-B14F-4D97-AF65-F5344CB8AC3E}">
        <p14:creationId xmlns:p14="http://schemas.microsoft.com/office/powerpoint/2010/main" val="3515321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75BF72F-2F5D-4488-8B7B-368D207CB137}"/>
              </a:ext>
            </a:extLst>
          </p:cNvPr>
          <p:cNvSpPr>
            <a:spLocks noGrp="1"/>
          </p:cNvSpPr>
          <p:nvPr>
            <p:ph type="title"/>
          </p:nvPr>
        </p:nvSpPr>
        <p:spPr/>
        <p:txBody>
          <a:bodyPr/>
          <a:lstStyle/>
          <a:p>
            <a:r>
              <a:rPr lang="it-IT"/>
              <a:t>Fare clic per modificare lo stile del titolo dello schema</a:t>
            </a:r>
            <a:endParaRPr lang="en-US"/>
          </a:p>
        </p:txBody>
      </p:sp>
      <p:sp>
        <p:nvSpPr>
          <p:cNvPr id="3" name="Segnaposto testo verticale 2">
            <a:extLst>
              <a:ext uri="{FF2B5EF4-FFF2-40B4-BE49-F238E27FC236}">
                <a16:creationId xmlns:a16="http://schemas.microsoft.com/office/drawing/2014/main" id="{8505EF10-54A2-441D-8FBF-71595CBF67D7}"/>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data 3">
            <a:extLst>
              <a:ext uri="{FF2B5EF4-FFF2-40B4-BE49-F238E27FC236}">
                <a16:creationId xmlns:a16="http://schemas.microsoft.com/office/drawing/2014/main" id="{7D744A1F-7352-4066-B719-D1C013344399}"/>
              </a:ext>
            </a:extLst>
          </p:cNvPr>
          <p:cNvSpPr>
            <a:spLocks noGrp="1"/>
          </p:cNvSpPr>
          <p:nvPr>
            <p:ph type="dt" sz="half" idx="10"/>
          </p:nvPr>
        </p:nvSpPr>
        <p:spPr>
          <a:xfrm>
            <a:off x="10409671" y="6577782"/>
            <a:ext cx="889000" cy="365125"/>
          </a:xfrm>
          <a:prstGeom prst="rect">
            <a:avLst/>
          </a:prstGeom>
        </p:spPr>
        <p:txBody>
          <a:bodyPr/>
          <a:lstStyle/>
          <a:p>
            <a:endParaRPr lang="en-US"/>
          </a:p>
        </p:txBody>
      </p:sp>
      <p:sp>
        <p:nvSpPr>
          <p:cNvPr id="6" name="Segnaposto numero diapositiva 5">
            <a:extLst>
              <a:ext uri="{FF2B5EF4-FFF2-40B4-BE49-F238E27FC236}">
                <a16:creationId xmlns:a16="http://schemas.microsoft.com/office/drawing/2014/main" id="{2FCF5441-4410-4DA7-97E3-D83A711E00B6}"/>
              </a:ext>
            </a:extLst>
          </p:cNvPr>
          <p:cNvSpPr>
            <a:spLocks noGrp="1"/>
          </p:cNvSpPr>
          <p:nvPr>
            <p:ph type="sldNum" sz="quarter" idx="12"/>
          </p:nvPr>
        </p:nvSpPr>
        <p:spPr/>
        <p:txBody>
          <a:bodyPr/>
          <a:lstStyle/>
          <a:p>
            <a:fld id="{403F7DB2-0A9C-4E37-9984-C435ED141F40}" type="slidenum">
              <a:rPr lang="en-US" smtClean="0"/>
              <a:t>‹N›</a:t>
            </a:fld>
            <a:endParaRPr lang="en-US"/>
          </a:p>
        </p:txBody>
      </p:sp>
      <p:sp>
        <p:nvSpPr>
          <p:cNvPr id="7" name="Segnaposto piè di pagina 4">
            <a:extLst>
              <a:ext uri="{FF2B5EF4-FFF2-40B4-BE49-F238E27FC236}">
                <a16:creationId xmlns:a16="http://schemas.microsoft.com/office/drawing/2014/main" id="{8E52157C-35D4-4611-B922-3AB97B930300}"/>
              </a:ext>
            </a:extLst>
          </p:cNvPr>
          <p:cNvSpPr>
            <a:spLocks noGrp="1"/>
          </p:cNvSpPr>
          <p:nvPr>
            <p:ph type="ftr" sz="quarter" idx="3"/>
          </p:nvPr>
        </p:nvSpPr>
        <p:spPr>
          <a:xfrm>
            <a:off x="221673" y="6603901"/>
            <a:ext cx="10100253" cy="365125"/>
          </a:xfrm>
          <a:prstGeom prst="rect">
            <a:avLst/>
          </a:prstGeom>
        </p:spPr>
        <p:txBody>
          <a:bodyPr/>
          <a:lstStyle>
            <a:lvl1pPr>
              <a:defRPr sz="1200">
                <a:solidFill>
                  <a:schemeClr val="bg1"/>
                </a:solidFill>
              </a:defRPr>
            </a:lvl1pPr>
          </a:lstStyle>
          <a:p>
            <a:r>
              <a:rPr lang="it-IT"/>
              <a:t>10. Introduction to VHDL - Fondamenti di Elettronica - Sergio Spanò</a:t>
            </a:r>
            <a:endParaRPr lang="en-US" dirty="0"/>
          </a:p>
        </p:txBody>
      </p:sp>
    </p:spTree>
    <p:extLst>
      <p:ext uri="{BB962C8B-B14F-4D97-AF65-F5344CB8AC3E}">
        <p14:creationId xmlns:p14="http://schemas.microsoft.com/office/powerpoint/2010/main" val="1825112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8279FF84-00C3-4149-B230-C1AAEDC92824}"/>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endParaRPr lang="en-US"/>
          </a:p>
        </p:txBody>
      </p:sp>
      <p:sp>
        <p:nvSpPr>
          <p:cNvPr id="3" name="Segnaposto testo verticale 2">
            <a:extLst>
              <a:ext uri="{FF2B5EF4-FFF2-40B4-BE49-F238E27FC236}">
                <a16:creationId xmlns:a16="http://schemas.microsoft.com/office/drawing/2014/main" id="{BD605FE9-1208-4837-93E0-8267C4F9EF8C}"/>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data 3">
            <a:extLst>
              <a:ext uri="{FF2B5EF4-FFF2-40B4-BE49-F238E27FC236}">
                <a16:creationId xmlns:a16="http://schemas.microsoft.com/office/drawing/2014/main" id="{D7654DAB-6D28-405C-8E9F-649D1A1CD3A3}"/>
              </a:ext>
            </a:extLst>
          </p:cNvPr>
          <p:cNvSpPr>
            <a:spLocks noGrp="1"/>
          </p:cNvSpPr>
          <p:nvPr>
            <p:ph type="dt" sz="half" idx="10"/>
          </p:nvPr>
        </p:nvSpPr>
        <p:spPr>
          <a:xfrm>
            <a:off x="10409671" y="6577782"/>
            <a:ext cx="889000" cy="365125"/>
          </a:xfrm>
          <a:prstGeom prst="rect">
            <a:avLst/>
          </a:prstGeom>
        </p:spPr>
        <p:txBody>
          <a:bodyPr/>
          <a:lstStyle/>
          <a:p>
            <a:endParaRPr lang="en-US"/>
          </a:p>
        </p:txBody>
      </p:sp>
      <p:sp>
        <p:nvSpPr>
          <p:cNvPr id="6" name="Segnaposto numero diapositiva 5">
            <a:extLst>
              <a:ext uri="{FF2B5EF4-FFF2-40B4-BE49-F238E27FC236}">
                <a16:creationId xmlns:a16="http://schemas.microsoft.com/office/drawing/2014/main" id="{F89E4853-4A66-4FDE-9F78-D0225BA277F6}"/>
              </a:ext>
            </a:extLst>
          </p:cNvPr>
          <p:cNvSpPr>
            <a:spLocks noGrp="1"/>
          </p:cNvSpPr>
          <p:nvPr>
            <p:ph type="sldNum" sz="quarter" idx="12"/>
          </p:nvPr>
        </p:nvSpPr>
        <p:spPr/>
        <p:txBody>
          <a:bodyPr/>
          <a:lstStyle/>
          <a:p>
            <a:fld id="{403F7DB2-0A9C-4E37-9984-C435ED141F40}" type="slidenum">
              <a:rPr lang="en-US" smtClean="0"/>
              <a:t>‹N›</a:t>
            </a:fld>
            <a:endParaRPr lang="en-US"/>
          </a:p>
        </p:txBody>
      </p:sp>
      <p:sp>
        <p:nvSpPr>
          <p:cNvPr id="7" name="Segnaposto piè di pagina 4">
            <a:extLst>
              <a:ext uri="{FF2B5EF4-FFF2-40B4-BE49-F238E27FC236}">
                <a16:creationId xmlns:a16="http://schemas.microsoft.com/office/drawing/2014/main" id="{EF9504E7-327C-4B66-ABC2-B355BEC6C009}"/>
              </a:ext>
            </a:extLst>
          </p:cNvPr>
          <p:cNvSpPr>
            <a:spLocks noGrp="1"/>
          </p:cNvSpPr>
          <p:nvPr>
            <p:ph type="ftr" sz="quarter" idx="3"/>
          </p:nvPr>
        </p:nvSpPr>
        <p:spPr>
          <a:xfrm>
            <a:off x="221673" y="6603901"/>
            <a:ext cx="10100253" cy="365125"/>
          </a:xfrm>
          <a:prstGeom prst="rect">
            <a:avLst/>
          </a:prstGeom>
        </p:spPr>
        <p:txBody>
          <a:bodyPr/>
          <a:lstStyle>
            <a:lvl1pPr>
              <a:defRPr sz="1200">
                <a:solidFill>
                  <a:schemeClr val="bg1"/>
                </a:solidFill>
              </a:defRPr>
            </a:lvl1pPr>
          </a:lstStyle>
          <a:p>
            <a:r>
              <a:rPr lang="it-IT"/>
              <a:t>10. Introduction to VHDL - Fondamenti di Elettronica - Sergio Spanò</a:t>
            </a:r>
            <a:endParaRPr lang="en-US" dirty="0"/>
          </a:p>
        </p:txBody>
      </p:sp>
    </p:spTree>
    <p:extLst>
      <p:ext uri="{BB962C8B-B14F-4D97-AF65-F5344CB8AC3E}">
        <p14:creationId xmlns:p14="http://schemas.microsoft.com/office/powerpoint/2010/main" val="29430133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F6A7BD6A-2E1D-4EE9-9550-3278CC20D11B}"/>
              </a:ext>
            </a:extLst>
          </p:cNvPr>
          <p:cNvSpPr>
            <a:spLocks noGrp="1"/>
          </p:cNvSpPr>
          <p:nvPr>
            <p:ph type="title"/>
          </p:nvPr>
        </p:nvSpPr>
        <p:spPr>
          <a:xfrm>
            <a:off x="221673" y="448251"/>
            <a:ext cx="11739418" cy="732849"/>
          </a:xfrm>
          <a:prstGeom prst="rect">
            <a:avLst/>
          </a:prstGeom>
        </p:spPr>
        <p:txBody>
          <a:bodyPr vert="horz" lIns="91440" tIns="45720" rIns="91440" bIns="45720" rtlCol="0" anchor="ctr">
            <a:normAutofit/>
          </a:bodyPr>
          <a:lstStyle/>
          <a:p>
            <a:r>
              <a:rPr lang="it-IT" dirty="0"/>
              <a:t>Fare clic per modificare lo stile del titolo dello schema</a:t>
            </a:r>
            <a:endParaRPr lang="en-US" dirty="0"/>
          </a:p>
        </p:txBody>
      </p:sp>
      <p:sp>
        <p:nvSpPr>
          <p:cNvPr id="3" name="Segnaposto testo 2">
            <a:extLst>
              <a:ext uri="{FF2B5EF4-FFF2-40B4-BE49-F238E27FC236}">
                <a16:creationId xmlns:a16="http://schemas.microsoft.com/office/drawing/2014/main" id="{4A5DA657-DDD8-4A05-9088-B977D6547C9B}"/>
              </a:ext>
            </a:extLst>
          </p:cNvPr>
          <p:cNvSpPr>
            <a:spLocks noGrp="1"/>
          </p:cNvSpPr>
          <p:nvPr>
            <p:ph type="body" idx="1"/>
          </p:nvPr>
        </p:nvSpPr>
        <p:spPr>
          <a:xfrm>
            <a:off x="221673" y="1409700"/>
            <a:ext cx="11739418" cy="4850389"/>
          </a:xfrm>
          <a:prstGeom prst="rect">
            <a:avLst/>
          </a:prstGeom>
        </p:spPr>
        <p:txBody>
          <a:bodyPr vert="horz" lIns="91440" tIns="45720" rIns="91440" bIns="45720" rtlCol="0">
            <a:normAutofit/>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endParaRPr lang="en-US" dirty="0"/>
          </a:p>
        </p:txBody>
      </p:sp>
      <p:sp>
        <p:nvSpPr>
          <p:cNvPr id="8" name="Rettangolo 7">
            <a:extLst>
              <a:ext uri="{FF2B5EF4-FFF2-40B4-BE49-F238E27FC236}">
                <a16:creationId xmlns:a16="http://schemas.microsoft.com/office/drawing/2014/main" id="{A3AC1E41-574B-4706-A1F7-FE8C4D963D8A}"/>
              </a:ext>
            </a:extLst>
          </p:cNvPr>
          <p:cNvSpPr/>
          <p:nvPr userDrawn="1"/>
        </p:nvSpPr>
        <p:spPr>
          <a:xfrm>
            <a:off x="0" y="6616460"/>
            <a:ext cx="12192000" cy="241540"/>
          </a:xfrm>
          <a:prstGeom prst="rect">
            <a:avLst/>
          </a:prstGeom>
          <a:solidFill>
            <a:srgbClr val="0178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gnaposto numero diapositiva 5">
            <a:extLst>
              <a:ext uri="{FF2B5EF4-FFF2-40B4-BE49-F238E27FC236}">
                <a16:creationId xmlns:a16="http://schemas.microsoft.com/office/drawing/2014/main" id="{3A1501F7-399C-4A0A-8183-EF9F4C72DD54}"/>
              </a:ext>
            </a:extLst>
          </p:cNvPr>
          <p:cNvSpPr>
            <a:spLocks noGrp="1"/>
          </p:cNvSpPr>
          <p:nvPr>
            <p:ph type="sldNum" sz="quarter" idx="4"/>
          </p:nvPr>
        </p:nvSpPr>
        <p:spPr>
          <a:xfrm>
            <a:off x="11386416" y="6575515"/>
            <a:ext cx="593436" cy="365125"/>
          </a:xfrm>
          <a:prstGeom prst="rect">
            <a:avLst/>
          </a:prstGeom>
        </p:spPr>
        <p:txBody>
          <a:bodyPr vert="horz" lIns="91440" tIns="45720" rIns="91440" bIns="45720" rtlCol="0" anchor="ctr"/>
          <a:lstStyle>
            <a:lvl1pPr algn="r">
              <a:defRPr sz="1200">
                <a:solidFill>
                  <a:schemeClr val="bg1"/>
                </a:solidFill>
              </a:defRPr>
            </a:lvl1pPr>
          </a:lstStyle>
          <a:p>
            <a:fld id="{403F7DB2-0A9C-4E37-9984-C435ED141F40}" type="slidenum">
              <a:rPr lang="en-US" smtClean="0"/>
              <a:pPr/>
              <a:t>‹N›</a:t>
            </a:fld>
            <a:endParaRPr lang="en-US" dirty="0"/>
          </a:p>
        </p:txBody>
      </p:sp>
      <p:sp>
        <p:nvSpPr>
          <p:cNvPr id="9" name="Rettangolo 8">
            <a:extLst>
              <a:ext uri="{FF2B5EF4-FFF2-40B4-BE49-F238E27FC236}">
                <a16:creationId xmlns:a16="http://schemas.microsoft.com/office/drawing/2014/main" id="{23DA7761-B638-4C8B-BC2F-3D04149752EA}"/>
              </a:ext>
            </a:extLst>
          </p:cNvPr>
          <p:cNvSpPr/>
          <p:nvPr userDrawn="1"/>
        </p:nvSpPr>
        <p:spPr>
          <a:xfrm>
            <a:off x="0" y="-31317"/>
            <a:ext cx="12192000" cy="396442"/>
          </a:xfrm>
          <a:prstGeom prst="rect">
            <a:avLst/>
          </a:prstGeom>
          <a:solidFill>
            <a:srgbClr val="0178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Immagine 9" descr="Immagine che contiene testo&#10;&#10;Descrizione generata automaticamente">
            <a:extLst>
              <a:ext uri="{FF2B5EF4-FFF2-40B4-BE49-F238E27FC236}">
                <a16:creationId xmlns:a16="http://schemas.microsoft.com/office/drawing/2014/main" id="{D20E3174-B741-4DA8-98A9-60C537AE3499}"/>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50802" y="28847"/>
            <a:ext cx="1270000" cy="288881"/>
          </a:xfrm>
          <a:prstGeom prst="rect">
            <a:avLst/>
          </a:prstGeom>
        </p:spPr>
      </p:pic>
      <p:sp>
        <p:nvSpPr>
          <p:cNvPr id="11" name="Segnaposto piè di pagina 4">
            <a:extLst>
              <a:ext uri="{FF2B5EF4-FFF2-40B4-BE49-F238E27FC236}">
                <a16:creationId xmlns:a16="http://schemas.microsoft.com/office/drawing/2014/main" id="{103BC245-2134-4DA9-90F1-D1B50A8B16AA}"/>
              </a:ext>
            </a:extLst>
          </p:cNvPr>
          <p:cNvSpPr>
            <a:spLocks noGrp="1"/>
          </p:cNvSpPr>
          <p:nvPr>
            <p:ph type="ftr" sz="quarter" idx="3"/>
          </p:nvPr>
        </p:nvSpPr>
        <p:spPr>
          <a:xfrm>
            <a:off x="221673" y="6603901"/>
            <a:ext cx="10100253" cy="365125"/>
          </a:xfrm>
          <a:prstGeom prst="rect">
            <a:avLst/>
          </a:prstGeom>
        </p:spPr>
        <p:txBody>
          <a:bodyPr/>
          <a:lstStyle>
            <a:lvl1pPr>
              <a:defRPr sz="1200">
                <a:solidFill>
                  <a:schemeClr val="bg1"/>
                </a:solidFill>
              </a:defRPr>
            </a:lvl1pPr>
          </a:lstStyle>
          <a:p>
            <a:r>
              <a:rPr lang="it-IT"/>
              <a:t>10. Introduction to VHDL - Fondamenti di Elettronica - Sergio Spanò</a:t>
            </a:r>
            <a:endParaRPr lang="en-US" dirty="0"/>
          </a:p>
        </p:txBody>
      </p:sp>
    </p:spTree>
    <p:extLst>
      <p:ext uri="{BB962C8B-B14F-4D97-AF65-F5344CB8AC3E}">
        <p14:creationId xmlns:p14="http://schemas.microsoft.com/office/powerpoint/2010/main" val="2117844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rgbClr val="017840"/>
        </a:buClr>
        <a:buFont typeface="Wingdings" panose="05000000000000000000"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17840"/>
        </a:buClr>
        <a:buFont typeface="Wingdings" panose="05000000000000000000" pitchFamily="2"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17840"/>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17840"/>
        </a:buClr>
        <a:buFont typeface="Wingdings" panose="05000000000000000000" pitchFamily="2"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17840"/>
        </a:buClr>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5A0156-FA44-4B5E-AA95-BA26FE319EEF}"/>
              </a:ext>
            </a:extLst>
          </p:cNvPr>
          <p:cNvSpPr>
            <a:spLocks noGrp="1"/>
          </p:cNvSpPr>
          <p:nvPr>
            <p:ph type="ctrTitle"/>
          </p:nvPr>
        </p:nvSpPr>
        <p:spPr>
          <a:xfrm>
            <a:off x="1469682" y="1745664"/>
            <a:ext cx="9144000" cy="2715633"/>
          </a:xfrm>
        </p:spPr>
        <p:txBody>
          <a:bodyPr>
            <a:noAutofit/>
          </a:bodyPr>
          <a:lstStyle/>
          <a:p>
            <a:r>
              <a:rPr lang="en-US" dirty="0"/>
              <a:t>10. Introduction to VHDL</a:t>
            </a:r>
          </a:p>
        </p:txBody>
      </p:sp>
      <p:sp>
        <p:nvSpPr>
          <p:cNvPr id="3" name="Sottotitolo 2">
            <a:extLst>
              <a:ext uri="{FF2B5EF4-FFF2-40B4-BE49-F238E27FC236}">
                <a16:creationId xmlns:a16="http://schemas.microsoft.com/office/drawing/2014/main" id="{9DAC625A-2F47-4E94-ABBC-7F67DDCC72AE}"/>
              </a:ext>
            </a:extLst>
          </p:cNvPr>
          <p:cNvSpPr>
            <a:spLocks noGrp="1"/>
          </p:cNvSpPr>
          <p:nvPr>
            <p:ph type="subTitle" idx="1"/>
          </p:nvPr>
        </p:nvSpPr>
        <p:spPr>
          <a:xfrm>
            <a:off x="1496841" y="4992328"/>
            <a:ext cx="7494557" cy="507726"/>
          </a:xfrm>
        </p:spPr>
        <p:txBody>
          <a:bodyPr>
            <a:normAutofit/>
          </a:bodyPr>
          <a:lstStyle/>
          <a:p>
            <a:pPr algn="l"/>
            <a:r>
              <a:rPr lang="it-IT" sz="2800" dirty="0"/>
              <a:t>Fondamenti di Elettronica</a:t>
            </a:r>
            <a:endParaRPr lang="en-US" sz="2800" dirty="0"/>
          </a:p>
        </p:txBody>
      </p:sp>
      <p:sp>
        <p:nvSpPr>
          <p:cNvPr id="10" name="CasellaDiTesto 9">
            <a:extLst>
              <a:ext uri="{FF2B5EF4-FFF2-40B4-BE49-F238E27FC236}">
                <a16:creationId xmlns:a16="http://schemas.microsoft.com/office/drawing/2014/main" id="{1C28BD56-FEA0-4AD1-A103-B45E0AC86A2B}"/>
              </a:ext>
            </a:extLst>
          </p:cNvPr>
          <p:cNvSpPr txBox="1"/>
          <p:nvPr/>
        </p:nvSpPr>
        <p:spPr>
          <a:xfrm>
            <a:off x="1498744" y="5752842"/>
            <a:ext cx="4005763" cy="369332"/>
          </a:xfrm>
          <a:prstGeom prst="rect">
            <a:avLst/>
          </a:prstGeom>
          <a:noFill/>
        </p:spPr>
        <p:txBody>
          <a:bodyPr wrap="square" rtlCol="0">
            <a:spAutoFit/>
          </a:bodyPr>
          <a:lstStyle/>
          <a:p>
            <a:r>
              <a:rPr lang="en-US" b="1" spc="-45" dirty="0">
                <a:solidFill>
                  <a:schemeClr val="bg1"/>
                </a:solidFill>
                <a:latin typeface="Circe" panose="020B0502020203020203" pitchFamily="34" charset="0"/>
              </a:rPr>
              <a:t>Sergio Spanò – spano@ing.uniroma2.it</a:t>
            </a:r>
            <a:endParaRPr lang="en-US" b="1" dirty="0"/>
          </a:p>
        </p:txBody>
      </p:sp>
    </p:spTree>
    <p:extLst>
      <p:ext uri="{BB962C8B-B14F-4D97-AF65-F5344CB8AC3E}">
        <p14:creationId xmlns:p14="http://schemas.microsoft.com/office/powerpoint/2010/main" val="36769271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31BAC01-DDDA-489B-8583-EB3AFDD3E691}"/>
              </a:ext>
            </a:extLst>
          </p:cNvPr>
          <p:cNvSpPr>
            <a:spLocks noGrp="1"/>
          </p:cNvSpPr>
          <p:nvPr>
            <p:ph type="title"/>
          </p:nvPr>
        </p:nvSpPr>
        <p:spPr/>
        <p:txBody>
          <a:bodyPr>
            <a:normAutofit fontScale="90000"/>
          </a:bodyPr>
          <a:lstStyle/>
          <a:p>
            <a:r>
              <a:rPr lang="it-IT" dirty="0"/>
              <a:t>VHDL</a:t>
            </a:r>
            <a:endParaRPr lang="en-US" dirty="0"/>
          </a:p>
        </p:txBody>
      </p:sp>
      <p:sp>
        <p:nvSpPr>
          <p:cNvPr id="3" name="Segnaposto contenuto 2">
            <a:extLst>
              <a:ext uri="{FF2B5EF4-FFF2-40B4-BE49-F238E27FC236}">
                <a16:creationId xmlns:a16="http://schemas.microsoft.com/office/drawing/2014/main" id="{74B9E347-FD23-4DF0-9022-093CC8ED5E06}"/>
              </a:ext>
            </a:extLst>
          </p:cNvPr>
          <p:cNvSpPr>
            <a:spLocks noGrp="1"/>
          </p:cNvSpPr>
          <p:nvPr>
            <p:ph idx="1"/>
          </p:nvPr>
        </p:nvSpPr>
        <p:spPr/>
        <p:txBody>
          <a:bodyPr/>
          <a:lstStyle/>
          <a:p>
            <a:r>
              <a:rPr lang="en-US" b="1" dirty="0" err="1"/>
              <a:t>V</a:t>
            </a:r>
            <a:r>
              <a:rPr lang="en-US" dirty="0" err="1"/>
              <a:t>hsic</a:t>
            </a:r>
            <a:r>
              <a:rPr lang="en-US" dirty="0"/>
              <a:t> </a:t>
            </a:r>
            <a:r>
              <a:rPr lang="en-US" b="1" dirty="0"/>
              <a:t>H</a:t>
            </a:r>
            <a:r>
              <a:rPr lang="en-US" dirty="0"/>
              <a:t>ardware </a:t>
            </a:r>
            <a:r>
              <a:rPr lang="en-US" b="1" dirty="0"/>
              <a:t>D</a:t>
            </a:r>
            <a:r>
              <a:rPr lang="en-US" dirty="0"/>
              <a:t>escription </a:t>
            </a:r>
            <a:r>
              <a:rPr lang="en-US" b="1" dirty="0"/>
              <a:t>L</a:t>
            </a:r>
            <a:r>
              <a:rPr lang="en-US" dirty="0"/>
              <a:t>anguage</a:t>
            </a:r>
          </a:p>
          <a:p>
            <a:pPr lvl="1"/>
            <a:r>
              <a:rPr lang="en-US" dirty="0"/>
              <a:t>It may look like a programming language but it’s NOT</a:t>
            </a:r>
          </a:p>
          <a:p>
            <a:r>
              <a:rPr lang="en-US" b="1" dirty="0"/>
              <a:t>VHSIC</a:t>
            </a:r>
            <a:r>
              <a:rPr lang="en-US" dirty="0"/>
              <a:t> </a:t>
            </a:r>
            <a:r>
              <a:rPr lang="en-US" b="1" dirty="0"/>
              <a:t>V</a:t>
            </a:r>
            <a:r>
              <a:rPr lang="en-US" dirty="0"/>
              <a:t>ery </a:t>
            </a:r>
            <a:r>
              <a:rPr lang="en-US" b="1" dirty="0"/>
              <a:t>H</a:t>
            </a:r>
            <a:r>
              <a:rPr lang="en-US" dirty="0"/>
              <a:t>igh </a:t>
            </a:r>
            <a:r>
              <a:rPr lang="en-US" b="1" dirty="0"/>
              <a:t>S</a:t>
            </a:r>
            <a:r>
              <a:rPr lang="en-US" dirty="0"/>
              <a:t>peed </a:t>
            </a:r>
            <a:r>
              <a:rPr lang="en-US" b="1" dirty="0"/>
              <a:t>I</a:t>
            </a:r>
            <a:r>
              <a:rPr lang="en-US" dirty="0"/>
              <a:t>ntegrated </a:t>
            </a:r>
            <a:r>
              <a:rPr lang="en-US" b="1" dirty="0"/>
              <a:t>C</a:t>
            </a:r>
            <a:r>
              <a:rPr lang="en-US" dirty="0"/>
              <a:t>ircuit</a:t>
            </a:r>
          </a:p>
          <a:p>
            <a:r>
              <a:rPr lang="en-US" dirty="0"/>
              <a:t>80’s  DOD, </a:t>
            </a:r>
            <a:r>
              <a:rPr lang="en-US" dirty="0" err="1"/>
              <a:t>Departement</a:t>
            </a:r>
            <a:r>
              <a:rPr lang="en-US" dirty="0"/>
              <a:t> Of </a:t>
            </a:r>
            <a:r>
              <a:rPr lang="en-US" dirty="0" err="1"/>
              <a:t>Defence</a:t>
            </a:r>
            <a:endParaRPr lang="en-US" dirty="0"/>
          </a:p>
          <a:p>
            <a:r>
              <a:rPr lang="en-US" dirty="0"/>
              <a:t>Born as description language for documentation</a:t>
            </a:r>
          </a:p>
          <a:p>
            <a:r>
              <a:rPr lang="en-US" dirty="0"/>
              <a:t>In 1993 a new release IEEE (Institute of Electrical and Electronics Engineers) offered the possibility to synthesize VHDL code</a:t>
            </a:r>
          </a:p>
          <a:p>
            <a:endParaRPr lang="en-US" dirty="0"/>
          </a:p>
        </p:txBody>
      </p:sp>
      <p:sp>
        <p:nvSpPr>
          <p:cNvPr id="4" name="Segnaposto numero diapositiva 3">
            <a:extLst>
              <a:ext uri="{FF2B5EF4-FFF2-40B4-BE49-F238E27FC236}">
                <a16:creationId xmlns:a16="http://schemas.microsoft.com/office/drawing/2014/main" id="{105B071F-68A8-4D10-BC8C-6779727E56E1}"/>
              </a:ext>
            </a:extLst>
          </p:cNvPr>
          <p:cNvSpPr>
            <a:spLocks noGrp="1"/>
          </p:cNvSpPr>
          <p:nvPr>
            <p:ph type="sldNum" sz="quarter" idx="12"/>
          </p:nvPr>
        </p:nvSpPr>
        <p:spPr/>
        <p:txBody>
          <a:bodyPr/>
          <a:lstStyle/>
          <a:p>
            <a:fld id="{403F7DB2-0A9C-4E37-9984-C435ED141F40}" type="slidenum">
              <a:rPr lang="en-US" smtClean="0"/>
              <a:pPr/>
              <a:t>2</a:t>
            </a:fld>
            <a:endParaRPr lang="en-US" dirty="0"/>
          </a:p>
        </p:txBody>
      </p:sp>
      <p:sp>
        <p:nvSpPr>
          <p:cNvPr id="5" name="Segnaposto piè di pagina 4">
            <a:extLst>
              <a:ext uri="{FF2B5EF4-FFF2-40B4-BE49-F238E27FC236}">
                <a16:creationId xmlns:a16="http://schemas.microsoft.com/office/drawing/2014/main" id="{9476C3CA-2C3F-4BA4-9A4F-E37F470E860C}"/>
              </a:ext>
            </a:extLst>
          </p:cNvPr>
          <p:cNvSpPr>
            <a:spLocks noGrp="1"/>
          </p:cNvSpPr>
          <p:nvPr>
            <p:ph type="ftr" sz="quarter" idx="3"/>
          </p:nvPr>
        </p:nvSpPr>
        <p:spPr/>
        <p:txBody>
          <a:bodyPr/>
          <a:lstStyle/>
          <a:p>
            <a:r>
              <a:rPr lang="it-IT"/>
              <a:t>10. Introduction to VHDL - Fondamenti di Elettronica - Sergio Spanò</a:t>
            </a:r>
            <a:endParaRPr lang="en-US" dirty="0"/>
          </a:p>
        </p:txBody>
      </p:sp>
    </p:spTree>
    <p:extLst>
      <p:ext uri="{BB962C8B-B14F-4D97-AF65-F5344CB8AC3E}">
        <p14:creationId xmlns:p14="http://schemas.microsoft.com/office/powerpoint/2010/main" val="2910172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FCC4001-4DFE-40CF-84F5-BE97FE594C5C}"/>
              </a:ext>
            </a:extLst>
          </p:cNvPr>
          <p:cNvSpPr>
            <a:spLocks noGrp="1"/>
          </p:cNvSpPr>
          <p:nvPr>
            <p:ph type="title"/>
          </p:nvPr>
        </p:nvSpPr>
        <p:spPr/>
        <p:txBody>
          <a:bodyPr>
            <a:normAutofit fontScale="90000"/>
          </a:bodyPr>
          <a:lstStyle/>
          <a:p>
            <a:r>
              <a:rPr lang="it-IT" dirty="0"/>
              <a:t>VHDL </a:t>
            </a:r>
            <a:r>
              <a:rPr lang="it-IT" dirty="0" err="1"/>
              <a:t>Abstraction</a:t>
            </a:r>
            <a:r>
              <a:rPr lang="it-IT" dirty="0"/>
              <a:t> </a:t>
            </a:r>
            <a:r>
              <a:rPr lang="it-IT" dirty="0" err="1"/>
              <a:t>level</a:t>
            </a:r>
            <a:r>
              <a:rPr lang="it-IT" dirty="0"/>
              <a:t> 1/2</a:t>
            </a:r>
            <a:endParaRPr lang="en-US" dirty="0"/>
          </a:p>
        </p:txBody>
      </p:sp>
      <p:sp>
        <p:nvSpPr>
          <p:cNvPr id="3" name="Segnaposto contenuto 2">
            <a:extLst>
              <a:ext uri="{FF2B5EF4-FFF2-40B4-BE49-F238E27FC236}">
                <a16:creationId xmlns:a16="http://schemas.microsoft.com/office/drawing/2014/main" id="{EE262BA2-4BC5-4483-8135-5025E3BD47C9}"/>
              </a:ext>
            </a:extLst>
          </p:cNvPr>
          <p:cNvSpPr>
            <a:spLocks noGrp="1"/>
          </p:cNvSpPr>
          <p:nvPr>
            <p:ph idx="1"/>
          </p:nvPr>
        </p:nvSpPr>
        <p:spPr/>
        <p:txBody>
          <a:bodyPr/>
          <a:lstStyle/>
          <a:p>
            <a:r>
              <a:rPr lang="en-US" dirty="0"/>
              <a:t>VHDL supports several abstraction level for Digital systems design:</a:t>
            </a:r>
          </a:p>
          <a:p>
            <a:pPr lvl="1"/>
            <a:r>
              <a:rPr lang="en-US" dirty="0"/>
              <a:t>DATAFLOW and RTL (Register Transfer Level): It is described the dataflow of the circuit</a:t>
            </a:r>
          </a:p>
          <a:p>
            <a:pPr lvl="1"/>
            <a:endParaRPr lang="it-IT" dirty="0"/>
          </a:p>
          <a:p>
            <a:pPr lvl="1"/>
            <a:endParaRPr lang="en-US" dirty="0"/>
          </a:p>
          <a:p>
            <a:pPr lvl="1"/>
            <a:endParaRPr lang="en-US" dirty="0"/>
          </a:p>
          <a:p>
            <a:pPr marL="457200" lvl="1" indent="0">
              <a:buNone/>
            </a:pPr>
            <a:r>
              <a:rPr lang="en-US" dirty="0">
                <a:sym typeface="Wingdings" pitchFamily="2" charset="2"/>
              </a:rPr>
              <a:t>	   </a:t>
            </a:r>
          </a:p>
          <a:p>
            <a:pPr marL="457200" lvl="1" indent="0">
              <a:buNone/>
            </a:pPr>
            <a:r>
              <a:rPr lang="en-US" dirty="0">
                <a:sym typeface="Wingdings" pitchFamily="2" charset="2"/>
              </a:rPr>
              <a:t>     </a:t>
            </a:r>
            <a:r>
              <a:rPr lang="en-US" sz="1600" dirty="0">
                <a:sym typeface="Wingdings" pitchFamily="2" charset="2"/>
              </a:rPr>
              <a:t> </a:t>
            </a:r>
            <a:endParaRPr lang="en-US" sz="1600" dirty="0"/>
          </a:p>
          <a:p>
            <a:pPr marL="457200" lvl="1" indent="0">
              <a:buNone/>
            </a:pPr>
            <a:endParaRPr lang="en-US" sz="1600" dirty="0"/>
          </a:p>
          <a:p>
            <a:pPr lvl="1"/>
            <a:r>
              <a:rPr lang="it-IT" dirty="0"/>
              <a:t>BEHAVIOURAL: </a:t>
            </a:r>
            <a:r>
              <a:rPr lang="en-US" dirty="0"/>
              <a:t>the system is described according </a:t>
            </a:r>
            <a:r>
              <a:rPr lang="en-US" dirty="0" err="1"/>
              <a:t>toits</a:t>
            </a:r>
            <a:r>
              <a:rPr lang="en-US" dirty="0"/>
              <a:t> behavior</a:t>
            </a:r>
            <a:endParaRPr lang="it-IT" dirty="0"/>
          </a:p>
          <a:p>
            <a:pPr lvl="1"/>
            <a:r>
              <a:rPr lang="it-IT" dirty="0"/>
              <a:t>STRUCTURAL:</a:t>
            </a:r>
            <a:r>
              <a:rPr lang="it-IT" dirty="0">
                <a:sym typeface="Wingdings" pitchFamily="2" charset="2"/>
              </a:rPr>
              <a:t> </a:t>
            </a:r>
            <a:r>
              <a:rPr lang="en-US" dirty="0">
                <a:sym typeface="Wingdings" pitchFamily="2" charset="2"/>
              </a:rPr>
              <a:t>the system is described as a set of subsystems connected together. </a:t>
            </a:r>
          </a:p>
          <a:p>
            <a:endParaRPr lang="en-US" dirty="0"/>
          </a:p>
        </p:txBody>
      </p:sp>
      <p:sp>
        <p:nvSpPr>
          <p:cNvPr id="4" name="Segnaposto numero diapositiva 3">
            <a:extLst>
              <a:ext uri="{FF2B5EF4-FFF2-40B4-BE49-F238E27FC236}">
                <a16:creationId xmlns:a16="http://schemas.microsoft.com/office/drawing/2014/main" id="{CCB806CF-1599-4C2D-9AE7-278776A293C4}"/>
              </a:ext>
            </a:extLst>
          </p:cNvPr>
          <p:cNvSpPr>
            <a:spLocks noGrp="1"/>
          </p:cNvSpPr>
          <p:nvPr>
            <p:ph type="sldNum" sz="quarter" idx="12"/>
          </p:nvPr>
        </p:nvSpPr>
        <p:spPr/>
        <p:txBody>
          <a:bodyPr/>
          <a:lstStyle/>
          <a:p>
            <a:fld id="{403F7DB2-0A9C-4E37-9984-C435ED141F40}" type="slidenum">
              <a:rPr lang="en-US" smtClean="0"/>
              <a:pPr/>
              <a:t>3</a:t>
            </a:fld>
            <a:endParaRPr lang="en-US" dirty="0"/>
          </a:p>
        </p:txBody>
      </p:sp>
      <p:sp>
        <p:nvSpPr>
          <p:cNvPr id="5" name="Segnaposto piè di pagina 4">
            <a:extLst>
              <a:ext uri="{FF2B5EF4-FFF2-40B4-BE49-F238E27FC236}">
                <a16:creationId xmlns:a16="http://schemas.microsoft.com/office/drawing/2014/main" id="{57D68180-E1F7-4F4F-8319-50E6B044E41A}"/>
              </a:ext>
            </a:extLst>
          </p:cNvPr>
          <p:cNvSpPr>
            <a:spLocks noGrp="1"/>
          </p:cNvSpPr>
          <p:nvPr>
            <p:ph type="ftr" sz="quarter" idx="3"/>
          </p:nvPr>
        </p:nvSpPr>
        <p:spPr/>
        <p:txBody>
          <a:bodyPr/>
          <a:lstStyle/>
          <a:p>
            <a:r>
              <a:rPr lang="it-IT"/>
              <a:t>10. Introduction to VHDL - Fondamenti di Elettronica - Sergio Spanò</a:t>
            </a:r>
            <a:endParaRPr lang="en-US" dirty="0"/>
          </a:p>
        </p:txBody>
      </p:sp>
      <p:pic>
        <p:nvPicPr>
          <p:cNvPr id="6" name="Picture 2" descr="http://www.cs.cmu.edu/~ref/pgss/lecture/11/xorf-01.gif">
            <a:extLst>
              <a:ext uri="{FF2B5EF4-FFF2-40B4-BE49-F238E27FC236}">
                <a16:creationId xmlns:a16="http://schemas.microsoft.com/office/drawing/2014/main" id="{207809DA-7B0C-4D8C-B708-10BA6AB5B1A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95407" y="2466099"/>
            <a:ext cx="3029536" cy="1893463"/>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uppo 6">
            <a:extLst>
              <a:ext uri="{FF2B5EF4-FFF2-40B4-BE49-F238E27FC236}">
                <a16:creationId xmlns:a16="http://schemas.microsoft.com/office/drawing/2014/main" id="{60EC2DDA-8D02-47F0-8A93-37F75DE11D96}"/>
              </a:ext>
            </a:extLst>
          </p:cNvPr>
          <p:cNvGrpSpPr/>
          <p:nvPr/>
        </p:nvGrpSpPr>
        <p:grpSpPr>
          <a:xfrm>
            <a:off x="5837381" y="3056059"/>
            <a:ext cx="5984377" cy="745882"/>
            <a:chOff x="539552" y="3645024"/>
            <a:chExt cx="8136904" cy="1440160"/>
          </a:xfrm>
        </p:grpSpPr>
        <p:sp>
          <p:nvSpPr>
            <p:cNvPr id="8" name="Ovale 7">
              <a:extLst>
                <a:ext uri="{FF2B5EF4-FFF2-40B4-BE49-F238E27FC236}">
                  <a16:creationId xmlns:a16="http://schemas.microsoft.com/office/drawing/2014/main" id="{414DD31F-2E10-4087-98DA-DCD9A8A7FC88}"/>
                </a:ext>
              </a:extLst>
            </p:cNvPr>
            <p:cNvSpPr/>
            <p:nvPr/>
          </p:nvSpPr>
          <p:spPr>
            <a:xfrm>
              <a:off x="1835019" y="3647458"/>
              <a:ext cx="1800200" cy="8640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960" dirty="0"/>
                <a:t>C(N)</a:t>
              </a:r>
            </a:p>
          </p:txBody>
        </p:sp>
        <p:sp>
          <p:nvSpPr>
            <p:cNvPr id="9" name="Rettangolo 8">
              <a:extLst>
                <a:ext uri="{FF2B5EF4-FFF2-40B4-BE49-F238E27FC236}">
                  <a16:creationId xmlns:a16="http://schemas.microsoft.com/office/drawing/2014/main" id="{899CECFD-AC05-49D0-A984-6F5F6C75B2BE}"/>
                </a:ext>
              </a:extLst>
            </p:cNvPr>
            <p:cNvSpPr/>
            <p:nvPr/>
          </p:nvSpPr>
          <p:spPr>
            <a:xfrm>
              <a:off x="4211960" y="3717032"/>
              <a:ext cx="504056" cy="720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120"/>
            </a:p>
          </p:txBody>
        </p:sp>
        <p:sp>
          <p:nvSpPr>
            <p:cNvPr id="10" name="Triangolo isoscele 9">
              <a:extLst>
                <a:ext uri="{FF2B5EF4-FFF2-40B4-BE49-F238E27FC236}">
                  <a16:creationId xmlns:a16="http://schemas.microsoft.com/office/drawing/2014/main" id="{2830432F-AEBF-4595-AEE3-15D06DDEF81A}"/>
                </a:ext>
              </a:extLst>
            </p:cNvPr>
            <p:cNvSpPr/>
            <p:nvPr/>
          </p:nvSpPr>
          <p:spPr>
            <a:xfrm flipV="1">
              <a:off x="4355976" y="3717032"/>
              <a:ext cx="216024" cy="360040"/>
            </a:xfrm>
            <a:prstGeom prst="triangle">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120"/>
            </a:p>
          </p:txBody>
        </p:sp>
        <p:cxnSp>
          <p:nvCxnSpPr>
            <p:cNvPr id="11" name="Connettore 1 21">
              <a:extLst>
                <a:ext uri="{FF2B5EF4-FFF2-40B4-BE49-F238E27FC236}">
                  <a16:creationId xmlns:a16="http://schemas.microsoft.com/office/drawing/2014/main" id="{C2B2EA6C-F7C0-4596-B3B3-91CB63A2FEAF}"/>
                </a:ext>
              </a:extLst>
            </p:cNvPr>
            <p:cNvCxnSpPr>
              <a:stCxn id="8" idx="6"/>
              <a:endCxn id="9" idx="1"/>
            </p:cNvCxnSpPr>
            <p:nvPr/>
          </p:nvCxnSpPr>
          <p:spPr>
            <a:xfrm flipV="1">
              <a:off x="3635219" y="4077072"/>
              <a:ext cx="576741" cy="2434"/>
            </a:xfrm>
            <a:prstGeom prst="line">
              <a:avLst/>
            </a:prstGeom>
          </p:spPr>
          <p:style>
            <a:lnRef idx="1">
              <a:schemeClr val="accent1"/>
            </a:lnRef>
            <a:fillRef idx="0">
              <a:schemeClr val="accent1"/>
            </a:fillRef>
            <a:effectRef idx="0">
              <a:schemeClr val="accent1"/>
            </a:effectRef>
            <a:fontRef idx="minor">
              <a:schemeClr val="tx1"/>
            </a:fontRef>
          </p:style>
        </p:cxnSp>
        <p:sp>
          <p:nvSpPr>
            <p:cNvPr id="12" name="Ovale 11">
              <a:extLst>
                <a:ext uri="{FF2B5EF4-FFF2-40B4-BE49-F238E27FC236}">
                  <a16:creationId xmlns:a16="http://schemas.microsoft.com/office/drawing/2014/main" id="{D75F7C44-4749-4D66-9A3B-7ABB2AFFACB9}"/>
                </a:ext>
              </a:extLst>
            </p:cNvPr>
            <p:cNvSpPr/>
            <p:nvPr/>
          </p:nvSpPr>
          <p:spPr>
            <a:xfrm>
              <a:off x="5076056" y="3645024"/>
              <a:ext cx="1800200" cy="8640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960" dirty="0"/>
                <a:t>C(N+1)</a:t>
              </a:r>
            </a:p>
          </p:txBody>
        </p:sp>
        <p:cxnSp>
          <p:nvCxnSpPr>
            <p:cNvPr id="13" name="Connettore 1 23">
              <a:extLst>
                <a:ext uri="{FF2B5EF4-FFF2-40B4-BE49-F238E27FC236}">
                  <a16:creationId xmlns:a16="http://schemas.microsoft.com/office/drawing/2014/main" id="{C4D68FE0-7C76-4540-B4C1-D8E6F9D0B4FE}"/>
                </a:ext>
              </a:extLst>
            </p:cNvPr>
            <p:cNvCxnSpPr>
              <a:stCxn id="9" idx="3"/>
              <a:endCxn id="12" idx="2"/>
            </p:cNvCxnSpPr>
            <p:nvPr/>
          </p:nvCxnSpPr>
          <p:spPr>
            <a:xfrm>
              <a:off x="4716016" y="4077072"/>
              <a:ext cx="3600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Connettore 1 24">
              <a:extLst>
                <a:ext uri="{FF2B5EF4-FFF2-40B4-BE49-F238E27FC236}">
                  <a16:creationId xmlns:a16="http://schemas.microsoft.com/office/drawing/2014/main" id="{23C46BCF-9426-4883-A265-FA67196F8386}"/>
                </a:ext>
              </a:extLst>
            </p:cNvPr>
            <p:cNvCxnSpPr/>
            <p:nvPr/>
          </p:nvCxnSpPr>
          <p:spPr>
            <a:xfrm>
              <a:off x="4896036" y="4077072"/>
              <a:ext cx="0" cy="100811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Connettore 1 25">
              <a:extLst>
                <a:ext uri="{FF2B5EF4-FFF2-40B4-BE49-F238E27FC236}">
                  <a16:creationId xmlns:a16="http://schemas.microsoft.com/office/drawing/2014/main" id="{02F06410-1F76-4384-A0A5-417B2D24596F}"/>
                </a:ext>
              </a:extLst>
            </p:cNvPr>
            <p:cNvCxnSpPr/>
            <p:nvPr/>
          </p:nvCxnSpPr>
          <p:spPr>
            <a:xfrm flipH="1">
              <a:off x="2735119" y="5085184"/>
              <a:ext cx="216091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Connettore 1 26">
              <a:extLst>
                <a:ext uri="{FF2B5EF4-FFF2-40B4-BE49-F238E27FC236}">
                  <a16:creationId xmlns:a16="http://schemas.microsoft.com/office/drawing/2014/main" id="{6EF9DAE4-EA32-4236-A5E5-DCE0BB56296C}"/>
                </a:ext>
              </a:extLst>
            </p:cNvPr>
            <p:cNvCxnSpPr>
              <a:endCxn id="8" idx="4"/>
            </p:cNvCxnSpPr>
            <p:nvPr/>
          </p:nvCxnSpPr>
          <p:spPr>
            <a:xfrm flipV="1">
              <a:off x="2735119" y="4511554"/>
              <a:ext cx="0" cy="5736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Connettore 1 27">
              <a:extLst>
                <a:ext uri="{FF2B5EF4-FFF2-40B4-BE49-F238E27FC236}">
                  <a16:creationId xmlns:a16="http://schemas.microsoft.com/office/drawing/2014/main" id="{6AD716E6-BCFD-4B10-88A5-6B2A5DFA072D}"/>
                </a:ext>
              </a:extLst>
            </p:cNvPr>
            <p:cNvCxnSpPr>
              <a:endCxn id="8" idx="2"/>
            </p:cNvCxnSpPr>
            <p:nvPr/>
          </p:nvCxnSpPr>
          <p:spPr>
            <a:xfrm>
              <a:off x="1187624" y="4079506"/>
              <a:ext cx="64739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Connettore 1 28">
              <a:extLst>
                <a:ext uri="{FF2B5EF4-FFF2-40B4-BE49-F238E27FC236}">
                  <a16:creationId xmlns:a16="http://schemas.microsoft.com/office/drawing/2014/main" id="{B394EF67-DC0F-4689-9407-23A638B93737}"/>
                </a:ext>
              </a:extLst>
            </p:cNvPr>
            <p:cNvCxnSpPr>
              <a:stCxn id="12" idx="6"/>
            </p:cNvCxnSpPr>
            <p:nvPr/>
          </p:nvCxnSpPr>
          <p:spPr>
            <a:xfrm>
              <a:off x="6876256" y="4077072"/>
              <a:ext cx="792088" cy="24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Connettore 1 29">
              <a:extLst>
                <a:ext uri="{FF2B5EF4-FFF2-40B4-BE49-F238E27FC236}">
                  <a16:creationId xmlns:a16="http://schemas.microsoft.com/office/drawing/2014/main" id="{144B0372-B4D6-4054-A182-AB4F1884B38F}"/>
                </a:ext>
              </a:extLst>
            </p:cNvPr>
            <p:cNvCxnSpPr/>
            <p:nvPr/>
          </p:nvCxnSpPr>
          <p:spPr>
            <a:xfrm>
              <a:off x="7668344" y="4079506"/>
              <a:ext cx="1008112"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0" name="Connettore 1 30">
              <a:extLst>
                <a:ext uri="{FF2B5EF4-FFF2-40B4-BE49-F238E27FC236}">
                  <a16:creationId xmlns:a16="http://schemas.microsoft.com/office/drawing/2014/main" id="{335AD62B-4AD1-4AEE-8402-545F9B39940D}"/>
                </a:ext>
              </a:extLst>
            </p:cNvPr>
            <p:cNvCxnSpPr/>
            <p:nvPr/>
          </p:nvCxnSpPr>
          <p:spPr>
            <a:xfrm flipH="1">
              <a:off x="539552" y="4079506"/>
              <a:ext cx="648072"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79780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D7D334F-595A-44E8-B4A1-73C66234F032}"/>
              </a:ext>
            </a:extLst>
          </p:cNvPr>
          <p:cNvSpPr>
            <a:spLocks noGrp="1"/>
          </p:cNvSpPr>
          <p:nvPr>
            <p:ph type="title"/>
          </p:nvPr>
        </p:nvSpPr>
        <p:spPr/>
        <p:txBody>
          <a:bodyPr>
            <a:normAutofit fontScale="90000"/>
          </a:bodyPr>
          <a:lstStyle/>
          <a:p>
            <a:r>
              <a:rPr lang="it-IT" dirty="0"/>
              <a:t>VHDL </a:t>
            </a:r>
            <a:r>
              <a:rPr lang="it-IT" dirty="0" err="1"/>
              <a:t>Abstraction</a:t>
            </a:r>
            <a:r>
              <a:rPr lang="it-IT" dirty="0"/>
              <a:t> </a:t>
            </a:r>
            <a:r>
              <a:rPr lang="it-IT" dirty="0" err="1"/>
              <a:t>level</a:t>
            </a:r>
            <a:r>
              <a:rPr lang="it-IT" dirty="0"/>
              <a:t> 1/2</a:t>
            </a:r>
            <a:endParaRPr lang="en-US" dirty="0"/>
          </a:p>
        </p:txBody>
      </p:sp>
      <p:sp>
        <p:nvSpPr>
          <p:cNvPr id="3" name="Segnaposto contenuto 2">
            <a:extLst>
              <a:ext uri="{FF2B5EF4-FFF2-40B4-BE49-F238E27FC236}">
                <a16:creationId xmlns:a16="http://schemas.microsoft.com/office/drawing/2014/main" id="{825B16FC-DB90-4258-ADB4-E8EC615D6E80}"/>
              </a:ext>
            </a:extLst>
          </p:cNvPr>
          <p:cNvSpPr>
            <a:spLocks noGrp="1"/>
          </p:cNvSpPr>
          <p:nvPr>
            <p:ph idx="1"/>
          </p:nvPr>
        </p:nvSpPr>
        <p:spPr/>
        <p:txBody>
          <a:bodyPr/>
          <a:lstStyle/>
          <a:p>
            <a:r>
              <a:rPr lang="en-US" dirty="0">
                <a:sym typeface="Wingdings" pitchFamily="2" charset="2"/>
              </a:rPr>
              <a:t>In order to simplify the design Digital systems can be divided in sub-systems</a:t>
            </a:r>
          </a:p>
          <a:p>
            <a:pPr lvl="1"/>
            <a:r>
              <a:rPr lang="en-US" dirty="0">
                <a:sym typeface="Wingdings" pitchFamily="2" charset="2"/>
              </a:rPr>
              <a:t>Each subsystem can be described as preferred</a:t>
            </a:r>
            <a:endParaRPr lang="en-US" dirty="0"/>
          </a:p>
          <a:p>
            <a:endParaRPr lang="en-US" dirty="0"/>
          </a:p>
        </p:txBody>
      </p:sp>
      <p:sp>
        <p:nvSpPr>
          <p:cNvPr id="4" name="Segnaposto numero diapositiva 3">
            <a:extLst>
              <a:ext uri="{FF2B5EF4-FFF2-40B4-BE49-F238E27FC236}">
                <a16:creationId xmlns:a16="http://schemas.microsoft.com/office/drawing/2014/main" id="{29ADA0A3-A7B0-44E9-B367-229B450241EE}"/>
              </a:ext>
            </a:extLst>
          </p:cNvPr>
          <p:cNvSpPr>
            <a:spLocks noGrp="1"/>
          </p:cNvSpPr>
          <p:nvPr>
            <p:ph type="sldNum" sz="quarter" idx="12"/>
          </p:nvPr>
        </p:nvSpPr>
        <p:spPr/>
        <p:txBody>
          <a:bodyPr/>
          <a:lstStyle/>
          <a:p>
            <a:fld id="{403F7DB2-0A9C-4E37-9984-C435ED141F40}" type="slidenum">
              <a:rPr lang="en-US" smtClean="0"/>
              <a:pPr/>
              <a:t>4</a:t>
            </a:fld>
            <a:endParaRPr lang="en-US" dirty="0"/>
          </a:p>
        </p:txBody>
      </p:sp>
      <p:sp>
        <p:nvSpPr>
          <p:cNvPr id="5" name="Segnaposto piè di pagina 4">
            <a:extLst>
              <a:ext uri="{FF2B5EF4-FFF2-40B4-BE49-F238E27FC236}">
                <a16:creationId xmlns:a16="http://schemas.microsoft.com/office/drawing/2014/main" id="{335F48AA-5F1E-47ED-B87F-B86FA2565C34}"/>
              </a:ext>
            </a:extLst>
          </p:cNvPr>
          <p:cNvSpPr>
            <a:spLocks noGrp="1"/>
          </p:cNvSpPr>
          <p:nvPr>
            <p:ph type="ftr" sz="quarter" idx="3"/>
          </p:nvPr>
        </p:nvSpPr>
        <p:spPr/>
        <p:txBody>
          <a:bodyPr/>
          <a:lstStyle/>
          <a:p>
            <a:r>
              <a:rPr lang="it-IT"/>
              <a:t>10. Introduction to VHDL - Fondamenti di Elettronica - Sergio Spanò</a:t>
            </a:r>
            <a:endParaRPr lang="en-US" dirty="0"/>
          </a:p>
        </p:txBody>
      </p:sp>
      <p:pic>
        <p:nvPicPr>
          <p:cNvPr id="6" name="Picture 2">
            <a:extLst>
              <a:ext uri="{FF2B5EF4-FFF2-40B4-BE49-F238E27FC236}">
                <a16:creationId xmlns:a16="http://schemas.microsoft.com/office/drawing/2014/main" id="{0FD49215-396C-4FE1-ADB0-50B67BD66B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7077" y="2694296"/>
            <a:ext cx="4684174" cy="3309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56019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44E135E-4C94-4E2F-96A3-9B8952133A4C}"/>
              </a:ext>
            </a:extLst>
          </p:cNvPr>
          <p:cNvSpPr>
            <a:spLocks noGrp="1"/>
          </p:cNvSpPr>
          <p:nvPr>
            <p:ph type="title"/>
          </p:nvPr>
        </p:nvSpPr>
        <p:spPr/>
        <p:txBody>
          <a:bodyPr>
            <a:normAutofit fontScale="90000"/>
          </a:bodyPr>
          <a:lstStyle/>
          <a:p>
            <a:r>
              <a:rPr lang="en-US" dirty="0"/>
              <a:t>VHDL Terms</a:t>
            </a:r>
          </a:p>
        </p:txBody>
      </p:sp>
      <p:sp>
        <p:nvSpPr>
          <p:cNvPr id="3" name="Segnaposto contenuto 2">
            <a:extLst>
              <a:ext uri="{FF2B5EF4-FFF2-40B4-BE49-F238E27FC236}">
                <a16:creationId xmlns:a16="http://schemas.microsoft.com/office/drawing/2014/main" id="{D11A4E62-231E-4217-90CC-BAF8BB291328}"/>
              </a:ext>
            </a:extLst>
          </p:cNvPr>
          <p:cNvSpPr>
            <a:spLocks noGrp="1"/>
          </p:cNvSpPr>
          <p:nvPr>
            <p:ph idx="1"/>
          </p:nvPr>
        </p:nvSpPr>
        <p:spPr/>
        <p:txBody>
          <a:bodyPr/>
          <a:lstStyle/>
          <a:p>
            <a:r>
              <a:rPr lang="en-US" b="1" i="1" dirty="0"/>
              <a:t>Entity</a:t>
            </a:r>
            <a:r>
              <a:rPr lang="en-US" i="1" dirty="0"/>
              <a:t>. </a:t>
            </a:r>
            <a:r>
              <a:rPr lang="en-US" dirty="0"/>
              <a:t>All designs are expressed in terms of entities. An entity is the most basic building block in a design. The uppermost level of the design is the </a:t>
            </a:r>
            <a:r>
              <a:rPr lang="en-US" u="sng" dirty="0"/>
              <a:t>top-level</a:t>
            </a:r>
            <a:r>
              <a:rPr lang="en-US" dirty="0"/>
              <a:t> entity.</a:t>
            </a:r>
          </a:p>
          <a:p>
            <a:r>
              <a:rPr lang="en-US" b="1" i="1" dirty="0"/>
              <a:t>Architecture</a:t>
            </a:r>
            <a:r>
              <a:rPr lang="en-US" i="1" dirty="0"/>
              <a:t>. </a:t>
            </a:r>
            <a:r>
              <a:rPr lang="en-US" dirty="0"/>
              <a:t>All entities that can be simulated have an architectural description. The architecture describes the behavior of the entity. A single entity can have multiple architectures.</a:t>
            </a:r>
          </a:p>
          <a:p>
            <a:r>
              <a:rPr lang="en-US" b="1" i="1" dirty="0"/>
              <a:t>Configuration</a:t>
            </a:r>
            <a:r>
              <a:rPr lang="en-US" i="1" dirty="0"/>
              <a:t>. </a:t>
            </a:r>
            <a:r>
              <a:rPr lang="en-US" dirty="0"/>
              <a:t>It describes which behavior to use for each entity.</a:t>
            </a:r>
          </a:p>
          <a:p>
            <a:r>
              <a:rPr lang="en-US" b="1" i="1" dirty="0"/>
              <a:t>Package</a:t>
            </a:r>
            <a:r>
              <a:rPr lang="en-US" i="1" dirty="0"/>
              <a:t>. </a:t>
            </a:r>
            <a:r>
              <a:rPr lang="en-US" dirty="0"/>
              <a:t>A package is a collection of commonly used data types and subprograms used in a design. Think of a package as a toolbox that contains tools used to build designs.</a:t>
            </a:r>
          </a:p>
          <a:p>
            <a:r>
              <a:rPr lang="en-US" b="1" i="1" dirty="0"/>
              <a:t>Library. </a:t>
            </a:r>
            <a:r>
              <a:rPr lang="en-US" dirty="0"/>
              <a:t>Collection of packages.</a:t>
            </a:r>
          </a:p>
          <a:p>
            <a:endParaRPr lang="it-IT" dirty="0"/>
          </a:p>
          <a:p>
            <a:endParaRPr lang="en-US" dirty="0"/>
          </a:p>
        </p:txBody>
      </p:sp>
      <p:sp>
        <p:nvSpPr>
          <p:cNvPr id="4" name="Segnaposto numero diapositiva 3">
            <a:extLst>
              <a:ext uri="{FF2B5EF4-FFF2-40B4-BE49-F238E27FC236}">
                <a16:creationId xmlns:a16="http://schemas.microsoft.com/office/drawing/2014/main" id="{66D8F0FB-494D-4C39-850D-49A3931D6DE1}"/>
              </a:ext>
            </a:extLst>
          </p:cNvPr>
          <p:cNvSpPr>
            <a:spLocks noGrp="1"/>
          </p:cNvSpPr>
          <p:nvPr>
            <p:ph type="sldNum" sz="quarter" idx="12"/>
          </p:nvPr>
        </p:nvSpPr>
        <p:spPr/>
        <p:txBody>
          <a:bodyPr/>
          <a:lstStyle/>
          <a:p>
            <a:fld id="{403F7DB2-0A9C-4E37-9984-C435ED141F40}" type="slidenum">
              <a:rPr lang="en-US" smtClean="0"/>
              <a:pPr/>
              <a:t>5</a:t>
            </a:fld>
            <a:endParaRPr lang="en-US" dirty="0"/>
          </a:p>
        </p:txBody>
      </p:sp>
      <p:sp>
        <p:nvSpPr>
          <p:cNvPr id="5" name="Segnaposto piè di pagina 4">
            <a:extLst>
              <a:ext uri="{FF2B5EF4-FFF2-40B4-BE49-F238E27FC236}">
                <a16:creationId xmlns:a16="http://schemas.microsoft.com/office/drawing/2014/main" id="{974E6BE1-42BA-4277-9A04-AAC56758BF33}"/>
              </a:ext>
            </a:extLst>
          </p:cNvPr>
          <p:cNvSpPr>
            <a:spLocks noGrp="1"/>
          </p:cNvSpPr>
          <p:nvPr>
            <p:ph type="ftr" sz="quarter" idx="3"/>
          </p:nvPr>
        </p:nvSpPr>
        <p:spPr/>
        <p:txBody>
          <a:bodyPr/>
          <a:lstStyle/>
          <a:p>
            <a:r>
              <a:rPr lang="it-IT"/>
              <a:t>10. Introduction to VHDL - Fondamenti di Elettronica - Sergio Spanò</a:t>
            </a:r>
            <a:endParaRPr lang="en-US" dirty="0"/>
          </a:p>
        </p:txBody>
      </p:sp>
    </p:spTree>
    <p:extLst>
      <p:ext uri="{BB962C8B-B14F-4D97-AF65-F5344CB8AC3E}">
        <p14:creationId xmlns:p14="http://schemas.microsoft.com/office/powerpoint/2010/main" val="3205130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2582FCC-CED4-48CE-BACA-428E25CB6930}"/>
              </a:ext>
            </a:extLst>
          </p:cNvPr>
          <p:cNvSpPr>
            <a:spLocks noGrp="1"/>
          </p:cNvSpPr>
          <p:nvPr>
            <p:ph type="title"/>
          </p:nvPr>
        </p:nvSpPr>
        <p:spPr/>
        <p:txBody>
          <a:bodyPr>
            <a:normAutofit fontScale="90000"/>
          </a:bodyPr>
          <a:lstStyle/>
          <a:p>
            <a:r>
              <a:rPr lang="it-IT" dirty="0"/>
              <a:t>VHDL </a:t>
            </a:r>
            <a:r>
              <a:rPr lang="it-IT" dirty="0" err="1"/>
              <a:t>Example</a:t>
            </a:r>
            <a:endParaRPr lang="en-US" dirty="0"/>
          </a:p>
        </p:txBody>
      </p:sp>
      <p:sp>
        <p:nvSpPr>
          <p:cNvPr id="4" name="Segnaposto numero diapositiva 3">
            <a:extLst>
              <a:ext uri="{FF2B5EF4-FFF2-40B4-BE49-F238E27FC236}">
                <a16:creationId xmlns:a16="http://schemas.microsoft.com/office/drawing/2014/main" id="{C918E9CA-7C3A-4E59-9E84-1EE1DE7A0171}"/>
              </a:ext>
            </a:extLst>
          </p:cNvPr>
          <p:cNvSpPr>
            <a:spLocks noGrp="1"/>
          </p:cNvSpPr>
          <p:nvPr>
            <p:ph type="sldNum" sz="quarter" idx="12"/>
          </p:nvPr>
        </p:nvSpPr>
        <p:spPr/>
        <p:txBody>
          <a:bodyPr/>
          <a:lstStyle/>
          <a:p>
            <a:fld id="{403F7DB2-0A9C-4E37-9984-C435ED141F40}" type="slidenum">
              <a:rPr lang="en-US" smtClean="0"/>
              <a:pPr/>
              <a:t>6</a:t>
            </a:fld>
            <a:endParaRPr lang="en-US" dirty="0"/>
          </a:p>
        </p:txBody>
      </p:sp>
      <p:sp>
        <p:nvSpPr>
          <p:cNvPr id="5" name="Segnaposto piè di pagina 4">
            <a:extLst>
              <a:ext uri="{FF2B5EF4-FFF2-40B4-BE49-F238E27FC236}">
                <a16:creationId xmlns:a16="http://schemas.microsoft.com/office/drawing/2014/main" id="{B694355D-9D0D-4C6C-A957-3DEE3FDE0FB9}"/>
              </a:ext>
            </a:extLst>
          </p:cNvPr>
          <p:cNvSpPr>
            <a:spLocks noGrp="1"/>
          </p:cNvSpPr>
          <p:nvPr>
            <p:ph type="ftr" sz="quarter" idx="3"/>
          </p:nvPr>
        </p:nvSpPr>
        <p:spPr/>
        <p:txBody>
          <a:bodyPr/>
          <a:lstStyle/>
          <a:p>
            <a:r>
              <a:rPr lang="it-IT"/>
              <a:t>10. Introduction to VHDL - Fondamenti di Elettronica - Sergio Spanò</a:t>
            </a:r>
            <a:endParaRPr lang="en-US" dirty="0"/>
          </a:p>
        </p:txBody>
      </p:sp>
      <p:pic>
        <p:nvPicPr>
          <p:cNvPr id="7" name="Immagine 6">
            <a:extLst>
              <a:ext uri="{FF2B5EF4-FFF2-40B4-BE49-F238E27FC236}">
                <a16:creationId xmlns:a16="http://schemas.microsoft.com/office/drawing/2014/main" id="{72EDF57F-DD66-4A61-98FC-BCCDCCFEB850}"/>
              </a:ext>
            </a:extLst>
          </p:cNvPr>
          <p:cNvPicPr>
            <a:picLocks noChangeAspect="1"/>
          </p:cNvPicPr>
          <p:nvPr/>
        </p:nvPicPr>
        <p:blipFill>
          <a:blip r:embed="rId2"/>
          <a:stretch>
            <a:fillRect/>
          </a:stretch>
        </p:blipFill>
        <p:spPr>
          <a:xfrm>
            <a:off x="2815728" y="1332278"/>
            <a:ext cx="7584419" cy="4744196"/>
          </a:xfrm>
          <a:prstGeom prst="rect">
            <a:avLst/>
          </a:prstGeom>
        </p:spPr>
      </p:pic>
    </p:spTree>
    <p:extLst>
      <p:ext uri="{BB962C8B-B14F-4D97-AF65-F5344CB8AC3E}">
        <p14:creationId xmlns:p14="http://schemas.microsoft.com/office/powerpoint/2010/main" val="4288092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4D0FC1B-4561-443C-94CB-1A1ABBCDE703}"/>
              </a:ext>
            </a:extLst>
          </p:cNvPr>
          <p:cNvSpPr>
            <a:spLocks noGrp="1"/>
          </p:cNvSpPr>
          <p:nvPr>
            <p:ph type="title"/>
          </p:nvPr>
        </p:nvSpPr>
        <p:spPr/>
        <p:txBody>
          <a:bodyPr>
            <a:normAutofit fontScale="90000"/>
          </a:bodyPr>
          <a:lstStyle/>
          <a:p>
            <a:r>
              <a:rPr lang="en-US" dirty="0"/>
              <a:t>Entity</a:t>
            </a:r>
          </a:p>
        </p:txBody>
      </p:sp>
      <p:sp>
        <p:nvSpPr>
          <p:cNvPr id="3" name="Segnaposto contenuto 2">
            <a:extLst>
              <a:ext uri="{FF2B5EF4-FFF2-40B4-BE49-F238E27FC236}">
                <a16:creationId xmlns:a16="http://schemas.microsoft.com/office/drawing/2014/main" id="{9A5896D4-31E1-4790-9E92-D9184C1DB968}"/>
              </a:ext>
            </a:extLst>
          </p:cNvPr>
          <p:cNvSpPr>
            <a:spLocks noGrp="1"/>
          </p:cNvSpPr>
          <p:nvPr>
            <p:ph idx="1"/>
          </p:nvPr>
        </p:nvSpPr>
        <p:spPr>
          <a:xfrm>
            <a:off x="221673" y="1168400"/>
            <a:ext cx="6731388" cy="5091689"/>
          </a:xfrm>
        </p:spPr>
        <p:txBody>
          <a:bodyPr/>
          <a:lstStyle/>
          <a:p>
            <a:r>
              <a:rPr lang="en-US" dirty="0"/>
              <a:t>A VHDL entity specifies the name of the entity, the ports of the entity, and entity-related information. All designs are created using one or more entities.</a:t>
            </a:r>
          </a:p>
          <a:p>
            <a:r>
              <a:rPr lang="en-US" b="1" dirty="0" err="1"/>
              <a:t>my_circuit</a:t>
            </a:r>
            <a:r>
              <a:rPr lang="en-US" dirty="0"/>
              <a:t> is the name of the entity</a:t>
            </a:r>
          </a:p>
          <a:p>
            <a:r>
              <a:rPr lang="en-US" dirty="0"/>
              <a:t>The </a:t>
            </a:r>
            <a:r>
              <a:rPr lang="en-US" b="1" dirty="0"/>
              <a:t>port</a:t>
            </a:r>
            <a:r>
              <a:rPr lang="en-US" dirty="0"/>
              <a:t> field contains the description of the I/O of the entity and  is characterized by:</a:t>
            </a:r>
            <a:endParaRPr lang="en-US" sz="160" dirty="0"/>
          </a:p>
          <a:p>
            <a:pPr lvl="1"/>
            <a:r>
              <a:rPr lang="en-US" sz="1800" dirty="0"/>
              <a:t>Type  (Ex. </a:t>
            </a:r>
            <a:r>
              <a:rPr lang="en-US" sz="1800" dirty="0" err="1"/>
              <a:t>bit,bit_vector</a:t>
            </a:r>
            <a:r>
              <a:rPr lang="en-US" sz="1800" dirty="0"/>
              <a:t>...)</a:t>
            </a:r>
          </a:p>
          <a:p>
            <a:pPr lvl="1"/>
            <a:r>
              <a:rPr lang="en-US" sz="1800" dirty="0"/>
              <a:t>Mode (Ex. input, output…)</a:t>
            </a:r>
          </a:p>
          <a:p>
            <a:endParaRPr lang="en-US" dirty="0"/>
          </a:p>
        </p:txBody>
      </p:sp>
      <p:sp>
        <p:nvSpPr>
          <p:cNvPr id="4" name="Segnaposto numero diapositiva 3">
            <a:extLst>
              <a:ext uri="{FF2B5EF4-FFF2-40B4-BE49-F238E27FC236}">
                <a16:creationId xmlns:a16="http://schemas.microsoft.com/office/drawing/2014/main" id="{F9FDA954-29CD-4694-878E-2A649CFE2583}"/>
              </a:ext>
            </a:extLst>
          </p:cNvPr>
          <p:cNvSpPr>
            <a:spLocks noGrp="1"/>
          </p:cNvSpPr>
          <p:nvPr>
            <p:ph type="sldNum" sz="quarter" idx="12"/>
          </p:nvPr>
        </p:nvSpPr>
        <p:spPr/>
        <p:txBody>
          <a:bodyPr/>
          <a:lstStyle/>
          <a:p>
            <a:fld id="{403F7DB2-0A9C-4E37-9984-C435ED141F40}" type="slidenum">
              <a:rPr lang="en-US" smtClean="0"/>
              <a:pPr/>
              <a:t>7</a:t>
            </a:fld>
            <a:endParaRPr lang="en-US" dirty="0"/>
          </a:p>
        </p:txBody>
      </p:sp>
      <p:sp>
        <p:nvSpPr>
          <p:cNvPr id="5" name="Segnaposto piè di pagina 4">
            <a:extLst>
              <a:ext uri="{FF2B5EF4-FFF2-40B4-BE49-F238E27FC236}">
                <a16:creationId xmlns:a16="http://schemas.microsoft.com/office/drawing/2014/main" id="{D75F6BAC-FB4E-445D-BA0D-FF1744F34354}"/>
              </a:ext>
            </a:extLst>
          </p:cNvPr>
          <p:cNvSpPr>
            <a:spLocks noGrp="1"/>
          </p:cNvSpPr>
          <p:nvPr>
            <p:ph type="ftr" sz="quarter" idx="3"/>
          </p:nvPr>
        </p:nvSpPr>
        <p:spPr/>
        <p:txBody>
          <a:bodyPr/>
          <a:lstStyle/>
          <a:p>
            <a:r>
              <a:rPr lang="it-IT"/>
              <a:t>10. Introduction to VHDL - Fondamenti di Elettronica - Sergio Spanò</a:t>
            </a:r>
            <a:endParaRPr lang="en-US" dirty="0"/>
          </a:p>
        </p:txBody>
      </p:sp>
      <p:pic>
        <p:nvPicPr>
          <p:cNvPr id="7" name="Immagine 6">
            <a:extLst>
              <a:ext uri="{FF2B5EF4-FFF2-40B4-BE49-F238E27FC236}">
                <a16:creationId xmlns:a16="http://schemas.microsoft.com/office/drawing/2014/main" id="{FF286B12-A25E-4E53-9576-0D67AAD89D34}"/>
              </a:ext>
            </a:extLst>
          </p:cNvPr>
          <p:cNvPicPr>
            <a:picLocks noChangeAspect="1"/>
          </p:cNvPicPr>
          <p:nvPr/>
        </p:nvPicPr>
        <p:blipFill>
          <a:blip r:embed="rId2"/>
          <a:stretch>
            <a:fillRect/>
          </a:stretch>
        </p:blipFill>
        <p:spPr>
          <a:xfrm>
            <a:off x="8408345" y="1347112"/>
            <a:ext cx="2887859" cy="3013809"/>
          </a:xfrm>
          <a:prstGeom prst="rect">
            <a:avLst/>
          </a:prstGeom>
        </p:spPr>
      </p:pic>
      <p:pic>
        <p:nvPicPr>
          <p:cNvPr id="18" name="Immagine 17">
            <a:extLst>
              <a:ext uri="{FF2B5EF4-FFF2-40B4-BE49-F238E27FC236}">
                <a16:creationId xmlns:a16="http://schemas.microsoft.com/office/drawing/2014/main" id="{C37D5CFC-11B2-4F5E-AD75-FEB175859AAE}"/>
              </a:ext>
            </a:extLst>
          </p:cNvPr>
          <p:cNvPicPr>
            <a:picLocks noChangeAspect="1"/>
          </p:cNvPicPr>
          <p:nvPr/>
        </p:nvPicPr>
        <p:blipFill>
          <a:blip r:embed="rId3"/>
          <a:stretch>
            <a:fillRect/>
          </a:stretch>
        </p:blipFill>
        <p:spPr>
          <a:xfrm>
            <a:off x="8228412" y="4785488"/>
            <a:ext cx="3121423" cy="1243692"/>
          </a:xfrm>
          <a:prstGeom prst="rect">
            <a:avLst/>
          </a:prstGeom>
        </p:spPr>
      </p:pic>
    </p:spTree>
    <p:extLst>
      <p:ext uri="{BB962C8B-B14F-4D97-AF65-F5344CB8AC3E}">
        <p14:creationId xmlns:p14="http://schemas.microsoft.com/office/powerpoint/2010/main" val="991917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58F5A91-70E1-4985-AC04-1B8FE4090323}"/>
              </a:ext>
            </a:extLst>
          </p:cNvPr>
          <p:cNvSpPr>
            <a:spLocks noGrp="1"/>
          </p:cNvSpPr>
          <p:nvPr>
            <p:ph type="title"/>
          </p:nvPr>
        </p:nvSpPr>
        <p:spPr/>
        <p:txBody>
          <a:bodyPr>
            <a:normAutofit fontScale="90000"/>
          </a:bodyPr>
          <a:lstStyle/>
          <a:p>
            <a:r>
              <a:rPr lang="it-IT" dirty="0"/>
              <a:t>Architecture</a:t>
            </a:r>
            <a:endParaRPr lang="en-US" dirty="0"/>
          </a:p>
        </p:txBody>
      </p:sp>
      <p:sp>
        <p:nvSpPr>
          <p:cNvPr id="3" name="Segnaposto contenuto 2">
            <a:extLst>
              <a:ext uri="{FF2B5EF4-FFF2-40B4-BE49-F238E27FC236}">
                <a16:creationId xmlns:a16="http://schemas.microsoft.com/office/drawing/2014/main" id="{04360AD4-B78C-4672-AF57-3B76DCEE27EF}"/>
              </a:ext>
            </a:extLst>
          </p:cNvPr>
          <p:cNvSpPr>
            <a:spLocks noGrp="1"/>
          </p:cNvSpPr>
          <p:nvPr>
            <p:ph idx="1"/>
          </p:nvPr>
        </p:nvSpPr>
        <p:spPr/>
        <p:txBody>
          <a:bodyPr/>
          <a:lstStyle/>
          <a:p>
            <a:r>
              <a:rPr lang="en-US" dirty="0"/>
              <a:t>The architecture describes the underlying functionality of the entity and contains the statements that model the behavior of the entity. An architecture is always related to an entity and describes the behavior of that entity.</a:t>
            </a:r>
          </a:p>
          <a:p>
            <a:endParaRPr lang="en-US" dirty="0"/>
          </a:p>
        </p:txBody>
      </p:sp>
      <p:sp>
        <p:nvSpPr>
          <p:cNvPr id="4" name="Segnaposto numero diapositiva 3">
            <a:extLst>
              <a:ext uri="{FF2B5EF4-FFF2-40B4-BE49-F238E27FC236}">
                <a16:creationId xmlns:a16="http://schemas.microsoft.com/office/drawing/2014/main" id="{18BE5398-4408-48A9-B5D4-EC2D5052F491}"/>
              </a:ext>
            </a:extLst>
          </p:cNvPr>
          <p:cNvSpPr>
            <a:spLocks noGrp="1"/>
          </p:cNvSpPr>
          <p:nvPr>
            <p:ph type="sldNum" sz="quarter" idx="12"/>
          </p:nvPr>
        </p:nvSpPr>
        <p:spPr/>
        <p:txBody>
          <a:bodyPr/>
          <a:lstStyle/>
          <a:p>
            <a:fld id="{403F7DB2-0A9C-4E37-9984-C435ED141F40}" type="slidenum">
              <a:rPr lang="en-US" smtClean="0"/>
              <a:pPr/>
              <a:t>8</a:t>
            </a:fld>
            <a:endParaRPr lang="en-US" dirty="0"/>
          </a:p>
        </p:txBody>
      </p:sp>
      <p:sp>
        <p:nvSpPr>
          <p:cNvPr id="5" name="Segnaposto piè di pagina 4">
            <a:extLst>
              <a:ext uri="{FF2B5EF4-FFF2-40B4-BE49-F238E27FC236}">
                <a16:creationId xmlns:a16="http://schemas.microsoft.com/office/drawing/2014/main" id="{9408FFC4-3814-4CDA-B95A-83C0F77A15B0}"/>
              </a:ext>
            </a:extLst>
          </p:cNvPr>
          <p:cNvSpPr>
            <a:spLocks noGrp="1"/>
          </p:cNvSpPr>
          <p:nvPr>
            <p:ph type="ftr" sz="quarter" idx="3"/>
          </p:nvPr>
        </p:nvSpPr>
        <p:spPr/>
        <p:txBody>
          <a:bodyPr/>
          <a:lstStyle/>
          <a:p>
            <a:r>
              <a:rPr lang="it-IT"/>
              <a:t>10. Introduction to VHDL - Fondamenti di Elettronica - Sergio Spanò</a:t>
            </a:r>
            <a:endParaRPr lang="en-US" dirty="0"/>
          </a:p>
        </p:txBody>
      </p:sp>
      <p:pic>
        <p:nvPicPr>
          <p:cNvPr id="6" name="Immagine 5">
            <a:extLst>
              <a:ext uri="{FF2B5EF4-FFF2-40B4-BE49-F238E27FC236}">
                <a16:creationId xmlns:a16="http://schemas.microsoft.com/office/drawing/2014/main" id="{6F0D6313-3EA9-4D16-B9AC-4A7ADA84CE8E}"/>
              </a:ext>
            </a:extLst>
          </p:cNvPr>
          <p:cNvPicPr>
            <a:picLocks noChangeAspect="1"/>
          </p:cNvPicPr>
          <p:nvPr/>
        </p:nvPicPr>
        <p:blipFill>
          <a:blip r:embed="rId2"/>
          <a:stretch>
            <a:fillRect/>
          </a:stretch>
        </p:blipFill>
        <p:spPr>
          <a:xfrm>
            <a:off x="4148255" y="2868119"/>
            <a:ext cx="4572396" cy="1121761"/>
          </a:xfrm>
          <a:prstGeom prst="rect">
            <a:avLst/>
          </a:prstGeom>
        </p:spPr>
      </p:pic>
      <p:pic>
        <p:nvPicPr>
          <p:cNvPr id="7" name="Picture 3">
            <a:extLst>
              <a:ext uri="{FF2B5EF4-FFF2-40B4-BE49-F238E27FC236}">
                <a16:creationId xmlns:a16="http://schemas.microsoft.com/office/drawing/2014/main" id="{DB2D5805-0230-4A15-BA70-54B21BA466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2604" y="4370160"/>
            <a:ext cx="4070741" cy="1608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ttangolo 7">
            <a:extLst>
              <a:ext uri="{FF2B5EF4-FFF2-40B4-BE49-F238E27FC236}">
                <a16:creationId xmlns:a16="http://schemas.microsoft.com/office/drawing/2014/main" id="{F2A010F5-81DD-4672-ABF5-8E844FB19450}"/>
              </a:ext>
            </a:extLst>
          </p:cNvPr>
          <p:cNvSpPr/>
          <p:nvPr/>
        </p:nvSpPr>
        <p:spPr>
          <a:xfrm>
            <a:off x="6735247" y="4863374"/>
            <a:ext cx="4070741" cy="523220"/>
          </a:xfrm>
          <a:prstGeom prst="rect">
            <a:avLst/>
          </a:prstGeom>
        </p:spPr>
        <p:txBody>
          <a:bodyPr wrap="square">
            <a:spAutoFit/>
          </a:bodyPr>
          <a:lstStyle/>
          <a:p>
            <a:r>
              <a:rPr lang="en-US" sz="1400" b="1" dirty="0"/>
              <a:t>NOTE</a:t>
            </a:r>
            <a:r>
              <a:rPr lang="en-US" sz="1400" dirty="0"/>
              <a:t>: after the word architecture can be used any word (</a:t>
            </a:r>
            <a:r>
              <a:rPr lang="en-US" sz="1400" dirty="0" err="1"/>
              <a:t>rtl,structural,House,dog</a:t>
            </a:r>
            <a:r>
              <a:rPr lang="en-US" sz="1400" dirty="0"/>
              <a:t>…)</a:t>
            </a:r>
          </a:p>
        </p:txBody>
      </p:sp>
    </p:spTree>
    <p:extLst>
      <p:ext uri="{BB962C8B-B14F-4D97-AF65-F5344CB8AC3E}">
        <p14:creationId xmlns:p14="http://schemas.microsoft.com/office/powerpoint/2010/main" val="3135805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E6DAD39-7066-4E74-86E3-93B260A23A01}"/>
              </a:ext>
            </a:extLst>
          </p:cNvPr>
          <p:cNvSpPr>
            <a:spLocks noGrp="1"/>
          </p:cNvSpPr>
          <p:nvPr>
            <p:ph type="title"/>
          </p:nvPr>
        </p:nvSpPr>
        <p:spPr/>
        <p:txBody>
          <a:bodyPr>
            <a:normAutofit fontScale="90000"/>
          </a:bodyPr>
          <a:lstStyle/>
          <a:p>
            <a:r>
              <a:rPr lang="en-US" dirty="0"/>
              <a:t>Assignment</a:t>
            </a:r>
          </a:p>
        </p:txBody>
      </p:sp>
      <p:sp>
        <p:nvSpPr>
          <p:cNvPr id="3" name="Segnaposto contenuto 2">
            <a:extLst>
              <a:ext uri="{FF2B5EF4-FFF2-40B4-BE49-F238E27FC236}">
                <a16:creationId xmlns:a16="http://schemas.microsoft.com/office/drawing/2014/main" id="{B80DC305-0F24-44E7-B318-2430B992E172}"/>
              </a:ext>
            </a:extLst>
          </p:cNvPr>
          <p:cNvSpPr>
            <a:spLocks noGrp="1"/>
          </p:cNvSpPr>
          <p:nvPr>
            <p:ph idx="1"/>
          </p:nvPr>
        </p:nvSpPr>
        <p:spPr/>
        <p:txBody>
          <a:bodyPr/>
          <a:lstStyle/>
          <a:p>
            <a:r>
              <a:rPr lang="it-IT" b="1" dirty="0"/>
              <a:t>&lt;= </a:t>
            </a:r>
            <a:r>
              <a:rPr lang="it-IT" dirty="0" err="1"/>
              <a:t>is</a:t>
            </a:r>
            <a:r>
              <a:rPr lang="it-IT" dirty="0"/>
              <a:t> the </a:t>
            </a:r>
            <a:r>
              <a:rPr lang="it-IT" dirty="0" err="1"/>
              <a:t>assignment</a:t>
            </a:r>
            <a:r>
              <a:rPr lang="it-IT" dirty="0"/>
              <a:t> operator</a:t>
            </a:r>
          </a:p>
          <a:p>
            <a:endParaRPr lang="it-IT" dirty="0"/>
          </a:p>
          <a:p>
            <a:r>
              <a:rPr lang="it-IT" dirty="0"/>
              <a:t>The </a:t>
            </a:r>
            <a:r>
              <a:rPr lang="it-IT" dirty="0" err="1"/>
              <a:t>assignments</a:t>
            </a:r>
            <a:r>
              <a:rPr lang="it-IT" dirty="0"/>
              <a:t>  are </a:t>
            </a:r>
            <a:r>
              <a:rPr lang="it-IT" dirty="0" err="1"/>
              <a:t>concurrent</a:t>
            </a:r>
            <a:r>
              <a:rPr lang="it-IT" dirty="0"/>
              <a:t>, so </a:t>
            </a:r>
            <a:r>
              <a:rPr lang="en-US" dirty="0"/>
              <a:t>the order of execution </a:t>
            </a:r>
            <a:r>
              <a:rPr lang="en-US" b="1" dirty="0"/>
              <a:t>is not </a:t>
            </a:r>
            <a:r>
              <a:rPr lang="en-US" dirty="0"/>
              <a:t>determined by the order of the statements in the source file</a:t>
            </a:r>
          </a:p>
          <a:p>
            <a:pPr marL="365760" lvl="1" indent="0">
              <a:buNone/>
            </a:pPr>
            <a:r>
              <a:rPr lang="it-IT" sz="2000" dirty="0">
                <a:latin typeface="Courier New" pitchFamily="49" charset="0"/>
                <a:cs typeface="Courier New" pitchFamily="49" charset="0"/>
              </a:rPr>
              <a:t>a&lt;=b and c;</a:t>
            </a:r>
          </a:p>
          <a:p>
            <a:pPr marL="365760" lvl="1" indent="0">
              <a:buNone/>
            </a:pPr>
            <a:r>
              <a:rPr lang="it-IT" sz="2000" dirty="0">
                <a:latin typeface="Courier New" pitchFamily="49" charset="0"/>
                <a:cs typeface="Courier New" pitchFamily="49" charset="0"/>
              </a:rPr>
              <a:t>d&lt;=e or f;</a:t>
            </a:r>
          </a:p>
          <a:p>
            <a:pPr marL="319087" lvl="1" indent="0">
              <a:buNone/>
            </a:pPr>
            <a:r>
              <a:rPr lang="it-IT" dirty="0" err="1"/>
              <a:t>is</a:t>
            </a:r>
            <a:r>
              <a:rPr lang="it-IT" dirty="0"/>
              <a:t> </a:t>
            </a:r>
            <a:r>
              <a:rPr lang="it-IT" dirty="0" err="1"/>
              <a:t>equal</a:t>
            </a:r>
            <a:r>
              <a:rPr lang="it-IT" dirty="0"/>
              <a:t> to</a:t>
            </a:r>
          </a:p>
          <a:p>
            <a:pPr marL="365760" lvl="1" indent="0">
              <a:buNone/>
            </a:pPr>
            <a:r>
              <a:rPr lang="it-IT" sz="2000" dirty="0">
                <a:latin typeface="Courier New" pitchFamily="49" charset="0"/>
                <a:cs typeface="Courier New" pitchFamily="49" charset="0"/>
              </a:rPr>
              <a:t>d&lt;=e or f;</a:t>
            </a:r>
          </a:p>
          <a:p>
            <a:pPr marL="365760" lvl="1" indent="0">
              <a:buNone/>
            </a:pPr>
            <a:r>
              <a:rPr lang="it-IT" sz="2000" dirty="0">
                <a:latin typeface="Courier New" pitchFamily="49" charset="0"/>
                <a:cs typeface="Courier New" pitchFamily="49" charset="0"/>
              </a:rPr>
              <a:t>a&lt;=b and c;</a:t>
            </a:r>
          </a:p>
          <a:p>
            <a:endParaRPr lang="en-US" dirty="0"/>
          </a:p>
        </p:txBody>
      </p:sp>
      <p:sp>
        <p:nvSpPr>
          <p:cNvPr id="4" name="Segnaposto numero diapositiva 3">
            <a:extLst>
              <a:ext uri="{FF2B5EF4-FFF2-40B4-BE49-F238E27FC236}">
                <a16:creationId xmlns:a16="http://schemas.microsoft.com/office/drawing/2014/main" id="{3CA3F5A3-15BF-432E-89B1-005AC83C73DF}"/>
              </a:ext>
            </a:extLst>
          </p:cNvPr>
          <p:cNvSpPr>
            <a:spLocks noGrp="1"/>
          </p:cNvSpPr>
          <p:nvPr>
            <p:ph type="sldNum" sz="quarter" idx="12"/>
          </p:nvPr>
        </p:nvSpPr>
        <p:spPr/>
        <p:txBody>
          <a:bodyPr/>
          <a:lstStyle/>
          <a:p>
            <a:fld id="{403F7DB2-0A9C-4E37-9984-C435ED141F40}" type="slidenum">
              <a:rPr lang="en-US" smtClean="0"/>
              <a:pPr/>
              <a:t>9</a:t>
            </a:fld>
            <a:endParaRPr lang="en-US" dirty="0"/>
          </a:p>
        </p:txBody>
      </p:sp>
      <p:sp>
        <p:nvSpPr>
          <p:cNvPr id="5" name="Segnaposto piè di pagina 4">
            <a:extLst>
              <a:ext uri="{FF2B5EF4-FFF2-40B4-BE49-F238E27FC236}">
                <a16:creationId xmlns:a16="http://schemas.microsoft.com/office/drawing/2014/main" id="{A69B8E58-4328-4AFA-BED3-2495CA6C02CA}"/>
              </a:ext>
            </a:extLst>
          </p:cNvPr>
          <p:cNvSpPr>
            <a:spLocks noGrp="1"/>
          </p:cNvSpPr>
          <p:nvPr>
            <p:ph type="ftr" sz="quarter" idx="3"/>
          </p:nvPr>
        </p:nvSpPr>
        <p:spPr/>
        <p:txBody>
          <a:bodyPr/>
          <a:lstStyle/>
          <a:p>
            <a:r>
              <a:rPr lang="it-IT"/>
              <a:t>10. Introduction to VHDL - Fondamenti di Elettronica - Sergio Spanò</a:t>
            </a:r>
            <a:endParaRPr lang="en-US" dirty="0"/>
          </a:p>
        </p:txBody>
      </p:sp>
    </p:spTree>
    <p:extLst>
      <p:ext uri="{BB962C8B-B14F-4D97-AF65-F5344CB8AC3E}">
        <p14:creationId xmlns:p14="http://schemas.microsoft.com/office/powerpoint/2010/main" val="3978437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F142ED8-5E0F-40F7-A4C1-B6F28CAED448}"/>
              </a:ext>
            </a:extLst>
          </p:cNvPr>
          <p:cNvSpPr>
            <a:spLocks noGrp="1"/>
          </p:cNvSpPr>
          <p:nvPr>
            <p:ph type="title"/>
          </p:nvPr>
        </p:nvSpPr>
        <p:spPr/>
        <p:txBody>
          <a:bodyPr>
            <a:normAutofit fontScale="90000"/>
          </a:bodyPr>
          <a:lstStyle/>
          <a:p>
            <a:r>
              <a:rPr lang="it-IT" dirty="0"/>
              <a:t>DATAFLOW </a:t>
            </a:r>
            <a:r>
              <a:rPr lang="it-IT" dirty="0" err="1"/>
              <a:t>level</a:t>
            </a:r>
            <a:r>
              <a:rPr lang="it-IT" dirty="0"/>
              <a:t> VHDL</a:t>
            </a:r>
            <a:endParaRPr lang="en-US" dirty="0"/>
          </a:p>
        </p:txBody>
      </p:sp>
      <p:sp>
        <p:nvSpPr>
          <p:cNvPr id="3" name="Segnaposto contenuto 2">
            <a:extLst>
              <a:ext uri="{FF2B5EF4-FFF2-40B4-BE49-F238E27FC236}">
                <a16:creationId xmlns:a16="http://schemas.microsoft.com/office/drawing/2014/main" id="{E0B6AE00-7F95-47C1-9147-AAAB5A3CA2E5}"/>
              </a:ext>
            </a:extLst>
          </p:cNvPr>
          <p:cNvSpPr>
            <a:spLocks noGrp="1"/>
          </p:cNvSpPr>
          <p:nvPr>
            <p:ph idx="1"/>
          </p:nvPr>
        </p:nvSpPr>
        <p:spPr>
          <a:xfrm>
            <a:off x="221673" y="1168400"/>
            <a:ext cx="6731388" cy="5091689"/>
          </a:xfrm>
        </p:spPr>
        <p:txBody>
          <a:bodyPr/>
          <a:lstStyle/>
          <a:p>
            <a:r>
              <a:rPr lang="it-IT" dirty="0"/>
              <a:t>Gate </a:t>
            </a:r>
            <a:r>
              <a:rPr lang="it-IT" dirty="0" err="1"/>
              <a:t>level</a:t>
            </a:r>
            <a:r>
              <a:rPr lang="it-IT" dirty="0"/>
              <a:t> </a:t>
            </a:r>
            <a:r>
              <a:rPr lang="it-IT" dirty="0" err="1"/>
              <a:t>description</a:t>
            </a:r>
            <a:r>
              <a:rPr lang="it-IT" dirty="0"/>
              <a:t>  </a:t>
            </a:r>
            <a:r>
              <a:rPr lang="en-US" dirty="0"/>
              <a:t>is the lowest level of abstraction allowed by VHDL.</a:t>
            </a:r>
          </a:p>
          <a:p>
            <a:r>
              <a:rPr lang="it-IT" dirty="0"/>
              <a:t>The </a:t>
            </a:r>
            <a:r>
              <a:rPr lang="it-IT" dirty="0" err="1"/>
              <a:t>Entity</a:t>
            </a:r>
            <a:r>
              <a:rPr lang="it-IT" dirty="0"/>
              <a:t> </a:t>
            </a:r>
            <a:r>
              <a:rPr lang="it-IT" dirty="0" err="1"/>
              <a:t>is</a:t>
            </a:r>
            <a:r>
              <a:rPr lang="it-IT" dirty="0"/>
              <a:t> </a:t>
            </a:r>
            <a:r>
              <a:rPr lang="it-IT" dirty="0" err="1"/>
              <a:t>described</a:t>
            </a:r>
            <a:r>
              <a:rPr lang="it-IT" dirty="0"/>
              <a:t> </a:t>
            </a:r>
            <a:r>
              <a:rPr lang="it-IT" dirty="0" err="1"/>
              <a:t>using</a:t>
            </a:r>
            <a:r>
              <a:rPr lang="en-US" dirty="0"/>
              <a:t> </a:t>
            </a:r>
            <a:r>
              <a:rPr lang="en-US" dirty="0" err="1"/>
              <a:t>boolean</a:t>
            </a:r>
            <a:r>
              <a:rPr lang="en-US" dirty="0"/>
              <a:t> or math equation.</a:t>
            </a:r>
          </a:p>
          <a:p>
            <a:r>
              <a:rPr lang="it-IT" dirty="0" err="1"/>
              <a:t>Complex</a:t>
            </a:r>
            <a:r>
              <a:rPr lang="it-IT" dirty="0"/>
              <a:t> systems </a:t>
            </a:r>
            <a:r>
              <a:rPr lang="it-IT" dirty="0" err="1"/>
              <a:t>cannot</a:t>
            </a:r>
            <a:r>
              <a:rPr lang="it-IT" dirty="0"/>
              <a:t> be </a:t>
            </a:r>
            <a:r>
              <a:rPr lang="it-IT" dirty="0" err="1"/>
              <a:t>easily</a:t>
            </a:r>
            <a:r>
              <a:rPr lang="it-IT" dirty="0"/>
              <a:t> </a:t>
            </a:r>
            <a:r>
              <a:rPr lang="it-IT" dirty="0" err="1"/>
              <a:t>described</a:t>
            </a:r>
            <a:r>
              <a:rPr lang="it-IT" dirty="0"/>
              <a:t> </a:t>
            </a:r>
            <a:r>
              <a:rPr lang="it-IT" dirty="0" err="1"/>
              <a:t>at</a:t>
            </a:r>
            <a:r>
              <a:rPr lang="it-IT" dirty="0"/>
              <a:t> gate </a:t>
            </a:r>
            <a:r>
              <a:rPr lang="it-IT" dirty="0" err="1"/>
              <a:t>level</a:t>
            </a:r>
            <a:r>
              <a:rPr lang="it-IT" dirty="0"/>
              <a:t>.</a:t>
            </a:r>
          </a:p>
          <a:p>
            <a:pPr lvl="1"/>
            <a:r>
              <a:rPr lang="it-IT" sz="2000" dirty="0"/>
              <a:t>A common Intel I7 processor </a:t>
            </a:r>
            <a:r>
              <a:rPr lang="it-IT" sz="2000" dirty="0" err="1"/>
              <a:t>is</a:t>
            </a:r>
            <a:r>
              <a:rPr lang="it-IT" sz="2000" dirty="0"/>
              <a:t> </a:t>
            </a:r>
            <a:r>
              <a:rPr lang="it-IT" sz="2000" dirty="0" err="1"/>
              <a:t>composed</a:t>
            </a:r>
            <a:r>
              <a:rPr lang="it-IT" sz="2000" dirty="0"/>
              <a:t> by </a:t>
            </a:r>
            <a:r>
              <a:rPr lang="en-US" sz="2000" dirty="0"/>
              <a:t>731.000.000 transistors</a:t>
            </a:r>
          </a:p>
          <a:p>
            <a:endParaRPr lang="en-US" dirty="0"/>
          </a:p>
        </p:txBody>
      </p:sp>
      <p:sp>
        <p:nvSpPr>
          <p:cNvPr id="4" name="Segnaposto numero diapositiva 3">
            <a:extLst>
              <a:ext uri="{FF2B5EF4-FFF2-40B4-BE49-F238E27FC236}">
                <a16:creationId xmlns:a16="http://schemas.microsoft.com/office/drawing/2014/main" id="{CD1C26C7-48A2-404B-98F9-784AFF7BDEA8}"/>
              </a:ext>
            </a:extLst>
          </p:cNvPr>
          <p:cNvSpPr>
            <a:spLocks noGrp="1"/>
          </p:cNvSpPr>
          <p:nvPr>
            <p:ph type="sldNum" sz="quarter" idx="12"/>
          </p:nvPr>
        </p:nvSpPr>
        <p:spPr/>
        <p:txBody>
          <a:bodyPr/>
          <a:lstStyle/>
          <a:p>
            <a:fld id="{403F7DB2-0A9C-4E37-9984-C435ED141F40}" type="slidenum">
              <a:rPr lang="en-US" smtClean="0"/>
              <a:pPr/>
              <a:t>10</a:t>
            </a:fld>
            <a:endParaRPr lang="en-US" dirty="0"/>
          </a:p>
        </p:txBody>
      </p:sp>
      <p:sp>
        <p:nvSpPr>
          <p:cNvPr id="5" name="Segnaposto piè di pagina 4">
            <a:extLst>
              <a:ext uri="{FF2B5EF4-FFF2-40B4-BE49-F238E27FC236}">
                <a16:creationId xmlns:a16="http://schemas.microsoft.com/office/drawing/2014/main" id="{77EFE395-C128-4F64-BB6E-0D775B290AC2}"/>
              </a:ext>
            </a:extLst>
          </p:cNvPr>
          <p:cNvSpPr>
            <a:spLocks noGrp="1"/>
          </p:cNvSpPr>
          <p:nvPr>
            <p:ph type="ftr" sz="quarter" idx="3"/>
          </p:nvPr>
        </p:nvSpPr>
        <p:spPr/>
        <p:txBody>
          <a:bodyPr/>
          <a:lstStyle/>
          <a:p>
            <a:r>
              <a:rPr lang="it-IT"/>
              <a:t>10. Introduction to VHDL - Fondamenti di Elettronica - Sergio Spanò</a:t>
            </a:r>
            <a:endParaRPr lang="en-US" dirty="0"/>
          </a:p>
        </p:txBody>
      </p:sp>
      <p:pic>
        <p:nvPicPr>
          <p:cNvPr id="6" name="Immagine 5">
            <a:extLst>
              <a:ext uri="{FF2B5EF4-FFF2-40B4-BE49-F238E27FC236}">
                <a16:creationId xmlns:a16="http://schemas.microsoft.com/office/drawing/2014/main" id="{872C6874-737B-4102-A89E-0DD4F797036B}"/>
              </a:ext>
            </a:extLst>
          </p:cNvPr>
          <p:cNvPicPr>
            <a:picLocks noChangeAspect="1"/>
          </p:cNvPicPr>
          <p:nvPr/>
        </p:nvPicPr>
        <p:blipFill>
          <a:blip r:embed="rId2"/>
          <a:stretch>
            <a:fillRect/>
          </a:stretch>
        </p:blipFill>
        <p:spPr>
          <a:xfrm>
            <a:off x="7749383" y="1901831"/>
            <a:ext cx="3448845" cy="1903842"/>
          </a:xfrm>
          <a:prstGeom prst="rect">
            <a:avLst/>
          </a:prstGeom>
        </p:spPr>
      </p:pic>
    </p:spTree>
    <p:extLst>
      <p:ext uri="{BB962C8B-B14F-4D97-AF65-F5344CB8AC3E}">
        <p14:creationId xmlns:p14="http://schemas.microsoft.com/office/powerpoint/2010/main" val="11684834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ADF81E6-2E77-407D-9350-61D065D46AFD}"/>
              </a:ext>
            </a:extLst>
          </p:cNvPr>
          <p:cNvSpPr>
            <a:spLocks noGrp="1"/>
          </p:cNvSpPr>
          <p:nvPr>
            <p:ph type="title"/>
          </p:nvPr>
        </p:nvSpPr>
        <p:spPr/>
        <p:txBody>
          <a:bodyPr>
            <a:normAutofit fontScale="90000"/>
          </a:bodyPr>
          <a:lstStyle/>
          <a:p>
            <a:r>
              <a:rPr lang="it-IT" dirty="0" err="1"/>
              <a:t>Behavioral</a:t>
            </a:r>
            <a:r>
              <a:rPr lang="it-IT" dirty="0"/>
              <a:t> </a:t>
            </a:r>
            <a:r>
              <a:rPr lang="it-IT" dirty="0" err="1"/>
              <a:t>level</a:t>
            </a:r>
            <a:r>
              <a:rPr lang="it-IT" dirty="0"/>
              <a:t> VHDL</a:t>
            </a:r>
            <a:endParaRPr lang="en-US" dirty="0"/>
          </a:p>
        </p:txBody>
      </p:sp>
      <p:sp>
        <p:nvSpPr>
          <p:cNvPr id="3" name="Segnaposto contenuto 2">
            <a:extLst>
              <a:ext uri="{FF2B5EF4-FFF2-40B4-BE49-F238E27FC236}">
                <a16:creationId xmlns:a16="http://schemas.microsoft.com/office/drawing/2014/main" id="{4291D59A-B38B-46DF-AFE2-E08874173FD3}"/>
              </a:ext>
            </a:extLst>
          </p:cNvPr>
          <p:cNvSpPr>
            <a:spLocks noGrp="1"/>
          </p:cNvSpPr>
          <p:nvPr>
            <p:ph idx="1"/>
          </p:nvPr>
        </p:nvSpPr>
        <p:spPr>
          <a:xfrm>
            <a:off x="221673" y="1168400"/>
            <a:ext cx="7229329" cy="5091689"/>
          </a:xfrm>
        </p:spPr>
        <p:txBody>
          <a:bodyPr/>
          <a:lstStyle/>
          <a:p>
            <a:r>
              <a:rPr lang="en-US" dirty="0"/>
              <a:t>This level is used to describe the behavior of an entity without considering  how the design is implemented in terms of logic gates.</a:t>
            </a:r>
          </a:p>
          <a:p>
            <a:r>
              <a:rPr lang="en-US" dirty="0"/>
              <a:t>Behavioral descriptions are supported with the </a:t>
            </a:r>
            <a:r>
              <a:rPr lang="en-US" b="1" dirty="0"/>
              <a:t>process statement </a:t>
            </a:r>
            <a:r>
              <a:rPr lang="en-US" dirty="0"/>
              <a:t>and use syntax statement similar to those used in software (if, </a:t>
            </a:r>
            <a:r>
              <a:rPr lang="en-US" dirty="0" err="1"/>
              <a:t>case,for</a:t>
            </a:r>
            <a:r>
              <a:rPr lang="en-US" dirty="0"/>
              <a:t>…)</a:t>
            </a:r>
          </a:p>
          <a:p>
            <a:endParaRPr lang="en-US" dirty="0"/>
          </a:p>
        </p:txBody>
      </p:sp>
      <p:sp>
        <p:nvSpPr>
          <p:cNvPr id="4" name="Segnaposto numero diapositiva 3">
            <a:extLst>
              <a:ext uri="{FF2B5EF4-FFF2-40B4-BE49-F238E27FC236}">
                <a16:creationId xmlns:a16="http://schemas.microsoft.com/office/drawing/2014/main" id="{6F014FAD-D201-448D-AFA9-3B48FF6C5E8C}"/>
              </a:ext>
            </a:extLst>
          </p:cNvPr>
          <p:cNvSpPr>
            <a:spLocks noGrp="1"/>
          </p:cNvSpPr>
          <p:nvPr>
            <p:ph type="sldNum" sz="quarter" idx="12"/>
          </p:nvPr>
        </p:nvSpPr>
        <p:spPr/>
        <p:txBody>
          <a:bodyPr/>
          <a:lstStyle/>
          <a:p>
            <a:fld id="{403F7DB2-0A9C-4E37-9984-C435ED141F40}" type="slidenum">
              <a:rPr lang="en-US" smtClean="0"/>
              <a:pPr/>
              <a:t>11</a:t>
            </a:fld>
            <a:endParaRPr lang="en-US" dirty="0"/>
          </a:p>
        </p:txBody>
      </p:sp>
      <p:sp>
        <p:nvSpPr>
          <p:cNvPr id="5" name="Segnaposto piè di pagina 4">
            <a:extLst>
              <a:ext uri="{FF2B5EF4-FFF2-40B4-BE49-F238E27FC236}">
                <a16:creationId xmlns:a16="http://schemas.microsoft.com/office/drawing/2014/main" id="{F122FF79-C0AF-4779-A421-332958E035AC}"/>
              </a:ext>
            </a:extLst>
          </p:cNvPr>
          <p:cNvSpPr>
            <a:spLocks noGrp="1"/>
          </p:cNvSpPr>
          <p:nvPr>
            <p:ph type="ftr" sz="quarter" idx="3"/>
          </p:nvPr>
        </p:nvSpPr>
        <p:spPr/>
        <p:txBody>
          <a:bodyPr/>
          <a:lstStyle/>
          <a:p>
            <a:r>
              <a:rPr lang="it-IT"/>
              <a:t>10. Introduction to VHDL - Fondamenti di Elettronica - Sergio Spanò</a:t>
            </a:r>
            <a:endParaRPr lang="en-US" dirty="0"/>
          </a:p>
        </p:txBody>
      </p:sp>
      <p:pic>
        <p:nvPicPr>
          <p:cNvPr id="7" name="Immagine 6">
            <a:extLst>
              <a:ext uri="{FF2B5EF4-FFF2-40B4-BE49-F238E27FC236}">
                <a16:creationId xmlns:a16="http://schemas.microsoft.com/office/drawing/2014/main" id="{A10DCF31-549F-444B-B41B-762A5BC75EF5}"/>
              </a:ext>
            </a:extLst>
          </p:cNvPr>
          <p:cNvPicPr>
            <a:picLocks noChangeAspect="1"/>
          </p:cNvPicPr>
          <p:nvPr/>
        </p:nvPicPr>
        <p:blipFill>
          <a:blip r:embed="rId2"/>
          <a:stretch>
            <a:fillRect/>
          </a:stretch>
        </p:blipFill>
        <p:spPr>
          <a:xfrm>
            <a:off x="8213576" y="2450388"/>
            <a:ext cx="2950890" cy="1957223"/>
          </a:xfrm>
          <a:prstGeom prst="rect">
            <a:avLst/>
          </a:prstGeom>
        </p:spPr>
      </p:pic>
    </p:spTree>
    <p:extLst>
      <p:ext uri="{BB962C8B-B14F-4D97-AF65-F5344CB8AC3E}">
        <p14:creationId xmlns:p14="http://schemas.microsoft.com/office/powerpoint/2010/main" val="4164971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9C306E4-1992-46E1-90CB-EF6FD3E78913}"/>
              </a:ext>
            </a:extLst>
          </p:cNvPr>
          <p:cNvSpPr>
            <a:spLocks noGrp="1"/>
          </p:cNvSpPr>
          <p:nvPr>
            <p:ph type="title"/>
          </p:nvPr>
        </p:nvSpPr>
        <p:spPr/>
        <p:txBody>
          <a:bodyPr>
            <a:normAutofit fontScale="90000"/>
          </a:bodyPr>
          <a:lstStyle/>
          <a:p>
            <a:r>
              <a:rPr lang="it-IT" dirty="0" err="1"/>
              <a:t>Process</a:t>
            </a:r>
            <a:r>
              <a:rPr lang="it-IT" dirty="0"/>
              <a:t> 1/2</a:t>
            </a:r>
            <a:endParaRPr lang="en-US" dirty="0"/>
          </a:p>
        </p:txBody>
      </p:sp>
      <p:sp>
        <p:nvSpPr>
          <p:cNvPr id="3" name="Segnaposto contenuto 2">
            <a:extLst>
              <a:ext uri="{FF2B5EF4-FFF2-40B4-BE49-F238E27FC236}">
                <a16:creationId xmlns:a16="http://schemas.microsoft.com/office/drawing/2014/main" id="{4DDBF4A5-BBE0-4908-9471-118EDCA0B099}"/>
              </a:ext>
            </a:extLst>
          </p:cNvPr>
          <p:cNvSpPr>
            <a:spLocks noGrp="1"/>
          </p:cNvSpPr>
          <p:nvPr>
            <p:ph idx="1"/>
          </p:nvPr>
        </p:nvSpPr>
        <p:spPr>
          <a:xfrm>
            <a:off x="221674" y="1168400"/>
            <a:ext cx="6966778" cy="5091689"/>
          </a:xfrm>
        </p:spPr>
        <p:txBody>
          <a:bodyPr>
            <a:normAutofit lnSpcReduction="10000"/>
          </a:bodyPr>
          <a:lstStyle/>
          <a:p>
            <a:pPr marL="0" indent="0">
              <a:buNone/>
            </a:pPr>
            <a:r>
              <a:rPr lang="en-US" sz="2800" dirty="0"/>
              <a:t>Some VHDL constructs must be inserted in a </a:t>
            </a:r>
            <a:r>
              <a:rPr lang="en-US" sz="2800" b="1" dirty="0"/>
              <a:t>PROCESS</a:t>
            </a:r>
          </a:p>
          <a:p>
            <a:pPr marL="0" indent="0">
              <a:buNone/>
            </a:pPr>
            <a:endParaRPr lang="en-US" sz="2800" b="1" dirty="0"/>
          </a:p>
          <a:p>
            <a:pPr marL="0" indent="0">
              <a:buNone/>
            </a:pPr>
            <a:r>
              <a:rPr lang="en-US" sz="2800" dirty="0"/>
              <a:t>The process statement consists of some parts: </a:t>
            </a:r>
          </a:p>
          <a:p>
            <a:r>
              <a:rPr lang="it-IT" sz="2800" b="1" dirty="0" err="1">
                <a:solidFill>
                  <a:srgbClr val="FFC000"/>
                </a:solidFill>
              </a:rPr>
              <a:t>Process</a:t>
            </a:r>
            <a:r>
              <a:rPr lang="it-IT" sz="2800" b="1" dirty="0">
                <a:solidFill>
                  <a:srgbClr val="FFC000"/>
                </a:solidFill>
              </a:rPr>
              <a:t> name </a:t>
            </a:r>
            <a:r>
              <a:rPr lang="it-IT" sz="2800" dirty="0">
                <a:solidFill>
                  <a:srgbClr val="FFC000"/>
                </a:solidFill>
              </a:rPr>
              <a:t>(optional</a:t>
            </a:r>
            <a:r>
              <a:rPr lang="it-IT" sz="2800" dirty="0">
                <a:solidFill>
                  <a:schemeClr val="tx2"/>
                </a:solidFill>
              </a:rPr>
              <a:t>)</a:t>
            </a:r>
            <a:endParaRPr lang="en-US" sz="2800" dirty="0">
              <a:solidFill>
                <a:schemeClr val="tx2"/>
              </a:solidFill>
            </a:endParaRPr>
          </a:p>
          <a:p>
            <a:r>
              <a:rPr lang="en-US" sz="2800" b="1" dirty="0">
                <a:solidFill>
                  <a:srgbClr val="C00000"/>
                </a:solidFill>
              </a:rPr>
              <a:t>Sensitivity list</a:t>
            </a:r>
            <a:r>
              <a:rPr lang="en-US" sz="2800" dirty="0"/>
              <a:t>: This list enumerates exactly which signals cause the process.</a:t>
            </a:r>
          </a:p>
          <a:p>
            <a:r>
              <a:rPr lang="en-US" sz="2800" b="1" dirty="0"/>
              <a:t>Statement to be executed: </a:t>
            </a:r>
            <a:r>
              <a:rPr lang="en-US" sz="2800" dirty="0"/>
              <a:t>contains the operations performed by the process.</a:t>
            </a:r>
          </a:p>
          <a:p>
            <a:r>
              <a:rPr lang="en-US" sz="2800" dirty="0"/>
              <a:t>When signals in sensitivity list change  the statement is executed</a:t>
            </a:r>
          </a:p>
          <a:p>
            <a:endParaRPr lang="en-US" dirty="0"/>
          </a:p>
        </p:txBody>
      </p:sp>
      <p:sp>
        <p:nvSpPr>
          <p:cNvPr id="4" name="Segnaposto numero diapositiva 3">
            <a:extLst>
              <a:ext uri="{FF2B5EF4-FFF2-40B4-BE49-F238E27FC236}">
                <a16:creationId xmlns:a16="http://schemas.microsoft.com/office/drawing/2014/main" id="{C7C5A69F-8658-4E4B-88D0-C040784EABF1}"/>
              </a:ext>
            </a:extLst>
          </p:cNvPr>
          <p:cNvSpPr>
            <a:spLocks noGrp="1"/>
          </p:cNvSpPr>
          <p:nvPr>
            <p:ph type="sldNum" sz="quarter" idx="12"/>
          </p:nvPr>
        </p:nvSpPr>
        <p:spPr/>
        <p:txBody>
          <a:bodyPr/>
          <a:lstStyle/>
          <a:p>
            <a:fld id="{403F7DB2-0A9C-4E37-9984-C435ED141F40}" type="slidenum">
              <a:rPr lang="en-US" smtClean="0"/>
              <a:pPr/>
              <a:t>12</a:t>
            </a:fld>
            <a:endParaRPr lang="en-US" dirty="0"/>
          </a:p>
        </p:txBody>
      </p:sp>
      <p:sp>
        <p:nvSpPr>
          <p:cNvPr id="5" name="Segnaposto piè di pagina 4">
            <a:extLst>
              <a:ext uri="{FF2B5EF4-FFF2-40B4-BE49-F238E27FC236}">
                <a16:creationId xmlns:a16="http://schemas.microsoft.com/office/drawing/2014/main" id="{04A1255A-9EE4-4269-ACFA-EB0FE8B73E3C}"/>
              </a:ext>
            </a:extLst>
          </p:cNvPr>
          <p:cNvSpPr>
            <a:spLocks noGrp="1"/>
          </p:cNvSpPr>
          <p:nvPr>
            <p:ph type="ftr" sz="quarter" idx="3"/>
          </p:nvPr>
        </p:nvSpPr>
        <p:spPr/>
        <p:txBody>
          <a:bodyPr/>
          <a:lstStyle/>
          <a:p>
            <a:r>
              <a:rPr lang="it-IT"/>
              <a:t>10. Introduction to VHDL - Fondamenti di Elettronica - Sergio Spanò</a:t>
            </a:r>
            <a:endParaRPr lang="en-US" dirty="0"/>
          </a:p>
        </p:txBody>
      </p:sp>
      <p:pic>
        <p:nvPicPr>
          <p:cNvPr id="6" name="Immagine 5">
            <a:extLst>
              <a:ext uri="{FF2B5EF4-FFF2-40B4-BE49-F238E27FC236}">
                <a16:creationId xmlns:a16="http://schemas.microsoft.com/office/drawing/2014/main" id="{5CDD60F3-6972-4E5B-BED5-3F42332C79F7}"/>
              </a:ext>
            </a:extLst>
          </p:cNvPr>
          <p:cNvPicPr>
            <a:picLocks noChangeAspect="1"/>
          </p:cNvPicPr>
          <p:nvPr/>
        </p:nvPicPr>
        <p:blipFill>
          <a:blip r:embed="rId2"/>
          <a:stretch>
            <a:fillRect/>
          </a:stretch>
        </p:blipFill>
        <p:spPr>
          <a:xfrm>
            <a:off x="7745398" y="2044868"/>
            <a:ext cx="3915357" cy="3053603"/>
          </a:xfrm>
          <a:prstGeom prst="rect">
            <a:avLst/>
          </a:prstGeom>
        </p:spPr>
      </p:pic>
    </p:spTree>
    <p:extLst>
      <p:ext uri="{BB962C8B-B14F-4D97-AF65-F5344CB8AC3E}">
        <p14:creationId xmlns:p14="http://schemas.microsoft.com/office/powerpoint/2010/main" val="1489511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DD45CAA-30FF-4EA4-B080-F37DEFA1BAF6}"/>
              </a:ext>
            </a:extLst>
          </p:cNvPr>
          <p:cNvSpPr>
            <a:spLocks noGrp="1"/>
          </p:cNvSpPr>
          <p:nvPr>
            <p:ph type="title"/>
          </p:nvPr>
        </p:nvSpPr>
        <p:spPr/>
        <p:txBody>
          <a:bodyPr>
            <a:normAutofit fontScale="90000"/>
          </a:bodyPr>
          <a:lstStyle/>
          <a:p>
            <a:r>
              <a:rPr lang="it-IT" dirty="0" err="1"/>
              <a:t>Process</a:t>
            </a:r>
            <a:r>
              <a:rPr lang="it-IT" dirty="0"/>
              <a:t> 2/2</a:t>
            </a:r>
            <a:endParaRPr lang="en-US" dirty="0"/>
          </a:p>
        </p:txBody>
      </p:sp>
      <p:sp>
        <p:nvSpPr>
          <p:cNvPr id="3" name="Segnaposto contenuto 2">
            <a:extLst>
              <a:ext uri="{FF2B5EF4-FFF2-40B4-BE49-F238E27FC236}">
                <a16:creationId xmlns:a16="http://schemas.microsoft.com/office/drawing/2014/main" id="{3D5D988A-B075-43BA-B44D-B1BD03FAA362}"/>
              </a:ext>
            </a:extLst>
          </p:cNvPr>
          <p:cNvSpPr>
            <a:spLocks noGrp="1"/>
          </p:cNvSpPr>
          <p:nvPr>
            <p:ph idx="1"/>
          </p:nvPr>
        </p:nvSpPr>
        <p:spPr>
          <a:xfrm>
            <a:off x="221673" y="1168400"/>
            <a:ext cx="5961844" cy="5091689"/>
          </a:xfrm>
        </p:spPr>
        <p:txBody>
          <a:bodyPr/>
          <a:lstStyle/>
          <a:p>
            <a:pPr lvl="0" algn="just" fontAlgn="base">
              <a:spcBef>
                <a:spcPct val="0"/>
              </a:spcBef>
              <a:spcAft>
                <a:spcPct val="0"/>
              </a:spcAft>
            </a:pPr>
            <a:r>
              <a:rPr lang="it-IT" dirty="0"/>
              <a:t>Like the </a:t>
            </a:r>
            <a:r>
              <a:rPr lang="en-US" dirty="0">
                <a:cs typeface="Courier New" pitchFamily="49" charset="0"/>
              </a:rPr>
              <a:t>assignments, processes are concurrent each others.</a:t>
            </a:r>
          </a:p>
          <a:p>
            <a:pPr lvl="0" algn="just" fontAlgn="base">
              <a:spcBef>
                <a:spcPct val="0"/>
              </a:spcBef>
              <a:spcAft>
                <a:spcPct val="0"/>
              </a:spcAft>
            </a:pPr>
            <a:r>
              <a:rPr lang="en-US" dirty="0">
                <a:cs typeface="Courier New" pitchFamily="49" charset="0"/>
              </a:rPr>
              <a:t>The synthesizer converts the code into a netlist of objects that  correspond to circuits. We can say that the different processes in the code match various hardware blocks that probably will work simultaneously</a:t>
            </a:r>
          </a:p>
          <a:p>
            <a:endParaRPr lang="en-US" dirty="0"/>
          </a:p>
        </p:txBody>
      </p:sp>
      <p:sp>
        <p:nvSpPr>
          <p:cNvPr id="4" name="Segnaposto numero diapositiva 3">
            <a:extLst>
              <a:ext uri="{FF2B5EF4-FFF2-40B4-BE49-F238E27FC236}">
                <a16:creationId xmlns:a16="http://schemas.microsoft.com/office/drawing/2014/main" id="{29EF1E61-B5FA-46F3-A35E-32EE6AB6DBDC}"/>
              </a:ext>
            </a:extLst>
          </p:cNvPr>
          <p:cNvSpPr>
            <a:spLocks noGrp="1"/>
          </p:cNvSpPr>
          <p:nvPr>
            <p:ph type="sldNum" sz="quarter" idx="12"/>
          </p:nvPr>
        </p:nvSpPr>
        <p:spPr/>
        <p:txBody>
          <a:bodyPr/>
          <a:lstStyle/>
          <a:p>
            <a:fld id="{403F7DB2-0A9C-4E37-9984-C435ED141F40}" type="slidenum">
              <a:rPr lang="en-US" smtClean="0"/>
              <a:pPr/>
              <a:t>13</a:t>
            </a:fld>
            <a:endParaRPr lang="en-US" dirty="0"/>
          </a:p>
        </p:txBody>
      </p:sp>
      <p:sp>
        <p:nvSpPr>
          <p:cNvPr id="5" name="Segnaposto piè di pagina 4">
            <a:extLst>
              <a:ext uri="{FF2B5EF4-FFF2-40B4-BE49-F238E27FC236}">
                <a16:creationId xmlns:a16="http://schemas.microsoft.com/office/drawing/2014/main" id="{E4CF29BC-E6B2-4C89-B5E7-5F19F0986650}"/>
              </a:ext>
            </a:extLst>
          </p:cNvPr>
          <p:cNvSpPr>
            <a:spLocks noGrp="1"/>
          </p:cNvSpPr>
          <p:nvPr>
            <p:ph type="ftr" sz="quarter" idx="3"/>
          </p:nvPr>
        </p:nvSpPr>
        <p:spPr/>
        <p:txBody>
          <a:bodyPr/>
          <a:lstStyle/>
          <a:p>
            <a:r>
              <a:rPr lang="it-IT"/>
              <a:t>10. Introduction to VHDL - Fondamenti di Elettronica - Sergio Spanò</a:t>
            </a:r>
            <a:endParaRPr lang="en-US" dirty="0"/>
          </a:p>
        </p:txBody>
      </p:sp>
      <p:pic>
        <p:nvPicPr>
          <p:cNvPr id="6" name="Immagine 5">
            <a:extLst>
              <a:ext uri="{FF2B5EF4-FFF2-40B4-BE49-F238E27FC236}">
                <a16:creationId xmlns:a16="http://schemas.microsoft.com/office/drawing/2014/main" id="{FBB58BEA-E452-4837-A9C1-7CB418F42BD3}"/>
              </a:ext>
            </a:extLst>
          </p:cNvPr>
          <p:cNvPicPr>
            <a:picLocks noChangeAspect="1"/>
          </p:cNvPicPr>
          <p:nvPr/>
        </p:nvPicPr>
        <p:blipFill>
          <a:blip r:embed="rId2"/>
          <a:stretch>
            <a:fillRect/>
          </a:stretch>
        </p:blipFill>
        <p:spPr>
          <a:xfrm>
            <a:off x="7409130" y="1783604"/>
            <a:ext cx="3831019" cy="3513162"/>
          </a:xfrm>
          <a:prstGeom prst="rect">
            <a:avLst/>
          </a:prstGeom>
        </p:spPr>
      </p:pic>
    </p:spTree>
    <p:extLst>
      <p:ext uri="{BB962C8B-B14F-4D97-AF65-F5344CB8AC3E}">
        <p14:creationId xmlns:p14="http://schemas.microsoft.com/office/powerpoint/2010/main" val="39275244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A5D5D26-D9C8-4FC4-87B5-0DACD1D284C6}"/>
              </a:ext>
            </a:extLst>
          </p:cNvPr>
          <p:cNvSpPr>
            <a:spLocks noGrp="1"/>
          </p:cNvSpPr>
          <p:nvPr>
            <p:ph type="title"/>
          </p:nvPr>
        </p:nvSpPr>
        <p:spPr/>
        <p:txBody>
          <a:bodyPr>
            <a:normAutofit fontScale="90000"/>
          </a:bodyPr>
          <a:lstStyle/>
          <a:p>
            <a:r>
              <a:rPr lang="en-US" dirty="0"/>
              <a:t>Objects</a:t>
            </a:r>
          </a:p>
        </p:txBody>
      </p:sp>
      <p:sp>
        <p:nvSpPr>
          <p:cNvPr id="3" name="Segnaposto contenuto 2">
            <a:extLst>
              <a:ext uri="{FF2B5EF4-FFF2-40B4-BE49-F238E27FC236}">
                <a16:creationId xmlns:a16="http://schemas.microsoft.com/office/drawing/2014/main" id="{6E064A16-FF64-4629-89B3-3B9DAA449601}"/>
              </a:ext>
            </a:extLst>
          </p:cNvPr>
          <p:cNvSpPr>
            <a:spLocks noGrp="1"/>
          </p:cNvSpPr>
          <p:nvPr>
            <p:ph idx="1"/>
          </p:nvPr>
        </p:nvSpPr>
        <p:spPr/>
        <p:txBody>
          <a:bodyPr/>
          <a:lstStyle/>
          <a:p>
            <a:r>
              <a:rPr lang="en-US" sz="2800" b="1" dirty="0">
                <a:latin typeface="+mj-lt"/>
                <a:ea typeface="DejaVu Sans" charset="0"/>
                <a:cs typeface="DejaVu Sans" charset="0"/>
              </a:rPr>
              <a:t>Objects</a:t>
            </a:r>
            <a:r>
              <a:rPr lang="en-US" sz="2800" dirty="0">
                <a:latin typeface="+mj-lt"/>
                <a:ea typeface="DejaVu Sans" charset="0"/>
                <a:cs typeface="DejaVu Sans" charset="0"/>
              </a:rPr>
              <a:t>: Language elements that are used to represent the data</a:t>
            </a:r>
          </a:p>
          <a:p>
            <a:endParaRPr lang="en-US" dirty="0"/>
          </a:p>
          <a:p>
            <a:r>
              <a:rPr lang="it-IT" sz="2800" dirty="0">
                <a:latin typeface="+mj-lt"/>
                <a:ea typeface="DejaVu Sans" charset="0"/>
                <a:cs typeface="DejaVu Sans" charset="0"/>
              </a:rPr>
              <a:t>VHDL HAS </a:t>
            </a:r>
            <a:r>
              <a:rPr lang="it-IT" sz="2800" b="1" dirty="0">
                <a:latin typeface="+mj-lt"/>
                <a:ea typeface="DejaVu Sans" charset="0"/>
                <a:cs typeface="DejaVu Sans" charset="0"/>
              </a:rPr>
              <a:t>3 OBJECT </a:t>
            </a:r>
            <a:r>
              <a:rPr lang="it-IT" sz="2800" b="1" dirty="0" err="1">
                <a:latin typeface="+mj-lt"/>
                <a:ea typeface="DejaVu Sans" charset="0"/>
                <a:cs typeface="DejaVu Sans" charset="0"/>
              </a:rPr>
              <a:t>TYPEs</a:t>
            </a:r>
            <a:endParaRPr lang="it-IT" sz="2800" b="1" dirty="0">
              <a:latin typeface="+mj-lt"/>
              <a:ea typeface="DejaVu Sans" charset="0"/>
              <a:cs typeface="DejaVu Sans" charset="0"/>
            </a:endParaRPr>
          </a:p>
          <a:p>
            <a:endParaRPr lang="en-US" dirty="0"/>
          </a:p>
        </p:txBody>
      </p:sp>
      <p:sp>
        <p:nvSpPr>
          <p:cNvPr id="4" name="Segnaposto numero diapositiva 3">
            <a:extLst>
              <a:ext uri="{FF2B5EF4-FFF2-40B4-BE49-F238E27FC236}">
                <a16:creationId xmlns:a16="http://schemas.microsoft.com/office/drawing/2014/main" id="{98FDBEFD-7DD2-466C-A557-69300E788A3D}"/>
              </a:ext>
            </a:extLst>
          </p:cNvPr>
          <p:cNvSpPr>
            <a:spLocks noGrp="1"/>
          </p:cNvSpPr>
          <p:nvPr>
            <p:ph type="sldNum" sz="quarter" idx="12"/>
          </p:nvPr>
        </p:nvSpPr>
        <p:spPr/>
        <p:txBody>
          <a:bodyPr/>
          <a:lstStyle/>
          <a:p>
            <a:fld id="{403F7DB2-0A9C-4E37-9984-C435ED141F40}" type="slidenum">
              <a:rPr lang="en-US" smtClean="0"/>
              <a:pPr/>
              <a:t>14</a:t>
            </a:fld>
            <a:endParaRPr lang="en-US" dirty="0"/>
          </a:p>
        </p:txBody>
      </p:sp>
      <p:sp>
        <p:nvSpPr>
          <p:cNvPr id="5" name="Segnaposto piè di pagina 4">
            <a:extLst>
              <a:ext uri="{FF2B5EF4-FFF2-40B4-BE49-F238E27FC236}">
                <a16:creationId xmlns:a16="http://schemas.microsoft.com/office/drawing/2014/main" id="{6364E5E4-93DC-499B-9927-B9801FB049AD}"/>
              </a:ext>
            </a:extLst>
          </p:cNvPr>
          <p:cNvSpPr>
            <a:spLocks noGrp="1"/>
          </p:cNvSpPr>
          <p:nvPr>
            <p:ph type="ftr" sz="quarter" idx="3"/>
          </p:nvPr>
        </p:nvSpPr>
        <p:spPr/>
        <p:txBody>
          <a:bodyPr/>
          <a:lstStyle/>
          <a:p>
            <a:r>
              <a:rPr lang="it-IT"/>
              <a:t>10. Introduction to VHDL - Fondamenti di Elettronica - Sergio Spanò</a:t>
            </a:r>
            <a:endParaRPr lang="en-US" dirty="0"/>
          </a:p>
        </p:txBody>
      </p:sp>
      <p:pic>
        <p:nvPicPr>
          <p:cNvPr id="7" name="Immagine 6">
            <a:extLst>
              <a:ext uri="{FF2B5EF4-FFF2-40B4-BE49-F238E27FC236}">
                <a16:creationId xmlns:a16="http://schemas.microsoft.com/office/drawing/2014/main" id="{45BF3E46-CC30-41F7-B95E-A980BB3CE1BF}"/>
              </a:ext>
            </a:extLst>
          </p:cNvPr>
          <p:cNvPicPr>
            <a:picLocks noChangeAspect="1"/>
          </p:cNvPicPr>
          <p:nvPr/>
        </p:nvPicPr>
        <p:blipFill>
          <a:blip r:embed="rId2"/>
          <a:stretch>
            <a:fillRect/>
          </a:stretch>
        </p:blipFill>
        <p:spPr>
          <a:xfrm>
            <a:off x="1900794" y="2688010"/>
            <a:ext cx="6887536" cy="2314898"/>
          </a:xfrm>
          <a:prstGeom prst="rect">
            <a:avLst/>
          </a:prstGeom>
        </p:spPr>
      </p:pic>
      <p:sp>
        <p:nvSpPr>
          <p:cNvPr id="8" name="CasellaDiTesto 7">
            <a:extLst>
              <a:ext uri="{FF2B5EF4-FFF2-40B4-BE49-F238E27FC236}">
                <a16:creationId xmlns:a16="http://schemas.microsoft.com/office/drawing/2014/main" id="{3BCFB737-C8FD-421B-BF2C-6DC0EC332DC8}"/>
              </a:ext>
            </a:extLst>
          </p:cNvPr>
          <p:cNvSpPr txBox="1"/>
          <p:nvPr/>
        </p:nvSpPr>
        <p:spPr>
          <a:xfrm>
            <a:off x="8155709" y="3845459"/>
            <a:ext cx="3731491" cy="923330"/>
          </a:xfrm>
          <a:prstGeom prst="rect">
            <a:avLst/>
          </a:prstGeom>
          <a:noFill/>
        </p:spPr>
        <p:txBody>
          <a:bodyPr wrap="square" rtlCol="0">
            <a:spAutoFit/>
          </a:bodyPr>
          <a:lstStyle/>
          <a:p>
            <a:r>
              <a:rPr lang="en-US" dirty="0"/>
              <a:t>DO NOT USE variables when describing a circuit, they are useful only in the simulation steps</a:t>
            </a:r>
          </a:p>
        </p:txBody>
      </p:sp>
    </p:spTree>
    <p:extLst>
      <p:ext uri="{BB962C8B-B14F-4D97-AF65-F5344CB8AC3E}">
        <p14:creationId xmlns:p14="http://schemas.microsoft.com/office/powerpoint/2010/main" val="32298333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B4D8220-0C1B-4368-BDF2-A2139D29BE62}"/>
              </a:ext>
            </a:extLst>
          </p:cNvPr>
          <p:cNvSpPr>
            <a:spLocks noGrp="1"/>
          </p:cNvSpPr>
          <p:nvPr>
            <p:ph type="title"/>
          </p:nvPr>
        </p:nvSpPr>
        <p:spPr/>
        <p:txBody>
          <a:bodyPr>
            <a:normAutofit fontScale="90000"/>
          </a:bodyPr>
          <a:lstStyle/>
          <a:p>
            <a:r>
              <a:rPr lang="en-US" dirty="0"/>
              <a:t>Signals</a:t>
            </a:r>
          </a:p>
        </p:txBody>
      </p:sp>
      <p:sp>
        <p:nvSpPr>
          <p:cNvPr id="3" name="Segnaposto contenuto 2">
            <a:extLst>
              <a:ext uri="{FF2B5EF4-FFF2-40B4-BE49-F238E27FC236}">
                <a16:creationId xmlns:a16="http://schemas.microsoft.com/office/drawing/2014/main" id="{49138863-A947-46F2-80BD-824A47C4534D}"/>
              </a:ext>
            </a:extLst>
          </p:cNvPr>
          <p:cNvSpPr>
            <a:spLocks noGrp="1"/>
          </p:cNvSpPr>
          <p:nvPr>
            <p:ph idx="1"/>
          </p:nvPr>
        </p:nvSpPr>
        <p:spPr/>
        <p:txBody>
          <a:bodyPr/>
          <a:lstStyle/>
          <a:p>
            <a:pPr>
              <a:lnSpc>
                <a:spcPct val="80000"/>
              </a:lnSpc>
              <a:spcBef>
                <a:spcPct val="20000"/>
              </a:spcBef>
              <a:spcAft>
                <a:spcPts val="800"/>
              </a:spcAft>
            </a:pPr>
            <a:r>
              <a:rPr lang="en-US" sz="2800" dirty="0">
                <a:solidFill>
                  <a:schemeClr val="tx1"/>
                </a:solidFill>
                <a:latin typeface="+mn-lt"/>
                <a:ea typeface="+mn-ea"/>
                <a:cs typeface="+mn-cs"/>
              </a:rPr>
              <a:t>A signal  can represent:</a:t>
            </a:r>
          </a:p>
          <a:p>
            <a:pPr lvl="1">
              <a:lnSpc>
                <a:spcPct val="80000"/>
              </a:lnSpc>
              <a:spcBef>
                <a:spcPct val="20000"/>
              </a:spcBef>
              <a:spcAft>
                <a:spcPts val="800"/>
              </a:spcAft>
            </a:pPr>
            <a:r>
              <a:rPr lang="en-US" dirty="0">
                <a:solidFill>
                  <a:schemeClr val="tx1"/>
                </a:solidFill>
                <a:latin typeface="+mn-lt"/>
                <a:ea typeface="+mn-ea"/>
                <a:cs typeface="+mn-cs"/>
              </a:rPr>
              <a:t>A link between different entities (wire or bus) or any </a:t>
            </a:r>
          </a:p>
          <a:p>
            <a:pPr lvl="1">
              <a:lnSpc>
                <a:spcPct val="80000"/>
              </a:lnSpc>
              <a:spcBef>
                <a:spcPct val="20000"/>
              </a:spcBef>
              <a:spcAft>
                <a:spcPts val="800"/>
              </a:spcAft>
            </a:pPr>
            <a:r>
              <a:rPr lang="en-US" dirty="0">
                <a:solidFill>
                  <a:schemeClr val="tx1"/>
                </a:solidFill>
                <a:latin typeface="+mn-lt"/>
                <a:ea typeface="+mn-ea"/>
                <a:cs typeface="+mn-cs"/>
              </a:rPr>
              <a:t>A quantity that evolves over time (ex registers)</a:t>
            </a:r>
          </a:p>
          <a:p>
            <a:pPr>
              <a:lnSpc>
                <a:spcPct val="80000"/>
              </a:lnSpc>
              <a:spcBef>
                <a:spcPct val="20000"/>
              </a:spcBef>
              <a:spcAft>
                <a:spcPts val="800"/>
              </a:spcAft>
            </a:pPr>
            <a:r>
              <a:rPr lang="en-US" sz="2800" dirty="0">
                <a:solidFill>
                  <a:schemeClr val="tx1"/>
                </a:solidFill>
                <a:latin typeface="+mn-lt"/>
                <a:ea typeface="+mn-ea"/>
                <a:cs typeface="+mn-cs"/>
              </a:rPr>
              <a:t>In the declaration is possible to define the </a:t>
            </a:r>
            <a:r>
              <a:rPr lang="en-US" sz="2800" b="1" dirty="0">
                <a:solidFill>
                  <a:schemeClr val="tx1"/>
                </a:solidFill>
                <a:latin typeface="+mn-lt"/>
                <a:ea typeface="+mn-ea"/>
                <a:cs typeface="+mn-cs"/>
              </a:rPr>
              <a:t>initial value</a:t>
            </a:r>
            <a:r>
              <a:rPr lang="en-US" sz="2800" dirty="0">
                <a:solidFill>
                  <a:schemeClr val="tx1"/>
                </a:solidFill>
                <a:latin typeface="+mn-lt"/>
                <a:ea typeface="+mn-ea"/>
                <a:cs typeface="+mn-cs"/>
              </a:rPr>
              <a:t> of any signal. </a:t>
            </a:r>
            <a:r>
              <a:rPr lang="en-US" sz="2800" b="1" dirty="0">
                <a:solidFill>
                  <a:schemeClr val="tx1"/>
                </a:solidFill>
                <a:latin typeface="+mn-lt"/>
                <a:ea typeface="+mn-ea"/>
                <a:cs typeface="+mn-cs"/>
              </a:rPr>
              <a:t>In processes  the value  of a signal is updated at the end of the process</a:t>
            </a:r>
            <a:r>
              <a:rPr lang="en-US" sz="2800" dirty="0">
                <a:solidFill>
                  <a:schemeClr val="tx1"/>
                </a:solidFill>
                <a:latin typeface="+mn-lt"/>
                <a:ea typeface="+mn-ea"/>
                <a:cs typeface="+mn-cs"/>
              </a:rPr>
              <a:t>.</a:t>
            </a:r>
          </a:p>
          <a:p>
            <a:endParaRPr lang="en-US" dirty="0"/>
          </a:p>
        </p:txBody>
      </p:sp>
      <p:sp>
        <p:nvSpPr>
          <p:cNvPr id="4" name="Segnaposto numero diapositiva 3">
            <a:extLst>
              <a:ext uri="{FF2B5EF4-FFF2-40B4-BE49-F238E27FC236}">
                <a16:creationId xmlns:a16="http://schemas.microsoft.com/office/drawing/2014/main" id="{D712D52B-91DF-44AF-A93E-6FF9166DBC91}"/>
              </a:ext>
            </a:extLst>
          </p:cNvPr>
          <p:cNvSpPr>
            <a:spLocks noGrp="1"/>
          </p:cNvSpPr>
          <p:nvPr>
            <p:ph type="sldNum" sz="quarter" idx="12"/>
          </p:nvPr>
        </p:nvSpPr>
        <p:spPr/>
        <p:txBody>
          <a:bodyPr/>
          <a:lstStyle/>
          <a:p>
            <a:fld id="{403F7DB2-0A9C-4E37-9984-C435ED141F40}" type="slidenum">
              <a:rPr lang="en-US" smtClean="0"/>
              <a:pPr/>
              <a:t>15</a:t>
            </a:fld>
            <a:endParaRPr lang="en-US" dirty="0"/>
          </a:p>
        </p:txBody>
      </p:sp>
      <p:sp>
        <p:nvSpPr>
          <p:cNvPr id="5" name="Segnaposto piè di pagina 4">
            <a:extLst>
              <a:ext uri="{FF2B5EF4-FFF2-40B4-BE49-F238E27FC236}">
                <a16:creationId xmlns:a16="http://schemas.microsoft.com/office/drawing/2014/main" id="{3587A0E1-FE28-459D-997F-B04F89990CC7}"/>
              </a:ext>
            </a:extLst>
          </p:cNvPr>
          <p:cNvSpPr>
            <a:spLocks noGrp="1"/>
          </p:cNvSpPr>
          <p:nvPr>
            <p:ph type="ftr" sz="quarter" idx="3"/>
          </p:nvPr>
        </p:nvSpPr>
        <p:spPr/>
        <p:txBody>
          <a:bodyPr/>
          <a:lstStyle/>
          <a:p>
            <a:r>
              <a:rPr lang="it-IT"/>
              <a:t>10. Introduction to VHDL - Fondamenti di Elettronica - Sergio Spanò</a:t>
            </a:r>
            <a:endParaRPr lang="en-US" dirty="0"/>
          </a:p>
        </p:txBody>
      </p:sp>
      <p:pic>
        <p:nvPicPr>
          <p:cNvPr id="9" name="Immagine 8">
            <a:extLst>
              <a:ext uri="{FF2B5EF4-FFF2-40B4-BE49-F238E27FC236}">
                <a16:creationId xmlns:a16="http://schemas.microsoft.com/office/drawing/2014/main" id="{2087CBDF-3CCE-4A01-B8B1-E214EC95E03E}"/>
              </a:ext>
            </a:extLst>
          </p:cNvPr>
          <p:cNvPicPr>
            <a:picLocks noChangeAspect="1"/>
          </p:cNvPicPr>
          <p:nvPr/>
        </p:nvPicPr>
        <p:blipFill>
          <a:blip r:embed="rId2"/>
          <a:stretch>
            <a:fillRect/>
          </a:stretch>
        </p:blipFill>
        <p:spPr>
          <a:xfrm>
            <a:off x="2530763" y="4010837"/>
            <a:ext cx="8062479" cy="1928288"/>
          </a:xfrm>
          <a:prstGeom prst="rect">
            <a:avLst/>
          </a:prstGeom>
        </p:spPr>
      </p:pic>
    </p:spTree>
    <p:extLst>
      <p:ext uri="{BB962C8B-B14F-4D97-AF65-F5344CB8AC3E}">
        <p14:creationId xmlns:p14="http://schemas.microsoft.com/office/powerpoint/2010/main" val="37282573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71A8B07-EFC1-4546-A1BD-E3F3B968740D}"/>
              </a:ext>
            </a:extLst>
          </p:cNvPr>
          <p:cNvSpPr>
            <a:spLocks noGrp="1"/>
          </p:cNvSpPr>
          <p:nvPr>
            <p:ph type="title"/>
          </p:nvPr>
        </p:nvSpPr>
        <p:spPr/>
        <p:txBody>
          <a:bodyPr>
            <a:normAutofit fontScale="90000"/>
          </a:bodyPr>
          <a:lstStyle/>
          <a:p>
            <a:r>
              <a:rPr lang="it-IT" dirty="0"/>
              <a:t>VHDL </a:t>
            </a:r>
            <a:r>
              <a:rPr lang="it-IT" dirty="0" err="1"/>
              <a:t>example</a:t>
            </a:r>
            <a:r>
              <a:rPr lang="it-IT" dirty="0"/>
              <a:t> 1</a:t>
            </a:r>
            <a:endParaRPr lang="en-US" dirty="0"/>
          </a:p>
        </p:txBody>
      </p:sp>
      <p:sp>
        <p:nvSpPr>
          <p:cNvPr id="3" name="Segnaposto contenuto 2">
            <a:extLst>
              <a:ext uri="{FF2B5EF4-FFF2-40B4-BE49-F238E27FC236}">
                <a16:creationId xmlns:a16="http://schemas.microsoft.com/office/drawing/2014/main" id="{28D3EE01-E10E-4FC3-B090-7E62335F19C9}"/>
              </a:ext>
            </a:extLst>
          </p:cNvPr>
          <p:cNvSpPr>
            <a:spLocks noGrp="1"/>
          </p:cNvSpPr>
          <p:nvPr>
            <p:ph idx="1"/>
          </p:nvPr>
        </p:nvSpPr>
        <p:spPr/>
        <p:txBody>
          <a:bodyPr/>
          <a:lstStyle/>
          <a:p>
            <a:pPr marL="0" indent="0">
              <a:buNone/>
            </a:pPr>
            <a:r>
              <a:rPr lang="it-IT" dirty="0"/>
              <a:t>GOAL</a:t>
            </a:r>
            <a:r>
              <a:rPr lang="it-IT" dirty="0">
                <a:sym typeface="Wingdings" pitchFamily="2" charset="2"/>
              </a:rPr>
              <a:t> VHDL DESCRIPTION OF A 2 INPUT MULTIPLEXER</a:t>
            </a:r>
          </a:p>
          <a:p>
            <a:pPr lvl="1"/>
            <a:r>
              <a:rPr lang="it-IT" sz="1800" dirty="0">
                <a:sym typeface="Wingdings" pitchFamily="2" charset="2"/>
              </a:rPr>
              <a:t>DATAFLOW/GATE LEVEL</a:t>
            </a:r>
          </a:p>
          <a:p>
            <a:pPr lvl="1"/>
            <a:r>
              <a:rPr lang="it-IT" sz="1800" dirty="0">
                <a:sym typeface="Wingdings" pitchFamily="2" charset="2"/>
              </a:rPr>
              <a:t>BEHAVIORAL LEVEL</a:t>
            </a:r>
          </a:p>
          <a:p>
            <a:endParaRPr lang="en-US" dirty="0"/>
          </a:p>
        </p:txBody>
      </p:sp>
      <p:sp>
        <p:nvSpPr>
          <p:cNvPr id="4" name="Segnaposto numero diapositiva 3">
            <a:extLst>
              <a:ext uri="{FF2B5EF4-FFF2-40B4-BE49-F238E27FC236}">
                <a16:creationId xmlns:a16="http://schemas.microsoft.com/office/drawing/2014/main" id="{A061088E-16BD-463B-9558-74D4F78BD4BD}"/>
              </a:ext>
            </a:extLst>
          </p:cNvPr>
          <p:cNvSpPr>
            <a:spLocks noGrp="1"/>
          </p:cNvSpPr>
          <p:nvPr>
            <p:ph type="sldNum" sz="quarter" idx="12"/>
          </p:nvPr>
        </p:nvSpPr>
        <p:spPr/>
        <p:txBody>
          <a:bodyPr/>
          <a:lstStyle/>
          <a:p>
            <a:fld id="{403F7DB2-0A9C-4E37-9984-C435ED141F40}" type="slidenum">
              <a:rPr lang="en-US" smtClean="0"/>
              <a:pPr/>
              <a:t>16</a:t>
            </a:fld>
            <a:endParaRPr lang="en-US" dirty="0"/>
          </a:p>
        </p:txBody>
      </p:sp>
      <p:sp>
        <p:nvSpPr>
          <p:cNvPr id="5" name="Segnaposto piè di pagina 4">
            <a:extLst>
              <a:ext uri="{FF2B5EF4-FFF2-40B4-BE49-F238E27FC236}">
                <a16:creationId xmlns:a16="http://schemas.microsoft.com/office/drawing/2014/main" id="{5BB85D59-6346-44E3-82BC-146682AFCE23}"/>
              </a:ext>
            </a:extLst>
          </p:cNvPr>
          <p:cNvSpPr>
            <a:spLocks noGrp="1"/>
          </p:cNvSpPr>
          <p:nvPr>
            <p:ph type="ftr" sz="quarter" idx="3"/>
          </p:nvPr>
        </p:nvSpPr>
        <p:spPr/>
        <p:txBody>
          <a:bodyPr/>
          <a:lstStyle/>
          <a:p>
            <a:r>
              <a:rPr lang="it-IT"/>
              <a:t>10. Introduction to VHDL - Fondamenti di Elettronica - Sergio Spanò</a:t>
            </a:r>
            <a:endParaRPr lang="en-US" dirty="0"/>
          </a:p>
        </p:txBody>
      </p:sp>
      <p:pic>
        <p:nvPicPr>
          <p:cNvPr id="6" name="Immagine 5">
            <a:extLst>
              <a:ext uri="{FF2B5EF4-FFF2-40B4-BE49-F238E27FC236}">
                <a16:creationId xmlns:a16="http://schemas.microsoft.com/office/drawing/2014/main" id="{40226236-3EE7-4DDF-B924-A8D0FE4A5F40}"/>
              </a:ext>
            </a:extLst>
          </p:cNvPr>
          <p:cNvPicPr>
            <a:picLocks noChangeAspect="1"/>
          </p:cNvPicPr>
          <p:nvPr/>
        </p:nvPicPr>
        <p:blipFill>
          <a:blip r:embed="rId2"/>
          <a:stretch>
            <a:fillRect/>
          </a:stretch>
        </p:blipFill>
        <p:spPr>
          <a:xfrm>
            <a:off x="5011001" y="2685289"/>
            <a:ext cx="3246308" cy="3111792"/>
          </a:xfrm>
          <a:prstGeom prst="rect">
            <a:avLst/>
          </a:prstGeom>
        </p:spPr>
      </p:pic>
    </p:spTree>
    <p:extLst>
      <p:ext uri="{BB962C8B-B14F-4D97-AF65-F5344CB8AC3E}">
        <p14:creationId xmlns:p14="http://schemas.microsoft.com/office/powerpoint/2010/main" val="33392575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71A8B07-EFC1-4546-A1BD-E3F3B968740D}"/>
              </a:ext>
            </a:extLst>
          </p:cNvPr>
          <p:cNvSpPr>
            <a:spLocks noGrp="1"/>
          </p:cNvSpPr>
          <p:nvPr>
            <p:ph type="title"/>
          </p:nvPr>
        </p:nvSpPr>
        <p:spPr/>
        <p:txBody>
          <a:bodyPr>
            <a:normAutofit fontScale="90000"/>
          </a:bodyPr>
          <a:lstStyle/>
          <a:p>
            <a:r>
              <a:rPr lang="it-IT" dirty="0"/>
              <a:t>VHDL </a:t>
            </a:r>
            <a:r>
              <a:rPr lang="it-IT" dirty="0" err="1"/>
              <a:t>example</a:t>
            </a:r>
            <a:r>
              <a:rPr lang="it-IT" dirty="0"/>
              <a:t> 1</a:t>
            </a:r>
            <a:endParaRPr lang="en-US" dirty="0"/>
          </a:p>
        </p:txBody>
      </p:sp>
      <p:sp>
        <p:nvSpPr>
          <p:cNvPr id="3" name="Segnaposto contenuto 2">
            <a:extLst>
              <a:ext uri="{FF2B5EF4-FFF2-40B4-BE49-F238E27FC236}">
                <a16:creationId xmlns:a16="http://schemas.microsoft.com/office/drawing/2014/main" id="{28D3EE01-E10E-4FC3-B090-7E62335F19C9}"/>
              </a:ext>
            </a:extLst>
          </p:cNvPr>
          <p:cNvSpPr>
            <a:spLocks noGrp="1"/>
          </p:cNvSpPr>
          <p:nvPr>
            <p:ph idx="1"/>
          </p:nvPr>
        </p:nvSpPr>
        <p:spPr/>
        <p:txBody>
          <a:bodyPr>
            <a:normAutofit fontScale="70000" lnSpcReduction="20000"/>
          </a:bodyPr>
          <a:lstStyle/>
          <a:p>
            <a:pPr marL="0" indent="0">
              <a:buNone/>
            </a:pPr>
            <a:r>
              <a:rPr lang="it-IT" sz="2800" b="1" dirty="0">
                <a:solidFill>
                  <a:schemeClr val="tx1">
                    <a:lumMod val="95000"/>
                    <a:lumOff val="5000"/>
                  </a:schemeClr>
                </a:solidFill>
                <a:latin typeface="+mj-lt"/>
                <a:cs typeface="Courier New" pitchFamily="49" charset="0"/>
              </a:rPr>
              <a:t>DATAFLOW LEVEL VHDL</a:t>
            </a:r>
          </a:p>
          <a:p>
            <a:pPr marL="0" indent="0">
              <a:buNone/>
            </a:pPr>
            <a:endParaRPr lang="en-US" sz="2800" b="1" dirty="0">
              <a:solidFill>
                <a:schemeClr val="tx1">
                  <a:lumMod val="95000"/>
                  <a:lumOff val="5000"/>
                </a:schemeClr>
              </a:solidFill>
              <a:latin typeface="Courier New" pitchFamily="49" charset="0"/>
              <a:cs typeface="Courier New" pitchFamily="49" charset="0"/>
            </a:endParaRPr>
          </a:p>
          <a:p>
            <a:pPr marL="0" indent="0">
              <a:buNone/>
            </a:pPr>
            <a:r>
              <a:rPr lang="en-US" sz="2800" dirty="0">
                <a:latin typeface="Courier New" pitchFamily="49" charset="0"/>
                <a:cs typeface="Courier New" pitchFamily="49" charset="0"/>
              </a:rPr>
              <a:t>library IEEE; </a:t>
            </a:r>
          </a:p>
          <a:p>
            <a:pPr marL="0" indent="0">
              <a:buNone/>
            </a:pPr>
            <a:r>
              <a:rPr lang="en-US" sz="2800" dirty="0">
                <a:latin typeface="Courier New" pitchFamily="49" charset="0"/>
                <a:cs typeface="Courier New" pitchFamily="49" charset="0"/>
              </a:rPr>
              <a:t>use IEEE.std_logic_1164.all;</a:t>
            </a:r>
          </a:p>
          <a:p>
            <a:pPr marL="0" indent="0">
              <a:buNone/>
            </a:pPr>
            <a:r>
              <a:rPr lang="en-US" sz="2800" b="1" dirty="0">
                <a:latin typeface="Courier New" pitchFamily="49" charset="0"/>
                <a:cs typeface="Courier New" pitchFamily="49" charset="0"/>
              </a:rPr>
              <a:t>entity</a:t>
            </a:r>
            <a:r>
              <a:rPr lang="en-US" sz="2800" dirty="0">
                <a:latin typeface="Courier New" pitchFamily="49" charset="0"/>
                <a:cs typeface="Courier New" pitchFamily="49" charset="0"/>
              </a:rPr>
              <a:t> MUX is</a:t>
            </a:r>
          </a:p>
          <a:p>
            <a:pPr marL="0" indent="0">
              <a:buNone/>
            </a:pPr>
            <a:r>
              <a:rPr lang="en-US" sz="2800" dirty="0">
                <a:latin typeface="Courier New" pitchFamily="49" charset="0"/>
                <a:cs typeface="Courier New" pitchFamily="49" charset="0"/>
              </a:rPr>
              <a:t>port (</a:t>
            </a:r>
          </a:p>
          <a:p>
            <a:pPr marL="0" indent="0">
              <a:buNone/>
            </a:pPr>
            <a:r>
              <a:rPr lang="en-US" sz="2800" dirty="0">
                <a:latin typeface="Courier New" pitchFamily="49" charset="0"/>
                <a:cs typeface="Courier New" pitchFamily="49" charset="0"/>
              </a:rPr>
              <a:t>IN_1,IN_2,SEL:   in bit;</a:t>
            </a:r>
          </a:p>
          <a:p>
            <a:pPr marL="0" indent="0">
              <a:buNone/>
            </a:pPr>
            <a:r>
              <a:rPr lang="en-US" sz="2800" dirty="0">
                <a:latin typeface="Courier New" pitchFamily="49" charset="0"/>
                <a:cs typeface="Courier New" pitchFamily="49" charset="0"/>
              </a:rPr>
              <a:t>OUTPUT: 	  out bit</a:t>
            </a:r>
          </a:p>
          <a:p>
            <a:pPr marL="0" indent="0">
              <a:buNone/>
            </a:pPr>
            <a:r>
              <a:rPr lang="en-US" sz="2800" dirty="0">
                <a:latin typeface="Courier New" pitchFamily="49" charset="0"/>
                <a:cs typeface="Courier New" pitchFamily="49" charset="0"/>
              </a:rPr>
              <a:t>);</a:t>
            </a:r>
          </a:p>
          <a:p>
            <a:pPr marL="0" indent="0">
              <a:buNone/>
            </a:pPr>
            <a:r>
              <a:rPr lang="en-US" sz="2800" dirty="0">
                <a:latin typeface="Courier New" pitchFamily="49" charset="0"/>
                <a:cs typeface="Courier New" pitchFamily="49" charset="0"/>
              </a:rPr>
              <a:t>end MUX ;</a:t>
            </a:r>
          </a:p>
          <a:p>
            <a:pPr marL="0" indent="0">
              <a:buNone/>
            </a:pPr>
            <a:endParaRPr lang="en-US" sz="2800" dirty="0">
              <a:latin typeface="Courier New" pitchFamily="49" charset="0"/>
              <a:cs typeface="Courier New" pitchFamily="49" charset="0"/>
            </a:endParaRPr>
          </a:p>
          <a:p>
            <a:pPr marL="0" indent="0">
              <a:buNone/>
            </a:pPr>
            <a:r>
              <a:rPr lang="en-US" sz="2800" b="1" dirty="0">
                <a:latin typeface="Courier New" pitchFamily="49" charset="0"/>
                <a:cs typeface="Courier New" pitchFamily="49" charset="0"/>
              </a:rPr>
              <a:t>architecture</a:t>
            </a:r>
            <a:r>
              <a:rPr lang="en-US" sz="2800" dirty="0">
                <a:latin typeface="Courier New" pitchFamily="49" charset="0"/>
                <a:cs typeface="Courier New" pitchFamily="49" charset="0"/>
              </a:rPr>
              <a:t> dataflow of MUX is</a:t>
            </a:r>
          </a:p>
          <a:p>
            <a:pPr marL="0" indent="0">
              <a:buNone/>
            </a:pPr>
            <a:r>
              <a:rPr lang="en-US" sz="2800" dirty="0">
                <a:latin typeface="Courier New" pitchFamily="49" charset="0"/>
                <a:cs typeface="Courier New" pitchFamily="49" charset="0"/>
              </a:rPr>
              <a:t>begin</a:t>
            </a:r>
          </a:p>
          <a:p>
            <a:pPr marL="0" indent="0">
              <a:buNone/>
            </a:pPr>
            <a:r>
              <a:rPr lang="en-US" sz="2800" dirty="0">
                <a:latin typeface="Courier New" pitchFamily="49" charset="0"/>
                <a:cs typeface="Courier New" pitchFamily="49" charset="0"/>
              </a:rPr>
              <a:t>OUTPUT &lt;=(IN_1 and not(SEL))or (IN_2) and SEL);</a:t>
            </a:r>
          </a:p>
          <a:p>
            <a:pPr marL="0" indent="0">
              <a:buNone/>
            </a:pPr>
            <a:r>
              <a:rPr lang="en-US" sz="2800" dirty="0">
                <a:latin typeface="Courier New" pitchFamily="49" charset="0"/>
                <a:cs typeface="Courier New" pitchFamily="49" charset="0"/>
              </a:rPr>
              <a:t>end dataflow ;</a:t>
            </a:r>
          </a:p>
          <a:p>
            <a:endParaRPr lang="en-US" dirty="0"/>
          </a:p>
        </p:txBody>
      </p:sp>
      <p:sp>
        <p:nvSpPr>
          <p:cNvPr id="4" name="Segnaposto numero diapositiva 3">
            <a:extLst>
              <a:ext uri="{FF2B5EF4-FFF2-40B4-BE49-F238E27FC236}">
                <a16:creationId xmlns:a16="http://schemas.microsoft.com/office/drawing/2014/main" id="{A061088E-16BD-463B-9558-74D4F78BD4BD}"/>
              </a:ext>
            </a:extLst>
          </p:cNvPr>
          <p:cNvSpPr>
            <a:spLocks noGrp="1"/>
          </p:cNvSpPr>
          <p:nvPr>
            <p:ph type="sldNum" sz="quarter" idx="12"/>
          </p:nvPr>
        </p:nvSpPr>
        <p:spPr/>
        <p:txBody>
          <a:bodyPr/>
          <a:lstStyle/>
          <a:p>
            <a:fld id="{403F7DB2-0A9C-4E37-9984-C435ED141F40}" type="slidenum">
              <a:rPr lang="en-US" smtClean="0"/>
              <a:pPr/>
              <a:t>17</a:t>
            </a:fld>
            <a:endParaRPr lang="en-US" dirty="0"/>
          </a:p>
        </p:txBody>
      </p:sp>
      <p:sp>
        <p:nvSpPr>
          <p:cNvPr id="5" name="Segnaposto piè di pagina 4">
            <a:extLst>
              <a:ext uri="{FF2B5EF4-FFF2-40B4-BE49-F238E27FC236}">
                <a16:creationId xmlns:a16="http://schemas.microsoft.com/office/drawing/2014/main" id="{5BB85D59-6346-44E3-82BC-146682AFCE23}"/>
              </a:ext>
            </a:extLst>
          </p:cNvPr>
          <p:cNvSpPr>
            <a:spLocks noGrp="1"/>
          </p:cNvSpPr>
          <p:nvPr>
            <p:ph type="ftr" sz="quarter" idx="3"/>
          </p:nvPr>
        </p:nvSpPr>
        <p:spPr/>
        <p:txBody>
          <a:bodyPr/>
          <a:lstStyle/>
          <a:p>
            <a:r>
              <a:rPr lang="it-IT"/>
              <a:t>10. Introduction to VHDL - Fondamenti di Elettronica - Sergio Spanò</a:t>
            </a:r>
            <a:endParaRPr lang="en-US" dirty="0"/>
          </a:p>
        </p:txBody>
      </p:sp>
    </p:spTree>
    <p:extLst>
      <p:ext uri="{BB962C8B-B14F-4D97-AF65-F5344CB8AC3E}">
        <p14:creationId xmlns:p14="http://schemas.microsoft.com/office/powerpoint/2010/main" val="6088420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71A8B07-EFC1-4546-A1BD-E3F3B968740D}"/>
              </a:ext>
            </a:extLst>
          </p:cNvPr>
          <p:cNvSpPr>
            <a:spLocks noGrp="1"/>
          </p:cNvSpPr>
          <p:nvPr>
            <p:ph type="title"/>
          </p:nvPr>
        </p:nvSpPr>
        <p:spPr/>
        <p:txBody>
          <a:bodyPr>
            <a:normAutofit fontScale="90000"/>
          </a:bodyPr>
          <a:lstStyle/>
          <a:p>
            <a:r>
              <a:rPr lang="it-IT" dirty="0"/>
              <a:t>VHDL </a:t>
            </a:r>
            <a:r>
              <a:rPr lang="it-IT" dirty="0" err="1"/>
              <a:t>example</a:t>
            </a:r>
            <a:r>
              <a:rPr lang="it-IT" dirty="0"/>
              <a:t> 1</a:t>
            </a:r>
            <a:endParaRPr lang="en-US" dirty="0"/>
          </a:p>
        </p:txBody>
      </p:sp>
      <p:sp>
        <p:nvSpPr>
          <p:cNvPr id="3" name="Segnaposto contenuto 2">
            <a:extLst>
              <a:ext uri="{FF2B5EF4-FFF2-40B4-BE49-F238E27FC236}">
                <a16:creationId xmlns:a16="http://schemas.microsoft.com/office/drawing/2014/main" id="{28D3EE01-E10E-4FC3-B090-7E62335F19C9}"/>
              </a:ext>
            </a:extLst>
          </p:cNvPr>
          <p:cNvSpPr>
            <a:spLocks noGrp="1"/>
          </p:cNvSpPr>
          <p:nvPr>
            <p:ph idx="1"/>
          </p:nvPr>
        </p:nvSpPr>
        <p:spPr/>
        <p:txBody>
          <a:bodyPr>
            <a:normAutofit fontScale="62500" lnSpcReduction="20000"/>
          </a:bodyPr>
          <a:lstStyle/>
          <a:p>
            <a:pPr marL="0" indent="0">
              <a:buNone/>
            </a:pPr>
            <a:r>
              <a:rPr lang="it-IT" sz="2800" b="1" dirty="0">
                <a:solidFill>
                  <a:schemeClr val="tx1">
                    <a:lumMod val="95000"/>
                    <a:lumOff val="5000"/>
                  </a:schemeClr>
                </a:solidFill>
                <a:latin typeface="+mj-lt"/>
                <a:cs typeface="Courier New" pitchFamily="49" charset="0"/>
              </a:rPr>
              <a:t>BEHAVIORAL LEVEL VHDL</a:t>
            </a:r>
          </a:p>
          <a:p>
            <a:pPr marL="0" indent="0">
              <a:buNone/>
            </a:pPr>
            <a:endParaRPr lang="en-US" sz="2800" b="1" dirty="0">
              <a:solidFill>
                <a:schemeClr val="tx1">
                  <a:lumMod val="95000"/>
                  <a:lumOff val="5000"/>
                </a:schemeClr>
              </a:solidFill>
              <a:latin typeface="Courier New" pitchFamily="49" charset="0"/>
              <a:cs typeface="Courier New" pitchFamily="49" charset="0"/>
            </a:endParaRPr>
          </a:p>
          <a:p>
            <a:pPr marL="0" indent="0">
              <a:buNone/>
            </a:pPr>
            <a:r>
              <a:rPr lang="en-US" sz="2800" dirty="0">
                <a:latin typeface="+mj-lt"/>
                <a:cs typeface="Courier New" pitchFamily="49" charset="0"/>
              </a:rPr>
              <a:t>Entity description as before</a:t>
            </a:r>
          </a:p>
          <a:p>
            <a:pPr marL="0" indent="0">
              <a:buNone/>
            </a:pPr>
            <a:endParaRPr lang="en-US" sz="2800" dirty="0">
              <a:latin typeface="Courier New" pitchFamily="49" charset="0"/>
              <a:cs typeface="Courier New" pitchFamily="49" charset="0"/>
            </a:endParaRPr>
          </a:p>
          <a:p>
            <a:pPr marL="0" indent="0">
              <a:buNone/>
            </a:pPr>
            <a:r>
              <a:rPr lang="en-US" sz="2800" b="1" dirty="0">
                <a:latin typeface="Courier New" pitchFamily="49" charset="0"/>
                <a:cs typeface="Courier New" pitchFamily="49" charset="0"/>
              </a:rPr>
              <a:t>architecture</a:t>
            </a:r>
            <a:r>
              <a:rPr lang="en-US" sz="2800" dirty="0">
                <a:latin typeface="Courier New" pitchFamily="49" charset="0"/>
                <a:cs typeface="Courier New" pitchFamily="49" charset="0"/>
              </a:rPr>
              <a:t> BEHAVIORAL of MUX is</a:t>
            </a:r>
          </a:p>
          <a:p>
            <a:pPr marL="0" indent="0">
              <a:buNone/>
            </a:pPr>
            <a:r>
              <a:rPr lang="en-US" sz="2800" dirty="0">
                <a:latin typeface="Courier New" pitchFamily="49" charset="0"/>
                <a:cs typeface="Courier New" pitchFamily="49" charset="0"/>
              </a:rPr>
              <a:t>begin</a:t>
            </a:r>
          </a:p>
          <a:p>
            <a:pPr marL="0" indent="0">
              <a:buNone/>
            </a:pPr>
            <a:r>
              <a:rPr lang="it-IT" sz="2800" dirty="0" err="1">
                <a:latin typeface="Courier New" pitchFamily="49" charset="0"/>
                <a:cs typeface="Courier New" pitchFamily="49" charset="0"/>
              </a:rPr>
              <a:t>process</a:t>
            </a:r>
            <a:r>
              <a:rPr lang="it-IT" sz="2800" dirty="0">
                <a:latin typeface="Courier New" pitchFamily="49" charset="0"/>
                <a:cs typeface="Courier New" pitchFamily="49" charset="0"/>
              </a:rPr>
              <a:t>(IN_1,IN_2,SEL)</a:t>
            </a:r>
          </a:p>
          <a:p>
            <a:pPr marL="0" indent="0">
              <a:buNone/>
            </a:pPr>
            <a:r>
              <a:rPr lang="it-IT" sz="2800" dirty="0" err="1">
                <a:latin typeface="Courier New" pitchFamily="49" charset="0"/>
                <a:cs typeface="Courier New" pitchFamily="49" charset="0"/>
              </a:rPr>
              <a:t>begin</a:t>
            </a:r>
            <a:endParaRPr lang="en-US" sz="2800" dirty="0">
              <a:latin typeface="Courier New" pitchFamily="49" charset="0"/>
              <a:cs typeface="Courier New" pitchFamily="49" charset="0"/>
            </a:endParaRPr>
          </a:p>
          <a:p>
            <a:pPr marL="0" indent="0">
              <a:buNone/>
            </a:pPr>
            <a:r>
              <a:rPr lang="it-IT" sz="2800" dirty="0">
                <a:latin typeface="Courier New" pitchFamily="49" charset="0"/>
                <a:cs typeface="Courier New" pitchFamily="49" charset="0"/>
              </a:rPr>
              <a:t> </a:t>
            </a:r>
            <a:r>
              <a:rPr lang="it-IT" sz="2800" dirty="0" err="1">
                <a:latin typeface="Courier New" pitchFamily="49" charset="0"/>
                <a:cs typeface="Courier New" pitchFamily="49" charset="0"/>
              </a:rPr>
              <a:t>if</a:t>
            </a:r>
            <a:r>
              <a:rPr lang="it-IT" sz="2800" dirty="0">
                <a:latin typeface="Courier New" pitchFamily="49" charset="0"/>
                <a:cs typeface="Courier New" pitchFamily="49" charset="0"/>
              </a:rPr>
              <a:t> SEL=‘1’ </a:t>
            </a:r>
            <a:r>
              <a:rPr lang="it-IT" sz="2800" dirty="0" err="1">
                <a:latin typeface="Courier New" pitchFamily="49" charset="0"/>
                <a:cs typeface="Courier New" pitchFamily="49" charset="0"/>
              </a:rPr>
              <a:t>then</a:t>
            </a:r>
            <a:endParaRPr lang="it-IT" sz="2800" dirty="0">
              <a:latin typeface="Courier New" pitchFamily="49" charset="0"/>
              <a:cs typeface="Courier New" pitchFamily="49" charset="0"/>
            </a:endParaRPr>
          </a:p>
          <a:p>
            <a:pPr marL="0" indent="0">
              <a:buNone/>
            </a:pPr>
            <a:r>
              <a:rPr lang="it-IT" sz="2800" dirty="0">
                <a:latin typeface="Courier New" pitchFamily="49" charset="0"/>
                <a:cs typeface="Courier New" pitchFamily="49" charset="0"/>
              </a:rPr>
              <a:t>  OUTPUT&lt;=IN_2;</a:t>
            </a:r>
          </a:p>
          <a:p>
            <a:pPr marL="0" indent="0">
              <a:buNone/>
            </a:pPr>
            <a:r>
              <a:rPr lang="it-IT" sz="2800" dirty="0">
                <a:latin typeface="Courier New" pitchFamily="49" charset="0"/>
                <a:cs typeface="Courier New" pitchFamily="49" charset="0"/>
              </a:rPr>
              <a:t> else</a:t>
            </a:r>
          </a:p>
          <a:p>
            <a:pPr marL="0" indent="0">
              <a:buNone/>
            </a:pPr>
            <a:r>
              <a:rPr lang="it-IT" sz="2800" dirty="0">
                <a:latin typeface="Courier New" pitchFamily="49" charset="0"/>
                <a:cs typeface="Courier New" pitchFamily="49" charset="0"/>
              </a:rPr>
              <a:t>  OUTPUT&lt;=IN_1;</a:t>
            </a:r>
          </a:p>
          <a:p>
            <a:pPr marL="0" indent="0">
              <a:buNone/>
            </a:pPr>
            <a:r>
              <a:rPr lang="it-IT" sz="2800" dirty="0">
                <a:latin typeface="Courier New" pitchFamily="49" charset="0"/>
                <a:cs typeface="Courier New" pitchFamily="49" charset="0"/>
              </a:rPr>
              <a:t> end </a:t>
            </a:r>
            <a:r>
              <a:rPr lang="it-IT" sz="2800" dirty="0" err="1">
                <a:latin typeface="Courier New" pitchFamily="49" charset="0"/>
                <a:cs typeface="Courier New" pitchFamily="49" charset="0"/>
              </a:rPr>
              <a:t>if</a:t>
            </a:r>
            <a:r>
              <a:rPr lang="it-IT" sz="2800" dirty="0">
                <a:latin typeface="Courier New" pitchFamily="49" charset="0"/>
                <a:cs typeface="Courier New" pitchFamily="49" charset="0"/>
              </a:rPr>
              <a:t>;</a:t>
            </a:r>
          </a:p>
          <a:p>
            <a:pPr marL="0" indent="0">
              <a:buNone/>
            </a:pPr>
            <a:r>
              <a:rPr lang="it-IT" sz="2800" dirty="0">
                <a:latin typeface="Courier New" pitchFamily="49" charset="0"/>
                <a:cs typeface="Courier New" pitchFamily="49" charset="0"/>
              </a:rPr>
              <a:t>end </a:t>
            </a:r>
            <a:r>
              <a:rPr lang="it-IT" sz="2800" dirty="0" err="1">
                <a:latin typeface="Courier New" pitchFamily="49" charset="0"/>
                <a:cs typeface="Courier New" pitchFamily="49" charset="0"/>
              </a:rPr>
              <a:t>process</a:t>
            </a:r>
            <a:r>
              <a:rPr lang="it-IT" sz="2800" dirty="0">
                <a:latin typeface="Courier New" pitchFamily="49" charset="0"/>
                <a:cs typeface="Courier New" pitchFamily="49" charset="0"/>
              </a:rPr>
              <a:t>;</a:t>
            </a:r>
            <a:endParaRPr lang="en-US" sz="2800" dirty="0">
              <a:latin typeface="Courier New" pitchFamily="49" charset="0"/>
              <a:cs typeface="Courier New" pitchFamily="49" charset="0"/>
            </a:endParaRPr>
          </a:p>
          <a:p>
            <a:pPr marL="0" indent="0">
              <a:buNone/>
            </a:pPr>
            <a:r>
              <a:rPr lang="en-US" sz="2800" dirty="0">
                <a:latin typeface="Courier New" pitchFamily="49" charset="0"/>
                <a:cs typeface="Courier New" pitchFamily="49" charset="0"/>
              </a:rPr>
              <a:t>end BEHAVIORAL ;</a:t>
            </a:r>
            <a:endParaRPr lang="en-US" dirty="0"/>
          </a:p>
        </p:txBody>
      </p:sp>
      <p:sp>
        <p:nvSpPr>
          <p:cNvPr id="4" name="Segnaposto numero diapositiva 3">
            <a:extLst>
              <a:ext uri="{FF2B5EF4-FFF2-40B4-BE49-F238E27FC236}">
                <a16:creationId xmlns:a16="http://schemas.microsoft.com/office/drawing/2014/main" id="{A061088E-16BD-463B-9558-74D4F78BD4BD}"/>
              </a:ext>
            </a:extLst>
          </p:cNvPr>
          <p:cNvSpPr>
            <a:spLocks noGrp="1"/>
          </p:cNvSpPr>
          <p:nvPr>
            <p:ph type="sldNum" sz="quarter" idx="12"/>
          </p:nvPr>
        </p:nvSpPr>
        <p:spPr/>
        <p:txBody>
          <a:bodyPr/>
          <a:lstStyle/>
          <a:p>
            <a:fld id="{403F7DB2-0A9C-4E37-9984-C435ED141F40}" type="slidenum">
              <a:rPr lang="en-US" smtClean="0"/>
              <a:pPr/>
              <a:t>18</a:t>
            </a:fld>
            <a:endParaRPr lang="en-US" dirty="0"/>
          </a:p>
        </p:txBody>
      </p:sp>
      <p:sp>
        <p:nvSpPr>
          <p:cNvPr id="5" name="Segnaposto piè di pagina 4">
            <a:extLst>
              <a:ext uri="{FF2B5EF4-FFF2-40B4-BE49-F238E27FC236}">
                <a16:creationId xmlns:a16="http://schemas.microsoft.com/office/drawing/2014/main" id="{5BB85D59-6346-44E3-82BC-146682AFCE23}"/>
              </a:ext>
            </a:extLst>
          </p:cNvPr>
          <p:cNvSpPr>
            <a:spLocks noGrp="1"/>
          </p:cNvSpPr>
          <p:nvPr>
            <p:ph type="ftr" sz="quarter" idx="3"/>
          </p:nvPr>
        </p:nvSpPr>
        <p:spPr/>
        <p:txBody>
          <a:bodyPr/>
          <a:lstStyle/>
          <a:p>
            <a:r>
              <a:rPr lang="it-IT"/>
              <a:t>10. Introduction to VHDL - Fondamenti di Elettronica - Sergio Spanò</a:t>
            </a:r>
            <a:endParaRPr lang="en-US" dirty="0"/>
          </a:p>
        </p:txBody>
      </p:sp>
    </p:spTree>
    <p:extLst>
      <p:ext uri="{BB962C8B-B14F-4D97-AF65-F5344CB8AC3E}">
        <p14:creationId xmlns:p14="http://schemas.microsoft.com/office/powerpoint/2010/main" val="15174209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2D586AB-C0BA-4C1C-BE9C-6BCCC71A6EC0}"/>
              </a:ext>
            </a:extLst>
          </p:cNvPr>
          <p:cNvSpPr>
            <a:spLocks noGrp="1"/>
          </p:cNvSpPr>
          <p:nvPr>
            <p:ph type="title"/>
          </p:nvPr>
        </p:nvSpPr>
        <p:spPr/>
        <p:txBody>
          <a:bodyPr>
            <a:normAutofit fontScale="90000"/>
          </a:bodyPr>
          <a:lstStyle/>
          <a:p>
            <a:r>
              <a:rPr lang="en-US" dirty="0"/>
              <a:t>The event attribute</a:t>
            </a:r>
          </a:p>
        </p:txBody>
      </p:sp>
      <p:sp>
        <p:nvSpPr>
          <p:cNvPr id="3" name="Segnaposto contenuto 2">
            <a:extLst>
              <a:ext uri="{FF2B5EF4-FFF2-40B4-BE49-F238E27FC236}">
                <a16:creationId xmlns:a16="http://schemas.microsoft.com/office/drawing/2014/main" id="{6287544B-6A1B-406F-90ED-9A3A6C1EB956}"/>
              </a:ext>
            </a:extLst>
          </p:cNvPr>
          <p:cNvSpPr>
            <a:spLocks noGrp="1"/>
          </p:cNvSpPr>
          <p:nvPr>
            <p:ph idx="1"/>
          </p:nvPr>
        </p:nvSpPr>
        <p:spPr/>
        <p:txBody>
          <a:bodyPr/>
          <a:lstStyle/>
          <a:p>
            <a:r>
              <a:rPr lang="en-US" sz="2800" dirty="0"/>
              <a:t>The ‘</a:t>
            </a:r>
            <a:r>
              <a:rPr lang="en-US" sz="2800" b="1" dirty="0"/>
              <a:t>event </a:t>
            </a:r>
            <a:r>
              <a:rPr lang="en-US" sz="2800" dirty="0"/>
              <a:t>term is a VHDL </a:t>
            </a:r>
            <a:r>
              <a:rPr lang="en-US" sz="2800" b="1" dirty="0"/>
              <a:t>attribute</a:t>
            </a:r>
            <a:r>
              <a:rPr lang="en-US" sz="2800" dirty="0"/>
              <a:t> returning true when there is a change in signal value (i.e., an event).</a:t>
            </a:r>
          </a:p>
          <a:p>
            <a:pPr lvl="1"/>
            <a:r>
              <a:rPr lang="en-US" dirty="0"/>
              <a:t>Thus, when clock ‘event is true, it means that the value of clock has changed. </a:t>
            </a:r>
          </a:p>
          <a:p>
            <a:pPr lvl="1"/>
            <a:r>
              <a:rPr lang="en-US" dirty="0"/>
              <a:t>When the clock= ’1 ‘expression is true, it means that the new value of clock is   ’ 1 ’ .</a:t>
            </a:r>
          </a:p>
          <a:p>
            <a:r>
              <a:rPr lang="en-US" sz="2800" dirty="0"/>
              <a:t>When both expressions are true, it indicates that the clock signal changes to 1 ’, which is the rising edge of the clock signal.</a:t>
            </a:r>
          </a:p>
          <a:p>
            <a:endParaRPr lang="en-US" dirty="0"/>
          </a:p>
        </p:txBody>
      </p:sp>
      <p:sp>
        <p:nvSpPr>
          <p:cNvPr id="4" name="Segnaposto numero diapositiva 3">
            <a:extLst>
              <a:ext uri="{FF2B5EF4-FFF2-40B4-BE49-F238E27FC236}">
                <a16:creationId xmlns:a16="http://schemas.microsoft.com/office/drawing/2014/main" id="{BA3F1450-D45E-4EEB-9B61-9304809EF1FB}"/>
              </a:ext>
            </a:extLst>
          </p:cNvPr>
          <p:cNvSpPr>
            <a:spLocks noGrp="1"/>
          </p:cNvSpPr>
          <p:nvPr>
            <p:ph type="sldNum" sz="quarter" idx="12"/>
          </p:nvPr>
        </p:nvSpPr>
        <p:spPr/>
        <p:txBody>
          <a:bodyPr/>
          <a:lstStyle/>
          <a:p>
            <a:fld id="{403F7DB2-0A9C-4E37-9984-C435ED141F40}" type="slidenum">
              <a:rPr lang="en-US" smtClean="0"/>
              <a:pPr/>
              <a:t>19</a:t>
            </a:fld>
            <a:endParaRPr lang="en-US" dirty="0"/>
          </a:p>
        </p:txBody>
      </p:sp>
      <p:sp>
        <p:nvSpPr>
          <p:cNvPr id="5" name="Segnaposto piè di pagina 4">
            <a:extLst>
              <a:ext uri="{FF2B5EF4-FFF2-40B4-BE49-F238E27FC236}">
                <a16:creationId xmlns:a16="http://schemas.microsoft.com/office/drawing/2014/main" id="{0A45670C-5DDA-457B-8EBC-11E170442889}"/>
              </a:ext>
            </a:extLst>
          </p:cNvPr>
          <p:cNvSpPr>
            <a:spLocks noGrp="1"/>
          </p:cNvSpPr>
          <p:nvPr>
            <p:ph type="ftr" sz="quarter" idx="3"/>
          </p:nvPr>
        </p:nvSpPr>
        <p:spPr/>
        <p:txBody>
          <a:bodyPr/>
          <a:lstStyle/>
          <a:p>
            <a:r>
              <a:rPr lang="it-IT"/>
              <a:t>10. Introduction to VHDL - Fondamenti di Elettronica - Sergio Spanò</a:t>
            </a:r>
            <a:endParaRPr lang="en-US" dirty="0"/>
          </a:p>
        </p:txBody>
      </p:sp>
    </p:spTree>
    <p:extLst>
      <p:ext uri="{BB962C8B-B14F-4D97-AF65-F5344CB8AC3E}">
        <p14:creationId xmlns:p14="http://schemas.microsoft.com/office/powerpoint/2010/main" val="15608867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3AD2806-405E-43A9-B702-4A2FC0107D0A}"/>
              </a:ext>
            </a:extLst>
          </p:cNvPr>
          <p:cNvSpPr>
            <a:spLocks noGrp="1"/>
          </p:cNvSpPr>
          <p:nvPr>
            <p:ph type="title"/>
          </p:nvPr>
        </p:nvSpPr>
        <p:spPr/>
        <p:txBody>
          <a:bodyPr>
            <a:normAutofit fontScale="90000"/>
          </a:bodyPr>
          <a:lstStyle/>
          <a:p>
            <a:r>
              <a:rPr lang="en-US" dirty="0"/>
              <a:t>VHDL example 2</a:t>
            </a:r>
          </a:p>
        </p:txBody>
      </p:sp>
      <p:sp>
        <p:nvSpPr>
          <p:cNvPr id="3" name="Segnaposto contenuto 2">
            <a:extLst>
              <a:ext uri="{FF2B5EF4-FFF2-40B4-BE49-F238E27FC236}">
                <a16:creationId xmlns:a16="http://schemas.microsoft.com/office/drawing/2014/main" id="{C98591D6-BE12-4B23-BD68-2A06AD87E597}"/>
              </a:ext>
            </a:extLst>
          </p:cNvPr>
          <p:cNvSpPr>
            <a:spLocks noGrp="1"/>
          </p:cNvSpPr>
          <p:nvPr>
            <p:ph idx="1"/>
          </p:nvPr>
        </p:nvSpPr>
        <p:spPr/>
        <p:txBody>
          <a:bodyPr>
            <a:normAutofit fontScale="47500" lnSpcReduction="20000"/>
          </a:bodyPr>
          <a:lstStyle/>
          <a:p>
            <a:r>
              <a:rPr lang="it-IT" sz="2800" b="1" dirty="0">
                <a:latin typeface="Courier New" pitchFamily="49" charset="0"/>
                <a:cs typeface="Courier New" pitchFamily="49" charset="0"/>
              </a:rPr>
              <a:t>FLIPFLOP : </a:t>
            </a:r>
            <a:r>
              <a:rPr lang="it-IT" sz="2800" b="1" dirty="0" err="1">
                <a:latin typeface="Courier New" pitchFamily="49" charset="0"/>
                <a:cs typeface="Courier New" pitchFamily="49" charset="0"/>
              </a:rPr>
              <a:t>Process</a:t>
            </a:r>
            <a:r>
              <a:rPr lang="it-IT" sz="2800" b="1" dirty="0">
                <a:latin typeface="Courier New" pitchFamily="49" charset="0"/>
                <a:cs typeface="Courier New" pitchFamily="49" charset="0"/>
              </a:rPr>
              <a:t> (clock, reset) </a:t>
            </a:r>
            <a:r>
              <a:rPr lang="it-IT" sz="2800" b="1" u="sng" dirty="0">
                <a:latin typeface="Courier New" pitchFamily="49" charset="0"/>
                <a:cs typeface="Courier New" pitchFamily="49" charset="0"/>
              </a:rPr>
              <a:t>--</a:t>
            </a:r>
            <a:r>
              <a:rPr lang="en-US" sz="2800" b="1" u="sng" dirty="0">
                <a:latin typeface="Courier New" pitchFamily="49" charset="0"/>
                <a:cs typeface="Courier New" pitchFamily="49" charset="0"/>
              </a:rPr>
              <a:t>asynchronous  reset</a:t>
            </a:r>
            <a:endParaRPr lang="it-IT" sz="2800" b="1" u="sng" dirty="0">
              <a:latin typeface="Courier New" pitchFamily="49" charset="0"/>
              <a:cs typeface="Courier New" pitchFamily="49" charset="0"/>
            </a:endParaRPr>
          </a:p>
          <a:p>
            <a:pPr>
              <a:buClrTx/>
              <a:buFontTx/>
              <a:buNone/>
            </a:pPr>
            <a:r>
              <a:rPr lang="it-IT" sz="2800" b="1" dirty="0" err="1">
                <a:latin typeface="Courier New" pitchFamily="49" charset="0"/>
                <a:cs typeface="Courier New" pitchFamily="49" charset="0"/>
              </a:rPr>
              <a:t>begin</a:t>
            </a:r>
            <a:endParaRPr lang="it-IT" sz="2800" b="1" dirty="0">
              <a:latin typeface="Courier New" pitchFamily="49" charset="0"/>
              <a:cs typeface="Courier New" pitchFamily="49" charset="0"/>
            </a:endParaRPr>
          </a:p>
          <a:p>
            <a:pPr>
              <a:buClrTx/>
              <a:buFontTx/>
              <a:buNone/>
            </a:pPr>
            <a:r>
              <a:rPr lang="it-IT" sz="2800" b="1" dirty="0" err="1">
                <a:latin typeface="Courier New" pitchFamily="49" charset="0"/>
                <a:cs typeface="Courier New" pitchFamily="49" charset="0"/>
              </a:rPr>
              <a:t>if</a:t>
            </a:r>
            <a:r>
              <a:rPr lang="it-IT" sz="2800" b="1" dirty="0">
                <a:latin typeface="Courier New" pitchFamily="49" charset="0"/>
                <a:cs typeface="Courier New" pitchFamily="49" charset="0"/>
              </a:rPr>
              <a:t> (reset='1') </a:t>
            </a:r>
            <a:r>
              <a:rPr lang="it-IT" sz="2800" b="1" dirty="0" err="1">
                <a:latin typeface="Courier New" pitchFamily="49" charset="0"/>
                <a:cs typeface="Courier New" pitchFamily="49" charset="0"/>
              </a:rPr>
              <a:t>then</a:t>
            </a:r>
            <a:endParaRPr lang="it-IT" sz="2800" b="1" dirty="0">
              <a:latin typeface="Courier New" pitchFamily="49" charset="0"/>
              <a:cs typeface="Courier New" pitchFamily="49" charset="0"/>
            </a:endParaRPr>
          </a:p>
          <a:p>
            <a:pPr>
              <a:buClrTx/>
              <a:buFontTx/>
              <a:buNone/>
            </a:pPr>
            <a:r>
              <a:rPr lang="it-IT" sz="2800" b="1" dirty="0">
                <a:latin typeface="Courier New" pitchFamily="49" charset="0"/>
                <a:cs typeface="Courier New" pitchFamily="49" charset="0"/>
              </a:rPr>
              <a:t>  Q &lt;= '0';</a:t>
            </a:r>
          </a:p>
          <a:p>
            <a:pPr>
              <a:buClrTx/>
              <a:buFontTx/>
              <a:buNone/>
            </a:pPr>
            <a:r>
              <a:rPr lang="it-IT" sz="2800" b="1" dirty="0" err="1">
                <a:latin typeface="Courier New" pitchFamily="49" charset="0"/>
                <a:cs typeface="Courier New" pitchFamily="49" charset="0"/>
              </a:rPr>
              <a:t>elsif</a:t>
            </a:r>
            <a:r>
              <a:rPr lang="it-IT" sz="2800" b="1" dirty="0">
                <a:latin typeface="Courier New" pitchFamily="49" charset="0"/>
                <a:cs typeface="Courier New" pitchFamily="49" charset="0"/>
              </a:rPr>
              <a:t> (</a:t>
            </a:r>
            <a:r>
              <a:rPr lang="it-IT" sz="2800" b="1" dirty="0" err="1">
                <a:latin typeface="Courier New" pitchFamily="49" charset="0"/>
                <a:cs typeface="Courier New" pitchFamily="49" charset="0"/>
              </a:rPr>
              <a:t>clock'event</a:t>
            </a:r>
            <a:r>
              <a:rPr lang="it-IT" sz="2800" b="1" dirty="0">
                <a:latin typeface="Courier New" pitchFamily="49" charset="0"/>
                <a:cs typeface="Courier New" pitchFamily="49" charset="0"/>
              </a:rPr>
              <a:t> and clock='1') </a:t>
            </a:r>
            <a:r>
              <a:rPr lang="it-IT" sz="2800" b="1" dirty="0" err="1">
                <a:latin typeface="Courier New" pitchFamily="49" charset="0"/>
                <a:cs typeface="Courier New" pitchFamily="49" charset="0"/>
              </a:rPr>
              <a:t>then</a:t>
            </a:r>
            <a:endParaRPr lang="it-IT" sz="2800" b="1" dirty="0">
              <a:latin typeface="Courier New" pitchFamily="49" charset="0"/>
              <a:cs typeface="Courier New" pitchFamily="49" charset="0"/>
            </a:endParaRPr>
          </a:p>
          <a:p>
            <a:pPr>
              <a:buClrTx/>
              <a:buFontTx/>
              <a:buNone/>
            </a:pPr>
            <a:r>
              <a:rPr lang="it-IT" sz="2800" b="1" dirty="0">
                <a:latin typeface="Courier New" pitchFamily="49" charset="0"/>
                <a:cs typeface="Courier New" pitchFamily="49" charset="0"/>
              </a:rPr>
              <a:t>  Q &lt;= D;</a:t>
            </a:r>
          </a:p>
          <a:p>
            <a:pPr>
              <a:buClrTx/>
              <a:buFontTx/>
              <a:buNone/>
            </a:pPr>
            <a:r>
              <a:rPr lang="it-IT" sz="2800" b="1" dirty="0">
                <a:latin typeface="Courier New" pitchFamily="49" charset="0"/>
                <a:cs typeface="Courier New" pitchFamily="49" charset="0"/>
              </a:rPr>
              <a:t>end </a:t>
            </a:r>
            <a:r>
              <a:rPr lang="it-IT" sz="2800" b="1" dirty="0" err="1">
                <a:latin typeface="Courier New" pitchFamily="49" charset="0"/>
                <a:cs typeface="Courier New" pitchFamily="49" charset="0"/>
              </a:rPr>
              <a:t>if</a:t>
            </a:r>
            <a:r>
              <a:rPr lang="it-IT" sz="2800" b="1" dirty="0">
                <a:latin typeface="Courier New" pitchFamily="49" charset="0"/>
                <a:cs typeface="Courier New" pitchFamily="49" charset="0"/>
              </a:rPr>
              <a:t>;</a:t>
            </a:r>
          </a:p>
          <a:p>
            <a:pPr>
              <a:buClrTx/>
              <a:buFontTx/>
              <a:buNone/>
            </a:pPr>
            <a:r>
              <a:rPr lang="it-IT" sz="2800" b="1" dirty="0">
                <a:latin typeface="Courier New" pitchFamily="49" charset="0"/>
                <a:cs typeface="Courier New" pitchFamily="49" charset="0"/>
              </a:rPr>
              <a:t>end </a:t>
            </a:r>
            <a:r>
              <a:rPr lang="it-IT" sz="2800" b="1" dirty="0" err="1">
                <a:latin typeface="Courier New" pitchFamily="49" charset="0"/>
                <a:cs typeface="Courier New" pitchFamily="49" charset="0"/>
              </a:rPr>
              <a:t>process</a:t>
            </a:r>
            <a:endParaRPr lang="it-IT" sz="2800" b="1" dirty="0">
              <a:latin typeface="Courier New" pitchFamily="49" charset="0"/>
              <a:cs typeface="Courier New" pitchFamily="49" charset="0"/>
            </a:endParaRPr>
          </a:p>
          <a:p>
            <a:pPr>
              <a:buClrTx/>
              <a:buFontTx/>
              <a:buNone/>
            </a:pPr>
            <a:endParaRPr lang="it-IT" sz="2800" b="1" dirty="0">
              <a:latin typeface="Courier New" pitchFamily="49" charset="0"/>
              <a:cs typeface="Courier New" pitchFamily="49" charset="0"/>
            </a:endParaRPr>
          </a:p>
          <a:p>
            <a:r>
              <a:rPr lang="it-IT" sz="2800" b="1" dirty="0">
                <a:latin typeface="Courier New" pitchFamily="49" charset="0"/>
                <a:cs typeface="Courier New" pitchFamily="49" charset="0"/>
              </a:rPr>
              <a:t>FLIPFLOP : </a:t>
            </a:r>
            <a:r>
              <a:rPr lang="it-IT" sz="2800" b="1" dirty="0" err="1">
                <a:latin typeface="Courier New" pitchFamily="49" charset="0"/>
                <a:cs typeface="Courier New" pitchFamily="49" charset="0"/>
              </a:rPr>
              <a:t>Process</a:t>
            </a:r>
            <a:r>
              <a:rPr lang="it-IT" sz="2800" b="1" dirty="0">
                <a:latin typeface="Courier New" pitchFamily="49" charset="0"/>
                <a:cs typeface="Courier New" pitchFamily="49" charset="0"/>
              </a:rPr>
              <a:t> (clock) </a:t>
            </a:r>
            <a:r>
              <a:rPr lang="it-IT" sz="2800" b="1" u="sng" dirty="0">
                <a:latin typeface="Courier New" pitchFamily="49" charset="0"/>
                <a:cs typeface="Courier New" pitchFamily="49" charset="0"/>
              </a:rPr>
              <a:t>--</a:t>
            </a:r>
            <a:r>
              <a:rPr lang="en-US" sz="2800" b="1" u="sng" dirty="0">
                <a:latin typeface="Courier New" pitchFamily="49" charset="0"/>
                <a:cs typeface="Courier New" pitchFamily="49" charset="0"/>
              </a:rPr>
              <a:t>synchronous  reset</a:t>
            </a:r>
            <a:endParaRPr lang="it-IT" sz="2800" b="1" u="sng" dirty="0">
              <a:latin typeface="Courier New" pitchFamily="49" charset="0"/>
              <a:cs typeface="Courier New" pitchFamily="49" charset="0"/>
            </a:endParaRPr>
          </a:p>
          <a:p>
            <a:pPr>
              <a:buClrTx/>
              <a:buFontTx/>
              <a:buNone/>
            </a:pPr>
            <a:r>
              <a:rPr lang="it-IT" sz="2800" b="1" dirty="0" err="1">
                <a:latin typeface="Courier New" pitchFamily="49" charset="0"/>
                <a:cs typeface="Courier New" pitchFamily="49" charset="0"/>
              </a:rPr>
              <a:t>begin</a:t>
            </a:r>
            <a:endParaRPr lang="it-IT" sz="2800" b="1" dirty="0">
              <a:latin typeface="Courier New" pitchFamily="49" charset="0"/>
              <a:cs typeface="Courier New" pitchFamily="49" charset="0"/>
            </a:endParaRPr>
          </a:p>
          <a:p>
            <a:pPr>
              <a:buClrTx/>
              <a:buFontTx/>
              <a:buNone/>
            </a:pPr>
            <a:r>
              <a:rPr lang="it-IT" sz="2800" b="1" dirty="0" err="1">
                <a:latin typeface="Courier New" pitchFamily="49" charset="0"/>
                <a:cs typeface="Courier New" pitchFamily="49" charset="0"/>
              </a:rPr>
              <a:t>if</a:t>
            </a:r>
            <a:r>
              <a:rPr lang="it-IT" sz="2800" b="1" dirty="0">
                <a:latin typeface="Courier New" pitchFamily="49" charset="0"/>
                <a:cs typeface="Courier New" pitchFamily="49" charset="0"/>
              </a:rPr>
              <a:t> (</a:t>
            </a:r>
            <a:r>
              <a:rPr lang="it-IT" sz="2800" b="1" dirty="0" err="1">
                <a:latin typeface="Courier New" pitchFamily="49" charset="0"/>
                <a:cs typeface="Courier New" pitchFamily="49" charset="0"/>
              </a:rPr>
              <a:t>clock'event</a:t>
            </a:r>
            <a:r>
              <a:rPr lang="it-IT" sz="2800" b="1" dirty="0">
                <a:latin typeface="Courier New" pitchFamily="49" charset="0"/>
                <a:cs typeface="Courier New" pitchFamily="49" charset="0"/>
              </a:rPr>
              <a:t> and clock='1') </a:t>
            </a:r>
            <a:r>
              <a:rPr lang="it-IT" sz="2800" b="1" dirty="0" err="1">
                <a:latin typeface="Courier New" pitchFamily="49" charset="0"/>
                <a:cs typeface="Courier New" pitchFamily="49" charset="0"/>
              </a:rPr>
              <a:t>then</a:t>
            </a:r>
            <a:endParaRPr lang="it-IT" sz="2800" b="1" dirty="0">
              <a:latin typeface="Courier New" pitchFamily="49" charset="0"/>
              <a:cs typeface="Courier New" pitchFamily="49" charset="0"/>
            </a:endParaRPr>
          </a:p>
          <a:p>
            <a:pPr>
              <a:buClrTx/>
              <a:buFontTx/>
              <a:buNone/>
            </a:pPr>
            <a:r>
              <a:rPr lang="it-IT" sz="2800" b="1" dirty="0">
                <a:latin typeface="Courier New" pitchFamily="49" charset="0"/>
                <a:cs typeface="Courier New" pitchFamily="49" charset="0"/>
              </a:rPr>
              <a:t>	</a:t>
            </a:r>
            <a:r>
              <a:rPr lang="it-IT" sz="2800" b="1" dirty="0" err="1">
                <a:latin typeface="Courier New" pitchFamily="49" charset="0"/>
                <a:cs typeface="Courier New" pitchFamily="49" charset="0"/>
              </a:rPr>
              <a:t>if</a:t>
            </a:r>
            <a:r>
              <a:rPr lang="it-IT" sz="2800" b="1" dirty="0">
                <a:latin typeface="Courier New" pitchFamily="49" charset="0"/>
                <a:cs typeface="Courier New" pitchFamily="49" charset="0"/>
              </a:rPr>
              <a:t> (reset='1') </a:t>
            </a:r>
            <a:r>
              <a:rPr lang="it-IT" sz="2800" b="1" dirty="0" err="1">
                <a:latin typeface="Courier New" pitchFamily="49" charset="0"/>
                <a:cs typeface="Courier New" pitchFamily="49" charset="0"/>
              </a:rPr>
              <a:t>then</a:t>
            </a:r>
            <a:endParaRPr lang="it-IT" sz="2800" b="1" dirty="0">
              <a:latin typeface="Courier New" pitchFamily="49" charset="0"/>
              <a:cs typeface="Courier New" pitchFamily="49" charset="0"/>
            </a:endParaRPr>
          </a:p>
          <a:p>
            <a:pPr>
              <a:buClrTx/>
              <a:buFontTx/>
              <a:buNone/>
            </a:pPr>
            <a:r>
              <a:rPr lang="it-IT" sz="2800" b="1" dirty="0">
                <a:latin typeface="Courier New" pitchFamily="49" charset="0"/>
                <a:cs typeface="Courier New" pitchFamily="49" charset="0"/>
              </a:rPr>
              <a:t>  	Q &lt;= '0';</a:t>
            </a:r>
          </a:p>
          <a:p>
            <a:pPr>
              <a:buClrTx/>
              <a:buFontTx/>
              <a:buNone/>
            </a:pPr>
            <a:r>
              <a:rPr lang="it-IT" sz="2800" b="1" dirty="0">
                <a:latin typeface="Courier New" pitchFamily="49" charset="0"/>
                <a:cs typeface="Courier New" pitchFamily="49" charset="0"/>
              </a:rPr>
              <a:t>	else</a:t>
            </a:r>
          </a:p>
          <a:p>
            <a:pPr>
              <a:buClrTx/>
              <a:buFontTx/>
              <a:buNone/>
            </a:pPr>
            <a:r>
              <a:rPr lang="it-IT" sz="2800" b="1" dirty="0">
                <a:latin typeface="Courier New" pitchFamily="49" charset="0"/>
                <a:cs typeface="Courier New" pitchFamily="49" charset="0"/>
              </a:rPr>
              <a:t>  	Q &lt;= D;</a:t>
            </a:r>
          </a:p>
          <a:p>
            <a:pPr>
              <a:buClrTx/>
              <a:buFontTx/>
              <a:buNone/>
            </a:pPr>
            <a:r>
              <a:rPr lang="it-IT" sz="2800" b="1" dirty="0">
                <a:latin typeface="Courier New" pitchFamily="49" charset="0"/>
                <a:cs typeface="Courier New" pitchFamily="49" charset="0"/>
              </a:rPr>
              <a:t>end </a:t>
            </a:r>
            <a:r>
              <a:rPr lang="it-IT" sz="2800" b="1" dirty="0" err="1">
                <a:latin typeface="Courier New" pitchFamily="49" charset="0"/>
                <a:cs typeface="Courier New" pitchFamily="49" charset="0"/>
              </a:rPr>
              <a:t>if</a:t>
            </a:r>
            <a:r>
              <a:rPr lang="it-IT" sz="2800" b="1" dirty="0">
                <a:latin typeface="Courier New" pitchFamily="49" charset="0"/>
                <a:cs typeface="Courier New" pitchFamily="49" charset="0"/>
              </a:rPr>
              <a:t>;</a:t>
            </a:r>
          </a:p>
          <a:p>
            <a:pPr>
              <a:buClrTx/>
              <a:buFontTx/>
              <a:buNone/>
            </a:pPr>
            <a:r>
              <a:rPr lang="it-IT" sz="2800" b="1" dirty="0">
                <a:latin typeface="Courier New" pitchFamily="49" charset="0"/>
                <a:cs typeface="Courier New" pitchFamily="49" charset="0"/>
              </a:rPr>
              <a:t>end </a:t>
            </a:r>
            <a:r>
              <a:rPr lang="it-IT" sz="2800" b="1" dirty="0" err="1">
                <a:latin typeface="Courier New" pitchFamily="49" charset="0"/>
                <a:cs typeface="Courier New" pitchFamily="49" charset="0"/>
              </a:rPr>
              <a:t>process</a:t>
            </a:r>
            <a:r>
              <a:rPr lang="it-IT" sz="2800" b="1" dirty="0">
                <a:latin typeface="Courier New" pitchFamily="49" charset="0"/>
                <a:cs typeface="Courier New" pitchFamily="49" charset="0"/>
              </a:rPr>
              <a:t>;</a:t>
            </a:r>
          </a:p>
          <a:p>
            <a:endParaRPr lang="en-US" dirty="0"/>
          </a:p>
        </p:txBody>
      </p:sp>
      <p:sp>
        <p:nvSpPr>
          <p:cNvPr id="4" name="Segnaposto numero diapositiva 3">
            <a:extLst>
              <a:ext uri="{FF2B5EF4-FFF2-40B4-BE49-F238E27FC236}">
                <a16:creationId xmlns:a16="http://schemas.microsoft.com/office/drawing/2014/main" id="{FB8369F2-4666-4CEE-88D3-4DA09DD9EBBB}"/>
              </a:ext>
            </a:extLst>
          </p:cNvPr>
          <p:cNvSpPr>
            <a:spLocks noGrp="1"/>
          </p:cNvSpPr>
          <p:nvPr>
            <p:ph type="sldNum" sz="quarter" idx="12"/>
          </p:nvPr>
        </p:nvSpPr>
        <p:spPr/>
        <p:txBody>
          <a:bodyPr/>
          <a:lstStyle/>
          <a:p>
            <a:fld id="{403F7DB2-0A9C-4E37-9984-C435ED141F40}" type="slidenum">
              <a:rPr lang="en-US" smtClean="0"/>
              <a:pPr/>
              <a:t>20</a:t>
            </a:fld>
            <a:endParaRPr lang="en-US" dirty="0"/>
          </a:p>
        </p:txBody>
      </p:sp>
      <p:sp>
        <p:nvSpPr>
          <p:cNvPr id="5" name="Segnaposto piè di pagina 4">
            <a:extLst>
              <a:ext uri="{FF2B5EF4-FFF2-40B4-BE49-F238E27FC236}">
                <a16:creationId xmlns:a16="http://schemas.microsoft.com/office/drawing/2014/main" id="{1225924B-3EE4-48AB-9881-5DEE448166E8}"/>
              </a:ext>
            </a:extLst>
          </p:cNvPr>
          <p:cNvSpPr>
            <a:spLocks noGrp="1"/>
          </p:cNvSpPr>
          <p:nvPr>
            <p:ph type="ftr" sz="quarter" idx="3"/>
          </p:nvPr>
        </p:nvSpPr>
        <p:spPr/>
        <p:txBody>
          <a:bodyPr/>
          <a:lstStyle/>
          <a:p>
            <a:r>
              <a:rPr lang="it-IT"/>
              <a:t>10. Introduction to VHDL - Fondamenti di Elettronica - Sergio Spanò</a:t>
            </a:r>
            <a:endParaRPr lang="en-US" dirty="0"/>
          </a:p>
        </p:txBody>
      </p:sp>
    </p:spTree>
    <p:extLst>
      <p:ext uri="{BB962C8B-B14F-4D97-AF65-F5344CB8AC3E}">
        <p14:creationId xmlns:p14="http://schemas.microsoft.com/office/powerpoint/2010/main" val="527483914"/>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Uniroma2">
      <a:majorFont>
        <a:latin typeface="Circe"/>
        <a:ea typeface=""/>
        <a:cs typeface=""/>
      </a:majorFont>
      <a:minorFont>
        <a:latin typeface="Circ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DF3F4DA6F93ACA47834C5F1AA7E80C48" ma:contentTypeVersion="4" ma:contentTypeDescription="Creare un nuovo documento." ma:contentTypeScope="" ma:versionID="cf8840ca24e35f99379d94ac8611e8b4">
  <xsd:schema xmlns:xsd="http://www.w3.org/2001/XMLSchema" xmlns:xs="http://www.w3.org/2001/XMLSchema" xmlns:p="http://schemas.microsoft.com/office/2006/metadata/properties" xmlns:ns2="00bb4728-594f-4493-8b34-726ebf6f0213" targetNamespace="http://schemas.microsoft.com/office/2006/metadata/properties" ma:root="true" ma:fieldsID="555e8a1fede53dd261b7c97c7cc8142c" ns2:_="">
    <xsd:import namespace="00bb4728-594f-4493-8b34-726ebf6f021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0bb4728-594f-4493-8b34-726ebf6f021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4C1C565-2E24-4D1D-ACCD-74DAA31DF582}"/>
</file>

<file path=customXml/itemProps2.xml><?xml version="1.0" encoding="utf-8"?>
<ds:datastoreItem xmlns:ds="http://schemas.openxmlformats.org/officeDocument/2006/customXml" ds:itemID="{58FF19B4-2B5B-45EB-8442-28FCCF647776}"/>
</file>

<file path=customXml/itemProps3.xml><?xml version="1.0" encoding="utf-8"?>
<ds:datastoreItem xmlns:ds="http://schemas.openxmlformats.org/officeDocument/2006/customXml" ds:itemID="{E1B7DE57-BDDA-4814-BC84-D3D2E3795D62}"/>
</file>

<file path=docProps/app.xml><?xml version="1.0" encoding="utf-8"?>
<Properties xmlns="http://schemas.openxmlformats.org/officeDocument/2006/extended-properties" xmlns:vt="http://schemas.openxmlformats.org/officeDocument/2006/docPropsVTypes">
  <TotalTime>1457</TotalTime>
  <Words>1363</Words>
  <Application>Microsoft Office PowerPoint</Application>
  <PresentationFormat>Widescreen</PresentationFormat>
  <Paragraphs>179</Paragraphs>
  <Slides>20</Slides>
  <Notes>1</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20</vt:i4>
      </vt:variant>
    </vt:vector>
  </HeadingPairs>
  <TitlesOfParts>
    <vt:vector size="26" baseType="lpstr">
      <vt:lpstr>Wingdings</vt:lpstr>
      <vt:lpstr>Courier New</vt:lpstr>
      <vt:lpstr>Circe</vt:lpstr>
      <vt:lpstr>Calibri</vt:lpstr>
      <vt:lpstr>Arial</vt:lpstr>
      <vt:lpstr>Tema di Office</vt:lpstr>
      <vt:lpstr>10. Introduction to VHDL</vt:lpstr>
      <vt:lpstr>VHDL</vt:lpstr>
      <vt:lpstr>VHDL Abstraction level 1/2</vt:lpstr>
      <vt:lpstr>VHDL Abstraction level 1/2</vt:lpstr>
      <vt:lpstr>VHDL Terms</vt:lpstr>
      <vt:lpstr>VHDL Example</vt:lpstr>
      <vt:lpstr>Entity</vt:lpstr>
      <vt:lpstr>Architecture</vt:lpstr>
      <vt:lpstr>Assignment</vt:lpstr>
      <vt:lpstr>DATAFLOW level VHDL</vt:lpstr>
      <vt:lpstr>Behavioral level VHDL</vt:lpstr>
      <vt:lpstr>Process 1/2</vt:lpstr>
      <vt:lpstr>Process 2/2</vt:lpstr>
      <vt:lpstr>Objects</vt:lpstr>
      <vt:lpstr>Signals</vt:lpstr>
      <vt:lpstr>VHDL example 1</vt:lpstr>
      <vt:lpstr>VHDL example 1</vt:lpstr>
      <vt:lpstr>VHDL example 1</vt:lpstr>
      <vt:lpstr>The event attribute</vt:lpstr>
      <vt:lpstr>VHDL example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Sergio Spanò</dc:creator>
  <cp:lastModifiedBy>Sergio Spanò</cp:lastModifiedBy>
  <cp:revision>19</cp:revision>
  <dcterms:created xsi:type="dcterms:W3CDTF">2022-02-08T10:22:25Z</dcterms:created>
  <dcterms:modified xsi:type="dcterms:W3CDTF">2022-04-11T11:07:14Z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0x010100DF3F4DA6F93ACA47834C5F1AA7E80C48</vt:lpwstr>
  </property>
</Properties>
</file>