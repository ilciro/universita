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irce" panose="020B0502020203020203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 varScale="1">
        <p:scale>
          <a:sx n="106" d="100"/>
          <a:sy n="106" d="100"/>
        </p:scale>
        <p:origin x="80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19165FB4-5FE7-4510-B31F-37403DFE04FE}"/>
    <pc:docChg chg="undo custSel addSld delSld modSld">
      <pc:chgData name="SERGIO SPANO'" userId="3abdd0b9-513e-40ac-aad4-56920065037d" providerId="ADAL" clId="{19165FB4-5FE7-4510-B31F-37403DFE04FE}" dt="2022-04-04T09:56:36.982" v="173" actId="20577"/>
      <pc:docMkLst>
        <pc:docMk/>
      </pc:docMkLst>
      <pc:sldChg chg="modSp add del mod">
        <pc:chgData name="SERGIO SPANO'" userId="3abdd0b9-513e-40ac-aad4-56920065037d" providerId="ADAL" clId="{19165FB4-5FE7-4510-B31F-37403DFE04FE}" dt="2022-04-04T09:43:49.920" v="56" actId="47"/>
        <pc:sldMkLst>
          <pc:docMk/>
          <pc:sldMk cId="3676927149" sldId="256"/>
        </pc:sldMkLst>
        <pc:spChg chg="mod">
          <ac:chgData name="SERGIO SPANO'" userId="3abdd0b9-513e-40ac-aad4-56920065037d" providerId="ADAL" clId="{19165FB4-5FE7-4510-B31F-37403DFE04FE}" dt="2022-04-04T09:43:38.936" v="33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modSp new del mod">
        <pc:chgData name="SERGIO SPANO'" userId="3abdd0b9-513e-40ac-aad4-56920065037d" providerId="ADAL" clId="{19165FB4-5FE7-4510-B31F-37403DFE04FE}" dt="2022-04-04T09:44:19.473" v="60" actId="47"/>
        <pc:sldMkLst>
          <pc:docMk/>
          <pc:sldMk cId="1990415519" sldId="257"/>
        </pc:sldMkLst>
        <pc:spChg chg="mod">
          <ac:chgData name="SERGIO SPANO'" userId="3abdd0b9-513e-40ac-aad4-56920065037d" providerId="ADAL" clId="{19165FB4-5FE7-4510-B31F-37403DFE04FE}" dt="2022-04-04T09:44:09.407" v="58" actId="27636"/>
          <ac:spMkLst>
            <pc:docMk/>
            <pc:sldMk cId="1990415519" sldId="257"/>
            <ac:spMk id="2" creationId="{21B4B87D-3BAC-4829-BFA0-E4BE1B315B52}"/>
          </ac:spMkLst>
        </pc:spChg>
      </pc:sldChg>
      <pc:sldChg chg="del">
        <pc:chgData name="SERGIO SPANO'" userId="3abdd0b9-513e-40ac-aad4-56920065037d" providerId="ADAL" clId="{19165FB4-5FE7-4510-B31F-37403DFE04FE}" dt="2022-04-04T09:43:47.619" v="34" actId="47"/>
        <pc:sldMkLst>
          <pc:docMk/>
          <pc:sldMk cId="2797524747" sldId="257"/>
        </pc:sldMkLst>
      </pc:sldChg>
      <pc:sldChg chg="del">
        <pc:chgData name="SERGIO SPANO'" userId="3abdd0b9-513e-40ac-aad4-56920065037d" providerId="ADAL" clId="{19165FB4-5FE7-4510-B31F-37403DFE04FE}" dt="2022-04-04T09:43:48.135" v="35" actId="47"/>
        <pc:sldMkLst>
          <pc:docMk/>
          <pc:sldMk cId="2464260094" sldId="258"/>
        </pc:sldMkLst>
      </pc:sldChg>
      <pc:sldChg chg="del">
        <pc:chgData name="SERGIO SPANO'" userId="3abdd0b9-513e-40ac-aad4-56920065037d" providerId="ADAL" clId="{19165FB4-5FE7-4510-B31F-37403DFE04FE}" dt="2022-04-04T09:43:48.182" v="36" actId="47"/>
        <pc:sldMkLst>
          <pc:docMk/>
          <pc:sldMk cId="406494104" sldId="259"/>
        </pc:sldMkLst>
      </pc:sldChg>
      <pc:sldChg chg="del">
        <pc:chgData name="SERGIO SPANO'" userId="3abdd0b9-513e-40ac-aad4-56920065037d" providerId="ADAL" clId="{19165FB4-5FE7-4510-B31F-37403DFE04FE}" dt="2022-04-04T09:43:48.215" v="37" actId="47"/>
        <pc:sldMkLst>
          <pc:docMk/>
          <pc:sldMk cId="448377759" sldId="260"/>
        </pc:sldMkLst>
      </pc:sldChg>
      <pc:sldChg chg="del">
        <pc:chgData name="SERGIO SPANO'" userId="3abdd0b9-513e-40ac-aad4-56920065037d" providerId="ADAL" clId="{19165FB4-5FE7-4510-B31F-37403DFE04FE}" dt="2022-04-04T09:43:48.252" v="38" actId="47"/>
        <pc:sldMkLst>
          <pc:docMk/>
          <pc:sldMk cId="2480632410" sldId="261"/>
        </pc:sldMkLst>
      </pc:sldChg>
      <pc:sldChg chg="del">
        <pc:chgData name="SERGIO SPANO'" userId="3abdd0b9-513e-40ac-aad4-56920065037d" providerId="ADAL" clId="{19165FB4-5FE7-4510-B31F-37403DFE04FE}" dt="2022-04-04T09:43:48.285" v="39" actId="47"/>
        <pc:sldMkLst>
          <pc:docMk/>
          <pc:sldMk cId="55343777" sldId="262"/>
        </pc:sldMkLst>
      </pc:sldChg>
      <pc:sldChg chg="del">
        <pc:chgData name="SERGIO SPANO'" userId="3abdd0b9-513e-40ac-aad4-56920065037d" providerId="ADAL" clId="{19165FB4-5FE7-4510-B31F-37403DFE04FE}" dt="2022-04-04T09:43:48.319" v="40" actId="47"/>
        <pc:sldMkLst>
          <pc:docMk/>
          <pc:sldMk cId="2852183775" sldId="263"/>
        </pc:sldMkLst>
      </pc:sldChg>
      <pc:sldChg chg="del">
        <pc:chgData name="SERGIO SPANO'" userId="3abdd0b9-513e-40ac-aad4-56920065037d" providerId="ADAL" clId="{19165FB4-5FE7-4510-B31F-37403DFE04FE}" dt="2022-04-04T09:43:48.357" v="41" actId="47"/>
        <pc:sldMkLst>
          <pc:docMk/>
          <pc:sldMk cId="3104023291" sldId="264"/>
        </pc:sldMkLst>
      </pc:sldChg>
      <pc:sldChg chg="del">
        <pc:chgData name="SERGIO SPANO'" userId="3abdd0b9-513e-40ac-aad4-56920065037d" providerId="ADAL" clId="{19165FB4-5FE7-4510-B31F-37403DFE04FE}" dt="2022-04-04T09:43:48.403" v="42" actId="47"/>
        <pc:sldMkLst>
          <pc:docMk/>
          <pc:sldMk cId="1720710825" sldId="265"/>
        </pc:sldMkLst>
      </pc:sldChg>
      <pc:sldChg chg="del">
        <pc:chgData name="SERGIO SPANO'" userId="3abdd0b9-513e-40ac-aad4-56920065037d" providerId="ADAL" clId="{19165FB4-5FE7-4510-B31F-37403DFE04FE}" dt="2022-04-04T09:43:48.447" v="43" actId="47"/>
        <pc:sldMkLst>
          <pc:docMk/>
          <pc:sldMk cId="2727266827" sldId="266"/>
        </pc:sldMkLst>
      </pc:sldChg>
      <pc:sldChg chg="del">
        <pc:chgData name="SERGIO SPANO'" userId="3abdd0b9-513e-40ac-aad4-56920065037d" providerId="ADAL" clId="{19165FB4-5FE7-4510-B31F-37403DFE04FE}" dt="2022-04-04T09:43:48.477" v="44" actId="47"/>
        <pc:sldMkLst>
          <pc:docMk/>
          <pc:sldMk cId="3293944411" sldId="267"/>
        </pc:sldMkLst>
      </pc:sldChg>
      <pc:sldChg chg="del">
        <pc:chgData name="SERGIO SPANO'" userId="3abdd0b9-513e-40ac-aad4-56920065037d" providerId="ADAL" clId="{19165FB4-5FE7-4510-B31F-37403DFE04FE}" dt="2022-04-04T09:43:48.509" v="45" actId="47"/>
        <pc:sldMkLst>
          <pc:docMk/>
          <pc:sldMk cId="762804557" sldId="268"/>
        </pc:sldMkLst>
      </pc:sldChg>
      <pc:sldChg chg="del">
        <pc:chgData name="SERGIO SPANO'" userId="3abdd0b9-513e-40ac-aad4-56920065037d" providerId="ADAL" clId="{19165FB4-5FE7-4510-B31F-37403DFE04FE}" dt="2022-04-04T09:43:48.548" v="46" actId="47"/>
        <pc:sldMkLst>
          <pc:docMk/>
          <pc:sldMk cId="1755157505" sldId="269"/>
        </pc:sldMkLst>
      </pc:sldChg>
      <pc:sldChg chg="del">
        <pc:chgData name="SERGIO SPANO'" userId="3abdd0b9-513e-40ac-aad4-56920065037d" providerId="ADAL" clId="{19165FB4-5FE7-4510-B31F-37403DFE04FE}" dt="2022-04-04T09:43:48.585" v="47" actId="47"/>
        <pc:sldMkLst>
          <pc:docMk/>
          <pc:sldMk cId="2035416742" sldId="270"/>
        </pc:sldMkLst>
      </pc:sldChg>
      <pc:sldChg chg="del">
        <pc:chgData name="SERGIO SPANO'" userId="3abdd0b9-513e-40ac-aad4-56920065037d" providerId="ADAL" clId="{19165FB4-5FE7-4510-B31F-37403DFE04FE}" dt="2022-04-04T09:43:48.623" v="48" actId="47"/>
        <pc:sldMkLst>
          <pc:docMk/>
          <pc:sldMk cId="1379941506" sldId="271"/>
        </pc:sldMkLst>
      </pc:sldChg>
      <pc:sldChg chg="del">
        <pc:chgData name="SERGIO SPANO'" userId="3abdd0b9-513e-40ac-aad4-56920065037d" providerId="ADAL" clId="{19165FB4-5FE7-4510-B31F-37403DFE04FE}" dt="2022-04-04T09:43:48.655" v="49" actId="47"/>
        <pc:sldMkLst>
          <pc:docMk/>
          <pc:sldMk cId="923331695" sldId="272"/>
        </pc:sldMkLst>
      </pc:sldChg>
      <pc:sldChg chg="del">
        <pc:chgData name="SERGIO SPANO'" userId="3abdd0b9-513e-40ac-aad4-56920065037d" providerId="ADAL" clId="{19165FB4-5FE7-4510-B31F-37403DFE04FE}" dt="2022-04-04T09:43:48.698" v="50" actId="47"/>
        <pc:sldMkLst>
          <pc:docMk/>
          <pc:sldMk cId="1063853208" sldId="273"/>
        </pc:sldMkLst>
      </pc:sldChg>
      <pc:sldChg chg="del">
        <pc:chgData name="SERGIO SPANO'" userId="3abdd0b9-513e-40ac-aad4-56920065037d" providerId="ADAL" clId="{19165FB4-5FE7-4510-B31F-37403DFE04FE}" dt="2022-04-04T09:43:48.734" v="51" actId="47"/>
        <pc:sldMkLst>
          <pc:docMk/>
          <pc:sldMk cId="1566194581" sldId="274"/>
        </pc:sldMkLst>
      </pc:sldChg>
      <pc:sldChg chg="del">
        <pc:chgData name="SERGIO SPANO'" userId="3abdd0b9-513e-40ac-aad4-56920065037d" providerId="ADAL" clId="{19165FB4-5FE7-4510-B31F-37403DFE04FE}" dt="2022-04-04T09:43:48.806" v="53" actId="47"/>
        <pc:sldMkLst>
          <pc:docMk/>
          <pc:sldMk cId="3320012960" sldId="275"/>
        </pc:sldMkLst>
      </pc:sldChg>
      <pc:sldChg chg="del">
        <pc:chgData name="SERGIO SPANO'" userId="3abdd0b9-513e-40ac-aad4-56920065037d" providerId="ADAL" clId="{19165FB4-5FE7-4510-B31F-37403DFE04FE}" dt="2022-04-04T09:43:48.843" v="54" actId="47"/>
        <pc:sldMkLst>
          <pc:docMk/>
          <pc:sldMk cId="1094222998" sldId="276"/>
        </pc:sldMkLst>
      </pc:sldChg>
      <pc:sldChg chg="del">
        <pc:chgData name="SERGIO SPANO'" userId="3abdd0b9-513e-40ac-aad4-56920065037d" providerId="ADAL" clId="{19165FB4-5FE7-4510-B31F-37403DFE04FE}" dt="2022-04-04T09:43:48.770" v="52" actId="47"/>
        <pc:sldMkLst>
          <pc:docMk/>
          <pc:sldMk cId="3451030804" sldId="277"/>
        </pc:sldMkLst>
      </pc:sldChg>
      <pc:sldChg chg="add">
        <pc:chgData name="SERGIO SPANO'" userId="3abdd0b9-513e-40ac-aad4-56920065037d" providerId="ADAL" clId="{19165FB4-5FE7-4510-B31F-37403DFE04FE}" dt="2022-04-04T09:44:16.659" v="59"/>
        <pc:sldMkLst>
          <pc:docMk/>
          <pc:sldMk cId="2221289223" sldId="278"/>
        </pc:sldMkLst>
      </pc:sldChg>
      <pc:sldChg chg="addSp delSp modSp new mod">
        <pc:chgData name="SERGIO SPANO'" userId="3abdd0b9-513e-40ac-aad4-56920065037d" providerId="ADAL" clId="{19165FB4-5FE7-4510-B31F-37403DFE04FE}" dt="2022-04-04T09:53:57.284" v="95" actId="1076"/>
        <pc:sldMkLst>
          <pc:docMk/>
          <pc:sldMk cId="492866929" sldId="279"/>
        </pc:sldMkLst>
        <pc:spChg chg="mod">
          <ac:chgData name="SERGIO SPANO'" userId="3abdd0b9-513e-40ac-aad4-56920065037d" providerId="ADAL" clId="{19165FB4-5FE7-4510-B31F-37403DFE04FE}" dt="2022-04-04T09:53:07.808" v="74" actId="20577"/>
          <ac:spMkLst>
            <pc:docMk/>
            <pc:sldMk cId="492866929" sldId="279"/>
            <ac:spMk id="2" creationId="{E41ADC1A-510B-4B88-825D-E60676BF11E4}"/>
          </ac:spMkLst>
        </pc:spChg>
        <pc:spChg chg="mod">
          <ac:chgData name="SERGIO SPANO'" userId="3abdd0b9-513e-40ac-aad4-56920065037d" providerId="ADAL" clId="{19165FB4-5FE7-4510-B31F-37403DFE04FE}" dt="2022-04-04T09:53:40.375" v="89" actId="20577"/>
          <ac:spMkLst>
            <pc:docMk/>
            <pc:sldMk cId="492866929" sldId="279"/>
            <ac:spMk id="3" creationId="{85516D24-B07E-45F9-8D8F-FF8F7A6B6F3E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17" creationId="{5D12630F-0738-4695-B76D-D82294B3440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5" creationId="{6E46E4D7-B59B-419C-846A-5CA041D5F45D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7" creationId="{43791D11-A161-48FF-935E-C7472EA0182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8" creationId="{FE89C09F-C158-4294-A32B-CCD786350E4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1" creationId="{ED062AAB-57AB-4709-924E-527AA26094B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2" creationId="{DB48165F-E92C-434B-A497-096A3BC3D072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3" creationId="{42623C88-E0F5-4587-9B36-D0110E1BEFC1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4" creationId="{66419B4D-7AC1-41F6-885B-B0E8460EE307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7" creationId="{5A565C88-5D3B-450E-8E9D-D32C8687D6DC}"/>
          </ac:spMkLst>
        </pc:spChg>
        <pc:spChg chg="add del mod">
          <ac:chgData name="SERGIO SPANO'" userId="3abdd0b9-513e-40ac-aad4-56920065037d" providerId="ADAL" clId="{19165FB4-5FE7-4510-B31F-37403DFE04FE}" dt="2022-04-04T09:53:51.738" v="91"/>
          <ac:spMkLst>
            <pc:docMk/>
            <pc:sldMk cId="492866929" sldId="279"/>
            <ac:spMk id="38" creationId="{28F37FCA-5D21-4D12-969F-9AB5B0FCBC47}"/>
          </ac:spMkLst>
        </pc:spChg>
        <pc:grpChg chg="add del mod">
          <ac:chgData name="SERGIO SPANO'" userId="3abdd0b9-513e-40ac-aad4-56920065037d" providerId="ADAL" clId="{19165FB4-5FE7-4510-B31F-37403DFE04FE}" dt="2022-04-04T09:53:51.738" v="91"/>
          <ac:grpSpMkLst>
            <pc:docMk/>
            <pc:sldMk cId="492866929" sldId="279"/>
            <ac:grpSpMk id="6" creationId="{A71B274C-26D8-4747-BCDD-F7FFF1DAF88C}"/>
          </ac:grpSpMkLst>
        </pc:grpChg>
        <pc:picChg chg="add mod">
          <ac:chgData name="SERGIO SPANO'" userId="3abdd0b9-513e-40ac-aad4-56920065037d" providerId="ADAL" clId="{19165FB4-5FE7-4510-B31F-37403DFE04FE}" dt="2022-04-04T09:53:57.284" v="95" actId="1076"/>
          <ac:picMkLst>
            <pc:docMk/>
            <pc:sldMk cId="492866929" sldId="279"/>
            <ac:picMk id="39" creationId="{D4391CB8-66C7-4D1E-91AA-2795814CEAD8}"/>
          </ac:picMkLst>
        </pc:pic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7" creationId="{0D820D66-B2B7-430A-A35E-FE112DC8F53F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8" creationId="{F6732FB0-2291-43FB-949B-E6DED1409C9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9" creationId="{17AD1CBA-BE4B-4504-8D20-8D1E408C4D3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0" creationId="{85E20A7E-F9EA-4C45-9C15-C6B7308C616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1" creationId="{7CB0A672-CD62-482F-9006-323AE659FEE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2" creationId="{2D3378EA-A1E3-41D1-9653-5C7D3DC8381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3" creationId="{5A98CFD1-556E-41E1-A179-1DD45CC990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4" creationId="{8A5ECB19-13A7-4547-83E1-F25658B440B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5" creationId="{07FFA9FD-337D-4463-9AF9-EA008A3986B4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6" creationId="{4C7A8718-0577-4590-9609-5627AC1E482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8" creationId="{EEE2F881-1D60-4F30-A8B7-A3A5D55DC84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9" creationId="{DB114413-FD32-4320-8622-3A161F39964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0" creationId="{597BAAB7-ADDD-4FAC-993D-817CE5B4005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1" creationId="{610EDE4B-69C2-41B9-86AB-1C46604A555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2" creationId="{B155BBF7-0812-42A0-ADB7-98C377F3B282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3" creationId="{FBD8410A-4769-46FC-8669-A13D43AE10A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4" creationId="{13074D39-7D41-4275-A81C-673D84CBF7C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6" creationId="{A249F034-D595-416C-BBF4-58E582757043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9" creationId="{677C0B5C-98E2-462D-A59A-D593540C2F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0" creationId="{7CFB4CE4-021E-444B-B159-ADF1695B01E8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5" creationId="{00FEC7A2-C0B5-4F42-82F1-360AD022B9D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6" creationId="{3247EC8F-F896-4553-8EF4-4B49161876CC}"/>
          </ac:cxnSpMkLst>
        </pc:cxnChg>
      </pc:sldChg>
      <pc:sldChg chg="addSp modSp new mod">
        <pc:chgData name="SERGIO SPANO'" userId="3abdd0b9-513e-40ac-aad4-56920065037d" providerId="ADAL" clId="{19165FB4-5FE7-4510-B31F-37403DFE04FE}" dt="2022-04-04T09:56:29.519" v="155" actId="20577"/>
        <pc:sldMkLst>
          <pc:docMk/>
          <pc:sldMk cId="3726700529" sldId="280"/>
        </pc:sldMkLst>
        <pc:spChg chg="mod">
          <ac:chgData name="SERGIO SPANO'" userId="3abdd0b9-513e-40ac-aad4-56920065037d" providerId="ADAL" clId="{19165FB4-5FE7-4510-B31F-37403DFE04FE}" dt="2022-04-04T09:54:16.191" v="110" actId="20577"/>
          <ac:spMkLst>
            <pc:docMk/>
            <pc:sldMk cId="3726700529" sldId="280"/>
            <ac:spMk id="2" creationId="{CF0A6A9B-009B-49CD-88F5-7E9D89899CF5}"/>
          </ac:spMkLst>
        </pc:spChg>
        <pc:spChg chg="mod">
          <ac:chgData name="SERGIO SPANO'" userId="3abdd0b9-513e-40ac-aad4-56920065037d" providerId="ADAL" clId="{19165FB4-5FE7-4510-B31F-37403DFE04FE}" dt="2022-04-04T09:56:29.519" v="155" actId="20577"/>
          <ac:spMkLst>
            <pc:docMk/>
            <pc:sldMk cId="3726700529" sldId="280"/>
            <ac:spMk id="3" creationId="{53F3A75D-D896-4A95-AE88-5DACF28DACD7}"/>
          </ac:spMkLst>
        </pc:spChg>
        <pc:picChg chg="add mod">
          <ac:chgData name="SERGIO SPANO'" userId="3abdd0b9-513e-40ac-aad4-56920065037d" providerId="ADAL" clId="{19165FB4-5FE7-4510-B31F-37403DFE04FE}" dt="2022-04-04T09:54:58.787" v="126" actId="1076"/>
          <ac:picMkLst>
            <pc:docMk/>
            <pc:sldMk cId="3726700529" sldId="280"/>
            <ac:picMk id="6" creationId="{37F2096A-C44C-4917-A220-9C935866E3DF}"/>
          </ac:picMkLst>
        </pc:picChg>
        <pc:picChg chg="add mod">
          <ac:chgData name="SERGIO SPANO'" userId="3abdd0b9-513e-40ac-aad4-56920065037d" providerId="ADAL" clId="{19165FB4-5FE7-4510-B31F-37403DFE04FE}" dt="2022-04-04T09:55:02.703" v="129" actId="1076"/>
          <ac:picMkLst>
            <pc:docMk/>
            <pc:sldMk cId="3726700529" sldId="280"/>
            <ac:picMk id="7" creationId="{B62EF04C-1013-4D3C-898A-85860CDF7F07}"/>
          </ac:picMkLst>
        </pc:picChg>
      </pc:sldChg>
      <pc:sldChg chg="modSp new mod">
        <pc:chgData name="SERGIO SPANO'" userId="3abdd0b9-513e-40ac-aad4-56920065037d" providerId="ADAL" clId="{19165FB4-5FE7-4510-B31F-37403DFE04FE}" dt="2022-04-04T09:56:36.982" v="173" actId="20577"/>
        <pc:sldMkLst>
          <pc:docMk/>
          <pc:sldMk cId="3412644732" sldId="281"/>
        </pc:sldMkLst>
        <pc:spChg chg="mod">
          <ac:chgData name="SERGIO SPANO'" userId="3abdd0b9-513e-40ac-aad4-56920065037d" providerId="ADAL" clId="{19165FB4-5FE7-4510-B31F-37403DFE04FE}" dt="2022-04-04T09:56:36.982" v="173" actId="20577"/>
          <ac:spMkLst>
            <pc:docMk/>
            <pc:sldMk cId="3412644732" sldId="281"/>
            <ac:spMk id="2" creationId="{B7376F84-8FF3-46B0-8170-557B3F27B439}"/>
          </ac:spMkLst>
        </pc:spChg>
      </pc:sld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09EB5671-F274-4581-BF31-7BCFFD0497FA}"/>
    <pc:docChg chg="undo custSel addSld delSld modSld">
      <pc:chgData name="SERGIO SPANO'" userId="3abdd0b9-513e-40ac-aad4-56920065037d" providerId="ADAL" clId="{09EB5671-F274-4581-BF31-7BCFFD0497FA}" dt="2022-04-06T11:21:16.738" v="604" actId="1076"/>
      <pc:docMkLst>
        <pc:docMk/>
      </pc:docMkLst>
      <pc:sldChg chg="modSp add del mod">
        <pc:chgData name="SERGIO SPANO'" userId="3abdd0b9-513e-40ac-aad4-56920065037d" providerId="ADAL" clId="{09EB5671-F274-4581-BF31-7BCFFD0497FA}" dt="2022-04-06T10:50:37.215" v="100" actId="1076"/>
        <pc:sldMkLst>
          <pc:docMk/>
          <pc:sldMk cId="3676927149" sldId="256"/>
        </pc:sldMkLst>
        <pc:spChg chg="mod">
          <ac:chgData name="SERGIO SPANO'" userId="3abdd0b9-513e-40ac-aad4-56920065037d" providerId="ADAL" clId="{09EB5671-F274-4581-BF31-7BCFFD0497FA}" dt="2022-04-06T10:50:37.215" v="100" actId="1076"/>
          <ac:spMkLst>
            <pc:docMk/>
            <pc:sldMk cId="3676927149" sldId="256"/>
            <ac:spMk id="2" creationId="{AE5A0156-FA44-4B5E-AA95-BA26FE319EEF}"/>
          </ac:spMkLst>
        </pc:spChg>
      </pc:sldChg>
      <pc:sldChg chg="addSp delSp modSp new mod">
        <pc:chgData name="SERGIO SPANO'" userId="3abdd0b9-513e-40ac-aad4-56920065037d" providerId="ADAL" clId="{09EB5671-F274-4581-BF31-7BCFFD0497FA}" dt="2022-04-06T10:50:29.509" v="97" actId="6549"/>
        <pc:sldMkLst>
          <pc:docMk/>
          <pc:sldMk cId="1297370464" sldId="257"/>
        </pc:sldMkLst>
        <pc:spChg chg="mod">
          <ac:chgData name="SERGIO SPANO'" userId="3abdd0b9-513e-40ac-aad4-56920065037d" providerId="ADAL" clId="{09EB5671-F274-4581-BF31-7BCFFD0497FA}" dt="2022-04-06T10:50:29.509" v="97" actId="6549"/>
          <ac:spMkLst>
            <pc:docMk/>
            <pc:sldMk cId="1297370464" sldId="257"/>
            <ac:spMk id="2" creationId="{527D9F5C-D2C9-4EDC-8D0D-05D9B07C4002}"/>
          </ac:spMkLst>
        </pc:spChg>
        <pc:spChg chg="mod">
          <ac:chgData name="SERGIO SPANO'" userId="3abdd0b9-513e-40ac-aad4-56920065037d" providerId="ADAL" clId="{09EB5671-F274-4581-BF31-7BCFFD0497FA}" dt="2022-04-06T10:49:27.390" v="71" actId="14100"/>
          <ac:spMkLst>
            <pc:docMk/>
            <pc:sldMk cId="1297370464" sldId="257"/>
            <ac:spMk id="3" creationId="{84946712-5FBA-4E62-871F-9E13862569E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7" creationId="{C4980D47-736F-442B-8BB9-96F6719BE2D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5" creationId="{ABD20B46-C110-4D8D-9E83-FF296FC01904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9" creationId="{41DA8E76-AB41-4FD8-A13E-8963503FDB7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0" creationId="{CAD7BFEF-C137-455F-BB40-5B6696CC8A1B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1" creationId="{FC889A8F-EB8C-414C-9142-7FC00760899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3" creationId="{7EC68D4B-6667-4889-9632-F5045E6E2980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4" creationId="{F51A6490-14CC-4898-BE43-9845E7902F82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5" creationId="{75FD0FE7-5B1A-4308-95F8-765F49EA77D8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6" creationId="{A7801AA4-E7E8-4A32-A9BD-92DA856FB8CA}"/>
          </ac:spMkLst>
        </pc:spChg>
        <pc:grpChg chg="add del mod">
          <ac:chgData name="SERGIO SPANO'" userId="3abdd0b9-513e-40ac-aad4-56920065037d" providerId="ADAL" clId="{09EB5671-F274-4581-BF31-7BCFFD0497FA}" dt="2022-04-06T10:49:09.230" v="64" actId="21"/>
          <ac:grpSpMkLst>
            <pc:docMk/>
            <pc:sldMk cId="1297370464" sldId="257"/>
            <ac:grpSpMk id="6" creationId="{FC41CDED-7A8B-4582-B522-91DA0382389E}"/>
          </ac:grpSpMkLst>
        </pc:grpChg>
        <pc:grpChg chg="mod">
          <ac:chgData name="SERGIO SPANO'" userId="3abdd0b9-513e-40ac-aad4-56920065037d" providerId="ADAL" clId="{09EB5671-F274-4581-BF31-7BCFFD0497FA}" dt="2022-04-06T10:49:07.787" v="63"/>
          <ac:grpSpMkLst>
            <pc:docMk/>
            <pc:sldMk cId="1297370464" sldId="257"/>
            <ac:grpSpMk id="8" creationId="{0522FC9A-F0E1-4DC7-8D59-FCF810F080E7}"/>
          </ac:grpSpMkLst>
        </pc:grpChg>
        <pc:picChg chg="add del">
          <ac:chgData name="SERGIO SPANO'" userId="3abdd0b9-513e-40ac-aad4-56920065037d" providerId="ADAL" clId="{09EB5671-F274-4581-BF31-7BCFFD0497FA}" dt="2022-04-06T10:49:11.959" v="66"/>
          <ac:picMkLst>
            <pc:docMk/>
            <pc:sldMk cId="1297370464" sldId="257"/>
            <ac:picMk id="27" creationId="{845CA4BB-E52A-4605-A8BB-CED1D1A4DBDF}"/>
          </ac:picMkLst>
        </pc:picChg>
        <pc:picChg chg="add del">
          <ac:chgData name="SERGIO SPANO'" userId="3abdd0b9-513e-40ac-aad4-56920065037d" providerId="ADAL" clId="{09EB5671-F274-4581-BF31-7BCFFD0497FA}" dt="2022-04-06T10:49:19.093" v="68"/>
          <ac:picMkLst>
            <pc:docMk/>
            <pc:sldMk cId="1297370464" sldId="257"/>
            <ac:picMk id="28" creationId="{9DE61D35-54A3-4776-8FEC-89FE9D8A92E8}"/>
          </ac:picMkLst>
        </pc:picChg>
        <pc:picChg chg="add mod">
          <ac:chgData name="SERGIO SPANO'" userId="3abdd0b9-513e-40ac-aad4-56920065037d" providerId="ADAL" clId="{09EB5671-F274-4581-BF31-7BCFFD0497FA}" dt="2022-04-06T10:49:30.607" v="72" actId="14100"/>
          <ac:picMkLst>
            <pc:docMk/>
            <pc:sldMk cId="1297370464" sldId="257"/>
            <ac:picMk id="29" creationId="{08178A3E-7B76-4751-9DF9-BC379835CE1A}"/>
          </ac:picMkLst>
        </pc:picChg>
        <pc:picChg chg="add mod">
          <ac:chgData name="SERGIO SPANO'" userId="3abdd0b9-513e-40ac-aad4-56920065037d" providerId="ADAL" clId="{09EB5671-F274-4581-BF31-7BCFFD0497FA}" dt="2022-04-06T10:50:00.386" v="82" actId="1076"/>
          <ac:picMkLst>
            <pc:docMk/>
            <pc:sldMk cId="1297370464" sldId="257"/>
            <ac:picMk id="30" creationId="{1BB7AAEE-FD20-4647-B6E3-E524AD9348CA}"/>
          </ac:picMkLst>
        </pc:pic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9" creationId="{DCE8D508-9FFE-4808-A1DE-059EB4FB03FF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0" creationId="{0F128E27-5FC5-48EA-A339-42A5A9A87BB3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1" creationId="{8C9A63B7-8E4E-4D52-87DD-A1EBC675017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2" creationId="{9A5D1220-3DE6-4ED4-97ED-3F0A1F413A35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3" creationId="{CE1FF0A9-D05C-4D8D-80DD-9BA798ED86A1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4" creationId="{E4278365-0C7D-4A1E-928E-F880A147140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6" creationId="{F5C9CAE3-98CC-437A-B96F-4035EF955170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7" creationId="{F5A264D0-8FA4-434F-BEF0-E619101D332B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8" creationId="{26697D68-5E0C-464E-AC52-C8953606BF3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22" creationId="{E852DF1F-313B-46A2-A410-12DE9C256806}"/>
          </ac:cxnSpMkLst>
        </pc:cxnChg>
      </pc:sldChg>
      <pc:sldChg chg="new del">
        <pc:chgData name="SERGIO SPANO'" userId="3abdd0b9-513e-40ac-aad4-56920065037d" providerId="ADAL" clId="{09EB5671-F274-4581-BF31-7BCFFD0497FA}" dt="2022-04-06T10:45:29.545" v="48" actId="680"/>
        <pc:sldMkLst>
          <pc:docMk/>
          <pc:sldMk cId="911996854" sldId="258"/>
        </pc:sldMkLst>
      </pc:sldChg>
      <pc:sldChg chg="addSp delSp modSp new mod">
        <pc:chgData name="SERGIO SPANO'" userId="3abdd0b9-513e-40ac-aad4-56920065037d" providerId="ADAL" clId="{09EB5671-F274-4581-BF31-7BCFFD0497FA}" dt="2022-04-06T10:51:05.332" v="104" actId="1076"/>
        <pc:sldMkLst>
          <pc:docMk/>
          <pc:sldMk cId="2876876438" sldId="258"/>
        </pc:sldMkLst>
        <pc:spChg chg="mod">
          <ac:chgData name="SERGIO SPANO'" userId="3abdd0b9-513e-40ac-aad4-56920065037d" providerId="ADAL" clId="{09EB5671-F274-4581-BF31-7BCFFD0497FA}" dt="2022-04-06T10:50:32.851" v="98" actId="6549"/>
          <ac:spMkLst>
            <pc:docMk/>
            <pc:sldMk cId="2876876438" sldId="258"/>
            <ac:spMk id="2" creationId="{DD3F72FC-E824-4F3C-99D4-E496148236F6}"/>
          </ac:spMkLst>
        </pc:spChg>
        <pc:spChg chg="del">
          <ac:chgData name="SERGIO SPANO'" userId="3abdd0b9-513e-40ac-aad4-56920065037d" providerId="ADAL" clId="{09EB5671-F274-4581-BF31-7BCFFD0497FA}" dt="2022-04-06T10:50:56.630" v="101" actId="478"/>
          <ac:spMkLst>
            <pc:docMk/>
            <pc:sldMk cId="2876876438" sldId="258"/>
            <ac:spMk id="3" creationId="{5756A753-8DF8-4DC0-BE0D-4CE0B55C53F2}"/>
          </ac:spMkLst>
        </pc:spChg>
        <pc:picChg chg="add mod">
          <ac:chgData name="SERGIO SPANO'" userId="3abdd0b9-513e-40ac-aad4-56920065037d" providerId="ADAL" clId="{09EB5671-F274-4581-BF31-7BCFFD0497FA}" dt="2022-04-06T10:51:05.332" v="104" actId="1076"/>
          <ac:picMkLst>
            <pc:docMk/>
            <pc:sldMk cId="2876876438" sldId="258"/>
            <ac:picMk id="6" creationId="{7028B4E1-BF07-4919-8D3E-347C26AE344A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2:03.944" v="142" actId="1076"/>
        <pc:sldMkLst>
          <pc:docMk/>
          <pc:sldMk cId="286617629" sldId="259"/>
        </pc:sldMkLst>
        <pc:spChg chg="mod">
          <ac:chgData name="SERGIO SPANO'" userId="3abdd0b9-513e-40ac-aad4-56920065037d" providerId="ADAL" clId="{09EB5671-F274-4581-BF31-7BCFFD0497FA}" dt="2022-04-06T10:51:30.796" v="135" actId="20577"/>
          <ac:spMkLst>
            <pc:docMk/>
            <pc:sldMk cId="286617629" sldId="259"/>
            <ac:spMk id="2" creationId="{B6E82BFA-97F1-43E7-A5C2-57BF1DA04C1A}"/>
          </ac:spMkLst>
        </pc:spChg>
        <pc:spChg chg="del mod">
          <ac:chgData name="SERGIO SPANO'" userId="3abdd0b9-513e-40ac-aad4-56920065037d" providerId="ADAL" clId="{09EB5671-F274-4581-BF31-7BCFFD0497FA}" dt="2022-04-06T10:51:43.769" v="137" actId="478"/>
          <ac:spMkLst>
            <pc:docMk/>
            <pc:sldMk cId="286617629" sldId="259"/>
            <ac:spMk id="3" creationId="{B42B41DE-E15C-4407-875B-D60A552D31D9}"/>
          </ac:spMkLst>
        </pc:spChg>
        <pc:spChg chg="add del mod">
          <ac:chgData name="SERGIO SPANO'" userId="3abdd0b9-513e-40ac-aad4-56920065037d" providerId="ADAL" clId="{09EB5671-F274-4581-BF31-7BCFFD0497FA}" dt="2022-04-06T10:51:46.714" v="138" actId="478"/>
          <ac:spMkLst>
            <pc:docMk/>
            <pc:sldMk cId="286617629" sldId="259"/>
            <ac:spMk id="6" creationId="{42F8E6D0-3B3F-4545-BBBF-87D55C39A3BC}"/>
          </ac:spMkLst>
        </pc:spChg>
        <pc:picChg chg="add mod">
          <ac:chgData name="SERGIO SPANO'" userId="3abdd0b9-513e-40ac-aad4-56920065037d" providerId="ADAL" clId="{09EB5671-F274-4581-BF31-7BCFFD0497FA}" dt="2022-04-06T10:52:03.944" v="142" actId="1076"/>
          <ac:picMkLst>
            <pc:docMk/>
            <pc:sldMk cId="286617629" sldId="259"/>
            <ac:picMk id="7" creationId="{4006742C-053C-421C-B844-B22E7289A045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3:51.990" v="197" actId="14100"/>
        <pc:sldMkLst>
          <pc:docMk/>
          <pc:sldMk cId="2771526278" sldId="260"/>
        </pc:sldMkLst>
        <pc:spChg chg="mod">
          <ac:chgData name="SERGIO SPANO'" userId="3abdd0b9-513e-40ac-aad4-56920065037d" providerId="ADAL" clId="{09EB5671-F274-4581-BF31-7BCFFD0497FA}" dt="2022-04-06T10:52:28.768" v="155" actId="20577"/>
          <ac:spMkLst>
            <pc:docMk/>
            <pc:sldMk cId="2771526278" sldId="260"/>
            <ac:spMk id="2" creationId="{78A18BD7-8F93-41D0-AA32-DECFE7915A49}"/>
          </ac:spMkLst>
        </pc:spChg>
        <pc:spChg chg="mod">
          <ac:chgData name="SERGIO SPANO'" userId="3abdd0b9-513e-40ac-aad4-56920065037d" providerId="ADAL" clId="{09EB5671-F274-4581-BF31-7BCFFD0497FA}" dt="2022-04-06T10:53:37.912" v="188" actId="404"/>
          <ac:spMkLst>
            <pc:docMk/>
            <pc:sldMk cId="2771526278" sldId="260"/>
            <ac:spMk id="3" creationId="{FDB37A47-B7F9-4B72-BB16-DFD0D702C8DC}"/>
          </ac:spMkLst>
        </pc:spChg>
        <pc:picChg chg="add mod">
          <ac:chgData name="SERGIO SPANO'" userId="3abdd0b9-513e-40ac-aad4-56920065037d" providerId="ADAL" clId="{09EB5671-F274-4581-BF31-7BCFFD0497FA}" dt="2022-04-06T10:53:51.990" v="197" actId="14100"/>
          <ac:picMkLst>
            <pc:docMk/>
            <pc:sldMk cId="2771526278" sldId="260"/>
            <ac:picMk id="5" creationId="{0056EC1B-04C2-431B-B148-7E2D0FC15F22}"/>
          </ac:picMkLst>
        </pc:picChg>
        <pc:picChg chg="add mod">
          <ac:chgData name="SERGIO SPANO'" userId="3abdd0b9-513e-40ac-aad4-56920065037d" providerId="ADAL" clId="{09EB5671-F274-4581-BF31-7BCFFD0497FA}" dt="2022-04-06T10:53:49.852" v="195" actId="1076"/>
          <ac:picMkLst>
            <pc:docMk/>
            <pc:sldMk cId="2771526278" sldId="260"/>
            <ac:picMk id="6" creationId="{06A0A736-C0B2-405E-A095-26ABE3C00CAE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08.165" v="215" actId="1076"/>
        <pc:sldMkLst>
          <pc:docMk/>
          <pc:sldMk cId="2497065577" sldId="261"/>
        </pc:sldMkLst>
        <pc:spChg chg="mod">
          <ac:chgData name="SERGIO SPANO'" userId="3abdd0b9-513e-40ac-aad4-56920065037d" providerId="ADAL" clId="{09EB5671-F274-4581-BF31-7BCFFD0497FA}" dt="2022-04-06T10:54:55.576" v="210" actId="20577"/>
          <ac:spMkLst>
            <pc:docMk/>
            <pc:sldMk cId="2497065577" sldId="261"/>
            <ac:spMk id="2" creationId="{C99FFCEC-E105-47BA-B237-AB1959F847ED}"/>
          </ac:spMkLst>
        </pc:spChg>
        <pc:spChg chg="del">
          <ac:chgData name="SERGIO SPANO'" userId="3abdd0b9-513e-40ac-aad4-56920065037d" providerId="ADAL" clId="{09EB5671-F274-4581-BF31-7BCFFD0497FA}" dt="2022-04-06T10:54:59.516" v="211" actId="478"/>
          <ac:spMkLst>
            <pc:docMk/>
            <pc:sldMk cId="2497065577" sldId="261"/>
            <ac:spMk id="3" creationId="{555CDDEE-14C9-4A2D-98F8-CD6D6790F68A}"/>
          </ac:spMkLst>
        </pc:spChg>
        <pc:picChg chg="add mod">
          <ac:chgData name="SERGIO SPANO'" userId="3abdd0b9-513e-40ac-aad4-56920065037d" providerId="ADAL" clId="{09EB5671-F274-4581-BF31-7BCFFD0497FA}" dt="2022-04-06T10:55:08.165" v="215" actId="1076"/>
          <ac:picMkLst>
            <pc:docMk/>
            <pc:sldMk cId="2497065577" sldId="261"/>
            <ac:picMk id="5" creationId="{06D8F964-7D73-4CCB-8BD1-9B1D5CD07D52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34.906" v="247" actId="1076"/>
        <pc:sldMkLst>
          <pc:docMk/>
          <pc:sldMk cId="1259472102" sldId="262"/>
        </pc:sldMkLst>
        <pc:spChg chg="mod">
          <ac:chgData name="SERGIO SPANO'" userId="3abdd0b9-513e-40ac-aad4-56920065037d" providerId="ADAL" clId="{09EB5671-F274-4581-BF31-7BCFFD0497FA}" dt="2022-04-06T10:55:22.460" v="243" actId="20577"/>
          <ac:spMkLst>
            <pc:docMk/>
            <pc:sldMk cId="1259472102" sldId="262"/>
            <ac:spMk id="2" creationId="{17090538-7502-4A73-9AE6-6506FB61A62E}"/>
          </ac:spMkLst>
        </pc:spChg>
        <pc:spChg chg="del">
          <ac:chgData name="SERGIO SPANO'" userId="3abdd0b9-513e-40ac-aad4-56920065037d" providerId="ADAL" clId="{09EB5671-F274-4581-BF31-7BCFFD0497FA}" dt="2022-04-06T10:55:26.732" v="244" actId="478"/>
          <ac:spMkLst>
            <pc:docMk/>
            <pc:sldMk cId="1259472102" sldId="262"/>
            <ac:spMk id="3" creationId="{D6D1CBD2-417D-412A-ADF0-94330E4C7730}"/>
          </ac:spMkLst>
        </pc:spChg>
        <pc:picChg chg="add mod">
          <ac:chgData name="SERGIO SPANO'" userId="3abdd0b9-513e-40ac-aad4-56920065037d" providerId="ADAL" clId="{09EB5671-F274-4581-BF31-7BCFFD0497FA}" dt="2022-04-06T10:55:34.906" v="247" actId="1076"/>
          <ac:picMkLst>
            <pc:docMk/>
            <pc:sldMk cId="1259472102" sldId="262"/>
            <ac:picMk id="5" creationId="{F24D795E-C258-4214-B93F-CE6E610E1C00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7:32.604" v="285" actId="207"/>
        <pc:sldMkLst>
          <pc:docMk/>
          <pc:sldMk cId="3850036128" sldId="263"/>
        </pc:sldMkLst>
        <pc:spChg chg="mod">
          <ac:chgData name="SERGIO SPANO'" userId="3abdd0b9-513e-40ac-aad4-56920065037d" providerId="ADAL" clId="{09EB5671-F274-4581-BF31-7BCFFD0497FA}" dt="2022-04-06T10:56:29.983" v="269" actId="20577"/>
          <ac:spMkLst>
            <pc:docMk/>
            <pc:sldMk cId="3850036128" sldId="263"/>
            <ac:spMk id="2" creationId="{D1C56B55-1E05-41EA-A355-9E5FBE041E40}"/>
          </ac:spMkLst>
        </pc:spChg>
        <pc:spChg chg="mod">
          <ac:chgData name="SERGIO SPANO'" userId="3abdd0b9-513e-40ac-aad4-56920065037d" providerId="ADAL" clId="{09EB5671-F274-4581-BF31-7BCFFD0497FA}" dt="2022-04-06T10:56:42.804" v="271" actId="15"/>
          <ac:spMkLst>
            <pc:docMk/>
            <pc:sldMk cId="3850036128" sldId="263"/>
            <ac:spMk id="3" creationId="{08CA4FA5-716B-458B-AF09-BFB94BAB8DCE}"/>
          </ac:spMkLst>
        </pc:spChg>
        <pc:spChg chg="add mod">
          <ac:chgData name="SERGIO SPANO'" userId="3abdd0b9-513e-40ac-aad4-56920065037d" providerId="ADAL" clId="{09EB5671-F274-4581-BF31-7BCFFD0497FA}" dt="2022-04-06T10:57:32.604" v="285" actId="207"/>
          <ac:spMkLst>
            <pc:docMk/>
            <pc:sldMk cId="3850036128" sldId="263"/>
            <ac:spMk id="7" creationId="{763EF64C-D383-4B82-AA04-C6B4160E2384}"/>
          </ac:spMkLst>
        </pc:spChg>
        <pc:picChg chg="add mod">
          <ac:chgData name="SERGIO SPANO'" userId="3abdd0b9-513e-40ac-aad4-56920065037d" providerId="ADAL" clId="{09EB5671-F274-4581-BF31-7BCFFD0497FA}" dt="2022-04-06T10:57:22.895" v="282" actId="1076"/>
          <ac:picMkLst>
            <pc:docMk/>
            <pc:sldMk cId="3850036128" sldId="263"/>
            <ac:picMk id="5" creationId="{3804B8B7-D418-4C1A-9BDC-DDF261A87DBE}"/>
          </ac:picMkLst>
        </pc:picChg>
        <pc:picChg chg="add mod">
          <ac:chgData name="SERGIO SPANO'" userId="3abdd0b9-513e-40ac-aad4-56920065037d" providerId="ADAL" clId="{09EB5671-F274-4581-BF31-7BCFFD0497FA}" dt="2022-04-06T10:57:08.180" v="279" actId="1076"/>
          <ac:picMkLst>
            <pc:docMk/>
            <pc:sldMk cId="3850036128" sldId="263"/>
            <ac:picMk id="6" creationId="{95CAE78A-2132-46D7-B812-1C2AFEB909DF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9:07.003" v="323" actId="1076"/>
        <pc:sldMkLst>
          <pc:docMk/>
          <pc:sldMk cId="1824425073" sldId="264"/>
        </pc:sldMkLst>
        <pc:spChg chg="mod">
          <ac:chgData name="SERGIO SPANO'" userId="3abdd0b9-513e-40ac-aad4-56920065037d" providerId="ADAL" clId="{09EB5671-F274-4581-BF31-7BCFFD0497FA}" dt="2022-04-06T10:58:51.389" v="318" actId="20577"/>
          <ac:spMkLst>
            <pc:docMk/>
            <pc:sldMk cId="1824425073" sldId="264"/>
            <ac:spMk id="2" creationId="{B04F27EB-F335-48D5-A0B5-AC3BA77D001B}"/>
          </ac:spMkLst>
        </pc:spChg>
        <pc:spChg chg="mod">
          <ac:chgData name="SERGIO SPANO'" userId="3abdd0b9-513e-40ac-aad4-56920065037d" providerId="ADAL" clId="{09EB5671-F274-4581-BF31-7BCFFD0497FA}" dt="2022-04-06T10:58:55.451" v="319"/>
          <ac:spMkLst>
            <pc:docMk/>
            <pc:sldMk cId="1824425073" sldId="264"/>
            <ac:spMk id="3" creationId="{1E43AD0A-0A46-49A2-B077-CE7F3FB8320C}"/>
          </ac:spMkLst>
        </pc:spChg>
        <pc:picChg chg="add mod">
          <ac:chgData name="SERGIO SPANO'" userId="3abdd0b9-513e-40ac-aad4-56920065037d" providerId="ADAL" clId="{09EB5671-F274-4581-BF31-7BCFFD0497FA}" dt="2022-04-06T10:59:07.003" v="323" actId="1076"/>
          <ac:picMkLst>
            <pc:docMk/>
            <pc:sldMk cId="1824425073" sldId="264"/>
            <ac:picMk id="5" creationId="{C18511A4-06A8-46D7-8183-FD6CAF7DD4BB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08:34.801" v="355" actId="20577"/>
        <pc:sldMkLst>
          <pc:docMk/>
          <pc:sldMk cId="1007591203" sldId="265"/>
        </pc:sldMkLst>
        <pc:spChg chg="mod">
          <ac:chgData name="SERGIO SPANO'" userId="3abdd0b9-513e-40ac-aad4-56920065037d" providerId="ADAL" clId="{09EB5671-F274-4581-BF31-7BCFFD0497FA}" dt="2022-04-06T11:08:34.801" v="355" actId="20577"/>
          <ac:spMkLst>
            <pc:docMk/>
            <pc:sldMk cId="1007591203" sldId="265"/>
            <ac:spMk id="2" creationId="{F6EB6D9E-B0B5-4912-8FB0-F4C4D5964A81}"/>
          </ac:spMkLst>
        </pc:spChg>
        <pc:spChg chg="mod">
          <ac:chgData name="SERGIO SPANO'" userId="3abdd0b9-513e-40ac-aad4-56920065037d" providerId="ADAL" clId="{09EB5671-F274-4581-BF31-7BCFFD0497FA}" dt="2022-04-06T11:08:04.359" v="347" actId="1076"/>
          <ac:spMkLst>
            <pc:docMk/>
            <pc:sldMk cId="1007591203" sldId="265"/>
            <ac:spMk id="3" creationId="{3C5B9A67-4E1B-4309-B9A5-0E22026851CE}"/>
          </ac:spMkLst>
        </pc:spChg>
        <pc:picChg chg="add mod">
          <ac:chgData name="SERGIO SPANO'" userId="3abdd0b9-513e-40ac-aad4-56920065037d" providerId="ADAL" clId="{09EB5671-F274-4581-BF31-7BCFFD0497FA}" dt="2022-04-06T11:08:03.481" v="346" actId="1076"/>
          <ac:picMkLst>
            <pc:docMk/>
            <pc:sldMk cId="1007591203" sldId="265"/>
            <ac:picMk id="5" creationId="{E9614849-0D09-426A-B63B-170B7C3F041E}"/>
          </ac:picMkLst>
        </pc:picChg>
        <pc:picChg chg="add mod">
          <ac:chgData name="SERGIO SPANO'" userId="3abdd0b9-513e-40ac-aad4-56920065037d" providerId="ADAL" clId="{09EB5671-F274-4581-BF31-7BCFFD0497FA}" dt="2022-04-06T11:08:22.224" v="349" actId="1076"/>
          <ac:picMkLst>
            <pc:docMk/>
            <pc:sldMk cId="1007591203" sldId="265"/>
            <ac:picMk id="6" creationId="{C2F05626-67B8-474E-A45F-ECA8B32CB72F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8:50.765" v="376" actId="1076"/>
        <pc:sldMkLst>
          <pc:docMk/>
          <pc:sldMk cId="1112234418" sldId="266"/>
        </pc:sldMkLst>
        <pc:spChg chg="mod">
          <ac:chgData name="SERGIO SPANO'" userId="3abdd0b9-513e-40ac-aad4-56920065037d" providerId="ADAL" clId="{09EB5671-F274-4581-BF31-7BCFFD0497FA}" dt="2022-04-06T11:08:40.744" v="372" actId="20577"/>
          <ac:spMkLst>
            <pc:docMk/>
            <pc:sldMk cId="1112234418" sldId="266"/>
            <ac:spMk id="2" creationId="{2B44DF12-E02F-47E4-B949-FDF57F5B2665}"/>
          </ac:spMkLst>
        </pc:spChg>
        <pc:spChg chg="del">
          <ac:chgData name="SERGIO SPANO'" userId="3abdd0b9-513e-40ac-aad4-56920065037d" providerId="ADAL" clId="{09EB5671-F274-4581-BF31-7BCFFD0497FA}" dt="2022-04-06T11:08:45.157" v="373" actId="478"/>
          <ac:spMkLst>
            <pc:docMk/>
            <pc:sldMk cId="1112234418" sldId="266"/>
            <ac:spMk id="3" creationId="{72015589-A81B-42AE-B01F-F6AEA2FC0E75}"/>
          </ac:spMkLst>
        </pc:spChg>
        <pc:picChg chg="add mod">
          <ac:chgData name="SERGIO SPANO'" userId="3abdd0b9-513e-40ac-aad4-56920065037d" providerId="ADAL" clId="{09EB5671-F274-4581-BF31-7BCFFD0497FA}" dt="2022-04-06T11:08:50.765" v="376" actId="1076"/>
          <ac:picMkLst>
            <pc:docMk/>
            <pc:sldMk cId="1112234418" sldId="266"/>
            <ac:picMk id="5" creationId="{0A851F62-ACB3-4BB8-8AC3-F6AF9B97A96D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9:15.942" v="408" actId="1076"/>
        <pc:sldMkLst>
          <pc:docMk/>
          <pc:sldMk cId="3483132585" sldId="267"/>
        </pc:sldMkLst>
        <pc:spChg chg="mod">
          <ac:chgData name="SERGIO SPANO'" userId="3abdd0b9-513e-40ac-aad4-56920065037d" providerId="ADAL" clId="{09EB5671-F274-4581-BF31-7BCFFD0497FA}" dt="2022-04-06T11:09:07.426" v="404" actId="20577"/>
          <ac:spMkLst>
            <pc:docMk/>
            <pc:sldMk cId="3483132585" sldId="267"/>
            <ac:spMk id="2" creationId="{FB22F282-1D62-4867-8F7F-FBD3905D229C}"/>
          </ac:spMkLst>
        </pc:spChg>
        <pc:spChg chg="del">
          <ac:chgData name="SERGIO SPANO'" userId="3abdd0b9-513e-40ac-aad4-56920065037d" providerId="ADAL" clId="{09EB5671-F274-4581-BF31-7BCFFD0497FA}" dt="2022-04-06T11:09:09.601" v="405" actId="478"/>
          <ac:spMkLst>
            <pc:docMk/>
            <pc:sldMk cId="3483132585" sldId="267"/>
            <ac:spMk id="3" creationId="{728231F1-5C7F-413A-8F94-9DE10273A3A7}"/>
          </ac:spMkLst>
        </pc:spChg>
        <pc:picChg chg="add mod">
          <ac:chgData name="SERGIO SPANO'" userId="3abdd0b9-513e-40ac-aad4-56920065037d" providerId="ADAL" clId="{09EB5671-F274-4581-BF31-7BCFFD0497FA}" dt="2022-04-06T11:09:15.942" v="408" actId="1076"/>
          <ac:picMkLst>
            <pc:docMk/>
            <pc:sldMk cId="3483132585" sldId="267"/>
            <ac:picMk id="5" creationId="{16CB0777-014F-4946-9B03-D90466D0839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34.276" v="440" actId="20577"/>
        <pc:sldMkLst>
          <pc:docMk/>
          <pc:sldMk cId="3966974852" sldId="268"/>
        </pc:sldMkLst>
        <pc:spChg chg="mod">
          <ac:chgData name="SERGIO SPANO'" userId="3abdd0b9-513e-40ac-aad4-56920065037d" providerId="ADAL" clId="{09EB5671-F274-4581-BF31-7BCFFD0497FA}" dt="2022-04-06T11:10:34.276" v="440" actId="20577"/>
          <ac:spMkLst>
            <pc:docMk/>
            <pc:sldMk cId="3966974852" sldId="268"/>
            <ac:spMk id="2" creationId="{A2BE848B-AE6F-4A8D-A23D-70D8F97802AC}"/>
          </ac:spMkLst>
        </pc:spChg>
        <pc:spChg chg="del">
          <ac:chgData name="SERGIO SPANO'" userId="3abdd0b9-513e-40ac-aad4-56920065037d" providerId="ADAL" clId="{09EB5671-F274-4581-BF31-7BCFFD0497FA}" dt="2022-04-06T11:09:40.272" v="424"/>
          <ac:spMkLst>
            <pc:docMk/>
            <pc:sldMk cId="3966974852" sldId="268"/>
            <ac:spMk id="3" creationId="{2884446E-DB8E-40AC-8AED-EF7FFC7859AF}"/>
          </ac:spMkLst>
        </pc:spChg>
        <pc:spChg chg="add mod">
          <ac:chgData name="SERGIO SPANO'" userId="3abdd0b9-513e-40ac-aad4-56920065037d" providerId="ADAL" clId="{09EB5671-F274-4581-BF31-7BCFFD0497FA}" dt="2022-04-06T11:09:48.504" v="428" actId="15"/>
          <ac:spMkLst>
            <pc:docMk/>
            <pc:sldMk cId="3966974852" sldId="268"/>
            <ac:spMk id="5" creationId="{0AE97796-96DB-423F-9152-45255A5C6AC1}"/>
          </ac:spMkLst>
        </pc:spChg>
        <pc:picChg chg="add mod">
          <ac:chgData name="SERGIO SPANO'" userId="3abdd0b9-513e-40ac-aad4-56920065037d" providerId="ADAL" clId="{09EB5671-F274-4581-BF31-7BCFFD0497FA}" dt="2022-04-06T11:10:17.828" v="432" actId="1076"/>
          <ac:picMkLst>
            <pc:docMk/>
            <pc:sldMk cId="3966974852" sldId="268"/>
            <ac:picMk id="6" creationId="{6492BA1A-AFC4-4974-B547-45D8A908E5A9}"/>
          </ac:picMkLst>
        </pc:picChg>
        <pc:picChg chg="add mod">
          <ac:chgData name="SERGIO SPANO'" userId="3abdd0b9-513e-40ac-aad4-56920065037d" providerId="ADAL" clId="{09EB5671-F274-4581-BF31-7BCFFD0497FA}" dt="2022-04-06T11:10:28.887" v="436" actId="1076"/>
          <ac:picMkLst>
            <pc:docMk/>
            <pc:sldMk cId="3966974852" sldId="268"/>
            <ac:picMk id="7" creationId="{C4EC07E2-91B3-4AC3-95F3-24E9C23B9567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52.051" v="465" actId="1076"/>
        <pc:sldMkLst>
          <pc:docMk/>
          <pc:sldMk cId="999021778" sldId="269"/>
        </pc:sldMkLst>
        <pc:spChg chg="mod">
          <ac:chgData name="SERGIO SPANO'" userId="3abdd0b9-513e-40ac-aad4-56920065037d" providerId="ADAL" clId="{09EB5671-F274-4581-BF31-7BCFFD0497FA}" dt="2022-04-06T11:10:41.691" v="461" actId="20577"/>
          <ac:spMkLst>
            <pc:docMk/>
            <pc:sldMk cId="999021778" sldId="269"/>
            <ac:spMk id="2" creationId="{D9993B03-5B17-4474-94B9-31268C8E489C}"/>
          </ac:spMkLst>
        </pc:spChg>
        <pc:spChg chg="del">
          <ac:chgData name="SERGIO SPANO'" userId="3abdd0b9-513e-40ac-aad4-56920065037d" providerId="ADAL" clId="{09EB5671-F274-4581-BF31-7BCFFD0497FA}" dt="2022-04-06T11:10:46.030" v="462" actId="478"/>
          <ac:spMkLst>
            <pc:docMk/>
            <pc:sldMk cId="999021778" sldId="269"/>
            <ac:spMk id="3" creationId="{A17D4DAC-E671-4539-8784-629CD1DD355F}"/>
          </ac:spMkLst>
        </pc:spChg>
        <pc:picChg chg="add mod">
          <ac:chgData name="SERGIO SPANO'" userId="3abdd0b9-513e-40ac-aad4-56920065037d" providerId="ADAL" clId="{09EB5671-F274-4581-BF31-7BCFFD0497FA}" dt="2022-04-06T11:10:52.051" v="465" actId="1076"/>
          <ac:picMkLst>
            <pc:docMk/>
            <pc:sldMk cId="999021778" sldId="269"/>
            <ac:picMk id="5" creationId="{5F5E3399-D4FD-4CE3-AEDB-E1716ABBAC26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5:57.890" v="482" actId="1076"/>
        <pc:sldMkLst>
          <pc:docMk/>
          <pc:sldMk cId="1089051384" sldId="270"/>
        </pc:sldMkLst>
        <pc:spChg chg="mod">
          <ac:chgData name="SERGIO SPANO'" userId="3abdd0b9-513e-40ac-aad4-56920065037d" providerId="ADAL" clId="{09EB5671-F274-4581-BF31-7BCFFD0497FA}" dt="2022-04-06T11:15:40.421" v="474" actId="20577"/>
          <ac:spMkLst>
            <pc:docMk/>
            <pc:sldMk cId="1089051384" sldId="270"/>
            <ac:spMk id="2" creationId="{FBBCEBF9-9619-48C0-B51E-E98293772946}"/>
          </ac:spMkLst>
        </pc:spChg>
        <pc:spChg chg="del">
          <ac:chgData name="SERGIO SPANO'" userId="3abdd0b9-513e-40ac-aad4-56920065037d" providerId="ADAL" clId="{09EB5671-F274-4581-BF31-7BCFFD0497FA}" dt="2022-04-06T11:15:44.618" v="475" actId="478"/>
          <ac:spMkLst>
            <pc:docMk/>
            <pc:sldMk cId="1089051384" sldId="270"/>
            <ac:spMk id="3" creationId="{EC9C2BB9-669B-4B78-8412-CE37ABD44D82}"/>
          </ac:spMkLst>
        </pc:spChg>
        <pc:picChg chg="add mod">
          <ac:chgData name="SERGIO SPANO'" userId="3abdd0b9-513e-40ac-aad4-56920065037d" providerId="ADAL" clId="{09EB5671-F274-4581-BF31-7BCFFD0497FA}" dt="2022-04-06T11:15:57.890" v="482" actId="1076"/>
          <ac:picMkLst>
            <pc:docMk/>
            <pc:sldMk cId="1089051384" sldId="270"/>
            <ac:picMk id="5" creationId="{A5395276-21D4-4D3F-9B9B-F7803654E80C}"/>
          </ac:picMkLst>
        </pc:picChg>
        <pc:picChg chg="add mod">
          <ac:chgData name="SERGIO SPANO'" userId="3abdd0b9-513e-40ac-aad4-56920065037d" providerId="ADAL" clId="{09EB5671-F274-4581-BF31-7BCFFD0497FA}" dt="2022-04-06T11:15:56.080" v="481" actId="1076"/>
          <ac:picMkLst>
            <pc:docMk/>
            <pc:sldMk cId="1089051384" sldId="270"/>
            <ac:picMk id="6" creationId="{B543A217-E2BB-4D72-A952-1D2EFE45152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6:26.026" v="498" actId="1076"/>
        <pc:sldMkLst>
          <pc:docMk/>
          <pc:sldMk cId="3269472446" sldId="271"/>
        </pc:sldMkLst>
        <pc:spChg chg="mod">
          <ac:chgData name="SERGIO SPANO'" userId="3abdd0b9-513e-40ac-aad4-56920065037d" providerId="ADAL" clId="{09EB5671-F274-4581-BF31-7BCFFD0497FA}" dt="2022-04-06T11:16:10.776" v="494" actId="20577"/>
          <ac:spMkLst>
            <pc:docMk/>
            <pc:sldMk cId="3269472446" sldId="271"/>
            <ac:spMk id="2" creationId="{E2349FAA-4BC2-4C06-B632-9422D7B86F31}"/>
          </ac:spMkLst>
        </pc:spChg>
        <pc:spChg chg="mod">
          <ac:chgData name="SERGIO SPANO'" userId="3abdd0b9-513e-40ac-aad4-56920065037d" providerId="ADAL" clId="{09EB5671-F274-4581-BF31-7BCFFD0497FA}" dt="2022-04-06T11:16:15.426" v="495"/>
          <ac:spMkLst>
            <pc:docMk/>
            <pc:sldMk cId="3269472446" sldId="271"/>
            <ac:spMk id="3" creationId="{4B9AE829-E20C-4296-A005-C5C1EDC33035}"/>
          </ac:spMkLst>
        </pc:spChg>
        <pc:picChg chg="add mod">
          <ac:chgData name="SERGIO SPANO'" userId="3abdd0b9-513e-40ac-aad4-56920065037d" providerId="ADAL" clId="{09EB5671-F274-4581-BF31-7BCFFD0497FA}" dt="2022-04-06T11:16:26.026" v="498" actId="1076"/>
          <ac:picMkLst>
            <pc:docMk/>
            <pc:sldMk cId="3269472446" sldId="271"/>
            <ac:picMk id="5" creationId="{A58FFC96-14C5-4E70-AE98-8BEB11861FDB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7:25.089" v="522" actId="1076"/>
        <pc:sldMkLst>
          <pc:docMk/>
          <pc:sldMk cId="615134320" sldId="272"/>
        </pc:sldMkLst>
        <pc:spChg chg="mod">
          <ac:chgData name="SERGIO SPANO'" userId="3abdd0b9-513e-40ac-aad4-56920065037d" providerId="ADAL" clId="{09EB5671-F274-4581-BF31-7BCFFD0497FA}" dt="2022-04-06T11:16:38.804" v="510" actId="20577"/>
          <ac:spMkLst>
            <pc:docMk/>
            <pc:sldMk cId="615134320" sldId="272"/>
            <ac:spMk id="2" creationId="{AED4AC82-E1BA-4AD3-A510-B53129CD1314}"/>
          </ac:spMkLst>
        </pc:spChg>
        <pc:spChg chg="mod">
          <ac:chgData name="SERGIO SPANO'" userId="3abdd0b9-513e-40ac-aad4-56920065037d" providerId="ADAL" clId="{09EB5671-F274-4581-BF31-7BCFFD0497FA}" dt="2022-04-06T11:16:42.958" v="511"/>
          <ac:spMkLst>
            <pc:docMk/>
            <pc:sldMk cId="615134320" sldId="272"/>
            <ac:spMk id="3" creationId="{AB3D016D-8E9E-40B5-929E-52A5F46B3E29}"/>
          </ac:spMkLst>
        </pc:spChg>
        <pc:graphicFrameChg chg="add del mod">
          <ac:chgData name="SERGIO SPANO'" userId="3abdd0b9-513e-40ac-aad4-56920065037d" providerId="ADAL" clId="{09EB5671-F274-4581-BF31-7BCFFD0497FA}" dt="2022-04-06T11:17:17.043" v="517"/>
          <ac:graphicFrameMkLst>
            <pc:docMk/>
            <pc:sldMk cId="615134320" sldId="272"/>
            <ac:graphicFrameMk id="6" creationId="{9AFA61D4-3BF5-4B3C-832E-3546AC44CA4A}"/>
          </ac:graphicFrameMkLst>
        </pc:graphicFrameChg>
        <pc:picChg chg="add mod">
          <ac:chgData name="SERGIO SPANO'" userId="3abdd0b9-513e-40ac-aad4-56920065037d" providerId="ADAL" clId="{09EB5671-F274-4581-BF31-7BCFFD0497FA}" dt="2022-04-06T11:17:23.760" v="521" actId="1076"/>
          <ac:picMkLst>
            <pc:docMk/>
            <pc:sldMk cId="615134320" sldId="272"/>
            <ac:picMk id="5" creationId="{832131BE-3AD7-4682-A367-09CDD2EE71C2}"/>
          </ac:picMkLst>
        </pc:picChg>
        <pc:picChg chg="add mod">
          <ac:chgData name="SERGIO SPANO'" userId="3abdd0b9-513e-40ac-aad4-56920065037d" providerId="ADAL" clId="{09EB5671-F274-4581-BF31-7BCFFD0497FA}" dt="2022-04-06T11:17:25.089" v="522" actId="1076"/>
          <ac:picMkLst>
            <pc:docMk/>
            <pc:sldMk cId="615134320" sldId="272"/>
            <ac:picMk id="7" creationId="{A190D2A4-82F8-4611-B88D-C1B937628C1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8:05.118" v="572" actId="1076"/>
        <pc:sldMkLst>
          <pc:docMk/>
          <pc:sldMk cId="2722239694" sldId="273"/>
        </pc:sldMkLst>
        <pc:spChg chg="mod">
          <ac:chgData name="SERGIO SPANO'" userId="3abdd0b9-513e-40ac-aad4-56920065037d" providerId="ADAL" clId="{09EB5671-F274-4581-BF31-7BCFFD0497FA}" dt="2022-04-06T11:17:36.553" v="548" actId="20577"/>
          <ac:spMkLst>
            <pc:docMk/>
            <pc:sldMk cId="2722239694" sldId="273"/>
            <ac:spMk id="2" creationId="{63FE9389-4754-4769-9B6A-1541ADBE8C33}"/>
          </ac:spMkLst>
        </pc:spChg>
        <pc:spChg chg="mod">
          <ac:chgData name="SERGIO SPANO'" userId="3abdd0b9-513e-40ac-aad4-56920065037d" providerId="ADAL" clId="{09EB5671-F274-4581-BF31-7BCFFD0497FA}" dt="2022-04-06T11:17:57.292" v="568" actId="20577"/>
          <ac:spMkLst>
            <pc:docMk/>
            <pc:sldMk cId="2722239694" sldId="273"/>
            <ac:spMk id="3" creationId="{E4581F64-577D-4F71-B5F3-0ABE6EC1E927}"/>
          </ac:spMkLst>
        </pc:spChg>
        <pc:picChg chg="add mod">
          <ac:chgData name="SERGIO SPANO'" userId="3abdd0b9-513e-40ac-aad4-56920065037d" providerId="ADAL" clId="{09EB5671-F274-4581-BF31-7BCFFD0497FA}" dt="2022-04-06T11:18:05.118" v="572" actId="1076"/>
          <ac:picMkLst>
            <pc:docMk/>
            <pc:sldMk cId="2722239694" sldId="273"/>
            <ac:picMk id="5" creationId="{FCECD0D5-0259-45DE-B037-BBF6C1EAF70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21:16.738" v="604" actId="1076"/>
        <pc:sldMkLst>
          <pc:docMk/>
          <pc:sldMk cId="3554465558" sldId="274"/>
        </pc:sldMkLst>
        <pc:spChg chg="mod">
          <ac:chgData name="SERGIO SPANO'" userId="3abdd0b9-513e-40ac-aad4-56920065037d" providerId="ADAL" clId="{09EB5671-F274-4581-BF31-7BCFFD0497FA}" dt="2022-04-06T11:18:25.912" v="586" actId="20577"/>
          <ac:spMkLst>
            <pc:docMk/>
            <pc:sldMk cId="3554465558" sldId="274"/>
            <ac:spMk id="2" creationId="{56425EB0-4C63-40B1-92A1-C5386B28D246}"/>
          </ac:spMkLst>
        </pc:spChg>
        <pc:spChg chg="mod">
          <ac:chgData name="SERGIO SPANO'" userId="3abdd0b9-513e-40ac-aad4-56920065037d" providerId="ADAL" clId="{09EB5671-F274-4581-BF31-7BCFFD0497FA}" dt="2022-04-06T11:18:35.860" v="589" actId="20577"/>
          <ac:spMkLst>
            <pc:docMk/>
            <pc:sldMk cId="3554465558" sldId="274"/>
            <ac:spMk id="3" creationId="{09C801BB-89C6-4F8E-AC50-EE040552F75D}"/>
          </ac:spMkLst>
        </pc:spChg>
        <pc:picChg chg="add del mod">
          <ac:chgData name="SERGIO SPANO'" userId="3abdd0b9-513e-40ac-aad4-56920065037d" providerId="ADAL" clId="{09EB5671-F274-4581-BF31-7BCFFD0497FA}" dt="2022-04-06T11:18:51.686" v="593" actId="478"/>
          <ac:picMkLst>
            <pc:docMk/>
            <pc:sldMk cId="3554465558" sldId="274"/>
            <ac:picMk id="5" creationId="{F0C958B0-E2BC-4AA8-86B8-18C2D9FA3526}"/>
          </ac:picMkLst>
        </pc:picChg>
        <pc:picChg chg="add mod">
          <ac:chgData name="SERGIO SPANO'" userId="3abdd0b9-513e-40ac-aad4-56920065037d" providerId="ADAL" clId="{09EB5671-F274-4581-BF31-7BCFFD0497FA}" dt="2022-04-06T11:21:12.767" v="602" actId="1076"/>
          <ac:picMkLst>
            <pc:docMk/>
            <pc:sldMk cId="3554465558" sldId="274"/>
            <ac:picMk id="6" creationId="{BF1121A7-E930-45C2-B6C1-23EA6BBDC765}"/>
          </ac:picMkLst>
        </pc:picChg>
        <pc:picChg chg="add mod">
          <ac:chgData name="SERGIO SPANO'" userId="3abdd0b9-513e-40ac-aad4-56920065037d" providerId="ADAL" clId="{09EB5671-F274-4581-BF31-7BCFFD0497FA}" dt="2022-04-06T11:21:16.738" v="604" actId="1076"/>
          <ac:picMkLst>
            <pc:docMk/>
            <pc:sldMk cId="3554465558" sldId="274"/>
            <ac:picMk id="7" creationId="{4A124E72-3BFB-42C1-BBC5-9A435257DE8E}"/>
          </ac:picMkLst>
        </pc:picChg>
      </pc:sldChg>
      <pc:sldChg chg="del">
        <pc:chgData name="SERGIO SPANO'" userId="3abdd0b9-513e-40ac-aad4-56920065037d" providerId="ADAL" clId="{09EB5671-F274-4581-BF31-7BCFFD0497FA}" dt="2022-04-06T10:45:10.420" v="0" actId="47"/>
        <pc:sldMkLst>
          <pc:docMk/>
          <pc:sldMk cId="2221289223" sldId="278"/>
        </pc:sldMkLst>
      </pc:sldChg>
      <pc:sldChg chg="del">
        <pc:chgData name="SERGIO SPANO'" userId="3abdd0b9-513e-40ac-aad4-56920065037d" providerId="ADAL" clId="{09EB5671-F274-4581-BF31-7BCFFD0497FA}" dt="2022-04-06T10:45:10.942" v="1" actId="47"/>
        <pc:sldMkLst>
          <pc:docMk/>
          <pc:sldMk cId="492866929" sldId="279"/>
        </pc:sldMkLst>
      </pc:sldChg>
      <pc:sldChg chg="del">
        <pc:chgData name="SERGIO SPANO'" userId="3abdd0b9-513e-40ac-aad4-56920065037d" providerId="ADAL" clId="{09EB5671-F274-4581-BF31-7BCFFD0497FA}" dt="2022-04-06T10:45:11.010" v="2" actId="47"/>
        <pc:sldMkLst>
          <pc:docMk/>
          <pc:sldMk cId="3726700529" sldId="280"/>
        </pc:sldMkLst>
      </pc:sldChg>
      <pc:sldChg chg="del">
        <pc:chgData name="SERGIO SPANO'" userId="3abdd0b9-513e-40ac-aad4-56920065037d" providerId="ADAL" clId="{09EB5671-F274-4581-BF31-7BCFFD0497FA}" dt="2022-04-06T10:45:11.022" v="3" actId="47"/>
        <pc:sldMkLst>
          <pc:docMk/>
          <pc:sldMk cId="3412644732" sldId="281"/>
        </pc:sldMkLst>
      </pc:sldChg>
      <pc:sldChg chg="del">
        <pc:chgData name="SERGIO SPANO'" userId="3abdd0b9-513e-40ac-aad4-56920065037d" providerId="ADAL" clId="{09EB5671-F274-4581-BF31-7BCFFD0497FA}" dt="2022-04-06T10:45:11.066" v="4" actId="47"/>
        <pc:sldMkLst>
          <pc:docMk/>
          <pc:sldMk cId="3231799088" sldId="282"/>
        </pc:sldMkLst>
      </pc:sldChg>
      <pc:sldChg chg="del">
        <pc:chgData name="SERGIO SPANO'" userId="3abdd0b9-513e-40ac-aad4-56920065037d" providerId="ADAL" clId="{09EB5671-F274-4581-BF31-7BCFFD0497FA}" dt="2022-04-06T10:45:11.089" v="5" actId="47"/>
        <pc:sldMkLst>
          <pc:docMk/>
          <pc:sldMk cId="3895530577" sldId="283"/>
        </pc:sldMkLst>
      </pc:sldChg>
      <pc:sldChg chg="del">
        <pc:chgData name="SERGIO SPANO'" userId="3abdd0b9-513e-40ac-aad4-56920065037d" providerId="ADAL" clId="{09EB5671-F274-4581-BF31-7BCFFD0497FA}" dt="2022-04-06T10:45:11.123" v="6" actId="47"/>
        <pc:sldMkLst>
          <pc:docMk/>
          <pc:sldMk cId="1351616054" sldId="284"/>
        </pc:sldMkLst>
      </pc:sldChg>
      <pc:sldChg chg="del">
        <pc:chgData name="SERGIO SPANO'" userId="3abdd0b9-513e-40ac-aad4-56920065037d" providerId="ADAL" clId="{09EB5671-F274-4581-BF31-7BCFFD0497FA}" dt="2022-04-06T10:45:11.178" v="7" actId="47"/>
        <pc:sldMkLst>
          <pc:docMk/>
          <pc:sldMk cId="2827394057" sldId="285"/>
        </pc:sldMkLst>
      </pc:sldChg>
      <pc:sldChg chg="del">
        <pc:chgData name="SERGIO SPANO'" userId="3abdd0b9-513e-40ac-aad4-56920065037d" providerId="ADAL" clId="{09EB5671-F274-4581-BF31-7BCFFD0497FA}" dt="2022-04-06T10:45:11.231" v="8" actId="47"/>
        <pc:sldMkLst>
          <pc:docMk/>
          <pc:sldMk cId="1175792276" sldId="286"/>
        </pc:sldMkLst>
      </pc:sldChg>
      <pc:sldChg chg="del">
        <pc:chgData name="SERGIO SPANO'" userId="3abdd0b9-513e-40ac-aad4-56920065037d" providerId="ADAL" clId="{09EB5671-F274-4581-BF31-7BCFFD0497FA}" dt="2022-04-06T10:45:11.238" v="9" actId="47"/>
        <pc:sldMkLst>
          <pc:docMk/>
          <pc:sldMk cId="2993994993" sldId="287"/>
        </pc:sldMkLst>
      </pc:sldChg>
    </pc:docChg>
  </pc:docChgLst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B78B99D7-F70B-4A45-821A-0876B1104A6B}"/>
    <pc:docChg chg="undo custSel addSld modSld">
      <pc:chgData name="SERGIO SPANO'" userId="3abdd0b9-513e-40ac-aad4-56920065037d" providerId="ADAL" clId="{B78B99D7-F70B-4A45-821A-0876B1104A6B}" dt="2022-04-01T11:09:45.456" v="721" actId="208"/>
      <pc:docMkLst>
        <pc:docMk/>
      </pc:docMkLst>
      <pc:sldChg chg="addSp modSp new mod">
        <pc:chgData name="SERGIO SPANO'" userId="3abdd0b9-513e-40ac-aad4-56920065037d" providerId="ADAL" clId="{B78B99D7-F70B-4A45-821A-0876B1104A6B}" dt="2022-04-01T09:54:39.905" v="20" actId="1076"/>
        <pc:sldMkLst>
          <pc:docMk/>
          <pc:sldMk cId="1294299585" sldId="259"/>
        </pc:sldMkLst>
        <pc:spChg chg="mod">
          <ac:chgData name="SERGIO SPANO'" userId="3abdd0b9-513e-40ac-aad4-56920065037d" providerId="ADAL" clId="{B78B99D7-F70B-4A45-821A-0876B1104A6B}" dt="2022-04-01T09:53:55.430" v="4" actId="20577"/>
          <ac:spMkLst>
            <pc:docMk/>
            <pc:sldMk cId="1294299585" sldId="259"/>
            <ac:spMk id="2" creationId="{0E07CEB4-FB87-441B-ADD5-CA076E509768}"/>
          </ac:spMkLst>
        </pc:spChg>
        <pc:spChg chg="mod">
          <ac:chgData name="SERGIO SPANO'" userId="3abdd0b9-513e-40ac-aad4-56920065037d" providerId="ADAL" clId="{B78B99D7-F70B-4A45-821A-0876B1104A6B}" dt="2022-04-01T09:54:30.362" v="16" actId="255"/>
          <ac:spMkLst>
            <pc:docMk/>
            <pc:sldMk cId="1294299585" sldId="259"/>
            <ac:spMk id="3" creationId="{DAC5F3BF-7D9B-4F2B-B986-CE37B965B185}"/>
          </ac:spMkLst>
        </pc:spChg>
        <pc:picChg chg="add mod">
          <ac:chgData name="SERGIO SPANO'" userId="3abdd0b9-513e-40ac-aad4-56920065037d" providerId="ADAL" clId="{B78B99D7-F70B-4A45-821A-0876B1104A6B}" dt="2022-04-01T09:54:39.905" v="20" actId="1076"/>
          <ac:picMkLst>
            <pc:docMk/>
            <pc:sldMk cId="1294299585" sldId="259"/>
            <ac:picMk id="6" creationId="{0F06A4E2-3A4F-45F8-8F3C-AE4CAC6AB57D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09:55:59.161" v="40" actId="1076"/>
        <pc:sldMkLst>
          <pc:docMk/>
          <pc:sldMk cId="3198250" sldId="260"/>
        </pc:sldMkLst>
        <pc:spChg chg="mod">
          <ac:chgData name="SERGIO SPANO'" userId="3abdd0b9-513e-40ac-aad4-56920065037d" providerId="ADAL" clId="{B78B99D7-F70B-4A45-821A-0876B1104A6B}" dt="2022-04-01T09:54:54.129" v="25" actId="20577"/>
          <ac:spMkLst>
            <pc:docMk/>
            <pc:sldMk cId="3198250" sldId="260"/>
            <ac:spMk id="2" creationId="{9982F85B-51A3-47DD-8275-C70852B6BD27}"/>
          </ac:spMkLst>
        </pc:spChg>
        <pc:spChg chg="mod">
          <ac:chgData name="SERGIO SPANO'" userId="3abdd0b9-513e-40ac-aad4-56920065037d" providerId="ADAL" clId="{B78B99D7-F70B-4A45-821A-0876B1104A6B}" dt="2022-04-01T09:55:20.211" v="31" actId="1076"/>
          <ac:spMkLst>
            <pc:docMk/>
            <pc:sldMk cId="3198250" sldId="260"/>
            <ac:spMk id="3" creationId="{9B3282F1-927F-4AEB-B2DC-42A133A1460B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7" creationId="{A8EFFF44-051F-42F4-824B-AFD128C142FC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9" creationId="{7A5BB30E-EB24-4CD5-9FD0-1CAF8DEBD25F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0" creationId="{C6FCA81D-4484-41F8-9C78-F6E3ADF79B7A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1" creationId="{86D23B86-886C-49C5-B2A5-A278C0D0BCEE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2" creationId="{D509423D-52B4-418E-BB25-07F8020DF8A3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3" creationId="{82EAA5A9-8788-4B62-BDF2-CA26420960E5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4" creationId="{D3A22DD8-CC28-40FF-A992-F9E881031C59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5" creationId="{8EC708EA-B604-4F27-8A3F-B3859720C94D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6" creationId="{141E1145-F418-4A4D-8DFC-F7937CDD0FB3}"/>
          </ac:spMkLst>
        </pc:spChg>
        <pc:grpChg chg="add del mod">
          <ac:chgData name="SERGIO SPANO'" userId="3abdd0b9-513e-40ac-aad4-56920065037d" providerId="ADAL" clId="{B78B99D7-F70B-4A45-821A-0876B1104A6B}" dt="2022-04-01T09:55:21.410" v="32"/>
          <ac:grpSpMkLst>
            <pc:docMk/>
            <pc:sldMk cId="3198250" sldId="260"/>
            <ac:grpSpMk id="8" creationId="{5547375B-A964-46E5-B8F3-5536DCF371BF}"/>
          </ac:grpSpMkLst>
        </pc:grpChg>
        <pc:graphicFrameChg chg="add del mod">
          <ac:chgData name="SERGIO SPANO'" userId="3abdd0b9-513e-40ac-aad4-56920065037d" providerId="ADAL" clId="{B78B99D7-F70B-4A45-821A-0876B1104A6B}" dt="2022-04-01T09:55:21.410" v="32"/>
          <ac:graphicFrameMkLst>
            <pc:docMk/>
            <pc:sldMk cId="3198250" sldId="260"/>
            <ac:graphicFrameMk id="6" creationId="{633BA3B6-DB5C-4D28-ADBC-47F1B41C6B3C}"/>
          </ac:graphicFrameMkLst>
        </pc:graphicFrameChg>
        <pc:picChg chg="add del mod">
          <ac:chgData name="SERGIO SPANO'" userId="3abdd0b9-513e-40ac-aad4-56920065037d" providerId="ADAL" clId="{B78B99D7-F70B-4A45-821A-0876B1104A6B}" dt="2022-04-01T09:55:39.440" v="36" actId="478"/>
          <ac:picMkLst>
            <pc:docMk/>
            <pc:sldMk cId="3198250" sldId="260"/>
            <ac:picMk id="17" creationId="{34BC14A3-D693-4D29-8D4A-2B874BDF6E1A}"/>
          </ac:picMkLst>
        </pc:picChg>
        <pc:picChg chg="add mod">
          <ac:chgData name="SERGIO SPANO'" userId="3abdd0b9-513e-40ac-aad4-56920065037d" providerId="ADAL" clId="{B78B99D7-F70B-4A45-821A-0876B1104A6B}" dt="2022-04-01T09:55:59.161" v="40" actId="1076"/>
          <ac:picMkLst>
            <pc:docMk/>
            <pc:sldMk cId="3198250" sldId="260"/>
            <ac:picMk id="18" creationId="{555DC3BB-98BF-4673-AFC9-F9CFCFCE8673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0:11:49.585" v="107" actId="6549"/>
        <pc:sldMkLst>
          <pc:docMk/>
          <pc:sldMk cId="2396655221" sldId="261"/>
        </pc:sldMkLst>
        <pc:spChg chg="mod">
          <ac:chgData name="SERGIO SPANO'" userId="3abdd0b9-513e-40ac-aad4-56920065037d" providerId="ADAL" clId="{B78B99D7-F70B-4A45-821A-0876B1104A6B}" dt="2022-04-01T10:00:25.382" v="44" actId="20577"/>
          <ac:spMkLst>
            <pc:docMk/>
            <pc:sldMk cId="2396655221" sldId="261"/>
            <ac:spMk id="2" creationId="{63C5917C-C102-48FE-AF5F-CD0F019F34B1}"/>
          </ac:spMkLst>
        </pc:spChg>
        <pc:spChg chg="mod">
          <ac:chgData name="SERGIO SPANO'" userId="3abdd0b9-513e-40ac-aad4-56920065037d" providerId="ADAL" clId="{B78B99D7-F70B-4A45-821A-0876B1104A6B}" dt="2022-04-01T10:11:49.585" v="107" actId="6549"/>
          <ac:spMkLst>
            <pc:docMk/>
            <pc:sldMk cId="2396655221" sldId="261"/>
            <ac:spMk id="3" creationId="{8565C69B-793D-43B2-8AC9-C8FCB59BD334}"/>
          </ac:spMkLst>
        </pc:spChg>
        <pc:spChg chg="add del">
          <ac:chgData name="SERGIO SPANO'" userId="3abdd0b9-513e-40ac-aad4-56920065037d" providerId="ADAL" clId="{B78B99D7-F70B-4A45-821A-0876B1104A6B}" dt="2022-04-01T10:01:28.432" v="65" actId="22"/>
          <ac:spMkLst>
            <pc:docMk/>
            <pc:sldMk cId="2396655221" sldId="261"/>
            <ac:spMk id="9" creationId="{C3C77863-B913-4D3A-8599-2CCAD26637F0}"/>
          </ac:spMkLst>
        </pc:spChg>
        <pc:graphicFrameChg chg="add del mod">
          <ac:chgData name="SERGIO SPANO'" userId="3abdd0b9-513e-40ac-aad4-56920065037d" providerId="ADAL" clId="{B78B99D7-F70B-4A45-821A-0876B1104A6B}" dt="2022-04-01T10:01:23.026" v="63"/>
          <ac:graphicFrameMkLst>
            <pc:docMk/>
            <pc:sldMk cId="2396655221" sldId="261"/>
            <ac:graphicFrameMk id="7" creationId="{8AC7A7C2-BD4E-4EE3-9129-BFE83AF04D86}"/>
          </ac:graphicFrameMkLst>
        </pc:graphicFrameChg>
        <pc:picChg chg="add mod">
          <ac:chgData name="SERGIO SPANO'" userId="3abdd0b9-513e-40ac-aad4-56920065037d" providerId="ADAL" clId="{B78B99D7-F70B-4A45-821A-0876B1104A6B}" dt="2022-04-01T10:01:50.516" v="71" actId="1076"/>
          <ac:picMkLst>
            <pc:docMk/>
            <pc:sldMk cId="2396655221" sldId="261"/>
            <ac:picMk id="6" creationId="{4D2FCD85-1E36-48C6-B51A-FECA473C8B2A}"/>
          </ac:picMkLst>
        </pc:picChg>
        <pc:picChg chg="add mod">
          <ac:chgData name="SERGIO SPANO'" userId="3abdd0b9-513e-40ac-aad4-56920065037d" providerId="ADAL" clId="{B78B99D7-F70B-4A45-821A-0876B1104A6B}" dt="2022-04-01T10:01:52.482" v="72" actId="1076"/>
          <ac:picMkLst>
            <pc:docMk/>
            <pc:sldMk cId="2396655221" sldId="261"/>
            <ac:picMk id="10" creationId="{FCD0AA14-E41F-48F8-AEA9-614420A359C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2:30.891" v="128" actId="1076"/>
        <pc:sldMkLst>
          <pc:docMk/>
          <pc:sldMk cId="195901539" sldId="262"/>
        </pc:sldMkLst>
        <pc:spChg chg="mod">
          <ac:chgData name="SERGIO SPANO'" userId="3abdd0b9-513e-40ac-aad4-56920065037d" providerId="ADAL" clId="{B78B99D7-F70B-4A45-821A-0876B1104A6B}" dt="2022-04-01T10:05:16.082" v="81" actId="20577"/>
          <ac:spMkLst>
            <pc:docMk/>
            <pc:sldMk cId="195901539" sldId="262"/>
            <ac:spMk id="2" creationId="{5AFD0FDB-8BFC-4DB5-9565-77BD64F93249}"/>
          </ac:spMkLst>
        </pc:spChg>
        <pc:spChg chg="mod">
          <ac:chgData name="SERGIO SPANO'" userId="3abdd0b9-513e-40ac-aad4-56920065037d" providerId="ADAL" clId="{B78B99D7-F70B-4A45-821A-0876B1104A6B}" dt="2022-04-01T10:12:27.472" v="127" actId="20577"/>
          <ac:spMkLst>
            <pc:docMk/>
            <pc:sldMk cId="195901539" sldId="262"/>
            <ac:spMk id="3" creationId="{6637AE3C-056F-471C-8F6E-BC08BF083A7C}"/>
          </ac:spMkLst>
        </pc:spChg>
        <pc:picChg chg="add mod">
          <ac:chgData name="SERGIO SPANO'" userId="3abdd0b9-513e-40ac-aad4-56920065037d" providerId="ADAL" clId="{B78B99D7-F70B-4A45-821A-0876B1104A6B}" dt="2022-04-01T10:12:30.891" v="128" actId="1076"/>
          <ac:picMkLst>
            <pc:docMk/>
            <pc:sldMk cId="195901539" sldId="262"/>
            <ac:picMk id="6" creationId="{C11F284F-AA1E-401E-9B3A-11E7C4F12729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4:06.939" v="153" actId="6549"/>
        <pc:sldMkLst>
          <pc:docMk/>
          <pc:sldMk cId="4246449681" sldId="263"/>
        </pc:sldMkLst>
        <pc:spChg chg="mod">
          <ac:chgData name="SERGIO SPANO'" userId="3abdd0b9-513e-40ac-aad4-56920065037d" providerId="ADAL" clId="{B78B99D7-F70B-4A45-821A-0876B1104A6B}" dt="2022-04-01T10:12:55.069" v="136" actId="20577"/>
          <ac:spMkLst>
            <pc:docMk/>
            <pc:sldMk cId="4246449681" sldId="263"/>
            <ac:spMk id="2" creationId="{9EFECF7F-392B-408C-A0C9-B29059030B16}"/>
          </ac:spMkLst>
        </pc:spChg>
        <pc:spChg chg="mod">
          <ac:chgData name="SERGIO SPANO'" userId="3abdd0b9-513e-40ac-aad4-56920065037d" providerId="ADAL" clId="{B78B99D7-F70B-4A45-821A-0876B1104A6B}" dt="2022-04-01T10:14:06.939" v="153" actId="6549"/>
          <ac:spMkLst>
            <pc:docMk/>
            <pc:sldMk cId="4246449681" sldId="263"/>
            <ac:spMk id="3" creationId="{EF041B6D-D8F7-4040-AE44-77CEF9AC1E92}"/>
          </ac:spMkLst>
        </pc:spChg>
        <pc:picChg chg="add mod">
          <ac:chgData name="SERGIO SPANO'" userId="3abdd0b9-513e-40ac-aad4-56920065037d" providerId="ADAL" clId="{B78B99D7-F70B-4A45-821A-0876B1104A6B}" dt="2022-04-01T10:13:38.661" v="144" actId="1076"/>
          <ac:picMkLst>
            <pc:docMk/>
            <pc:sldMk cId="4246449681" sldId="263"/>
            <ac:picMk id="6" creationId="{B1874090-374E-4515-BE86-B8E2F1D46FC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8:36.182" v="202" actId="1076"/>
        <pc:sldMkLst>
          <pc:docMk/>
          <pc:sldMk cId="2365388969" sldId="264"/>
        </pc:sldMkLst>
        <pc:spChg chg="mod">
          <ac:chgData name="SERGIO SPANO'" userId="3abdd0b9-513e-40ac-aad4-56920065037d" providerId="ADAL" clId="{B78B99D7-F70B-4A45-821A-0876B1104A6B}" dt="2022-04-01T10:16:54.426" v="160" actId="20577"/>
          <ac:spMkLst>
            <pc:docMk/>
            <pc:sldMk cId="2365388969" sldId="264"/>
            <ac:spMk id="2" creationId="{40976114-0228-4778-81DE-220AF060D34B}"/>
          </ac:spMkLst>
        </pc:spChg>
        <pc:spChg chg="mod">
          <ac:chgData name="SERGIO SPANO'" userId="3abdd0b9-513e-40ac-aad4-56920065037d" providerId="ADAL" clId="{B78B99D7-F70B-4A45-821A-0876B1104A6B}" dt="2022-04-01T10:18:24.886" v="197" actId="207"/>
          <ac:spMkLst>
            <pc:docMk/>
            <pc:sldMk cId="2365388969" sldId="264"/>
            <ac:spMk id="3" creationId="{CF818F10-5484-40B5-9EA8-59B3D9C56C1A}"/>
          </ac:spMkLst>
        </pc:spChg>
        <pc:picChg chg="add mod">
          <ac:chgData name="SERGIO SPANO'" userId="3abdd0b9-513e-40ac-aad4-56920065037d" providerId="ADAL" clId="{B78B99D7-F70B-4A45-821A-0876B1104A6B}" dt="2022-04-01T10:18:36.182" v="202" actId="1076"/>
          <ac:picMkLst>
            <pc:docMk/>
            <pc:sldMk cId="2365388969" sldId="264"/>
            <ac:picMk id="6" creationId="{ACBDC711-0FF1-48A7-8DD8-172A04D6BD22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21.035" v="221" actId="1076"/>
        <pc:sldMkLst>
          <pc:docMk/>
          <pc:sldMk cId="2117260882" sldId="265"/>
        </pc:sldMkLst>
        <pc:spChg chg="mod">
          <ac:chgData name="SERGIO SPANO'" userId="3abdd0b9-513e-40ac-aad4-56920065037d" providerId="ADAL" clId="{B78B99D7-F70B-4A45-821A-0876B1104A6B}" dt="2022-04-01T10:24:56.019" v="212" actId="20577"/>
          <ac:spMkLst>
            <pc:docMk/>
            <pc:sldMk cId="2117260882" sldId="265"/>
            <ac:spMk id="2" creationId="{57762CDF-683D-41C1-A60F-C93C05BE2BED}"/>
          </ac:spMkLst>
        </pc:spChg>
        <pc:spChg chg="mod">
          <ac:chgData name="SERGIO SPANO'" userId="3abdd0b9-513e-40ac-aad4-56920065037d" providerId="ADAL" clId="{B78B99D7-F70B-4A45-821A-0876B1104A6B}" dt="2022-04-01T10:25:13.838" v="217" actId="404"/>
          <ac:spMkLst>
            <pc:docMk/>
            <pc:sldMk cId="2117260882" sldId="265"/>
            <ac:spMk id="3" creationId="{D62398FF-F72B-46C9-93E7-ACC44F9F914E}"/>
          </ac:spMkLst>
        </pc:spChg>
        <pc:picChg chg="add mod">
          <ac:chgData name="SERGIO SPANO'" userId="3abdd0b9-513e-40ac-aad4-56920065037d" providerId="ADAL" clId="{B78B99D7-F70B-4A45-821A-0876B1104A6B}" dt="2022-04-01T10:25:21.035" v="221" actId="1076"/>
          <ac:picMkLst>
            <pc:docMk/>
            <pc:sldMk cId="2117260882" sldId="265"/>
            <ac:picMk id="6" creationId="{CBDA6630-0E20-42D3-936C-20A1C31A81D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59.939" v="246" actId="1076"/>
        <pc:sldMkLst>
          <pc:docMk/>
          <pc:sldMk cId="1235647079" sldId="266"/>
        </pc:sldMkLst>
        <pc:spChg chg="mod">
          <ac:chgData name="SERGIO SPANO'" userId="3abdd0b9-513e-40ac-aad4-56920065037d" providerId="ADAL" clId="{B78B99D7-F70B-4A45-821A-0876B1104A6B}" dt="2022-04-01T10:25:34.952" v="228" actId="20577"/>
          <ac:spMkLst>
            <pc:docMk/>
            <pc:sldMk cId="1235647079" sldId="266"/>
            <ac:spMk id="2" creationId="{0B9FF15C-40EF-4E62-B789-54730EAD7E0A}"/>
          </ac:spMkLst>
        </pc:spChg>
        <pc:spChg chg="mod">
          <ac:chgData name="SERGIO SPANO'" userId="3abdd0b9-513e-40ac-aad4-56920065037d" providerId="ADAL" clId="{B78B99D7-F70B-4A45-821A-0876B1104A6B}" dt="2022-04-01T10:25:52.364" v="243" actId="20577"/>
          <ac:spMkLst>
            <pc:docMk/>
            <pc:sldMk cId="1235647079" sldId="266"/>
            <ac:spMk id="3" creationId="{FD452D60-DBD2-486D-8117-7A5A1514EC8A}"/>
          </ac:spMkLst>
        </pc:spChg>
        <pc:picChg chg="add mod">
          <ac:chgData name="SERGIO SPANO'" userId="3abdd0b9-513e-40ac-aad4-56920065037d" providerId="ADAL" clId="{B78B99D7-F70B-4A45-821A-0876B1104A6B}" dt="2022-04-01T10:25:59.939" v="246" actId="1076"/>
          <ac:picMkLst>
            <pc:docMk/>
            <pc:sldMk cId="1235647079" sldId="266"/>
            <ac:picMk id="6" creationId="{F7E5948C-430D-44AB-9A4B-13BA87260A07}"/>
          </ac:picMkLst>
        </pc:picChg>
      </pc:sldChg>
      <pc:sldChg chg="modSp new mod">
        <pc:chgData name="SERGIO SPANO'" userId="3abdd0b9-513e-40ac-aad4-56920065037d" providerId="ADAL" clId="{B78B99D7-F70B-4A45-821A-0876B1104A6B}" dt="2022-04-01T10:37:21.889" v="273" actId="20577"/>
        <pc:sldMkLst>
          <pc:docMk/>
          <pc:sldMk cId="3690434877" sldId="267"/>
        </pc:sldMkLst>
        <pc:spChg chg="mod">
          <ac:chgData name="SERGIO SPANO'" userId="3abdd0b9-513e-40ac-aad4-56920065037d" providerId="ADAL" clId="{B78B99D7-F70B-4A45-821A-0876B1104A6B}" dt="2022-04-01T10:29:18.112" v="256" actId="20577"/>
          <ac:spMkLst>
            <pc:docMk/>
            <pc:sldMk cId="3690434877" sldId="267"/>
            <ac:spMk id="2" creationId="{BA5F39F6-5DE8-47C8-AEDB-ECFDCEB26A63}"/>
          </ac:spMkLst>
        </pc:spChg>
        <pc:spChg chg="mod">
          <ac:chgData name="SERGIO SPANO'" userId="3abdd0b9-513e-40ac-aad4-56920065037d" providerId="ADAL" clId="{B78B99D7-F70B-4A45-821A-0876B1104A6B}" dt="2022-04-01T10:37:21.889" v="273" actId="20577"/>
          <ac:spMkLst>
            <pc:docMk/>
            <pc:sldMk cId="3690434877" sldId="267"/>
            <ac:spMk id="3" creationId="{3F5743E3-059C-4470-B19C-615FDAF18C9B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44:39.049" v="328" actId="1076"/>
        <pc:sldMkLst>
          <pc:docMk/>
          <pc:sldMk cId="1097354484" sldId="268"/>
        </pc:sldMkLst>
        <pc:spChg chg="mod">
          <ac:chgData name="SERGIO SPANO'" userId="3abdd0b9-513e-40ac-aad4-56920065037d" providerId="ADAL" clId="{B78B99D7-F70B-4A45-821A-0876B1104A6B}" dt="2022-04-01T10:39:38.961" v="299" actId="20577"/>
          <ac:spMkLst>
            <pc:docMk/>
            <pc:sldMk cId="1097354484" sldId="268"/>
            <ac:spMk id="2" creationId="{51C34505-9DC2-4A54-AADB-1D7281B40B74}"/>
          </ac:spMkLst>
        </pc:spChg>
        <pc:spChg chg="mod">
          <ac:chgData name="SERGIO SPANO'" userId="3abdd0b9-513e-40ac-aad4-56920065037d" providerId="ADAL" clId="{B78B99D7-F70B-4A45-821A-0876B1104A6B}" dt="2022-04-01T10:39:59.734" v="311" actId="20577"/>
          <ac:spMkLst>
            <pc:docMk/>
            <pc:sldMk cId="1097354484" sldId="268"/>
            <ac:spMk id="3" creationId="{E95D1C37-2E3B-4A99-A898-430D6764A8EE}"/>
          </ac:spMkLst>
        </pc:spChg>
        <pc:picChg chg="add mod ord">
          <ac:chgData name="SERGIO SPANO'" userId="3abdd0b9-513e-40ac-aad4-56920065037d" providerId="ADAL" clId="{B78B99D7-F70B-4A45-821A-0876B1104A6B}" dt="2022-04-01T10:44:36.721" v="327" actId="1076"/>
          <ac:picMkLst>
            <pc:docMk/>
            <pc:sldMk cId="1097354484" sldId="268"/>
            <ac:picMk id="6" creationId="{D1CDBE47-599A-4254-843B-4D0B7DE086E7}"/>
          </ac:picMkLst>
        </pc:picChg>
        <pc:picChg chg="add mod">
          <ac:chgData name="SERGIO SPANO'" userId="3abdd0b9-513e-40ac-aad4-56920065037d" providerId="ADAL" clId="{B78B99D7-F70B-4A45-821A-0876B1104A6B}" dt="2022-04-01T10:44:39.049" v="328" actId="1076"/>
          <ac:picMkLst>
            <pc:docMk/>
            <pc:sldMk cId="1097354484" sldId="268"/>
            <ac:picMk id="7" creationId="{1005A4A9-96E5-4456-9917-D40BECDE9AB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50:12.647" v="381" actId="1076"/>
        <pc:sldMkLst>
          <pc:docMk/>
          <pc:sldMk cId="16956515" sldId="269"/>
        </pc:sldMkLst>
        <pc:spChg chg="mod">
          <ac:chgData name="SERGIO SPANO'" userId="3abdd0b9-513e-40ac-aad4-56920065037d" providerId="ADAL" clId="{B78B99D7-F70B-4A45-821A-0876B1104A6B}" dt="2022-04-01T10:45:29.815" v="355" actId="20577"/>
          <ac:spMkLst>
            <pc:docMk/>
            <pc:sldMk cId="16956515" sldId="269"/>
            <ac:spMk id="2" creationId="{0C189DFA-DC4E-4AE1-AEF1-ED7568B58932}"/>
          </ac:spMkLst>
        </pc:spChg>
        <pc:spChg chg="mod">
          <ac:chgData name="SERGIO SPANO'" userId="3abdd0b9-513e-40ac-aad4-56920065037d" providerId="ADAL" clId="{B78B99D7-F70B-4A45-821A-0876B1104A6B}" dt="2022-04-01T10:45:59.214" v="365" actId="20577"/>
          <ac:spMkLst>
            <pc:docMk/>
            <pc:sldMk cId="16956515" sldId="269"/>
            <ac:spMk id="3" creationId="{5DE39091-A163-491C-B3C3-5C81C855AC44}"/>
          </ac:spMkLst>
        </pc:spChg>
        <pc:spChg chg="add mod">
          <ac:chgData name="SERGIO SPANO'" userId="3abdd0b9-513e-40ac-aad4-56920065037d" providerId="ADAL" clId="{B78B99D7-F70B-4A45-821A-0876B1104A6B}" dt="2022-04-01T10:50:12.647" v="381" actId="1076"/>
          <ac:spMkLst>
            <pc:docMk/>
            <pc:sldMk cId="16956515" sldId="269"/>
            <ac:spMk id="6" creationId="{4B12F256-B8FC-4548-99C0-B4D3EA868AC4}"/>
          </ac:spMkLst>
        </pc:spChg>
        <pc:picChg chg="add mod">
          <ac:chgData name="SERGIO SPANO'" userId="3abdd0b9-513e-40ac-aad4-56920065037d" providerId="ADAL" clId="{B78B99D7-F70B-4A45-821A-0876B1104A6B}" dt="2022-04-01T10:50:07.360" v="379" actId="1076"/>
          <ac:picMkLst>
            <pc:docMk/>
            <pc:sldMk cId="16956515" sldId="269"/>
            <ac:picMk id="7" creationId="{4C12C087-DDEC-427B-9B4A-8DFF506DBEDF}"/>
          </ac:picMkLst>
        </pc:picChg>
      </pc:sldChg>
      <pc:sldChg chg="modSp new mod">
        <pc:chgData name="SERGIO SPANO'" userId="3abdd0b9-513e-40ac-aad4-56920065037d" providerId="ADAL" clId="{B78B99D7-F70B-4A45-821A-0876B1104A6B}" dt="2022-04-01T10:52:46.881" v="414" actId="20577"/>
        <pc:sldMkLst>
          <pc:docMk/>
          <pc:sldMk cId="3923275502" sldId="270"/>
        </pc:sldMkLst>
        <pc:spChg chg="mod">
          <ac:chgData name="SERGIO SPANO'" userId="3abdd0b9-513e-40ac-aad4-56920065037d" providerId="ADAL" clId="{B78B99D7-F70B-4A45-821A-0876B1104A6B}" dt="2022-04-01T10:51:38.235" v="390" actId="20577"/>
          <ac:spMkLst>
            <pc:docMk/>
            <pc:sldMk cId="3923275502" sldId="270"/>
            <ac:spMk id="2" creationId="{52B6AD35-8820-479A-BE57-E811E7A007A7}"/>
          </ac:spMkLst>
        </pc:spChg>
        <pc:spChg chg="mod">
          <ac:chgData name="SERGIO SPANO'" userId="3abdd0b9-513e-40ac-aad4-56920065037d" providerId="ADAL" clId="{B78B99D7-F70B-4A45-821A-0876B1104A6B}" dt="2022-04-01T10:52:46.881" v="414" actId="20577"/>
          <ac:spMkLst>
            <pc:docMk/>
            <pc:sldMk cId="3923275502" sldId="270"/>
            <ac:spMk id="3" creationId="{BF419B96-F29B-44A8-AC77-04665B8C0874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57:51.089" v="513" actId="1076"/>
        <pc:sldMkLst>
          <pc:docMk/>
          <pc:sldMk cId="2916414287" sldId="271"/>
        </pc:sldMkLst>
        <pc:spChg chg="mod">
          <ac:chgData name="SERGIO SPANO'" userId="3abdd0b9-513e-40ac-aad4-56920065037d" providerId="ADAL" clId="{B78B99D7-F70B-4A45-821A-0876B1104A6B}" dt="2022-04-01T10:56:08.102" v="457" actId="20577"/>
          <ac:spMkLst>
            <pc:docMk/>
            <pc:sldMk cId="2916414287" sldId="271"/>
            <ac:spMk id="2" creationId="{1564B15D-F0F1-422A-8B1C-882AAB732A55}"/>
          </ac:spMkLst>
        </pc:spChg>
        <pc:spChg chg="mod">
          <ac:chgData name="SERGIO SPANO'" userId="3abdd0b9-513e-40ac-aad4-56920065037d" providerId="ADAL" clId="{B78B99D7-F70B-4A45-821A-0876B1104A6B}" dt="2022-04-01T10:57:35.989" v="503" actId="20577"/>
          <ac:spMkLst>
            <pc:docMk/>
            <pc:sldMk cId="2916414287" sldId="271"/>
            <ac:spMk id="3" creationId="{50C81CA1-0896-4E32-845D-18D8416A353E}"/>
          </ac:spMkLst>
        </pc:spChg>
        <pc:spChg chg="add mod">
          <ac:chgData name="SERGIO SPANO'" userId="3abdd0b9-513e-40ac-aad4-56920065037d" providerId="ADAL" clId="{B78B99D7-F70B-4A45-821A-0876B1104A6B}" dt="2022-04-01T10:57:51.089" v="513" actId="1076"/>
          <ac:spMkLst>
            <pc:docMk/>
            <pc:sldMk cId="2916414287" sldId="271"/>
            <ac:spMk id="6" creationId="{D6A1B18B-DE39-40B1-A415-87BBA4595E03}"/>
          </ac:spMkLst>
        </pc:spChg>
        <pc:picChg chg="add mod">
          <ac:chgData name="SERGIO SPANO'" userId="3abdd0b9-513e-40ac-aad4-56920065037d" providerId="ADAL" clId="{B78B99D7-F70B-4A45-821A-0876B1104A6B}" dt="2022-04-01T10:57:46.883" v="512" actId="1076"/>
          <ac:picMkLst>
            <pc:docMk/>
            <pc:sldMk cId="2916414287" sldId="271"/>
            <ac:picMk id="7" creationId="{0072D4BE-CA2B-4CD0-9D0D-89B983823E78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0:29.580" v="550" actId="1076"/>
        <pc:sldMkLst>
          <pc:docMk/>
          <pc:sldMk cId="2503590128" sldId="272"/>
        </pc:sldMkLst>
        <pc:spChg chg="mod">
          <ac:chgData name="SERGIO SPANO'" userId="3abdd0b9-513e-40ac-aad4-56920065037d" providerId="ADAL" clId="{B78B99D7-F70B-4A45-821A-0876B1104A6B}" dt="2022-04-01T10:58:31.099" v="517" actId="20577"/>
          <ac:spMkLst>
            <pc:docMk/>
            <pc:sldMk cId="2503590128" sldId="272"/>
            <ac:spMk id="2" creationId="{D9C37AC2-FC1C-496B-940B-99BE26B55D53}"/>
          </ac:spMkLst>
        </pc:spChg>
        <pc:spChg chg="mod">
          <ac:chgData name="SERGIO SPANO'" userId="3abdd0b9-513e-40ac-aad4-56920065037d" providerId="ADAL" clId="{B78B99D7-F70B-4A45-821A-0876B1104A6B}" dt="2022-04-01T10:59:37.011" v="531" actId="14100"/>
          <ac:spMkLst>
            <pc:docMk/>
            <pc:sldMk cId="2503590128" sldId="272"/>
            <ac:spMk id="3" creationId="{630AF50C-44A9-45C4-AC8B-A1B3449AA076}"/>
          </ac:spMkLst>
        </pc:spChg>
        <pc:spChg chg="add del">
          <ac:chgData name="SERGIO SPANO'" userId="3abdd0b9-513e-40ac-aad4-56920065037d" providerId="ADAL" clId="{B78B99D7-F70B-4A45-821A-0876B1104A6B}" dt="2022-04-01T10:59:26.325" v="528" actId="22"/>
          <ac:spMkLst>
            <pc:docMk/>
            <pc:sldMk cId="2503590128" sldId="272"/>
            <ac:spMk id="7" creationId="{355F1D6E-0651-406F-A56D-0DEDE63ABA46}"/>
          </ac:spMkLst>
        </pc:spChg>
        <pc:spChg chg="add mod">
          <ac:chgData name="SERGIO SPANO'" userId="3abdd0b9-513e-40ac-aad4-56920065037d" providerId="ADAL" clId="{B78B99D7-F70B-4A45-821A-0876B1104A6B}" dt="2022-04-01T10:59:57.519" v="542" actId="403"/>
          <ac:spMkLst>
            <pc:docMk/>
            <pc:sldMk cId="2503590128" sldId="272"/>
            <ac:spMk id="9" creationId="{7A5048F6-070B-4EAD-BFE7-D4CCBB4FAB9B}"/>
          </ac:spMkLst>
        </pc:spChg>
        <pc:spChg chg="add mod">
          <ac:chgData name="SERGIO SPANO'" userId="3abdd0b9-513e-40ac-aad4-56920065037d" providerId="ADAL" clId="{B78B99D7-F70B-4A45-821A-0876B1104A6B}" dt="2022-04-01T11:00:00.139" v="543" actId="1076"/>
          <ac:spMkLst>
            <pc:docMk/>
            <pc:sldMk cId="2503590128" sldId="272"/>
            <ac:spMk id="10" creationId="{0647C9FB-21BC-47CA-ADF6-CB05E221BBDD}"/>
          </ac:spMkLst>
        </pc:spChg>
        <pc:spChg chg="add mod">
          <ac:chgData name="SERGIO SPANO'" userId="3abdd0b9-513e-40ac-aad4-56920065037d" providerId="ADAL" clId="{B78B99D7-F70B-4A45-821A-0876B1104A6B}" dt="2022-04-01T11:00:08.711" v="548" actId="1076"/>
          <ac:spMkLst>
            <pc:docMk/>
            <pc:sldMk cId="2503590128" sldId="272"/>
            <ac:spMk id="11" creationId="{658B9110-829A-4512-AC97-482BBB038F8B}"/>
          </ac:spMkLst>
        </pc:spChg>
        <pc:picChg chg="add mod">
          <ac:chgData name="SERGIO SPANO'" userId="3abdd0b9-513e-40ac-aad4-56920065037d" providerId="ADAL" clId="{B78B99D7-F70B-4A45-821A-0876B1104A6B}" dt="2022-04-01T11:00:29.580" v="550" actId="1076"/>
          <ac:picMkLst>
            <pc:docMk/>
            <pc:sldMk cId="2503590128" sldId="272"/>
            <ac:picMk id="8" creationId="{C4C50CE0-DAAF-4A85-B54F-55D243DA206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4:52.803" v="556" actId="1076"/>
        <pc:sldMkLst>
          <pc:docMk/>
          <pc:sldMk cId="3168054203" sldId="273"/>
        </pc:sldMkLst>
        <pc:spChg chg="mod">
          <ac:chgData name="SERGIO SPANO'" userId="3abdd0b9-513e-40ac-aad4-56920065037d" providerId="ADAL" clId="{B78B99D7-F70B-4A45-821A-0876B1104A6B}" dt="2022-04-01T11:04:26.027" v="553" actId="27636"/>
          <ac:spMkLst>
            <pc:docMk/>
            <pc:sldMk cId="3168054203" sldId="273"/>
            <ac:spMk id="2" creationId="{D4B2B063-753D-449C-B6EA-2E72B1BF44C4}"/>
          </ac:spMkLst>
        </pc:spChg>
        <pc:spChg chg="del">
          <ac:chgData name="SERGIO SPANO'" userId="3abdd0b9-513e-40ac-aad4-56920065037d" providerId="ADAL" clId="{B78B99D7-F70B-4A45-821A-0876B1104A6B}" dt="2022-04-01T11:04:45.218" v="555" actId="478"/>
          <ac:spMkLst>
            <pc:docMk/>
            <pc:sldMk cId="3168054203" sldId="273"/>
            <ac:spMk id="3" creationId="{3B012EA9-4C45-42D6-AEE3-20B23EC4A2F8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6" creationId="{78DE024A-457C-4F9C-8968-EC2F7BFDF0C5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7" creationId="{E544DF97-ADBF-4FE1-A7A1-928E2DF274EA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8" creationId="{D77E509A-FFB9-4517-B371-B5B3E82ACB1E}"/>
          </ac:spMkLst>
        </pc:spChg>
        <pc:spChg chg="add mod">
          <ac:chgData name="SERGIO SPANO'" userId="3abdd0b9-513e-40ac-aad4-56920065037d" providerId="ADAL" clId="{B78B99D7-F70B-4A45-821A-0876B1104A6B}" dt="2022-04-01T11:04:42.768" v="554"/>
          <ac:spMkLst>
            <pc:docMk/>
            <pc:sldMk cId="3168054203" sldId="273"/>
            <ac:spMk id="9" creationId="{623B5AC6-34C2-4CB0-B0A7-F48AA2601045}"/>
          </ac:spMkLst>
        </pc:spChg>
      </pc:sldChg>
      <pc:sldChg chg="addSp delSp modSp new mod">
        <pc:chgData name="SERGIO SPANO'" userId="3abdd0b9-513e-40ac-aad4-56920065037d" providerId="ADAL" clId="{B78B99D7-F70B-4A45-821A-0876B1104A6B}" dt="2022-04-01T11:08:54.253" v="660" actId="478"/>
        <pc:sldMkLst>
          <pc:docMk/>
          <pc:sldMk cId="3798802901" sldId="274"/>
        </pc:sldMkLst>
        <pc:spChg chg="mod">
          <ac:chgData name="SERGIO SPANO'" userId="3abdd0b9-513e-40ac-aad4-56920065037d" providerId="ADAL" clId="{B78B99D7-F70B-4A45-821A-0876B1104A6B}" dt="2022-04-01T11:05:18.810" v="559" actId="27636"/>
          <ac:spMkLst>
            <pc:docMk/>
            <pc:sldMk cId="3798802901" sldId="274"/>
            <ac:spMk id="2" creationId="{896C5AF1-083C-4C3C-B227-DEA895C6F9BD}"/>
          </ac:spMkLst>
        </pc:spChg>
        <pc:spChg chg="del">
          <ac:chgData name="SERGIO SPANO'" userId="3abdd0b9-513e-40ac-aad4-56920065037d" providerId="ADAL" clId="{B78B99D7-F70B-4A45-821A-0876B1104A6B}" dt="2022-04-01T11:08:54.253" v="660" actId="478"/>
          <ac:spMkLst>
            <pc:docMk/>
            <pc:sldMk cId="3798802901" sldId="274"/>
            <ac:spMk id="3" creationId="{617CA19C-CE88-4631-A3D4-BEFE300A4B23}"/>
          </ac:spMkLst>
        </pc:spChg>
        <pc:picChg chg="add mod">
          <ac:chgData name="SERGIO SPANO'" userId="3abdd0b9-513e-40ac-aad4-56920065037d" providerId="ADAL" clId="{B78B99D7-F70B-4A45-821A-0876B1104A6B}" dt="2022-04-01T11:05:28.779" v="562" actId="1076"/>
          <ac:picMkLst>
            <pc:docMk/>
            <pc:sldMk cId="3798802901" sldId="274"/>
            <ac:picMk id="6" creationId="{C1EF92F2-83D1-4C43-9191-0BAE7350BBF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52.397" v="659" actId="478"/>
        <pc:sldMkLst>
          <pc:docMk/>
          <pc:sldMk cId="394788787" sldId="275"/>
        </pc:sldMkLst>
        <pc:spChg chg="mod">
          <ac:chgData name="SERGIO SPANO'" userId="3abdd0b9-513e-40ac-aad4-56920065037d" providerId="ADAL" clId="{B78B99D7-F70B-4A45-821A-0876B1104A6B}" dt="2022-04-01T11:05:45.030" v="565" actId="27636"/>
          <ac:spMkLst>
            <pc:docMk/>
            <pc:sldMk cId="394788787" sldId="275"/>
            <ac:spMk id="2" creationId="{3F0B1F4F-99A1-441B-B950-F954EF612FA4}"/>
          </ac:spMkLst>
        </pc:spChg>
        <pc:spChg chg="del">
          <ac:chgData name="SERGIO SPANO'" userId="3abdd0b9-513e-40ac-aad4-56920065037d" providerId="ADAL" clId="{B78B99D7-F70B-4A45-821A-0876B1104A6B}" dt="2022-04-01T11:08:52.397" v="659" actId="478"/>
          <ac:spMkLst>
            <pc:docMk/>
            <pc:sldMk cId="394788787" sldId="275"/>
            <ac:spMk id="3" creationId="{261155C2-5102-408E-9FAB-4DA632ED5CD3}"/>
          </ac:spMkLst>
        </pc:spChg>
        <pc:picChg chg="add mod">
          <ac:chgData name="SERGIO SPANO'" userId="3abdd0b9-513e-40ac-aad4-56920065037d" providerId="ADAL" clId="{B78B99D7-F70B-4A45-821A-0876B1104A6B}" dt="2022-04-01T11:05:54.610" v="568" actId="1076"/>
          <ac:picMkLst>
            <pc:docMk/>
            <pc:sldMk cId="394788787" sldId="275"/>
            <ac:picMk id="6" creationId="{AF587C4C-09F0-4256-A552-1EDDE84BB57C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49.866" v="658" actId="478"/>
        <pc:sldMkLst>
          <pc:docMk/>
          <pc:sldMk cId="1250271747" sldId="276"/>
        </pc:sldMkLst>
        <pc:spChg chg="mod">
          <ac:chgData name="SERGIO SPANO'" userId="3abdd0b9-513e-40ac-aad4-56920065037d" providerId="ADAL" clId="{B78B99D7-F70B-4A45-821A-0876B1104A6B}" dt="2022-04-01T11:06:18.315" v="571" actId="27636"/>
          <ac:spMkLst>
            <pc:docMk/>
            <pc:sldMk cId="1250271747" sldId="276"/>
            <ac:spMk id="2" creationId="{320C5C1E-72D1-4E03-8027-538FE65AEA92}"/>
          </ac:spMkLst>
        </pc:spChg>
        <pc:spChg chg="del">
          <ac:chgData name="SERGIO SPANO'" userId="3abdd0b9-513e-40ac-aad4-56920065037d" providerId="ADAL" clId="{B78B99D7-F70B-4A45-821A-0876B1104A6B}" dt="2022-04-01T11:08:49.866" v="658" actId="478"/>
          <ac:spMkLst>
            <pc:docMk/>
            <pc:sldMk cId="1250271747" sldId="276"/>
            <ac:spMk id="3" creationId="{9FE4F4C1-7B09-4962-B2D4-C0435E005BA4}"/>
          </ac:spMkLst>
        </pc:spChg>
        <pc:spChg chg="add mod">
          <ac:chgData name="SERGIO SPANO'" userId="3abdd0b9-513e-40ac-aad4-56920065037d" providerId="ADAL" clId="{B78B99D7-F70B-4A45-821A-0876B1104A6B}" dt="2022-04-01T11:06:36.112" v="577" actId="1076"/>
          <ac:spMkLst>
            <pc:docMk/>
            <pc:sldMk cId="1250271747" sldId="276"/>
            <ac:spMk id="7" creationId="{0EE7EECD-CB49-4C70-9AE8-30FC86F6262A}"/>
          </ac:spMkLst>
        </pc:spChg>
        <pc:picChg chg="add mod">
          <ac:chgData name="SERGIO SPANO'" userId="3abdd0b9-513e-40ac-aad4-56920065037d" providerId="ADAL" clId="{B78B99D7-F70B-4A45-821A-0876B1104A6B}" dt="2022-04-01T11:06:30.026" v="575" actId="1076"/>
          <ac:picMkLst>
            <pc:docMk/>
            <pc:sldMk cId="1250271747" sldId="276"/>
            <ac:picMk id="6" creationId="{5286A11F-C5E6-4A78-AFC7-F8536C32BBA9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9:45.456" v="721" actId="208"/>
        <pc:sldMkLst>
          <pc:docMk/>
          <pc:sldMk cId="1221387922" sldId="277"/>
        </pc:sldMkLst>
        <pc:spChg chg="mod">
          <ac:chgData name="SERGIO SPANO'" userId="3abdd0b9-513e-40ac-aad4-56920065037d" providerId="ADAL" clId="{B78B99D7-F70B-4A45-821A-0876B1104A6B}" dt="2022-04-01T11:09:29.389" v="715" actId="1076"/>
          <ac:spMkLst>
            <pc:docMk/>
            <pc:sldMk cId="1221387922" sldId="277"/>
            <ac:spMk id="2" creationId="{6C958D35-81A6-4EB5-BE5E-5A603A994DCE}"/>
          </ac:spMkLst>
        </pc:spChg>
        <pc:spChg chg="mod">
          <ac:chgData name="SERGIO SPANO'" userId="3abdd0b9-513e-40ac-aad4-56920065037d" providerId="ADAL" clId="{B78B99D7-F70B-4A45-821A-0876B1104A6B}" dt="2022-04-01T11:09:45.456" v="721" actId="208"/>
          <ac:spMkLst>
            <pc:docMk/>
            <pc:sldMk cId="1221387922" sldId="277"/>
            <ac:spMk id="3" creationId="{A75E1943-B590-4C65-81EE-698EDBDDADCD}"/>
          </ac:spMkLst>
        </pc:spChg>
        <pc:spChg chg="add mod">
          <ac:chgData name="SERGIO SPANO'" userId="3abdd0b9-513e-40ac-aad4-56920065037d" providerId="ADAL" clId="{B78B99D7-F70B-4A45-821A-0876B1104A6B}" dt="2022-04-01T11:07:37.247" v="582" actId="1076"/>
          <ac:spMkLst>
            <pc:docMk/>
            <pc:sldMk cId="1221387922" sldId="277"/>
            <ac:spMk id="6" creationId="{C115B692-32CB-447A-8D37-769439893B2D}"/>
          </ac:spMkLst>
        </pc:spChg>
        <pc:spChg chg="add del mod">
          <ac:chgData name="SERGIO SPANO'" userId="3abdd0b9-513e-40ac-aad4-56920065037d" providerId="ADAL" clId="{B78B99D7-F70B-4A45-821A-0876B1104A6B}" dt="2022-04-01T11:08:46.643" v="657" actId="478"/>
          <ac:spMkLst>
            <pc:docMk/>
            <pc:sldMk cId="1221387922" sldId="277"/>
            <ac:spMk id="8" creationId="{F5C4D91F-A0FD-4691-8C08-296C4E4FBB0B}"/>
          </ac:spMkLst>
        </pc:spChg>
        <pc:picChg chg="add mod">
          <ac:chgData name="SERGIO SPANO'" userId="3abdd0b9-513e-40ac-aad4-56920065037d" providerId="ADAL" clId="{B78B99D7-F70B-4A45-821A-0876B1104A6B}" dt="2022-04-01T11:09:34.397" v="716" actId="1076"/>
          <ac:picMkLst>
            <pc:docMk/>
            <pc:sldMk cId="1221387922" sldId="277"/>
            <ac:picMk id="7" creationId="{9D5B6AB0-9759-4539-BACC-AD8428901556}"/>
          </ac:picMkLst>
        </pc:picChg>
      </pc:sldChg>
    </pc:docChg>
  </pc:docChgLst>
  <pc:docChgLst>
    <pc:chgData name="SERGIO SPANO'" userId="3abdd0b9-513e-40ac-aad4-56920065037d" providerId="ADAL" clId="{CBED9FC2-F647-4C6E-B901-E4346232283D}"/>
    <pc:docChg chg="modSld">
      <pc:chgData name="SERGIO SPANO'" userId="3abdd0b9-513e-40ac-aad4-56920065037d" providerId="ADAL" clId="{CBED9FC2-F647-4C6E-B901-E4346232283D}" dt="2023-05-25T08:54:51.342" v="1" actId="20577"/>
      <pc:docMkLst>
        <pc:docMk/>
      </pc:docMkLst>
      <pc:sldChg chg="modSp mod">
        <pc:chgData name="SERGIO SPANO'" userId="3abdd0b9-513e-40ac-aad4-56920065037d" providerId="ADAL" clId="{CBED9FC2-F647-4C6E-B901-E4346232283D}" dt="2023-05-25T08:54:51.342" v="1" actId="20577"/>
        <pc:sldMkLst>
          <pc:docMk/>
          <pc:sldMk cId="1843171920" sldId="260"/>
        </pc:sldMkLst>
        <pc:spChg chg="mod">
          <ac:chgData name="SERGIO SPANO'" userId="3abdd0b9-513e-40ac-aad4-56920065037d" providerId="ADAL" clId="{CBED9FC2-F647-4C6E-B901-E4346232283D}" dt="2023-05-25T08:54:51.342" v="1" actId="20577"/>
          <ac:spMkLst>
            <pc:docMk/>
            <pc:sldMk cId="1843171920" sldId="260"/>
            <ac:spMk id="3" creationId="{AF59F3CD-02A0-419F-8FE7-AB4C40E449E6}"/>
          </ac:spMkLst>
        </pc:spChg>
      </pc:sldChg>
    </pc:docChg>
  </pc:docChgLst>
  <pc:docChgLst>
    <pc:chgData name="SERGIO SPANO'" userId="3abdd0b9-513e-40ac-aad4-56920065037d" providerId="ADAL" clId="{99CAF51D-0A50-4BFE-9378-781BB971E0EB}"/>
    <pc:docChg chg="undo custSel addSld delSld modSld">
      <pc:chgData name="SERGIO SPANO'" userId="3abdd0b9-513e-40ac-aad4-56920065037d" providerId="ADAL" clId="{99CAF51D-0A50-4BFE-9378-781BB971E0EB}" dt="2022-04-01T09:48:30.323" v="67" actId="1076"/>
      <pc:docMkLst>
        <pc:docMk/>
      </pc:docMkLst>
      <pc:sldChg chg="modSp add del mod">
        <pc:chgData name="SERGIO SPANO'" userId="3abdd0b9-513e-40ac-aad4-56920065037d" providerId="ADAL" clId="{99CAF51D-0A50-4BFE-9378-781BB971E0EB}" dt="2022-04-01T09:45:43.646" v="45" actId="20577"/>
        <pc:sldMkLst>
          <pc:docMk/>
          <pc:sldMk cId="3676927149" sldId="256"/>
        </pc:sldMkLst>
        <pc:spChg chg="mod">
          <ac:chgData name="SERGIO SPANO'" userId="3abdd0b9-513e-40ac-aad4-56920065037d" providerId="ADAL" clId="{99CAF51D-0A50-4BFE-9378-781BB971E0EB}" dt="2022-04-01T09:45:43.646" v="45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modSp new mod">
        <pc:chgData name="SERGIO SPANO'" userId="3abdd0b9-513e-40ac-aad4-56920065037d" providerId="ADAL" clId="{99CAF51D-0A50-4BFE-9378-781BB971E0EB}" dt="2022-04-01T09:46:36.853" v="55" actId="1076"/>
        <pc:sldMkLst>
          <pc:docMk/>
          <pc:sldMk cId="2336464834" sldId="257"/>
        </pc:sldMkLst>
        <pc:spChg chg="mod">
          <ac:chgData name="SERGIO SPANO'" userId="3abdd0b9-513e-40ac-aad4-56920065037d" providerId="ADAL" clId="{99CAF51D-0A50-4BFE-9378-781BB971E0EB}" dt="2022-04-01T09:46:15.595" v="48" actId="27636"/>
          <ac:spMkLst>
            <pc:docMk/>
            <pc:sldMk cId="2336464834" sldId="257"/>
            <ac:spMk id="2" creationId="{B8823F1D-6D8D-40BE-9BC7-BF55A94DD1FC}"/>
          </ac:spMkLst>
        </pc:spChg>
        <pc:spChg chg="mod">
          <ac:chgData name="SERGIO SPANO'" userId="3abdd0b9-513e-40ac-aad4-56920065037d" providerId="ADAL" clId="{99CAF51D-0A50-4BFE-9378-781BB971E0EB}" dt="2022-04-01T09:46:25.599" v="51" actId="15"/>
          <ac:spMkLst>
            <pc:docMk/>
            <pc:sldMk cId="2336464834" sldId="257"/>
            <ac:spMk id="3" creationId="{2EEFEE4D-B764-41AC-8F4C-3C74B9E4C767}"/>
          </ac:spMkLst>
        </pc:spChg>
        <pc:picChg chg="add mod">
          <ac:chgData name="SERGIO SPANO'" userId="3abdd0b9-513e-40ac-aad4-56920065037d" providerId="ADAL" clId="{99CAF51D-0A50-4BFE-9378-781BB971E0EB}" dt="2022-04-01T09:46:36.853" v="55" actId="1076"/>
          <ac:picMkLst>
            <pc:docMk/>
            <pc:sldMk cId="2336464834" sldId="257"/>
            <ac:picMk id="6" creationId="{E4321D2E-2C41-4BDC-94DC-C9D30DF5D808}"/>
          </ac:picMkLst>
        </pc:picChg>
      </pc:sldChg>
      <pc:sldChg chg="del">
        <pc:chgData name="SERGIO SPANO'" userId="3abdd0b9-513e-40ac-aad4-56920065037d" providerId="ADAL" clId="{99CAF51D-0A50-4BFE-9378-781BB971E0EB}" dt="2022-04-01T09:45:31.982" v="0" actId="47"/>
        <pc:sldMkLst>
          <pc:docMk/>
          <pc:sldMk cId="2510750969" sldId="257"/>
        </pc:sldMkLst>
      </pc:sldChg>
      <pc:sldChg chg="addSp modSp new mod">
        <pc:chgData name="SERGIO SPANO'" userId="3abdd0b9-513e-40ac-aad4-56920065037d" providerId="ADAL" clId="{99CAF51D-0A50-4BFE-9378-781BB971E0EB}" dt="2022-04-01T09:48:30.323" v="67" actId="1076"/>
        <pc:sldMkLst>
          <pc:docMk/>
          <pc:sldMk cId="3189614810" sldId="258"/>
        </pc:sldMkLst>
        <pc:spChg chg="mod">
          <ac:chgData name="SERGIO SPANO'" userId="3abdd0b9-513e-40ac-aad4-56920065037d" providerId="ADAL" clId="{99CAF51D-0A50-4BFE-9378-781BB971E0EB}" dt="2022-04-01T09:47:58.686" v="58" actId="27636"/>
          <ac:spMkLst>
            <pc:docMk/>
            <pc:sldMk cId="3189614810" sldId="258"/>
            <ac:spMk id="2" creationId="{C36B1B8B-6869-4C59-8E63-5B0AB301663A}"/>
          </ac:spMkLst>
        </pc:spChg>
        <pc:spChg chg="mod">
          <ac:chgData name="SERGIO SPANO'" userId="3abdd0b9-513e-40ac-aad4-56920065037d" providerId="ADAL" clId="{99CAF51D-0A50-4BFE-9378-781BB971E0EB}" dt="2022-04-01T09:48:13.394" v="61" actId="15"/>
          <ac:spMkLst>
            <pc:docMk/>
            <pc:sldMk cId="3189614810" sldId="258"/>
            <ac:spMk id="3" creationId="{E30FBE24-3806-4871-998C-39837E7D0E7A}"/>
          </ac:spMkLst>
        </pc:spChg>
        <pc:picChg chg="add mod">
          <ac:chgData name="SERGIO SPANO'" userId="3abdd0b9-513e-40ac-aad4-56920065037d" providerId="ADAL" clId="{99CAF51D-0A50-4BFE-9378-781BB971E0EB}" dt="2022-04-01T09:48:30.323" v="67" actId="1076"/>
          <ac:picMkLst>
            <pc:docMk/>
            <pc:sldMk cId="3189614810" sldId="258"/>
            <ac:picMk id="6" creationId="{B89D471D-2C78-4737-A12B-F1120A839950}"/>
          </ac:picMkLst>
        </pc:picChg>
      </pc:sldChg>
      <pc:sldChg chg="del">
        <pc:chgData name="SERGIO SPANO'" userId="3abdd0b9-513e-40ac-aad4-56920065037d" providerId="ADAL" clId="{99CAF51D-0A50-4BFE-9378-781BB971E0EB}" dt="2022-04-01T09:45:32.196" v="1" actId="47"/>
        <pc:sldMkLst>
          <pc:docMk/>
          <pc:sldMk cId="4020902438" sldId="258"/>
        </pc:sldMkLst>
      </pc:sldChg>
      <pc:sldChg chg="del">
        <pc:chgData name="SERGIO SPANO'" userId="3abdd0b9-513e-40ac-aad4-56920065037d" providerId="ADAL" clId="{99CAF51D-0A50-4BFE-9378-781BB971E0EB}" dt="2022-04-01T09:45:32.438" v="2" actId="47"/>
        <pc:sldMkLst>
          <pc:docMk/>
          <pc:sldMk cId="3209245327" sldId="259"/>
        </pc:sldMkLst>
      </pc:sldChg>
      <pc:sldChg chg="del">
        <pc:chgData name="SERGIO SPANO'" userId="3abdd0b9-513e-40ac-aad4-56920065037d" providerId="ADAL" clId="{99CAF51D-0A50-4BFE-9378-781BB971E0EB}" dt="2022-04-01T09:45:32.610" v="3" actId="47"/>
        <pc:sldMkLst>
          <pc:docMk/>
          <pc:sldMk cId="2767171798" sldId="260"/>
        </pc:sldMkLst>
      </pc:sldChg>
      <pc:sldChg chg="del">
        <pc:chgData name="SERGIO SPANO'" userId="3abdd0b9-513e-40ac-aad4-56920065037d" providerId="ADAL" clId="{99CAF51D-0A50-4BFE-9378-781BB971E0EB}" dt="2022-04-01T09:45:32.796" v="4" actId="47"/>
        <pc:sldMkLst>
          <pc:docMk/>
          <pc:sldMk cId="2813340949" sldId="261"/>
        </pc:sldMkLst>
      </pc:sldChg>
      <pc:sldChg chg="del">
        <pc:chgData name="SERGIO SPANO'" userId="3abdd0b9-513e-40ac-aad4-56920065037d" providerId="ADAL" clId="{99CAF51D-0A50-4BFE-9378-781BB971E0EB}" dt="2022-04-01T09:45:32.956" v="5" actId="47"/>
        <pc:sldMkLst>
          <pc:docMk/>
          <pc:sldMk cId="2029537201" sldId="262"/>
        </pc:sldMkLst>
      </pc:sldChg>
      <pc:sldChg chg="del">
        <pc:chgData name="SERGIO SPANO'" userId="3abdd0b9-513e-40ac-aad4-56920065037d" providerId="ADAL" clId="{99CAF51D-0A50-4BFE-9378-781BB971E0EB}" dt="2022-04-01T09:45:33.139" v="6" actId="47"/>
        <pc:sldMkLst>
          <pc:docMk/>
          <pc:sldMk cId="107627399" sldId="263"/>
        </pc:sldMkLst>
      </pc:sldChg>
      <pc:sldChg chg="del">
        <pc:chgData name="SERGIO SPANO'" userId="3abdd0b9-513e-40ac-aad4-56920065037d" providerId="ADAL" clId="{99CAF51D-0A50-4BFE-9378-781BB971E0EB}" dt="2022-04-01T09:45:33.713" v="7" actId="47"/>
        <pc:sldMkLst>
          <pc:docMk/>
          <pc:sldMk cId="4139437653" sldId="264"/>
        </pc:sldMkLst>
      </pc:sldChg>
      <pc:sldChg chg="del">
        <pc:chgData name="SERGIO SPANO'" userId="3abdd0b9-513e-40ac-aad4-56920065037d" providerId="ADAL" clId="{99CAF51D-0A50-4BFE-9378-781BB971E0EB}" dt="2022-04-01T09:45:33.896" v="8" actId="47"/>
        <pc:sldMkLst>
          <pc:docMk/>
          <pc:sldMk cId="2875466469" sldId="265"/>
        </pc:sldMkLst>
      </pc:sldChg>
      <pc:sldChg chg="del">
        <pc:chgData name="SERGIO SPANO'" userId="3abdd0b9-513e-40ac-aad4-56920065037d" providerId="ADAL" clId="{99CAF51D-0A50-4BFE-9378-781BB971E0EB}" dt="2022-04-01T09:45:33.915" v="9" actId="47"/>
        <pc:sldMkLst>
          <pc:docMk/>
          <pc:sldMk cId="2456961451" sldId="266"/>
        </pc:sldMkLst>
      </pc:sldChg>
      <pc:sldChg chg="del">
        <pc:chgData name="SERGIO SPANO'" userId="3abdd0b9-513e-40ac-aad4-56920065037d" providerId="ADAL" clId="{99CAF51D-0A50-4BFE-9378-781BB971E0EB}" dt="2022-04-01T09:45:33.939" v="10" actId="47"/>
        <pc:sldMkLst>
          <pc:docMk/>
          <pc:sldMk cId="156885306" sldId="267"/>
        </pc:sldMkLst>
      </pc:sldChg>
      <pc:sldChg chg="del">
        <pc:chgData name="SERGIO SPANO'" userId="3abdd0b9-513e-40ac-aad4-56920065037d" providerId="ADAL" clId="{99CAF51D-0A50-4BFE-9378-781BB971E0EB}" dt="2022-04-01T09:45:33.959" v="11" actId="47"/>
        <pc:sldMkLst>
          <pc:docMk/>
          <pc:sldMk cId="1254998778" sldId="268"/>
        </pc:sldMkLst>
      </pc:sldChg>
      <pc:sldChg chg="del">
        <pc:chgData name="SERGIO SPANO'" userId="3abdd0b9-513e-40ac-aad4-56920065037d" providerId="ADAL" clId="{99CAF51D-0A50-4BFE-9378-781BB971E0EB}" dt="2022-04-01T09:45:33.998" v="12" actId="47"/>
        <pc:sldMkLst>
          <pc:docMk/>
          <pc:sldMk cId="4101812665" sldId="269"/>
        </pc:sldMkLst>
      </pc:sldChg>
      <pc:sldChg chg="del">
        <pc:chgData name="SERGIO SPANO'" userId="3abdd0b9-513e-40ac-aad4-56920065037d" providerId="ADAL" clId="{99CAF51D-0A50-4BFE-9378-781BB971E0EB}" dt="2022-04-01T09:45:34.027" v="13" actId="47"/>
        <pc:sldMkLst>
          <pc:docMk/>
          <pc:sldMk cId="1588936678" sldId="270"/>
        </pc:sldMkLst>
      </pc:sldChg>
      <pc:sldChg chg="del">
        <pc:chgData name="SERGIO SPANO'" userId="3abdd0b9-513e-40ac-aad4-56920065037d" providerId="ADAL" clId="{99CAF51D-0A50-4BFE-9378-781BB971E0EB}" dt="2022-04-01T09:45:34.062" v="14" actId="47"/>
        <pc:sldMkLst>
          <pc:docMk/>
          <pc:sldMk cId="3003810364" sldId="271"/>
        </pc:sldMkLst>
      </pc:sldChg>
      <pc:sldChg chg="del">
        <pc:chgData name="SERGIO SPANO'" userId="3abdd0b9-513e-40ac-aad4-56920065037d" providerId="ADAL" clId="{99CAF51D-0A50-4BFE-9378-781BB971E0EB}" dt="2022-04-01T09:45:34.096" v="15" actId="47"/>
        <pc:sldMkLst>
          <pc:docMk/>
          <pc:sldMk cId="2331242970" sldId="272"/>
        </pc:sldMkLst>
      </pc:sldChg>
      <pc:sldChg chg="del">
        <pc:chgData name="SERGIO SPANO'" userId="3abdd0b9-513e-40ac-aad4-56920065037d" providerId="ADAL" clId="{99CAF51D-0A50-4BFE-9378-781BB971E0EB}" dt="2022-04-01T09:45:34.136" v="16" actId="47"/>
        <pc:sldMkLst>
          <pc:docMk/>
          <pc:sldMk cId="3942099409" sldId="273"/>
        </pc:sldMkLst>
      </pc:sldChg>
      <pc:sldChg chg="del">
        <pc:chgData name="SERGIO SPANO'" userId="3abdd0b9-513e-40ac-aad4-56920065037d" providerId="ADAL" clId="{99CAF51D-0A50-4BFE-9378-781BB971E0EB}" dt="2022-04-01T09:45:34.194" v="17" actId="47"/>
        <pc:sldMkLst>
          <pc:docMk/>
          <pc:sldMk cId="762601299" sldId="274"/>
        </pc:sldMkLst>
      </pc:sldChg>
      <pc:sldChg chg="del">
        <pc:chgData name="SERGIO SPANO'" userId="3abdd0b9-513e-40ac-aad4-56920065037d" providerId="ADAL" clId="{99CAF51D-0A50-4BFE-9378-781BB971E0EB}" dt="2022-04-01T09:45:34.224" v="18" actId="47"/>
        <pc:sldMkLst>
          <pc:docMk/>
          <pc:sldMk cId="174399053" sldId="275"/>
        </pc:sldMkLst>
      </pc:sldChg>
      <pc:sldChg chg="del">
        <pc:chgData name="SERGIO SPANO'" userId="3abdd0b9-513e-40ac-aad4-56920065037d" providerId="ADAL" clId="{99CAF51D-0A50-4BFE-9378-781BB971E0EB}" dt="2022-04-01T09:45:34.263" v="19" actId="47"/>
        <pc:sldMkLst>
          <pc:docMk/>
          <pc:sldMk cId="901720352" sldId="276"/>
        </pc:sldMkLst>
      </pc:sldChg>
      <pc:sldChg chg="del">
        <pc:chgData name="SERGIO SPANO'" userId="3abdd0b9-513e-40ac-aad4-56920065037d" providerId="ADAL" clId="{99CAF51D-0A50-4BFE-9378-781BB971E0EB}" dt="2022-04-01T09:45:34.292" v="20" actId="47"/>
        <pc:sldMkLst>
          <pc:docMk/>
          <pc:sldMk cId="4029004925" sldId="277"/>
        </pc:sldMkLst>
      </pc:sldChg>
    </pc:docChg>
  </pc:docChgLst>
  <pc:docChgLst>
    <pc:chgData name="SERGIO SPANO'" userId="3abdd0b9-513e-40ac-aad4-56920065037d" providerId="ADAL" clId="{A8F2856B-B642-43D1-A6AA-70598464A39C}"/>
    <pc:docChg chg="undo custSel addSld modSld">
      <pc:chgData name="SERGIO SPANO'" userId="3abdd0b9-513e-40ac-aad4-56920065037d" providerId="ADAL" clId="{A8F2856B-B642-43D1-A6AA-70598464A39C}" dt="2022-04-06T10:43:55.714" v="820" actId="15"/>
      <pc:docMkLst>
        <pc:docMk/>
      </pc:docMkLst>
      <pc:sldChg chg="addSp delSp modSp mod">
        <pc:chgData name="SERGIO SPANO'" userId="3abdd0b9-513e-40ac-aad4-56920065037d" providerId="ADAL" clId="{A8F2856B-B642-43D1-A6AA-70598464A39C}" dt="2022-04-06T09:01:10.722" v="285" actId="6549"/>
        <pc:sldMkLst>
          <pc:docMk/>
          <pc:sldMk cId="3726700529" sldId="280"/>
        </pc:sldMkLst>
        <pc:spChg chg="mod">
          <ac:chgData name="SERGIO SPANO'" userId="3abdd0b9-513e-40ac-aad4-56920065037d" providerId="ADAL" clId="{A8F2856B-B642-43D1-A6AA-70598464A39C}" dt="2022-04-06T09:00:44.392" v="268" actId="1076"/>
          <ac:spMkLst>
            <pc:docMk/>
            <pc:sldMk cId="3726700529" sldId="280"/>
            <ac:spMk id="3" creationId="{53F3A75D-D896-4A95-AE88-5DACF28DACD7}"/>
          </ac:spMkLst>
        </pc:spChg>
        <pc:spChg chg="add mod">
          <ac:chgData name="SERGIO SPANO'" userId="3abdd0b9-513e-40ac-aad4-56920065037d" providerId="ADAL" clId="{A8F2856B-B642-43D1-A6AA-70598464A39C}" dt="2022-04-06T08:49:16.718" v="45" actId="1076"/>
          <ac:spMkLst>
            <pc:docMk/>
            <pc:sldMk cId="3726700529" sldId="280"/>
            <ac:spMk id="8" creationId="{2596F2EC-AF48-48DB-8747-230F47833DA4}"/>
          </ac:spMkLst>
        </pc:spChg>
        <pc:spChg chg="add mod">
          <ac:chgData name="SERGIO SPANO'" userId="3abdd0b9-513e-40ac-aad4-56920065037d" providerId="ADAL" clId="{A8F2856B-B642-43D1-A6AA-70598464A39C}" dt="2022-04-06T08:58:20.314" v="220" actId="20577"/>
          <ac:spMkLst>
            <pc:docMk/>
            <pc:sldMk cId="3726700529" sldId="280"/>
            <ac:spMk id="21" creationId="{048677FB-0701-4D5D-BB5D-F8C9F6F1F582}"/>
          </ac:spMkLst>
        </pc:spChg>
        <pc:spChg chg="add mod">
          <ac:chgData name="SERGIO SPANO'" userId="3abdd0b9-513e-40ac-aad4-56920065037d" providerId="ADAL" clId="{A8F2856B-B642-43D1-A6AA-70598464A39C}" dt="2022-04-06T08:59:23.871" v="237" actId="1076"/>
          <ac:spMkLst>
            <pc:docMk/>
            <pc:sldMk cId="3726700529" sldId="280"/>
            <ac:spMk id="22" creationId="{49C43501-FEC7-4CF9-AE66-8A284FF39748}"/>
          </ac:spMkLst>
        </pc:spChg>
        <pc:spChg chg="add mod">
          <ac:chgData name="SERGIO SPANO'" userId="3abdd0b9-513e-40ac-aad4-56920065037d" providerId="ADAL" clId="{A8F2856B-B642-43D1-A6AA-70598464A39C}" dt="2022-04-06T09:00:37.959" v="263" actId="113"/>
          <ac:spMkLst>
            <pc:docMk/>
            <pc:sldMk cId="3726700529" sldId="280"/>
            <ac:spMk id="23" creationId="{54C5CFF0-5F75-47F7-934F-13F13DF5A729}"/>
          </ac:spMkLst>
        </pc:spChg>
        <pc:spChg chg="add mod">
          <ac:chgData name="SERGIO SPANO'" userId="3abdd0b9-513e-40ac-aad4-56920065037d" providerId="ADAL" clId="{A8F2856B-B642-43D1-A6AA-70598464A39C}" dt="2022-04-06T09:01:02.709" v="281" actId="20577"/>
          <ac:spMkLst>
            <pc:docMk/>
            <pc:sldMk cId="3726700529" sldId="280"/>
            <ac:spMk id="24" creationId="{FB3E6648-44E3-4ECF-AA3E-06630D735F96}"/>
          </ac:spMkLst>
        </pc:spChg>
        <pc:spChg chg="add mod">
          <ac:chgData name="SERGIO SPANO'" userId="3abdd0b9-513e-40ac-aad4-56920065037d" providerId="ADAL" clId="{A8F2856B-B642-43D1-A6AA-70598464A39C}" dt="2022-04-06T09:00:56.796" v="278" actId="20577"/>
          <ac:spMkLst>
            <pc:docMk/>
            <pc:sldMk cId="3726700529" sldId="280"/>
            <ac:spMk id="25" creationId="{D191C265-D0C2-4CB5-BA78-1D584476F691}"/>
          </ac:spMkLst>
        </pc:spChg>
        <pc:spChg chg="add mod">
          <ac:chgData name="SERGIO SPANO'" userId="3abdd0b9-513e-40ac-aad4-56920065037d" providerId="ADAL" clId="{A8F2856B-B642-43D1-A6AA-70598464A39C}" dt="2022-04-06T09:01:10.722" v="285" actId="6549"/>
          <ac:spMkLst>
            <pc:docMk/>
            <pc:sldMk cId="3726700529" sldId="280"/>
            <ac:spMk id="26" creationId="{E2BB26F9-DF73-4DE7-B331-C7A4C00A1B4F}"/>
          </ac:spMkLst>
        </pc:sp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6" creationId="{37F2096A-C44C-4917-A220-9C935866E3DF}"/>
          </ac:picMkLst>
        </pc:pic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7" creationId="{B62EF04C-1013-4D3C-898A-85860CDF7F07}"/>
          </ac:picMkLst>
        </pc:picChg>
        <pc:picChg chg="add del mod">
          <ac:chgData name="SERGIO SPANO'" userId="3abdd0b9-513e-40ac-aad4-56920065037d" providerId="ADAL" clId="{A8F2856B-B642-43D1-A6AA-70598464A39C}" dt="2022-04-06T08:50:26.677" v="61"/>
          <ac:picMkLst>
            <pc:docMk/>
            <pc:sldMk cId="3726700529" sldId="280"/>
            <ac:picMk id="15" creationId="{0FA47AFE-A2CF-419C-8B7A-2BB5B831518F}"/>
          </ac:picMkLst>
        </pc:picChg>
        <pc:picChg chg="add del mod">
          <ac:chgData name="SERGIO SPANO'" userId="3abdd0b9-513e-40ac-aad4-56920065037d" providerId="ADAL" clId="{A8F2856B-B642-43D1-A6AA-70598464A39C}" dt="2022-04-06T08:52:01.415" v="77" actId="478"/>
          <ac:picMkLst>
            <pc:docMk/>
            <pc:sldMk cId="3726700529" sldId="280"/>
            <ac:picMk id="16" creationId="{B9AAD1D5-31DE-4209-95DF-18F3A7033B1D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8" creationId="{39FC8473-A955-46DF-B357-E018161A35E6}"/>
          </ac:picMkLst>
        </pc:picChg>
        <pc:picChg chg="add mod">
          <ac:chgData name="SERGIO SPANO'" userId="3abdd0b9-513e-40ac-aad4-56920065037d" providerId="ADAL" clId="{A8F2856B-B642-43D1-A6AA-70598464A39C}" dt="2022-04-06T08:57:09.006" v="135" actId="1037"/>
          <ac:picMkLst>
            <pc:docMk/>
            <pc:sldMk cId="3726700529" sldId="280"/>
            <ac:picMk id="19" creationId="{C6C06047-BE1C-4FC5-92E8-E744D66AB02E}"/>
          </ac:picMkLst>
        </pc:picChg>
        <pc:picChg chg="add mod">
          <ac:chgData name="SERGIO SPANO'" userId="3abdd0b9-513e-40ac-aad4-56920065037d" providerId="ADAL" clId="{A8F2856B-B642-43D1-A6AA-70598464A39C}" dt="2022-04-06T08:56:51.178" v="133" actId="1035"/>
          <ac:picMkLst>
            <pc:docMk/>
            <pc:sldMk cId="3726700529" sldId="280"/>
            <ac:picMk id="20" creationId="{095AC2AF-4D59-4CBD-8C54-88CD178B6A7B}"/>
          </ac:picMkLst>
        </pc:picChg>
        <pc:picChg chg="add del mod">
          <ac:chgData name="SERGIO SPANO'" userId="3abdd0b9-513e-40ac-aad4-56920065037d" providerId="ADAL" clId="{A8F2856B-B642-43D1-A6AA-70598464A39C}" dt="2022-04-06T08:52:02.105" v="78" actId="478"/>
          <ac:picMkLst>
            <pc:docMk/>
            <pc:sldMk cId="3726700529" sldId="280"/>
            <ac:picMk id="1026" creationId="{C124E0FE-9405-4989-AE6B-C2A4391601A6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028" creationId="{DBA3FED2-0278-47B9-987C-9A910E67ABA2}"/>
          </ac:picMkLst>
        </pc:picChg>
        <pc:cxnChg chg="add del mod">
          <ac:chgData name="SERGIO SPANO'" userId="3abdd0b9-513e-40ac-aad4-56920065037d" providerId="ADAL" clId="{A8F2856B-B642-43D1-A6AA-70598464A39C}" dt="2022-04-06T08:53:32.548" v="93" actId="478"/>
          <ac:cxnSpMkLst>
            <pc:docMk/>
            <pc:sldMk cId="3726700529" sldId="280"/>
            <ac:cxnSpMk id="10" creationId="{8E58E788-1677-4465-970D-DE132688880C}"/>
          </ac:cxnSpMkLst>
        </pc:cxnChg>
        <pc:cxnChg chg="add del mod">
          <ac:chgData name="SERGIO SPANO'" userId="3abdd0b9-513e-40ac-aad4-56920065037d" providerId="ADAL" clId="{A8F2856B-B642-43D1-A6AA-70598464A39C}" dt="2022-04-06T08:53:31.787" v="92" actId="478"/>
          <ac:cxnSpMkLst>
            <pc:docMk/>
            <pc:sldMk cId="3726700529" sldId="280"/>
            <ac:cxnSpMk id="13" creationId="{520CAA30-1765-4C9C-8A83-2AF892E01650}"/>
          </ac:cxnSpMkLst>
        </pc:cxnChg>
      </pc:sldChg>
      <pc:sldChg chg="addSp delSp modSp mod">
        <pc:chgData name="SERGIO SPANO'" userId="3abdd0b9-513e-40ac-aad4-56920065037d" providerId="ADAL" clId="{A8F2856B-B642-43D1-A6AA-70598464A39C}" dt="2022-04-06T09:06:33.630" v="343" actId="1076"/>
        <pc:sldMkLst>
          <pc:docMk/>
          <pc:sldMk cId="3412644732" sldId="281"/>
        </pc:sldMkLst>
        <pc:spChg chg="mod">
          <ac:chgData name="SERGIO SPANO'" userId="3abdd0b9-513e-40ac-aad4-56920065037d" providerId="ADAL" clId="{A8F2856B-B642-43D1-A6AA-70598464A39C}" dt="2022-04-06T09:03:58.632" v="314" actId="20577"/>
          <ac:spMkLst>
            <pc:docMk/>
            <pc:sldMk cId="3412644732" sldId="281"/>
            <ac:spMk id="2" creationId="{B7376F84-8FF3-46B0-8170-557B3F27B439}"/>
          </ac:spMkLst>
        </pc:spChg>
        <pc:spChg chg="del">
          <ac:chgData name="SERGIO SPANO'" userId="3abdd0b9-513e-40ac-aad4-56920065037d" providerId="ADAL" clId="{A8F2856B-B642-43D1-A6AA-70598464A39C}" dt="2022-04-06T09:04:14.572" v="315" actId="478"/>
          <ac:spMkLst>
            <pc:docMk/>
            <pc:sldMk cId="3412644732" sldId="281"/>
            <ac:spMk id="3" creationId="{3A5FAAA7-74D9-460C-B450-733F2987148A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7" creationId="{CCB19BFA-2D39-4301-9F52-D443F1B42609}"/>
          </ac:spMkLst>
        </pc:spChg>
        <pc:spChg chg="add del mod">
          <ac:chgData name="SERGIO SPANO'" userId="3abdd0b9-513e-40ac-aad4-56920065037d" providerId="ADAL" clId="{A8F2856B-B642-43D1-A6AA-70598464A39C}" dt="2022-04-06T09:05:10.827" v="319" actId="478"/>
          <ac:spMkLst>
            <pc:docMk/>
            <pc:sldMk cId="3412644732" sldId="281"/>
            <ac:spMk id="8" creationId="{CBF00BD8-6456-456C-9723-C0A9E1AB976D}"/>
          </ac:spMkLst>
        </pc:spChg>
        <pc:spChg chg="add del mod">
          <ac:chgData name="SERGIO SPANO'" userId="3abdd0b9-513e-40ac-aad4-56920065037d" providerId="ADAL" clId="{A8F2856B-B642-43D1-A6AA-70598464A39C}" dt="2022-04-06T09:05:12.119" v="320" actId="478"/>
          <ac:spMkLst>
            <pc:docMk/>
            <pc:sldMk cId="3412644732" sldId="281"/>
            <ac:spMk id="10" creationId="{3AFE17F4-D74A-4FED-A27E-DE4D636EEE1A}"/>
          </ac:spMkLst>
        </pc:spChg>
        <pc:spChg chg="add del mod">
          <ac:chgData name="SERGIO SPANO'" userId="3abdd0b9-513e-40ac-aad4-56920065037d" providerId="ADAL" clId="{A8F2856B-B642-43D1-A6AA-70598464A39C}" dt="2022-04-06T09:05:12.685" v="321" actId="478"/>
          <ac:spMkLst>
            <pc:docMk/>
            <pc:sldMk cId="3412644732" sldId="281"/>
            <ac:spMk id="11" creationId="{58DD2A16-577C-459E-B871-E249F750FBA7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14" creationId="{A9922155-8873-412C-8CA0-B628EB7193C2}"/>
          </ac:spMkLst>
        </pc:spChg>
        <pc:picChg chg="add del mod">
          <ac:chgData name="SERGIO SPANO'" userId="3abdd0b9-513e-40ac-aad4-56920065037d" providerId="ADAL" clId="{A8F2856B-B642-43D1-A6AA-70598464A39C}" dt="2022-04-06T09:06:33.630" v="343" actId="1076"/>
          <ac:picMkLst>
            <pc:docMk/>
            <pc:sldMk cId="3412644732" sldId="281"/>
            <ac:picMk id="6" creationId="{089E7140-4EFB-441E-ACEB-6316B4FB9030}"/>
          </ac:picMkLst>
        </pc:pic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9" creationId="{9A30B59A-21A0-49D2-BCC7-E1F232D82F75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2" creationId="{9F4ED37F-2784-44D8-AFB9-5F9D96A8B771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3" creationId="{8A567912-6FC0-49C5-94DC-D5DC86F01631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09:09:31.222" v="452" actId="6549"/>
        <pc:sldMkLst>
          <pc:docMk/>
          <pc:sldMk cId="3231799088" sldId="282"/>
        </pc:sldMkLst>
        <pc:spChg chg="mod">
          <ac:chgData name="SERGIO SPANO'" userId="3abdd0b9-513e-40ac-aad4-56920065037d" providerId="ADAL" clId="{A8F2856B-B642-43D1-A6AA-70598464A39C}" dt="2022-04-06T09:08:35.360" v="368" actId="20577"/>
          <ac:spMkLst>
            <pc:docMk/>
            <pc:sldMk cId="3231799088" sldId="282"/>
            <ac:spMk id="2" creationId="{92ED54FE-BABA-46DC-9009-BEB76458DAF6}"/>
          </ac:spMkLst>
        </pc:spChg>
        <pc:spChg chg="del">
          <ac:chgData name="SERGIO SPANO'" userId="3abdd0b9-513e-40ac-aad4-56920065037d" providerId="ADAL" clId="{A8F2856B-B642-43D1-A6AA-70598464A39C}" dt="2022-04-06T09:08:37.955" v="369" actId="478"/>
          <ac:spMkLst>
            <pc:docMk/>
            <pc:sldMk cId="3231799088" sldId="282"/>
            <ac:spMk id="3" creationId="{2EA7182C-20D3-4443-B2B1-D745F4256B00}"/>
          </ac:spMkLst>
        </pc:spChg>
        <pc:spChg chg="add mod">
          <ac:chgData name="SERGIO SPANO'" userId="3abdd0b9-513e-40ac-aad4-56920065037d" providerId="ADAL" clId="{A8F2856B-B642-43D1-A6AA-70598464A39C}" dt="2022-04-06T09:09:31.222" v="452" actId="6549"/>
          <ac:spMkLst>
            <pc:docMk/>
            <pc:sldMk cId="3231799088" sldId="282"/>
            <ac:spMk id="7" creationId="{E1EFBCEA-C9D3-4A96-9C69-4E8B5ABCEA29}"/>
          </ac:spMkLst>
        </pc:spChg>
        <pc:picChg chg="add mod">
          <ac:chgData name="SERGIO SPANO'" userId="3abdd0b9-513e-40ac-aad4-56920065037d" providerId="ADAL" clId="{A8F2856B-B642-43D1-A6AA-70598464A39C}" dt="2022-04-06T09:08:49.698" v="374" actId="1076"/>
          <ac:picMkLst>
            <pc:docMk/>
            <pc:sldMk cId="3231799088" sldId="282"/>
            <ac:picMk id="6" creationId="{182BD3CB-7AF2-46D5-9818-D372556E71D4}"/>
          </ac:picMkLst>
        </pc:picChg>
      </pc:sldChg>
      <pc:sldChg chg="modSp new mod">
        <pc:chgData name="SERGIO SPANO'" userId="3abdd0b9-513e-40ac-aad4-56920065037d" providerId="ADAL" clId="{A8F2856B-B642-43D1-A6AA-70598464A39C}" dt="2022-04-06T09:11:13.816" v="484" actId="20577"/>
        <pc:sldMkLst>
          <pc:docMk/>
          <pc:sldMk cId="3895530577" sldId="283"/>
        </pc:sldMkLst>
        <pc:spChg chg="mod">
          <ac:chgData name="SERGIO SPANO'" userId="3abdd0b9-513e-40ac-aad4-56920065037d" providerId="ADAL" clId="{A8F2856B-B642-43D1-A6AA-70598464A39C}" dt="2022-04-06T09:09:52.163" v="464" actId="20577"/>
          <ac:spMkLst>
            <pc:docMk/>
            <pc:sldMk cId="3895530577" sldId="283"/>
            <ac:spMk id="2" creationId="{05CE6E27-6F3A-469B-9908-1D6C5F6DB3F1}"/>
          </ac:spMkLst>
        </pc:spChg>
        <pc:spChg chg="mod">
          <ac:chgData name="SERGIO SPANO'" userId="3abdd0b9-513e-40ac-aad4-56920065037d" providerId="ADAL" clId="{A8F2856B-B642-43D1-A6AA-70598464A39C}" dt="2022-04-06T09:11:13.816" v="484" actId="20577"/>
          <ac:spMkLst>
            <pc:docMk/>
            <pc:sldMk cId="3895530577" sldId="283"/>
            <ac:spMk id="3" creationId="{1C34A831-02D0-42F2-A9BE-BBEE435A8D53}"/>
          </ac:spMkLst>
        </pc:spChg>
      </pc:sldChg>
      <pc:sldChg chg="addSp delSp modSp new mod">
        <pc:chgData name="SERGIO SPANO'" userId="3abdd0b9-513e-40ac-aad4-56920065037d" providerId="ADAL" clId="{A8F2856B-B642-43D1-A6AA-70598464A39C}" dt="2022-04-06T10:35:46.443" v="700" actId="732"/>
        <pc:sldMkLst>
          <pc:docMk/>
          <pc:sldMk cId="1351616054" sldId="284"/>
        </pc:sldMkLst>
        <pc:spChg chg="mod">
          <ac:chgData name="SERGIO SPANO'" userId="3abdd0b9-513e-40ac-aad4-56920065037d" providerId="ADAL" clId="{A8F2856B-B642-43D1-A6AA-70598464A39C}" dt="2022-04-06T10:25:53.773" v="533" actId="20577"/>
          <ac:spMkLst>
            <pc:docMk/>
            <pc:sldMk cId="1351616054" sldId="284"/>
            <ac:spMk id="2" creationId="{7187F570-64FC-49B2-8536-04109D6EE67E}"/>
          </ac:spMkLst>
        </pc:spChg>
        <pc:spChg chg="del">
          <ac:chgData name="SERGIO SPANO'" userId="3abdd0b9-513e-40ac-aad4-56920065037d" providerId="ADAL" clId="{A8F2856B-B642-43D1-A6AA-70598464A39C}" dt="2022-04-06T10:22:49.082" v="488" actId="478"/>
          <ac:spMkLst>
            <pc:docMk/>
            <pc:sldMk cId="1351616054" sldId="284"/>
            <ac:spMk id="3" creationId="{A7AB5DE4-4DC9-459B-99F7-3AAB4902773F}"/>
          </ac:spMkLst>
        </pc:spChg>
        <pc:spChg chg="add mod">
          <ac:chgData name="SERGIO SPANO'" userId="3abdd0b9-513e-40ac-aad4-56920065037d" providerId="ADAL" clId="{A8F2856B-B642-43D1-A6AA-70598464A39C}" dt="2022-04-06T10:31:08.309" v="618" actId="688"/>
          <ac:spMkLst>
            <pc:docMk/>
            <pc:sldMk cId="1351616054" sldId="284"/>
            <ac:spMk id="9" creationId="{CD8E85B6-2E39-4691-83DD-BDC9FE87978A}"/>
          </ac:spMkLst>
        </pc:spChg>
        <pc:spChg chg="add mod">
          <ac:chgData name="SERGIO SPANO'" userId="3abdd0b9-513e-40ac-aad4-56920065037d" providerId="ADAL" clId="{A8F2856B-B642-43D1-A6AA-70598464A39C}" dt="2022-04-06T10:28:27.160" v="600" actId="20577"/>
          <ac:spMkLst>
            <pc:docMk/>
            <pc:sldMk cId="1351616054" sldId="284"/>
            <ac:spMk id="10" creationId="{B3AB6E5F-17C1-45A8-AA3C-2FC113A5C81C}"/>
          </ac:spMkLst>
        </pc:spChg>
        <pc:spChg chg="add del mod">
          <ac:chgData name="SERGIO SPANO'" userId="3abdd0b9-513e-40ac-aad4-56920065037d" providerId="ADAL" clId="{A8F2856B-B642-43D1-A6AA-70598464A39C}" dt="2022-04-06T10:35:46.104" v="699" actId="767"/>
          <ac:spMkLst>
            <pc:docMk/>
            <pc:sldMk cId="1351616054" sldId="284"/>
            <ac:spMk id="11" creationId="{AEB1BDBE-E78B-4EB8-8A6A-3099F8D4BB04}"/>
          </ac:spMkLst>
        </pc:spChg>
        <pc:picChg chg="add del mod">
          <ac:chgData name="SERGIO SPANO'" userId="3abdd0b9-513e-40ac-aad4-56920065037d" providerId="ADAL" clId="{A8F2856B-B642-43D1-A6AA-70598464A39C}" dt="2022-04-06T10:22:57.359" v="491" actId="478"/>
          <ac:picMkLst>
            <pc:docMk/>
            <pc:sldMk cId="1351616054" sldId="284"/>
            <ac:picMk id="6" creationId="{E21F11FA-9EEB-426D-AE91-E93A7BAEB737}"/>
          </ac:picMkLst>
        </pc:picChg>
        <pc:picChg chg="add del mod">
          <ac:chgData name="SERGIO SPANO'" userId="3abdd0b9-513e-40ac-aad4-56920065037d" providerId="ADAL" clId="{A8F2856B-B642-43D1-A6AA-70598464A39C}" dt="2022-04-06T10:24:33.588" v="496" actId="478"/>
          <ac:picMkLst>
            <pc:docMk/>
            <pc:sldMk cId="1351616054" sldId="284"/>
            <ac:picMk id="7" creationId="{CD37DB6C-1DE5-47B7-BD94-F209C162DF23}"/>
          </ac:picMkLst>
        </pc:picChg>
        <pc:picChg chg="add mod modCrop">
          <ac:chgData name="SERGIO SPANO'" userId="3abdd0b9-513e-40ac-aad4-56920065037d" providerId="ADAL" clId="{A8F2856B-B642-43D1-A6AA-70598464A39C}" dt="2022-04-06T10:35:46.443" v="700" actId="732"/>
          <ac:picMkLst>
            <pc:docMk/>
            <pc:sldMk cId="1351616054" sldId="284"/>
            <ac:picMk id="8" creationId="{44BB1362-CB3E-4CA4-A238-5B5E6454D761}"/>
          </ac:picMkLst>
        </pc:picChg>
      </pc:sldChg>
      <pc:sldChg chg="addSp delSp modSp new mod">
        <pc:chgData name="SERGIO SPANO'" userId="3abdd0b9-513e-40ac-aad4-56920065037d" providerId="ADAL" clId="{A8F2856B-B642-43D1-A6AA-70598464A39C}" dt="2022-04-06T10:39:28.908" v="749" actId="1037"/>
        <pc:sldMkLst>
          <pc:docMk/>
          <pc:sldMk cId="2827394057" sldId="285"/>
        </pc:sldMkLst>
        <pc:spChg chg="mod">
          <ac:chgData name="SERGIO SPANO'" userId="3abdd0b9-513e-40ac-aad4-56920065037d" providerId="ADAL" clId="{A8F2856B-B642-43D1-A6AA-70598464A39C}" dt="2022-04-06T10:26:00.435" v="535"/>
          <ac:spMkLst>
            <pc:docMk/>
            <pc:sldMk cId="2827394057" sldId="285"/>
            <ac:spMk id="2" creationId="{D3C3BB57-C073-477D-82B1-58739F3F7408}"/>
          </ac:spMkLst>
        </pc:spChg>
        <pc:spChg chg="del">
          <ac:chgData name="SERGIO SPANO'" userId="3abdd0b9-513e-40ac-aad4-56920065037d" providerId="ADAL" clId="{A8F2856B-B642-43D1-A6AA-70598464A39C}" dt="2022-04-06T10:25:21.843" v="503" actId="478"/>
          <ac:spMkLst>
            <pc:docMk/>
            <pc:sldMk cId="2827394057" sldId="285"/>
            <ac:spMk id="3" creationId="{33E491A7-38D7-4056-83EF-3BCC7E82F9C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7" creationId="{B915B797-8E20-4D0E-90D5-8A22713A655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8" creationId="{EEB36644-A0AD-4879-8557-3A34B6F6DC7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9" creationId="{A2E9B6C9-2036-4C7C-8986-851083EFE4B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0" creationId="{48695B32-18C8-41D8-9718-614BDA15E44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1" creationId="{59A730CD-9416-433E-B5BB-3EFC7E50F8D7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2" creationId="{2AFB3569-393E-4FC0-8ABC-2B7B0D93E78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3" creationId="{BF0A1DE6-E23F-44D8-9D3E-21746C69076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4" creationId="{74A3B331-FDB7-4E3C-9643-E1F3E4B31C1E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5" creationId="{BCC2A5FE-7369-47D1-9215-B0D553D7FE6C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6" creationId="{BDC4AD6F-55F2-4144-84AB-B32B949D26F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7" creationId="{BF96B9DD-E20C-4EFE-B1B6-B005953EDB5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8" creationId="{0F27A8FD-2779-4A92-8484-146D8782157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9" creationId="{954EE8A2-053B-419F-9F62-F579E81485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0" creationId="{5BE98882-3010-4597-B020-5D2623B0C45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1" creationId="{2C7DBBE5-050D-40A0-BA30-A2DCE8EC948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2" creationId="{3C4681DC-4AD7-49F3-A5F0-0DF37F2D561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7" creationId="{18968F14-AB5C-41F0-859C-0CAB7A402A06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8" creationId="{D0221634-84D1-4831-87D9-C8BEAF398F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9" creationId="{4B92BF82-173A-4FEB-931D-8F0036123BE5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0" creationId="{02B28DF0-536B-48CD-87B5-8C6A7C462CE4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1" creationId="{FB20AE46-F8DA-4E0B-97D8-5EADE790783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2" creationId="{0F37A527-D6D8-4BF7-9DB1-46B14360AE0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3" creationId="{12E0BCC8-7A3F-4C2E-AC11-7C66704C8091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4" creationId="{C04926FE-9337-4697-8AA8-02A6790A03A6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6" creationId="{1CD5D256-DBBA-404F-9CE8-8DB5A9E4C9F8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7" creationId="{1D8DBA60-CD2E-4560-B1A3-1056C5750612}"/>
          </ac:spMkLst>
        </pc:spChg>
        <pc:spChg chg="add mod">
          <ac:chgData name="SERGIO SPANO'" userId="3abdd0b9-513e-40ac-aad4-56920065037d" providerId="ADAL" clId="{A8F2856B-B642-43D1-A6AA-70598464A39C}" dt="2022-04-06T10:32:10.191" v="647" actId="1076"/>
          <ac:spMkLst>
            <pc:docMk/>
            <pc:sldMk cId="2827394057" sldId="285"/>
            <ac:spMk id="39" creationId="{E762DBEE-A8BD-42AE-9988-74BD883BEAAA}"/>
          </ac:spMkLst>
        </pc:spChg>
        <pc:spChg chg="add mod">
          <ac:chgData name="SERGIO SPANO'" userId="3abdd0b9-513e-40ac-aad4-56920065037d" providerId="ADAL" clId="{A8F2856B-B642-43D1-A6AA-70598464A39C}" dt="2022-04-06T10:31:18.543" v="626" actId="1036"/>
          <ac:spMkLst>
            <pc:docMk/>
            <pc:sldMk cId="2827394057" sldId="285"/>
            <ac:spMk id="40" creationId="{346C4DFF-B71D-4D6B-8BF7-67CC9E319238}"/>
          </ac:spMkLst>
        </pc:spChg>
        <pc:spChg chg="add del mod">
          <ac:chgData name="SERGIO SPANO'" userId="3abdd0b9-513e-40ac-aad4-56920065037d" providerId="ADAL" clId="{A8F2856B-B642-43D1-A6AA-70598464A39C}" dt="2022-04-06T10:39:08.960" v="718" actId="478"/>
          <ac:spMkLst>
            <pc:docMk/>
            <pc:sldMk cId="2827394057" sldId="285"/>
            <ac:spMk id="45" creationId="{F77B6211-C47B-4BBA-86DB-95B20EAB0769}"/>
          </ac:spMkLst>
        </pc:spChg>
        <pc:spChg chg="add del mod">
          <ac:chgData name="SERGIO SPANO'" userId="3abdd0b9-513e-40ac-aad4-56920065037d" providerId="ADAL" clId="{A8F2856B-B642-43D1-A6AA-70598464A39C}" dt="2022-04-06T10:31:32.894" v="630" actId="478"/>
          <ac:spMkLst>
            <pc:docMk/>
            <pc:sldMk cId="2827394057" sldId="285"/>
            <ac:spMk id="46" creationId="{0B77EB55-0CD8-4AA6-AA06-57C9F0602E11}"/>
          </ac:spMkLst>
        </pc:spChg>
        <pc:spChg chg="add del mod">
          <ac:chgData name="SERGIO SPANO'" userId="3abdd0b9-513e-40ac-aad4-56920065037d" providerId="ADAL" clId="{A8F2856B-B642-43D1-A6AA-70598464A39C}" dt="2022-04-06T10:31:43.824" v="634" actId="478"/>
          <ac:spMkLst>
            <pc:docMk/>
            <pc:sldMk cId="2827394057" sldId="285"/>
            <ac:spMk id="47" creationId="{F8420CE9-3808-4571-BADB-9682B444FC58}"/>
          </ac:spMkLst>
        </pc:spChg>
        <pc:spChg chg="add del mod">
          <ac:chgData name="SERGIO SPANO'" userId="3abdd0b9-513e-40ac-aad4-56920065037d" providerId="ADAL" clId="{A8F2856B-B642-43D1-A6AA-70598464A39C}" dt="2022-04-06T10:32:27.412" v="655" actId="478"/>
          <ac:spMkLst>
            <pc:docMk/>
            <pc:sldMk cId="2827394057" sldId="285"/>
            <ac:spMk id="48" creationId="{56632B9B-4278-4A5C-A411-58C7F60996FD}"/>
          </ac:spMkLst>
        </pc:spChg>
        <pc:spChg chg="add del mod">
          <ac:chgData name="SERGIO SPANO'" userId="3abdd0b9-513e-40ac-aad4-56920065037d" providerId="ADAL" clId="{A8F2856B-B642-43D1-A6AA-70598464A39C}" dt="2022-04-06T10:32:11.402" v="648"/>
          <ac:spMkLst>
            <pc:docMk/>
            <pc:sldMk cId="2827394057" sldId="285"/>
            <ac:spMk id="49" creationId="{35CC4DB6-48A3-4790-A75F-B480EED39BA6}"/>
          </ac:spMkLst>
        </pc:spChg>
        <pc:spChg chg="add del mod">
          <ac:chgData name="SERGIO SPANO'" userId="3abdd0b9-513e-40ac-aad4-56920065037d" providerId="ADAL" clId="{A8F2856B-B642-43D1-A6AA-70598464A39C}" dt="2022-04-06T10:32:24.893" v="654" actId="21"/>
          <ac:spMkLst>
            <pc:docMk/>
            <pc:sldMk cId="2827394057" sldId="285"/>
            <ac:spMk id="50" creationId="{726BF74A-F328-4C13-B05C-68AB25C2F33B}"/>
          </ac:spMkLst>
        </pc:spChg>
        <pc:spChg chg="add del mod">
          <ac:chgData name="SERGIO SPANO'" userId="3abdd0b9-513e-40ac-aad4-56920065037d" providerId="ADAL" clId="{A8F2856B-B642-43D1-A6AA-70598464A39C}" dt="2022-04-06T10:39:15.745" v="723" actId="478"/>
          <ac:spMkLst>
            <pc:docMk/>
            <pc:sldMk cId="2827394057" sldId="285"/>
            <ac:spMk id="51" creationId="{182D2B97-1728-4C02-8B6B-034E8A5B850B}"/>
          </ac:spMkLst>
        </pc:spChg>
        <pc:spChg chg="add del mod">
          <ac:chgData name="SERGIO SPANO'" userId="3abdd0b9-513e-40ac-aad4-56920065037d" providerId="ADAL" clId="{A8F2856B-B642-43D1-A6AA-70598464A39C}" dt="2022-04-06T10:39:10.468" v="719" actId="478"/>
          <ac:spMkLst>
            <pc:docMk/>
            <pc:sldMk cId="2827394057" sldId="285"/>
            <ac:spMk id="52" creationId="{A80FF107-A8B4-40C3-949F-D776FF4F6095}"/>
          </ac:spMkLst>
        </pc:spChg>
        <pc:spChg chg="add del mod">
          <ac:chgData name="SERGIO SPANO'" userId="3abdd0b9-513e-40ac-aad4-56920065037d" providerId="ADAL" clId="{A8F2856B-B642-43D1-A6AA-70598464A39C}" dt="2022-04-06T10:39:11.294" v="720" actId="478"/>
          <ac:spMkLst>
            <pc:docMk/>
            <pc:sldMk cId="2827394057" sldId="285"/>
            <ac:spMk id="53" creationId="{E0DB9B34-C099-4415-93D9-7EDEB16300B7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5" creationId="{48D959CE-2977-4006-A7E9-C01EF2C5E82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6" creationId="{B81B72C4-3D61-4F13-9C0F-FBCC6D39E30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7" creationId="{449ACE6A-4FD2-4E33-8B9A-AA4CDE5A14C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8" creationId="{284B3B87-2C85-4C46-A109-2794DA3FDCE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9" creationId="{B735D92B-EB5B-4304-9BF0-8511EF10392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0" creationId="{F7ED79F6-C42C-4583-99D8-2E2AEE551FA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1" creationId="{83E42912-2839-482F-B32A-B02C6F6A43E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2" creationId="{45411ECA-849C-4A4C-BE5C-1852C357E1F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3" creationId="{9C8A2587-B406-4C1B-BA67-D1BDC960474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4" creationId="{D401DF0F-1105-489F-A2F1-B956D11300B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5" creationId="{011B26CF-26C4-4760-BF4E-39282DA4B64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6" creationId="{0BA81ED1-97E6-433D-BA69-0CECFAB6B42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7" creationId="{428CD7A8-C50E-4B3D-A58B-2AB36A473A08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8" creationId="{18093EA9-F532-45DE-866B-F8ABA06D69B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9" creationId="{FDF5312C-8B9C-4A66-A194-DA3017A24300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0" creationId="{54F4B32D-35FE-4C43-90CF-F6F4E0C9EBF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5" creationId="{CE3484C5-6EAD-4D8D-B7F3-BFF824D9AFF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6" creationId="{06F1427E-E3A0-47D6-9EC6-C44DB0A25A1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7" creationId="{9BDBF34E-1DAC-4807-9783-5FF4E5ED1B3E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8" creationId="{437743E2-9205-4055-B502-96FE5B3642D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9" creationId="{A40EF2F5-9736-4880-BC73-E991483DC021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0" creationId="{73FBAEA8-3913-475F-8783-8D22408802E4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1" creationId="{D5C72D4A-1234-428B-888A-17CA3C5C4EF7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2" creationId="{9C193090-D608-4627-B9F3-BBFE66B83CBF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4" creationId="{45EF0613-EE66-4489-A192-CBDF8070DDCA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5" creationId="{18881A49-07C9-44D1-B2DC-934F9E471C4D}"/>
          </ac:spMkLst>
        </pc:spChg>
        <pc:grpChg chg="add del mod">
          <ac:chgData name="SERGIO SPANO'" userId="3abdd0b9-513e-40ac-aad4-56920065037d" providerId="ADAL" clId="{A8F2856B-B642-43D1-A6AA-70598464A39C}" dt="2022-04-06T10:25:23.045" v="507"/>
          <ac:grpSpMkLst>
            <pc:docMk/>
            <pc:sldMk cId="2827394057" sldId="285"/>
            <ac:grpSpMk id="6" creationId="{32EB65AA-56C5-4268-8C76-F78FF0692199}"/>
          </ac:grpSpMkLst>
        </pc:grpChg>
        <pc:grpChg chg="add del mod">
          <ac:chgData name="SERGIO SPANO'" userId="3abdd0b9-513e-40ac-aad4-56920065037d" providerId="ADAL" clId="{A8F2856B-B642-43D1-A6AA-70598464A39C}" dt="2022-04-06T10:38:55.992" v="710"/>
          <ac:grpSpMkLst>
            <pc:docMk/>
            <pc:sldMk cId="2827394057" sldId="285"/>
            <ac:grpSpMk id="54" creationId="{2BC04227-1C3F-4191-AF18-B8587913C8E8}"/>
          </ac:grpSpMkLst>
        </pc:grpChg>
        <pc:picChg chg="add del mod">
          <ac:chgData name="SERGIO SPANO'" userId="3abdd0b9-513e-40ac-aad4-56920065037d" providerId="ADAL" clId="{A8F2856B-B642-43D1-A6AA-70598464A39C}" dt="2022-04-06T10:39:00.106" v="713" actId="478"/>
          <ac:picMkLst>
            <pc:docMk/>
            <pc:sldMk cId="2827394057" sldId="285"/>
            <ac:picMk id="38" creationId="{C4739565-269D-4F01-AEF5-2D6B28423763}"/>
          </ac:picMkLst>
        </pc:picChg>
        <pc:picChg chg="add mod">
          <ac:chgData name="SERGIO SPANO'" userId="3abdd0b9-513e-40ac-aad4-56920065037d" providerId="ADAL" clId="{A8F2856B-B642-43D1-A6AA-70598464A39C}" dt="2022-04-06T10:39:28.908" v="749" actId="1037"/>
          <ac:picMkLst>
            <pc:docMk/>
            <pc:sldMk cId="2827394057" sldId="285"/>
            <ac:picMk id="86" creationId="{EDB87069-58F9-43D9-AD1E-A0E2C8917B04}"/>
          </ac:picMkLst>
        </pc:pic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3" creationId="{D70F7926-B55F-4849-AE98-0A19F56A509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4" creationId="{68190244-D852-49FE-A118-C3F5ECEFB98E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5" creationId="{5CEF360A-0D84-44D0-8A86-240D6798D3C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6" creationId="{967CC0A9-CD69-4C7A-BAE7-8EC1AEB9F9F2}"/>
          </ac:cxnSpMkLst>
        </pc:cxnChg>
        <pc:cxnChg chg="add del mod">
          <ac:chgData name="SERGIO SPANO'" userId="3abdd0b9-513e-40ac-aad4-56920065037d" providerId="ADAL" clId="{A8F2856B-B642-43D1-A6AA-70598464A39C}" dt="2022-04-06T10:25:23.045" v="507"/>
          <ac:cxnSpMkLst>
            <pc:docMk/>
            <pc:sldMk cId="2827394057" sldId="285"/>
            <ac:cxnSpMk id="35" creationId="{F8A00ACA-68D1-4582-B963-F9A6E47EE7AB}"/>
          </ac:cxnSpMkLst>
        </pc:cxnChg>
        <pc:cxnChg chg="add del mod">
          <ac:chgData name="SERGIO SPANO'" userId="3abdd0b9-513e-40ac-aad4-56920065037d" providerId="ADAL" clId="{A8F2856B-B642-43D1-A6AA-70598464A39C}" dt="2022-04-06T10:31:39.340" v="632" actId="478"/>
          <ac:cxnSpMkLst>
            <pc:docMk/>
            <pc:sldMk cId="2827394057" sldId="285"/>
            <ac:cxnSpMk id="41" creationId="{4F76B2E7-F122-4678-BBDB-8A210007CC9E}"/>
          </ac:cxnSpMkLst>
        </pc:cxnChg>
        <pc:cxnChg chg="add del mod">
          <ac:chgData name="SERGIO SPANO'" userId="3abdd0b9-513e-40ac-aad4-56920065037d" providerId="ADAL" clId="{A8F2856B-B642-43D1-A6AA-70598464A39C}" dt="2022-04-06T10:31:31.019" v="629" actId="478"/>
          <ac:cxnSpMkLst>
            <pc:docMk/>
            <pc:sldMk cId="2827394057" sldId="285"/>
            <ac:cxnSpMk id="42" creationId="{BA175FDB-6ED6-4EF9-B0D5-D550777D8542}"/>
          </ac:cxnSpMkLst>
        </pc:cxnChg>
        <pc:cxnChg chg="add del mod">
          <ac:chgData name="SERGIO SPANO'" userId="3abdd0b9-513e-40ac-aad4-56920065037d" providerId="ADAL" clId="{A8F2856B-B642-43D1-A6AA-70598464A39C}" dt="2022-04-06T10:31:41.245" v="633" actId="478"/>
          <ac:cxnSpMkLst>
            <pc:docMk/>
            <pc:sldMk cId="2827394057" sldId="285"/>
            <ac:cxnSpMk id="43" creationId="{E2F35C14-0411-4638-AAFC-7268CE4651FA}"/>
          </ac:cxnSpMkLst>
        </pc:cxnChg>
        <pc:cxnChg chg="add del mod">
          <ac:chgData name="SERGIO SPANO'" userId="3abdd0b9-513e-40ac-aad4-56920065037d" providerId="ADAL" clId="{A8F2856B-B642-43D1-A6AA-70598464A39C}" dt="2022-04-06T10:31:37.619" v="631" actId="478"/>
          <ac:cxnSpMkLst>
            <pc:docMk/>
            <pc:sldMk cId="2827394057" sldId="285"/>
            <ac:cxnSpMk id="44" creationId="{C61D0181-E851-46EB-96A0-1C834A5E361A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1" creationId="{FEB18715-3E68-4DE2-A5FC-53ECA03F9446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2" creationId="{25894004-3CFA-4B0A-B6C3-E100D23EFB00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3" creationId="{88B51F8B-B6AD-48CF-966F-A8F9C5BF8911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4" creationId="{81805A91-4851-432D-8ED8-FC0ED7632E18}"/>
          </ac:cxnSpMkLst>
        </pc:cxnChg>
        <pc:cxnChg chg="add del mod">
          <ac:chgData name="SERGIO SPANO'" userId="3abdd0b9-513e-40ac-aad4-56920065037d" providerId="ADAL" clId="{A8F2856B-B642-43D1-A6AA-70598464A39C}" dt="2022-04-06T10:38:55.992" v="710"/>
          <ac:cxnSpMkLst>
            <pc:docMk/>
            <pc:sldMk cId="2827394057" sldId="285"/>
            <ac:cxnSpMk id="83" creationId="{2642477D-B591-4C62-A0A3-598C57E50794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10:43:06.911" v="787" actId="1038"/>
        <pc:sldMkLst>
          <pc:docMk/>
          <pc:sldMk cId="1175792276" sldId="286"/>
        </pc:sldMkLst>
        <pc:spChg chg="mod">
          <ac:chgData name="SERGIO SPANO'" userId="3abdd0b9-513e-40ac-aad4-56920065037d" providerId="ADAL" clId="{A8F2856B-B642-43D1-A6AA-70598464A39C}" dt="2022-04-06T10:27:02.034" v="556" actId="20577"/>
          <ac:spMkLst>
            <pc:docMk/>
            <pc:sldMk cId="1175792276" sldId="286"/>
            <ac:spMk id="2" creationId="{3B661709-D6A1-4D37-8BA4-86E00DC87FFE}"/>
          </ac:spMkLst>
        </pc:spChg>
        <pc:spChg chg="del">
          <ac:chgData name="SERGIO SPANO'" userId="3abdd0b9-513e-40ac-aad4-56920065037d" providerId="ADAL" clId="{A8F2856B-B642-43D1-A6AA-70598464A39C}" dt="2022-04-06T10:27:09.464" v="557" actId="478"/>
          <ac:spMkLst>
            <pc:docMk/>
            <pc:sldMk cId="1175792276" sldId="286"/>
            <ac:spMk id="3" creationId="{9CDB226C-A459-4199-882B-A0234407E787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6" creationId="{2A279297-8416-470D-8E2E-CCE26741A9A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8" creationId="{F8A25A84-9B97-4228-B3F5-DB65A46E807C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9" creationId="{1EE34D71-74D6-43E5-86D6-C9AF7AEA7F9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0" creationId="{4684387B-2F51-468E-A75E-EDB3F80D9B1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1" creationId="{7B07CBC4-BC00-468C-A1E4-8B9EF766F30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2" creationId="{DEEF6865-1DDD-456D-8365-01F1903F647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3" creationId="{4CBFE2E4-4485-4CF9-8CB1-8CB9EB5D8A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4" creationId="{C6145183-B7FF-4782-BB22-2BFCFA76628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5" creationId="{81A5268B-78C5-4C0E-A214-33FDF254DFD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6" creationId="{0D7CBAEE-CB53-4869-9EC2-E0B18381603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7" creationId="{042A7906-A5AB-41D6-B0E9-D7F00E64C60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8" creationId="{7894A0BF-496D-4240-9DDD-C13A297006C1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9" creationId="{60EE253A-E311-4DE1-B6A6-F441224DC9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0" creationId="{FDE95D44-D808-4FAF-85CA-D2CD2533589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1" creationId="{1A38C442-D589-4C3D-84E8-15C59D19F0A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2" creationId="{6BC7A7C1-FC3A-4B1C-A247-21C7051B0A0E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3" creationId="{021D4ABB-9003-4D38-8B12-81795E6C2D1B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5" creationId="{AEDA8DD2-1225-412E-AC5D-8A2B005C6B4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6" creationId="{F8BF78D2-EB31-4648-87A8-BD3743DAE2B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7" creationId="{5D73DCD2-577B-4370-B426-84DFB0ABDDD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8" creationId="{B4B42076-FC87-45DC-96DB-05295B428F70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9" creationId="{CEC3EB08-7C0E-43F9-9C02-FE25836BDE35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0" creationId="{59AD1CE3-C79C-4930-B424-D1A9FEA111F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1" creationId="{EB74E549-E8C4-4D8A-B785-79942109AB7D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32" creationId="{8A98D0D9-45AD-47B2-AA78-AEA7670783BF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8" creationId="{F848AE7D-B086-412F-B1F1-5CFE53916692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9" creationId="{B3137C02-F453-41B1-BDAB-B612F69899A3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0" creationId="{E3D579C0-E36B-444C-9304-78995DDBAD45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1" creationId="{8ECF1688-7429-44DA-BFF4-640BAF9F4E55}"/>
          </ac:spMkLst>
        </pc:spChg>
        <pc:spChg chg="add del mod">
          <ac:chgData name="SERGIO SPANO'" userId="3abdd0b9-513e-40ac-aad4-56920065037d" providerId="ADAL" clId="{A8F2856B-B642-43D1-A6AA-70598464A39C}" dt="2022-04-06T10:33:04.826" v="666" actId="478"/>
          <ac:spMkLst>
            <pc:docMk/>
            <pc:sldMk cId="1175792276" sldId="286"/>
            <ac:spMk id="47" creationId="{C5CBA26E-9CAB-461B-8769-C4A5A09ADA1D}"/>
          </ac:spMkLst>
        </pc:spChg>
        <pc:spChg chg="add del mod">
          <ac:chgData name="SERGIO SPANO'" userId="3abdd0b9-513e-40ac-aad4-56920065037d" providerId="ADAL" clId="{A8F2856B-B642-43D1-A6AA-70598464A39C}" dt="2022-04-06T10:33:02.766" v="664" actId="478"/>
          <ac:spMkLst>
            <pc:docMk/>
            <pc:sldMk cId="1175792276" sldId="286"/>
            <ac:spMk id="48" creationId="{43AA499B-729C-43CD-9BF9-5F41EACC0F05}"/>
          </ac:spMkLst>
        </pc:spChg>
        <pc:spChg chg="add del mod">
          <ac:chgData name="SERGIO SPANO'" userId="3abdd0b9-513e-40ac-aad4-56920065037d" providerId="ADAL" clId="{A8F2856B-B642-43D1-A6AA-70598464A39C}" dt="2022-04-06T10:33:14.899" v="670" actId="478"/>
          <ac:spMkLst>
            <pc:docMk/>
            <pc:sldMk cId="1175792276" sldId="286"/>
            <ac:spMk id="49" creationId="{A0C5CE2B-ABAC-4D0F-B7E2-D6D703D8107F}"/>
          </ac:spMkLst>
        </pc:spChg>
        <pc:spChg chg="add del mod">
          <ac:chgData name="SERGIO SPANO'" userId="3abdd0b9-513e-40ac-aad4-56920065037d" providerId="ADAL" clId="{A8F2856B-B642-43D1-A6AA-70598464A39C}" dt="2022-04-06T10:33:11.595" v="668" actId="478"/>
          <ac:spMkLst>
            <pc:docMk/>
            <pc:sldMk cId="1175792276" sldId="286"/>
            <ac:spMk id="50" creationId="{FC08B046-EB92-42D9-AA69-E503FDB50596}"/>
          </ac:spMkLst>
        </pc:spChg>
        <pc:spChg chg="add mod">
          <ac:chgData name="SERGIO SPANO'" userId="3abdd0b9-513e-40ac-aad4-56920065037d" providerId="ADAL" clId="{A8F2856B-B642-43D1-A6AA-70598464A39C}" dt="2022-04-06T10:40:32.469" v="760" actId="1076"/>
          <ac:spMkLst>
            <pc:docMk/>
            <pc:sldMk cId="1175792276" sldId="286"/>
            <ac:spMk id="53" creationId="{CD896A0A-E67D-4D11-86F8-ED40D77D77CC}"/>
          </ac:spMkLst>
        </pc:spChg>
        <pc:spChg chg="add mod">
          <ac:chgData name="SERGIO SPANO'" userId="3abdd0b9-513e-40ac-aad4-56920065037d" providerId="ADAL" clId="{A8F2856B-B642-43D1-A6AA-70598464A39C}" dt="2022-04-06T10:40:49.313" v="766" actId="20577"/>
          <ac:spMkLst>
            <pc:docMk/>
            <pc:sldMk cId="1175792276" sldId="286"/>
            <ac:spMk id="54" creationId="{CC0539EB-89CC-4A0A-ACCA-CB9B364E90BB}"/>
          </ac:spMkLst>
        </pc:spChg>
        <pc:spChg chg="add mod">
          <ac:chgData name="SERGIO SPANO'" userId="3abdd0b9-513e-40ac-aad4-56920065037d" providerId="ADAL" clId="{A8F2856B-B642-43D1-A6AA-70598464A39C}" dt="2022-04-06T10:41:25.538" v="777" actId="20577"/>
          <ac:spMkLst>
            <pc:docMk/>
            <pc:sldMk cId="1175792276" sldId="286"/>
            <ac:spMk id="60" creationId="{DF7C222B-4127-4E28-B841-8A295B9C4B54}"/>
          </ac:spMkLst>
        </pc:spChg>
        <pc:spChg chg="add mod">
          <ac:chgData name="SERGIO SPANO'" userId="3abdd0b9-513e-40ac-aad4-56920065037d" providerId="ADAL" clId="{A8F2856B-B642-43D1-A6AA-70598464A39C}" dt="2022-04-06T10:41:42.953" v="783" actId="6549"/>
          <ac:spMkLst>
            <pc:docMk/>
            <pc:sldMk cId="1175792276" sldId="286"/>
            <ac:spMk id="62" creationId="{E2D6C728-378C-4F21-9C8C-0B6520BEAC5B}"/>
          </ac:spMkLst>
        </pc:spChg>
        <pc:spChg chg="add mod">
          <ac:chgData name="SERGIO SPANO'" userId="3abdd0b9-513e-40ac-aad4-56920065037d" providerId="ADAL" clId="{A8F2856B-B642-43D1-A6AA-70598464A39C}" dt="2022-04-06T10:43:06.911" v="787" actId="1038"/>
          <ac:spMkLst>
            <pc:docMk/>
            <pc:sldMk cId="1175792276" sldId="286"/>
            <ac:spMk id="63" creationId="{088EAD31-A374-4AC9-9331-38FC5A6D5E22}"/>
          </ac:spMkLst>
        </pc:spChg>
        <pc:grpChg chg="add del mod">
          <ac:chgData name="SERGIO SPANO'" userId="3abdd0b9-513e-40ac-aad4-56920065037d" providerId="ADAL" clId="{A8F2856B-B642-43D1-A6AA-70598464A39C}" dt="2022-04-06T10:27:18.637" v="559"/>
          <ac:grpSpMkLst>
            <pc:docMk/>
            <pc:sldMk cId="1175792276" sldId="286"/>
            <ac:grpSpMk id="7" creationId="{DD4D4850-8CB4-493E-A36A-6E23F538FD9A}"/>
          </ac:grpSpMkLst>
        </pc:grpChg>
        <pc:picChg chg="add mod">
          <ac:chgData name="SERGIO SPANO'" userId="3abdd0b9-513e-40ac-aad4-56920065037d" providerId="ADAL" clId="{A8F2856B-B642-43D1-A6AA-70598464A39C}" dt="2022-04-06T10:40:42.019" v="763" actId="1076"/>
          <ac:picMkLst>
            <pc:docMk/>
            <pc:sldMk cId="1175792276" sldId="286"/>
            <ac:picMk id="33" creationId="{27E829C3-7506-4B2E-BFC6-2830F7E9EC2A}"/>
          </ac:picMkLst>
        </pc:picChg>
        <pc:picChg chg="add del mod">
          <ac:chgData name="SERGIO SPANO'" userId="3abdd0b9-513e-40ac-aad4-56920065037d" providerId="ADAL" clId="{A8F2856B-B642-43D1-A6AA-70598464A39C}" dt="2022-04-06T10:30:15.311" v="614"/>
          <ac:picMkLst>
            <pc:docMk/>
            <pc:sldMk cId="1175792276" sldId="286"/>
            <ac:picMk id="42" creationId="{807B91B7-9909-429D-BF91-DF373A54A97A}"/>
          </ac:picMkLst>
        </pc:picChg>
        <pc:cxnChg chg="mod">
          <ac:chgData name="SERGIO SPANO'" userId="3abdd0b9-513e-40ac-aad4-56920065037d" providerId="ADAL" clId="{A8F2856B-B642-43D1-A6AA-70598464A39C}" dt="2022-04-06T10:27:17.480" v="558"/>
          <ac:cxnSpMkLst>
            <pc:docMk/>
            <pc:sldMk cId="1175792276" sldId="286"/>
            <ac:cxnSpMk id="24" creationId="{27905561-1D5A-4102-9931-FBC98E2A6EDC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4" creationId="{36891979-30D2-4A8E-A6A5-AAF8583C1202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5" creationId="{F828D308-1EE2-49D9-815B-DB8D3ADA5006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6" creationId="{398982B1-6E6C-446D-A840-5987A1B734FA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7" creationId="{B56B4E32-9FA9-4850-872C-901C413DE9A0}"/>
          </ac:cxnSpMkLst>
        </pc:cxnChg>
        <pc:cxnChg chg="add del mod">
          <ac:chgData name="SERGIO SPANO'" userId="3abdd0b9-513e-40ac-aad4-56920065037d" providerId="ADAL" clId="{A8F2856B-B642-43D1-A6AA-70598464A39C}" dt="2022-04-06T10:33:05.753" v="667" actId="478"/>
          <ac:cxnSpMkLst>
            <pc:docMk/>
            <pc:sldMk cId="1175792276" sldId="286"/>
            <ac:cxnSpMk id="43" creationId="{4596D039-8E4E-45F2-8A27-3D37C2194F65}"/>
          </ac:cxnSpMkLst>
        </pc:cxnChg>
        <pc:cxnChg chg="add del mod">
          <ac:chgData name="SERGIO SPANO'" userId="3abdd0b9-513e-40ac-aad4-56920065037d" providerId="ADAL" clId="{A8F2856B-B642-43D1-A6AA-70598464A39C}" dt="2022-04-06T10:33:03.578" v="665" actId="478"/>
          <ac:cxnSpMkLst>
            <pc:docMk/>
            <pc:sldMk cId="1175792276" sldId="286"/>
            <ac:cxnSpMk id="44" creationId="{1D869F2C-C2D2-47D3-9487-0D151F99CF17}"/>
          </ac:cxnSpMkLst>
        </pc:cxnChg>
        <pc:cxnChg chg="add del mod">
          <ac:chgData name="SERGIO SPANO'" userId="3abdd0b9-513e-40ac-aad4-56920065037d" providerId="ADAL" clId="{A8F2856B-B642-43D1-A6AA-70598464A39C}" dt="2022-04-06T10:33:16.053" v="671" actId="478"/>
          <ac:cxnSpMkLst>
            <pc:docMk/>
            <pc:sldMk cId="1175792276" sldId="286"/>
            <ac:cxnSpMk id="45" creationId="{77C4E2D5-C488-4223-8664-BB72749EC183}"/>
          </ac:cxnSpMkLst>
        </pc:cxnChg>
        <pc:cxnChg chg="add del mod">
          <ac:chgData name="SERGIO SPANO'" userId="3abdd0b9-513e-40ac-aad4-56920065037d" providerId="ADAL" clId="{A8F2856B-B642-43D1-A6AA-70598464A39C}" dt="2022-04-06T10:33:12.326" v="669" actId="478"/>
          <ac:cxnSpMkLst>
            <pc:docMk/>
            <pc:sldMk cId="1175792276" sldId="286"/>
            <ac:cxnSpMk id="46" creationId="{BEB01368-392D-43DF-B6B3-FEAFC535446D}"/>
          </ac:cxnSpMkLst>
        </pc:cxnChg>
        <pc:cxnChg chg="add mod">
          <ac:chgData name="SERGIO SPANO'" userId="3abdd0b9-513e-40ac-aad4-56920065037d" providerId="ADAL" clId="{A8F2856B-B642-43D1-A6AA-70598464A39C}" dt="2022-04-06T10:40:14.615" v="751" actId="208"/>
          <ac:cxnSpMkLst>
            <pc:docMk/>
            <pc:sldMk cId="1175792276" sldId="286"/>
            <ac:cxnSpMk id="52" creationId="{E0053115-6674-4390-B5F6-2F638A5F261C}"/>
          </ac:cxnSpMkLst>
        </pc:cxnChg>
        <pc:cxnChg chg="add mod">
          <ac:chgData name="SERGIO SPANO'" userId="3abdd0b9-513e-40ac-aad4-56920065037d" providerId="ADAL" clId="{A8F2856B-B642-43D1-A6AA-70598464A39C}" dt="2022-04-06T10:40:58.163" v="769" actId="14100"/>
          <ac:cxnSpMkLst>
            <pc:docMk/>
            <pc:sldMk cId="1175792276" sldId="286"/>
            <ac:cxnSpMk id="55" creationId="{03451290-B1CD-4794-A038-0814FFBD653C}"/>
          </ac:cxnSpMkLst>
        </pc:cxnChg>
        <pc:cxnChg chg="add mod">
          <ac:chgData name="SERGIO SPANO'" userId="3abdd0b9-513e-40ac-aad4-56920065037d" providerId="ADAL" clId="{A8F2856B-B642-43D1-A6AA-70598464A39C}" dt="2022-04-06T10:41:10.786" v="773" actId="14100"/>
          <ac:cxnSpMkLst>
            <pc:docMk/>
            <pc:sldMk cId="1175792276" sldId="286"/>
            <ac:cxnSpMk id="57" creationId="{1B1B3DCA-41FC-4021-96DE-4DC88E2CD8F0}"/>
          </ac:cxnSpMkLst>
        </pc:cxnChg>
        <pc:cxnChg chg="add mod">
          <ac:chgData name="SERGIO SPANO'" userId="3abdd0b9-513e-40ac-aad4-56920065037d" providerId="ADAL" clId="{A8F2856B-B642-43D1-A6AA-70598464A39C}" dt="2022-04-06T10:41:30.858" v="779" actId="1076"/>
          <ac:cxnSpMkLst>
            <pc:docMk/>
            <pc:sldMk cId="1175792276" sldId="286"/>
            <ac:cxnSpMk id="61" creationId="{7EB15A2D-246E-4645-A3D6-8BD842528EAF}"/>
          </ac:cxnSpMkLst>
        </pc:cxnChg>
      </pc:sldChg>
      <pc:sldChg chg="modSp new mod">
        <pc:chgData name="SERGIO SPANO'" userId="3abdd0b9-513e-40ac-aad4-56920065037d" providerId="ADAL" clId="{A8F2856B-B642-43D1-A6AA-70598464A39C}" dt="2022-04-06T10:43:55.714" v="820" actId="15"/>
        <pc:sldMkLst>
          <pc:docMk/>
          <pc:sldMk cId="2993994993" sldId="287"/>
        </pc:sldMkLst>
        <pc:spChg chg="mod">
          <ac:chgData name="SERGIO SPANO'" userId="3abdd0b9-513e-40ac-aad4-56920065037d" providerId="ADAL" clId="{A8F2856B-B642-43D1-A6AA-70598464A39C}" dt="2022-04-06T10:43:39.239" v="810" actId="20577"/>
          <ac:spMkLst>
            <pc:docMk/>
            <pc:sldMk cId="2993994993" sldId="287"/>
            <ac:spMk id="2" creationId="{0DB292F3-ADF5-4E91-B491-6534F5B4FF9C}"/>
          </ac:spMkLst>
        </pc:spChg>
        <pc:spChg chg="mod">
          <ac:chgData name="SERGIO SPANO'" userId="3abdd0b9-513e-40ac-aad4-56920065037d" providerId="ADAL" clId="{A8F2856B-B642-43D1-A6AA-70598464A39C}" dt="2022-04-06T10:43:55.714" v="820" actId="15"/>
          <ac:spMkLst>
            <pc:docMk/>
            <pc:sldMk cId="2993994993" sldId="287"/>
            <ac:spMk id="3" creationId="{D46763AF-8B2E-4669-9963-6946C1E9B6C0}"/>
          </ac:spMkLst>
        </pc:spChg>
      </pc:sld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  <pc:docChgLst>
    <pc:chgData name="SERGIO SPANO'" userId="3abdd0b9-513e-40ac-aad4-56920065037d" providerId="ADAL" clId="{0034361A-9E12-48AC-A38B-9EBE6F5212D0}"/>
    <pc:docChg chg="undo custSel addSld delSld modSld">
      <pc:chgData name="SERGIO SPANO'" userId="3abdd0b9-513e-40ac-aad4-56920065037d" providerId="ADAL" clId="{0034361A-9E12-48AC-A38B-9EBE6F5212D0}" dt="2022-04-04T09:40:27.361" v="1664" actId="20577"/>
      <pc:docMkLst>
        <pc:docMk/>
      </pc:docMkLst>
      <pc:sldChg chg="modSp add del mod">
        <pc:chgData name="SERGIO SPANO'" userId="3abdd0b9-513e-40ac-aad4-56920065037d" providerId="ADAL" clId="{0034361A-9E12-48AC-A38B-9EBE6F5212D0}" dt="2022-04-04T08:26:18.779" v="49" actId="47"/>
        <pc:sldMkLst>
          <pc:docMk/>
          <pc:sldMk cId="3676927149" sldId="256"/>
        </pc:sldMkLst>
        <pc:spChg chg="mod">
          <ac:chgData name="SERGIO SPANO'" userId="3abdd0b9-513e-40ac-aad4-56920065037d" providerId="ADAL" clId="{0034361A-9E12-48AC-A38B-9EBE6F5212D0}" dt="2022-04-04T08:26:04.822" v="26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0034361A-9E12-48AC-A38B-9EBE6F5212D0}" dt="2022-04-04T08:26:14.180" v="27" actId="47"/>
        <pc:sldMkLst>
          <pc:docMk/>
          <pc:sldMk cId="2336464834" sldId="257"/>
        </pc:sldMkLst>
      </pc:sldChg>
      <pc:sldChg chg="modSp new mod">
        <pc:chgData name="SERGIO SPANO'" userId="3abdd0b9-513e-40ac-aad4-56920065037d" providerId="ADAL" clId="{0034361A-9E12-48AC-A38B-9EBE6F5212D0}" dt="2022-04-04T08:29:08.979" v="122" actId="20577"/>
        <pc:sldMkLst>
          <pc:docMk/>
          <pc:sldMk cId="2797524747" sldId="257"/>
        </pc:sldMkLst>
        <pc:spChg chg="mod">
          <ac:chgData name="SERGIO SPANO'" userId="3abdd0b9-513e-40ac-aad4-56920065037d" providerId="ADAL" clId="{0034361A-9E12-48AC-A38B-9EBE6F5212D0}" dt="2022-04-04T08:27:00.136" v="52"/>
          <ac:spMkLst>
            <pc:docMk/>
            <pc:sldMk cId="2797524747" sldId="257"/>
            <ac:spMk id="2" creationId="{9727955A-F688-4651-963B-A8950CD928D4}"/>
          </ac:spMkLst>
        </pc:spChg>
        <pc:spChg chg="mod">
          <ac:chgData name="SERGIO SPANO'" userId="3abdd0b9-513e-40ac-aad4-56920065037d" providerId="ADAL" clId="{0034361A-9E12-48AC-A38B-9EBE6F5212D0}" dt="2022-04-04T08:29:08.979" v="122" actId="20577"/>
          <ac:spMkLst>
            <pc:docMk/>
            <pc:sldMk cId="2797524747" sldId="257"/>
            <ac:spMk id="3" creationId="{2A9298CC-F807-4104-9FB0-BD0E8697BAAD}"/>
          </ac:spMkLst>
        </pc:spChg>
      </pc:sldChg>
      <pc:sldChg chg="modSp new mod">
        <pc:chgData name="SERGIO SPANO'" userId="3abdd0b9-513e-40ac-aad4-56920065037d" providerId="ADAL" clId="{0034361A-9E12-48AC-A38B-9EBE6F5212D0}" dt="2022-04-04T08:31:12.489" v="151" actId="20577"/>
        <pc:sldMkLst>
          <pc:docMk/>
          <pc:sldMk cId="2464260094" sldId="258"/>
        </pc:sldMkLst>
        <pc:spChg chg="mod">
          <ac:chgData name="SERGIO SPANO'" userId="3abdd0b9-513e-40ac-aad4-56920065037d" providerId="ADAL" clId="{0034361A-9E12-48AC-A38B-9EBE6F5212D0}" dt="2022-04-04T08:29:23.275" v="125" actId="27636"/>
          <ac:spMkLst>
            <pc:docMk/>
            <pc:sldMk cId="2464260094" sldId="258"/>
            <ac:spMk id="2" creationId="{4C3BCF4B-58EB-4648-95BC-94EADB892903}"/>
          </ac:spMkLst>
        </pc:spChg>
        <pc:spChg chg="mod">
          <ac:chgData name="SERGIO SPANO'" userId="3abdd0b9-513e-40ac-aad4-56920065037d" providerId="ADAL" clId="{0034361A-9E12-48AC-A38B-9EBE6F5212D0}" dt="2022-04-04T08:31:12.489" v="151" actId="20577"/>
          <ac:spMkLst>
            <pc:docMk/>
            <pc:sldMk cId="2464260094" sldId="258"/>
            <ac:spMk id="3" creationId="{C8188D2C-BBF4-4C2C-AA8D-6DC686E8B88E}"/>
          </ac:spMkLst>
        </pc:spChg>
      </pc:sldChg>
      <pc:sldChg chg="del">
        <pc:chgData name="SERGIO SPANO'" userId="3abdd0b9-513e-40ac-aad4-56920065037d" providerId="ADAL" clId="{0034361A-9E12-48AC-A38B-9EBE6F5212D0}" dt="2022-04-04T08:26:14.628" v="28" actId="47"/>
        <pc:sldMkLst>
          <pc:docMk/>
          <pc:sldMk cId="3189614810" sldId="258"/>
        </pc:sldMkLst>
      </pc:sldChg>
      <pc:sldChg chg="modSp new mod">
        <pc:chgData name="SERGIO SPANO'" userId="3abdd0b9-513e-40ac-aad4-56920065037d" providerId="ADAL" clId="{0034361A-9E12-48AC-A38B-9EBE6F5212D0}" dt="2022-04-04T08:38:39.484" v="392" actId="207"/>
        <pc:sldMkLst>
          <pc:docMk/>
          <pc:sldMk cId="406494104" sldId="259"/>
        </pc:sldMkLst>
        <pc:spChg chg="mod">
          <ac:chgData name="SERGIO SPANO'" userId="3abdd0b9-513e-40ac-aad4-56920065037d" providerId="ADAL" clId="{0034361A-9E12-48AC-A38B-9EBE6F5212D0}" dt="2022-04-04T08:31:26.673" v="154" actId="27636"/>
          <ac:spMkLst>
            <pc:docMk/>
            <pc:sldMk cId="406494104" sldId="259"/>
            <ac:spMk id="2" creationId="{26ADCB13-0042-48A4-BF93-9E7E234BF85B}"/>
          </ac:spMkLst>
        </pc:spChg>
        <pc:spChg chg="mod">
          <ac:chgData name="SERGIO SPANO'" userId="3abdd0b9-513e-40ac-aad4-56920065037d" providerId="ADAL" clId="{0034361A-9E12-48AC-A38B-9EBE6F5212D0}" dt="2022-04-04T08:38:39.484" v="392" actId="207"/>
          <ac:spMkLst>
            <pc:docMk/>
            <pc:sldMk cId="406494104" sldId="259"/>
            <ac:spMk id="3" creationId="{1AF714B3-8C8D-4CAB-9B4E-F0D36E1B3619}"/>
          </ac:spMkLst>
        </pc:spChg>
      </pc:sldChg>
      <pc:sldChg chg="del">
        <pc:chgData name="SERGIO SPANO'" userId="3abdd0b9-513e-40ac-aad4-56920065037d" providerId="ADAL" clId="{0034361A-9E12-48AC-A38B-9EBE6F5212D0}" dt="2022-04-04T08:26:14.801" v="29" actId="47"/>
        <pc:sldMkLst>
          <pc:docMk/>
          <pc:sldMk cId="1294299585" sldId="259"/>
        </pc:sldMkLst>
      </pc:sldChg>
      <pc:sldChg chg="del">
        <pc:chgData name="SERGIO SPANO'" userId="3abdd0b9-513e-40ac-aad4-56920065037d" providerId="ADAL" clId="{0034361A-9E12-48AC-A38B-9EBE6F5212D0}" dt="2022-04-04T08:26:14.960" v="30" actId="47"/>
        <pc:sldMkLst>
          <pc:docMk/>
          <pc:sldMk cId="3198250" sldId="260"/>
        </pc:sldMkLst>
      </pc:sldChg>
      <pc:sldChg chg="addSp delSp modSp new mod">
        <pc:chgData name="SERGIO SPANO'" userId="3abdd0b9-513e-40ac-aad4-56920065037d" providerId="ADAL" clId="{0034361A-9E12-48AC-A38B-9EBE6F5212D0}" dt="2022-04-04T09:00:37.732" v="720" actId="20577"/>
        <pc:sldMkLst>
          <pc:docMk/>
          <pc:sldMk cId="448377759" sldId="260"/>
        </pc:sldMkLst>
        <pc:spChg chg="mod">
          <ac:chgData name="SERGIO SPANO'" userId="3abdd0b9-513e-40ac-aad4-56920065037d" providerId="ADAL" clId="{0034361A-9E12-48AC-A38B-9EBE6F5212D0}" dt="2022-04-04T08:32:12.208" v="179" actId="20577"/>
          <ac:spMkLst>
            <pc:docMk/>
            <pc:sldMk cId="448377759" sldId="260"/>
            <ac:spMk id="2" creationId="{E56A8B31-A714-41A1-905D-77C10E9ABF6C}"/>
          </ac:spMkLst>
        </pc:spChg>
        <pc:spChg chg="mod">
          <ac:chgData name="SERGIO SPANO'" userId="3abdd0b9-513e-40ac-aad4-56920065037d" providerId="ADAL" clId="{0034361A-9E12-48AC-A38B-9EBE6F5212D0}" dt="2022-04-04T09:00:37.732" v="720" actId="20577"/>
          <ac:spMkLst>
            <pc:docMk/>
            <pc:sldMk cId="448377759" sldId="260"/>
            <ac:spMk id="3" creationId="{FDBA53D7-F8DD-4BAC-BE83-B0052CD3EAD1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7" creationId="{57268991-5B2E-4EC3-B693-0AF3575AF6A4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8" creationId="{4429C991-6C30-498E-A500-A90BC77422BB}"/>
          </ac:spMkLst>
        </pc:spChg>
        <pc:spChg chg="add del mod">
          <ac:chgData name="SERGIO SPANO'" userId="3abdd0b9-513e-40ac-aad4-56920065037d" providerId="ADAL" clId="{0034361A-9E12-48AC-A38B-9EBE6F5212D0}" dt="2022-04-04T08:46:20.192" v="678" actId="478"/>
          <ac:spMkLst>
            <pc:docMk/>
            <pc:sldMk cId="448377759" sldId="260"/>
            <ac:spMk id="9" creationId="{B9CE7121-56CA-4D45-A4E2-1A87578335BA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11" creationId="{D30ED28D-E06F-40FF-AC3D-C5825C5630E6}"/>
          </ac:spMkLst>
        </pc:spChg>
        <pc:picChg chg="add mod">
          <ac:chgData name="SERGIO SPANO'" userId="3abdd0b9-513e-40ac-aad4-56920065037d" providerId="ADAL" clId="{0034361A-9E12-48AC-A38B-9EBE6F5212D0}" dt="2022-04-04T08:42:32.459" v="425" actId="1076"/>
          <ac:picMkLst>
            <pc:docMk/>
            <pc:sldMk cId="448377759" sldId="260"/>
            <ac:picMk id="6" creationId="{475290A3-1AC6-43C4-A98D-236DD2C00254}"/>
          </ac:picMkLst>
        </pc:picChg>
        <pc:picChg chg="add mod modCrop">
          <ac:chgData name="SERGIO SPANO'" userId="3abdd0b9-513e-40ac-aad4-56920065037d" providerId="ADAL" clId="{0034361A-9E12-48AC-A38B-9EBE6F5212D0}" dt="2022-04-04T08:47:13.603" v="702" actId="1076"/>
          <ac:picMkLst>
            <pc:docMk/>
            <pc:sldMk cId="448377759" sldId="260"/>
            <ac:picMk id="10" creationId="{0A04D125-1690-4913-A594-B7FA004A11F6}"/>
          </ac:picMkLst>
        </pc:picChg>
        <pc:picChg chg="add del mod">
          <ac:chgData name="SERGIO SPANO'" userId="3abdd0b9-513e-40ac-aad4-56920065037d" providerId="ADAL" clId="{0034361A-9E12-48AC-A38B-9EBE6F5212D0}" dt="2022-04-04T08:46:57.563" v="695" actId="21"/>
          <ac:picMkLst>
            <pc:docMk/>
            <pc:sldMk cId="448377759" sldId="260"/>
            <ac:picMk id="1026" creationId="{8CBD7C74-38B0-44EF-9167-252F39AF3F95}"/>
          </ac:picMkLst>
        </pc:picChg>
      </pc:sldChg>
      <pc:sldChg chg="del">
        <pc:chgData name="SERGIO SPANO'" userId="3abdd0b9-513e-40ac-aad4-56920065037d" providerId="ADAL" clId="{0034361A-9E12-48AC-A38B-9EBE6F5212D0}" dt="2022-04-04T08:26:15.139" v="31" actId="47"/>
        <pc:sldMkLst>
          <pc:docMk/>
          <pc:sldMk cId="2396655221" sldId="261"/>
        </pc:sldMkLst>
      </pc:sldChg>
      <pc:sldChg chg="addSp modSp new mod">
        <pc:chgData name="SERGIO SPANO'" userId="3abdd0b9-513e-40ac-aad4-56920065037d" providerId="ADAL" clId="{0034361A-9E12-48AC-A38B-9EBE6F5212D0}" dt="2022-04-04T09:02:42.023" v="762" actId="20577"/>
        <pc:sldMkLst>
          <pc:docMk/>
          <pc:sldMk cId="2480632410" sldId="261"/>
        </pc:sldMkLst>
        <pc:spChg chg="mod">
          <ac:chgData name="SERGIO SPANO'" userId="3abdd0b9-513e-40ac-aad4-56920065037d" providerId="ADAL" clId="{0034361A-9E12-48AC-A38B-9EBE6F5212D0}" dt="2022-04-04T09:02:42.023" v="762" actId="20577"/>
          <ac:spMkLst>
            <pc:docMk/>
            <pc:sldMk cId="2480632410" sldId="261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03.803" v="724" actId="404"/>
          <ac:spMkLst>
            <pc:docMk/>
            <pc:sldMk cId="2480632410" sldId="261"/>
            <ac:spMk id="3" creationId="{405F6162-56F7-4933-8746-F508FE34FCE3}"/>
          </ac:spMkLst>
        </pc:spChg>
        <pc:picChg chg="add mod">
          <ac:chgData name="SERGIO SPANO'" userId="3abdd0b9-513e-40ac-aad4-56920065037d" providerId="ADAL" clId="{0034361A-9E12-48AC-A38B-9EBE6F5212D0}" dt="2022-04-04T09:01:07.859" v="726" actId="1076"/>
          <ac:picMkLst>
            <pc:docMk/>
            <pc:sldMk cId="2480632410" sldId="261"/>
            <ac:picMk id="6" creationId="{93B6E488-018D-4031-9ABA-E5B61A6FFB48}"/>
          </ac:picMkLst>
        </pc:picChg>
      </pc:sldChg>
      <pc:sldChg chg="addSp delSp modSp add mod">
        <pc:chgData name="SERGIO SPANO'" userId="3abdd0b9-513e-40ac-aad4-56920065037d" providerId="ADAL" clId="{0034361A-9E12-48AC-A38B-9EBE6F5212D0}" dt="2022-04-04T09:13:14.391" v="965" actId="1076"/>
        <pc:sldMkLst>
          <pc:docMk/>
          <pc:sldMk cId="55343777" sldId="262"/>
        </pc:sldMkLst>
        <pc:spChg chg="mod">
          <ac:chgData name="SERGIO SPANO'" userId="3abdd0b9-513e-40ac-aad4-56920065037d" providerId="ADAL" clId="{0034361A-9E12-48AC-A38B-9EBE6F5212D0}" dt="2022-04-04T09:02:47.916" v="766" actId="20577"/>
          <ac:spMkLst>
            <pc:docMk/>
            <pc:sldMk cId="55343777" sldId="262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42.925" v="739" actId="14100"/>
          <ac:spMkLst>
            <pc:docMk/>
            <pc:sldMk cId="55343777" sldId="262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1:43.824" v="740" actId="478"/>
          <ac:picMkLst>
            <pc:docMk/>
            <pc:sldMk cId="55343777" sldId="262"/>
            <ac:picMk id="6" creationId="{93B6E488-018D-4031-9ABA-E5B61A6FFB48}"/>
          </ac:picMkLst>
        </pc:picChg>
        <pc:picChg chg="add mod">
          <ac:chgData name="SERGIO SPANO'" userId="3abdd0b9-513e-40ac-aad4-56920065037d" providerId="ADAL" clId="{0034361A-9E12-48AC-A38B-9EBE6F5212D0}" dt="2022-04-04T09:01:53.365" v="745" actId="1076"/>
          <ac:picMkLst>
            <pc:docMk/>
            <pc:sldMk cId="55343777" sldId="262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13:14.391" v="965" actId="1076"/>
          <ac:picMkLst>
            <pc:docMk/>
            <pc:sldMk cId="55343777" sldId="262"/>
            <ac:picMk id="4098" creationId="{558A8DB5-3DC2-4A9D-8D51-F6BBCDA2057C}"/>
          </ac:picMkLst>
        </pc:picChg>
      </pc:sldChg>
      <pc:sldChg chg="del">
        <pc:chgData name="SERGIO SPANO'" userId="3abdd0b9-513e-40ac-aad4-56920065037d" providerId="ADAL" clId="{0034361A-9E12-48AC-A38B-9EBE6F5212D0}" dt="2022-04-04T08:26:15.313" v="32" actId="47"/>
        <pc:sldMkLst>
          <pc:docMk/>
          <pc:sldMk cId="195901539" sldId="262"/>
        </pc:sldMkLst>
      </pc:sldChg>
      <pc:sldChg chg="modSp new del mod">
        <pc:chgData name="SERGIO SPANO'" userId="3abdd0b9-513e-40ac-aad4-56920065037d" providerId="ADAL" clId="{0034361A-9E12-48AC-A38B-9EBE6F5212D0}" dt="2022-04-04T09:01:24.182" v="730" actId="680"/>
        <pc:sldMkLst>
          <pc:docMk/>
          <pc:sldMk cId="682001263" sldId="262"/>
        </pc:sldMkLst>
        <pc:spChg chg="mod">
          <ac:chgData name="SERGIO SPANO'" userId="3abdd0b9-513e-40ac-aad4-56920065037d" providerId="ADAL" clId="{0034361A-9E12-48AC-A38B-9EBE6F5212D0}" dt="2022-04-04T09:01:22.576" v="729"/>
          <ac:spMkLst>
            <pc:docMk/>
            <pc:sldMk cId="682001263" sldId="262"/>
            <ac:spMk id="3" creationId="{C8E60D22-7148-46E8-80DB-FF54D83D22E7}"/>
          </ac:spMkLst>
        </pc:spChg>
      </pc:sldChg>
      <pc:sldChg chg="addSp delSp modSp add mod">
        <pc:chgData name="SERGIO SPANO'" userId="3abdd0b9-513e-40ac-aad4-56920065037d" providerId="ADAL" clId="{0034361A-9E12-48AC-A38B-9EBE6F5212D0}" dt="2022-04-04T09:02:53.015" v="770" actId="20577"/>
        <pc:sldMkLst>
          <pc:docMk/>
          <pc:sldMk cId="2852183775" sldId="263"/>
        </pc:sldMkLst>
        <pc:spChg chg="mod">
          <ac:chgData name="SERGIO SPANO'" userId="3abdd0b9-513e-40ac-aad4-56920065037d" providerId="ADAL" clId="{0034361A-9E12-48AC-A38B-9EBE6F5212D0}" dt="2022-04-04T09:02:53.015" v="770" actId="20577"/>
          <ac:spMkLst>
            <pc:docMk/>
            <pc:sldMk cId="2852183775" sldId="263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2:08.590" v="748" actId="255"/>
          <ac:spMkLst>
            <pc:docMk/>
            <pc:sldMk cId="2852183775" sldId="263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2:28.104" v="757" actId="478"/>
          <ac:picMkLst>
            <pc:docMk/>
            <pc:sldMk cId="2852183775" sldId="263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02:30.242" v="758" actId="1076"/>
          <ac:picMkLst>
            <pc:docMk/>
            <pc:sldMk cId="2852183775" sldId="263"/>
            <ac:picMk id="8" creationId="{B179B6DE-028D-45CE-851D-EBB63456916B}"/>
          </ac:picMkLst>
        </pc:picChg>
      </pc:sldChg>
      <pc:sldChg chg="del">
        <pc:chgData name="SERGIO SPANO'" userId="3abdd0b9-513e-40ac-aad4-56920065037d" providerId="ADAL" clId="{0034361A-9E12-48AC-A38B-9EBE6F5212D0}" dt="2022-04-04T08:26:15.487" v="33" actId="47"/>
        <pc:sldMkLst>
          <pc:docMk/>
          <pc:sldMk cId="4246449681" sldId="263"/>
        </pc:sldMkLst>
      </pc:sldChg>
      <pc:sldChg chg="del">
        <pc:chgData name="SERGIO SPANO'" userId="3abdd0b9-513e-40ac-aad4-56920065037d" providerId="ADAL" clId="{0034361A-9E12-48AC-A38B-9EBE6F5212D0}" dt="2022-04-04T08:26:15.698" v="34" actId="47"/>
        <pc:sldMkLst>
          <pc:docMk/>
          <pc:sldMk cId="2365388969" sldId="264"/>
        </pc:sldMkLst>
      </pc:sldChg>
      <pc:sldChg chg="addSp delSp modSp new mod">
        <pc:chgData name="SERGIO SPANO'" userId="3abdd0b9-513e-40ac-aad4-56920065037d" providerId="ADAL" clId="{0034361A-9E12-48AC-A38B-9EBE6F5212D0}" dt="2022-04-04T09:05:05.538" v="793" actId="1076"/>
        <pc:sldMkLst>
          <pc:docMk/>
          <pc:sldMk cId="3104023291" sldId="264"/>
        </pc:sldMkLst>
        <pc:spChg chg="mod">
          <ac:chgData name="SERGIO SPANO'" userId="3abdd0b9-513e-40ac-aad4-56920065037d" providerId="ADAL" clId="{0034361A-9E12-48AC-A38B-9EBE6F5212D0}" dt="2022-04-04T09:03:22.612" v="773" actId="27636"/>
          <ac:spMkLst>
            <pc:docMk/>
            <pc:sldMk cId="3104023291" sldId="264"/>
            <ac:spMk id="2" creationId="{E4AE2DAB-BB7A-4554-9106-92CB34F32177}"/>
          </ac:spMkLst>
        </pc:spChg>
        <pc:spChg chg="del">
          <ac:chgData name="SERGIO SPANO'" userId="3abdd0b9-513e-40ac-aad4-56920065037d" providerId="ADAL" clId="{0034361A-9E12-48AC-A38B-9EBE6F5212D0}" dt="2022-04-04T09:03:38.840" v="777" actId="478"/>
          <ac:spMkLst>
            <pc:docMk/>
            <pc:sldMk cId="3104023291" sldId="264"/>
            <ac:spMk id="3" creationId="{40CA21A7-DB9D-4356-AF47-46B7CAFB767C}"/>
          </ac:spMkLst>
        </pc:spChg>
        <pc:picChg chg="add mod">
          <ac:chgData name="SERGIO SPANO'" userId="3abdd0b9-513e-40ac-aad4-56920065037d" providerId="ADAL" clId="{0034361A-9E12-48AC-A38B-9EBE6F5212D0}" dt="2022-04-04T09:05:05.538" v="793" actId="1076"/>
          <ac:picMkLst>
            <pc:docMk/>
            <pc:sldMk cId="3104023291" sldId="264"/>
            <ac:picMk id="6" creationId="{15D60050-1CC9-4C94-80AD-4936C72C7AB4}"/>
          </ac:picMkLst>
        </pc:picChg>
        <pc:picChg chg="add mod">
          <ac:chgData name="SERGIO SPANO'" userId="3abdd0b9-513e-40ac-aad4-56920065037d" providerId="ADAL" clId="{0034361A-9E12-48AC-A38B-9EBE6F5212D0}" dt="2022-04-04T09:04:58.170" v="790" actId="1076"/>
          <ac:picMkLst>
            <pc:docMk/>
            <pc:sldMk cId="3104023291" sldId="264"/>
            <ac:picMk id="7" creationId="{D184C6A9-D065-451C-A0B5-94773DB10C98}"/>
          </ac:picMkLst>
        </pc:picChg>
        <pc:picChg chg="add mod">
          <ac:chgData name="SERGIO SPANO'" userId="3abdd0b9-513e-40ac-aad4-56920065037d" providerId="ADAL" clId="{0034361A-9E12-48AC-A38B-9EBE6F5212D0}" dt="2022-04-04T09:05:03.131" v="792" actId="1076"/>
          <ac:picMkLst>
            <pc:docMk/>
            <pc:sldMk cId="3104023291" sldId="264"/>
            <ac:picMk id="2050" creationId="{99CD5490-2506-4EBE-955A-2901EF9FAD41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06:24.963" v="807" actId="1076"/>
        <pc:sldMkLst>
          <pc:docMk/>
          <pc:sldMk cId="1720710825" sldId="265"/>
        </pc:sldMkLst>
        <pc:spChg chg="mod">
          <ac:chgData name="SERGIO SPANO'" userId="3abdd0b9-513e-40ac-aad4-56920065037d" providerId="ADAL" clId="{0034361A-9E12-48AC-A38B-9EBE6F5212D0}" dt="2022-04-04T09:05:33.491" v="796" actId="27636"/>
          <ac:spMkLst>
            <pc:docMk/>
            <pc:sldMk cId="1720710825" sldId="265"/>
            <ac:spMk id="2" creationId="{21530055-C6F2-4DDB-B611-DCAB2B5A10D4}"/>
          </ac:spMkLst>
        </pc:spChg>
        <pc:spChg chg="del">
          <ac:chgData name="SERGIO SPANO'" userId="3abdd0b9-513e-40ac-aad4-56920065037d" providerId="ADAL" clId="{0034361A-9E12-48AC-A38B-9EBE6F5212D0}" dt="2022-04-04T09:05:41.792" v="797" actId="478"/>
          <ac:spMkLst>
            <pc:docMk/>
            <pc:sldMk cId="1720710825" sldId="265"/>
            <ac:spMk id="3" creationId="{A1EDFE8F-D557-4B4D-BFA4-164525ABA23E}"/>
          </ac:spMkLst>
        </pc:spChg>
        <pc:picChg chg="add mod">
          <ac:chgData name="SERGIO SPANO'" userId="3abdd0b9-513e-40ac-aad4-56920065037d" providerId="ADAL" clId="{0034361A-9E12-48AC-A38B-9EBE6F5212D0}" dt="2022-04-04T09:06:24.963" v="807" actId="1076"/>
          <ac:picMkLst>
            <pc:docMk/>
            <pc:sldMk cId="1720710825" sldId="265"/>
            <ac:picMk id="6" creationId="{DAF0C28A-6390-4899-AE46-B983AEE052E1}"/>
          </ac:picMkLst>
        </pc:picChg>
        <pc:picChg chg="add mod">
          <ac:chgData name="SERGIO SPANO'" userId="3abdd0b9-513e-40ac-aad4-56920065037d" providerId="ADAL" clId="{0034361A-9E12-48AC-A38B-9EBE6F5212D0}" dt="2022-04-04T09:06:23.333" v="806" actId="1076"/>
          <ac:picMkLst>
            <pc:docMk/>
            <pc:sldMk cId="1720710825" sldId="265"/>
            <ac:picMk id="3074" creationId="{C8967357-5E10-420E-B787-0E85CD8DD25D}"/>
          </ac:picMkLst>
        </pc:picChg>
      </pc:sldChg>
      <pc:sldChg chg="del">
        <pc:chgData name="SERGIO SPANO'" userId="3abdd0b9-513e-40ac-aad4-56920065037d" providerId="ADAL" clId="{0034361A-9E12-48AC-A38B-9EBE6F5212D0}" dt="2022-04-04T08:26:15.781" v="35" actId="47"/>
        <pc:sldMkLst>
          <pc:docMk/>
          <pc:sldMk cId="2117260882" sldId="265"/>
        </pc:sldMkLst>
      </pc:sldChg>
      <pc:sldChg chg="del">
        <pc:chgData name="SERGIO SPANO'" userId="3abdd0b9-513e-40ac-aad4-56920065037d" providerId="ADAL" clId="{0034361A-9E12-48AC-A38B-9EBE6F5212D0}" dt="2022-04-04T08:26:15.924" v="36" actId="47"/>
        <pc:sldMkLst>
          <pc:docMk/>
          <pc:sldMk cId="1235647079" sldId="266"/>
        </pc:sldMkLst>
      </pc:sldChg>
      <pc:sldChg chg="addSp modSp new mod">
        <pc:chgData name="SERGIO SPANO'" userId="3abdd0b9-513e-40ac-aad4-56920065037d" providerId="ADAL" clId="{0034361A-9E12-48AC-A38B-9EBE6F5212D0}" dt="2022-04-04T09:11:02.753" v="961" actId="1076"/>
        <pc:sldMkLst>
          <pc:docMk/>
          <pc:sldMk cId="2727266827" sldId="266"/>
        </pc:sldMkLst>
        <pc:spChg chg="mod">
          <ac:chgData name="SERGIO SPANO'" userId="3abdd0b9-513e-40ac-aad4-56920065037d" providerId="ADAL" clId="{0034361A-9E12-48AC-A38B-9EBE6F5212D0}" dt="2022-04-04T09:06:33.719" v="810" actId="27636"/>
          <ac:spMkLst>
            <pc:docMk/>
            <pc:sldMk cId="2727266827" sldId="266"/>
            <ac:spMk id="2" creationId="{B3EE65AB-37DF-4012-B0CC-79178CF8D0DE}"/>
          </ac:spMkLst>
        </pc:spChg>
        <pc:spChg chg="mod">
          <ac:chgData name="SERGIO SPANO'" userId="3abdd0b9-513e-40ac-aad4-56920065037d" providerId="ADAL" clId="{0034361A-9E12-48AC-A38B-9EBE6F5212D0}" dt="2022-04-04T09:09:59.327" v="871" actId="20577"/>
          <ac:spMkLst>
            <pc:docMk/>
            <pc:sldMk cId="2727266827" sldId="266"/>
            <ac:spMk id="3" creationId="{71DD681F-0D49-46A1-9BDB-4D291E550DA3}"/>
          </ac:spMkLst>
        </pc:spChg>
        <pc:spChg chg="add mod">
          <ac:chgData name="SERGIO SPANO'" userId="3abdd0b9-513e-40ac-aad4-56920065037d" providerId="ADAL" clId="{0034361A-9E12-48AC-A38B-9EBE6F5212D0}" dt="2022-04-04T09:07:28.143" v="824" actId="1076"/>
          <ac:spMkLst>
            <pc:docMk/>
            <pc:sldMk cId="2727266827" sldId="266"/>
            <ac:spMk id="7" creationId="{49AFE9F9-F2AD-4877-B4CF-3B2DE6F24506}"/>
          </ac:spMkLst>
        </pc:spChg>
        <pc:spChg chg="add mod">
          <ac:chgData name="SERGIO SPANO'" userId="3abdd0b9-513e-40ac-aad4-56920065037d" providerId="ADAL" clId="{0034361A-9E12-48AC-A38B-9EBE6F5212D0}" dt="2022-04-04T09:07:34.626" v="826" actId="1076"/>
          <ac:spMkLst>
            <pc:docMk/>
            <pc:sldMk cId="2727266827" sldId="266"/>
            <ac:spMk id="8" creationId="{2821A843-ACC3-45B7-B43C-79B6228FA680}"/>
          </ac:spMkLst>
        </pc:spChg>
        <pc:spChg chg="add mod">
          <ac:chgData name="SERGIO SPANO'" userId="3abdd0b9-513e-40ac-aad4-56920065037d" providerId="ADAL" clId="{0034361A-9E12-48AC-A38B-9EBE6F5212D0}" dt="2022-04-04T09:07:44.726" v="833" actId="1076"/>
          <ac:spMkLst>
            <pc:docMk/>
            <pc:sldMk cId="2727266827" sldId="266"/>
            <ac:spMk id="9" creationId="{20EB4A5C-8B16-4514-93BA-3C9D8CC29B99}"/>
          </ac:spMkLst>
        </pc:spChg>
        <pc:spChg chg="add mod">
          <ac:chgData name="SERGIO SPANO'" userId="3abdd0b9-513e-40ac-aad4-56920065037d" providerId="ADAL" clId="{0034361A-9E12-48AC-A38B-9EBE6F5212D0}" dt="2022-04-04T09:07:49.435" v="838" actId="20577"/>
          <ac:spMkLst>
            <pc:docMk/>
            <pc:sldMk cId="2727266827" sldId="266"/>
            <ac:spMk id="10" creationId="{FC4268CA-312C-4929-B796-0DB2A44F2621}"/>
          </ac:spMkLst>
        </pc:spChg>
        <pc:spChg chg="add mod">
          <ac:chgData name="SERGIO SPANO'" userId="3abdd0b9-513e-40ac-aad4-56920065037d" providerId="ADAL" clId="{0034361A-9E12-48AC-A38B-9EBE6F5212D0}" dt="2022-04-04T09:11:02.753" v="961" actId="1076"/>
          <ac:spMkLst>
            <pc:docMk/>
            <pc:sldMk cId="2727266827" sldId="266"/>
            <ac:spMk id="11" creationId="{847AD6D9-C6B5-4DF2-9AE4-DABCE34A42F9}"/>
          </ac:spMkLst>
        </pc:spChg>
        <pc:picChg chg="add mod">
          <ac:chgData name="SERGIO SPANO'" userId="3abdd0b9-513e-40ac-aad4-56920065037d" providerId="ADAL" clId="{0034361A-9E12-48AC-A38B-9EBE6F5212D0}" dt="2022-04-04T09:06:55.361" v="818" actId="1076"/>
          <ac:picMkLst>
            <pc:docMk/>
            <pc:sldMk cId="2727266827" sldId="266"/>
            <ac:picMk id="6" creationId="{7BB08AD0-F2F1-4663-B827-088A6E865860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16:15.349" v="995" actId="20577"/>
        <pc:sldMkLst>
          <pc:docMk/>
          <pc:sldMk cId="3293944411" sldId="267"/>
        </pc:sldMkLst>
        <pc:spChg chg="mod">
          <ac:chgData name="SERGIO SPANO'" userId="3abdd0b9-513e-40ac-aad4-56920065037d" providerId="ADAL" clId="{0034361A-9E12-48AC-A38B-9EBE6F5212D0}" dt="2022-04-04T09:15:23.637" v="968" actId="27636"/>
          <ac:spMkLst>
            <pc:docMk/>
            <pc:sldMk cId="3293944411" sldId="267"/>
            <ac:spMk id="2" creationId="{15085F0B-4B30-4336-8224-48388D6320B2}"/>
          </ac:spMkLst>
        </pc:spChg>
        <pc:spChg chg="mod">
          <ac:chgData name="SERGIO SPANO'" userId="3abdd0b9-513e-40ac-aad4-56920065037d" providerId="ADAL" clId="{0034361A-9E12-48AC-A38B-9EBE6F5212D0}" dt="2022-04-04T09:16:15.349" v="995" actId="20577"/>
          <ac:spMkLst>
            <pc:docMk/>
            <pc:sldMk cId="3293944411" sldId="267"/>
            <ac:spMk id="3" creationId="{56AEE820-B4D7-42F1-B8D3-8CF0A20086D0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7" creationId="{AEC48F9D-270F-4775-8C57-EC667A768FCD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2" creationId="{4EE4A009-B668-43CC-9DFF-2C85FF302C1B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3" creationId="{18E0203A-DBC3-4640-8345-80479677C00E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4" creationId="{55F9C92C-F9B2-4C7E-9BC6-2416E5496C86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5" creationId="{8C8248A1-B0B7-4B83-9314-5A48C152CDE4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9" creationId="{94AEE161-20DF-4854-9C78-B8D222BF74E8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20" creationId="{4D225B8F-2E49-4A13-AC21-335047C007EE}"/>
          </ac:spMkLst>
        </pc:spChg>
        <pc:spChg chg="add mod">
          <ac:chgData name="SERGIO SPANO'" userId="3abdd0b9-513e-40ac-aad4-56920065037d" providerId="ADAL" clId="{0034361A-9E12-48AC-A38B-9EBE6F5212D0}" dt="2022-04-04T09:15:56.144" v="987" actId="1076"/>
          <ac:spMkLst>
            <pc:docMk/>
            <pc:sldMk cId="3293944411" sldId="267"/>
            <ac:spMk id="24" creationId="{3F52FEED-9721-4756-8715-ED850871DAF0}"/>
          </ac:spMkLst>
        </pc:spChg>
        <pc:spChg chg="add mod">
          <ac:chgData name="SERGIO SPANO'" userId="3abdd0b9-513e-40ac-aad4-56920065037d" providerId="ADAL" clId="{0034361A-9E12-48AC-A38B-9EBE6F5212D0}" dt="2022-04-04T09:16:01.012" v="991" actId="20577"/>
          <ac:spMkLst>
            <pc:docMk/>
            <pc:sldMk cId="3293944411" sldId="267"/>
            <ac:spMk id="25" creationId="{B197D06C-CA05-44D5-AA0C-BBE3FA2E5A4B}"/>
          </ac:spMkLst>
        </pc:spChg>
        <pc:grpChg chg="add del mod">
          <ac:chgData name="SERGIO SPANO'" userId="3abdd0b9-513e-40ac-aad4-56920065037d" providerId="ADAL" clId="{0034361A-9E12-48AC-A38B-9EBE6F5212D0}" dt="2022-04-04T09:15:32.639" v="972" actId="21"/>
          <ac:grpSpMkLst>
            <pc:docMk/>
            <pc:sldMk cId="3293944411" sldId="267"/>
            <ac:grpSpMk id="6" creationId="{69EA47D8-C236-4760-B8D6-5CE9806D2FFC}"/>
          </ac:grpSpMkLst>
        </pc:grpChg>
        <pc:picChg chg="add mod">
          <ac:chgData name="SERGIO SPANO'" userId="3abdd0b9-513e-40ac-aad4-56920065037d" providerId="ADAL" clId="{0034361A-9E12-48AC-A38B-9EBE6F5212D0}" dt="2022-04-04T09:15:39.629" v="975" actId="1076"/>
          <ac:picMkLst>
            <pc:docMk/>
            <pc:sldMk cId="3293944411" sldId="267"/>
            <ac:picMk id="23" creationId="{3FD45608-A77D-4F01-897D-5311701C541E}"/>
          </ac:picMkLst>
        </pc:pic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8" creationId="{77E110E6-900F-4325-9841-C27D3EFE57C9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9" creationId="{5688553C-30F3-4E7A-8223-85F4EDD89826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0" creationId="{9341422A-C490-480F-8BF8-E07F0453D2A1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1" creationId="{4DEB6F09-93D7-4AA3-B033-F9F9621494B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6" creationId="{8D816A1C-9E9C-4F03-BB95-B20678206973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7" creationId="{4CEAD4B3-1E9C-476A-BACD-B331BC0FAAD0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8" creationId="{31CC38B2-9F4B-4803-97E7-6CA4DE26FE7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1" creationId="{C3729C0A-6FB8-4F33-BEA7-76BD8512B974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2" creationId="{BA4DA44A-EEAD-47C8-A112-AEBE4DA4637D}"/>
          </ac:cxnSpMkLst>
        </pc:cxnChg>
      </pc:sldChg>
      <pc:sldChg chg="modSp add del mod">
        <pc:chgData name="SERGIO SPANO'" userId="3abdd0b9-513e-40ac-aad4-56920065037d" providerId="ADAL" clId="{0034361A-9E12-48AC-A38B-9EBE6F5212D0}" dt="2022-04-04T09:09:47.005" v="851" actId="47"/>
        <pc:sldMkLst>
          <pc:docMk/>
          <pc:sldMk cId="3521675006" sldId="267"/>
        </pc:sldMkLst>
        <pc:spChg chg="mod">
          <ac:chgData name="SERGIO SPANO'" userId="3abdd0b9-513e-40ac-aad4-56920065037d" providerId="ADAL" clId="{0034361A-9E12-48AC-A38B-9EBE6F5212D0}" dt="2022-04-04T09:08:59.298" v="850" actId="20577"/>
          <ac:spMkLst>
            <pc:docMk/>
            <pc:sldMk cId="3521675006" sldId="267"/>
            <ac:spMk id="2" creationId="{B3EE65AB-37DF-4012-B0CC-79178CF8D0DE}"/>
          </ac:spMkLst>
        </pc:spChg>
      </pc:sldChg>
      <pc:sldChg chg="del">
        <pc:chgData name="SERGIO SPANO'" userId="3abdd0b9-513e-40ac-aad4-56920065037d" providerId="ADAL" clId="{0034361A-9E12-48AC-A38B-9EBE6F5212D0}" dt="2022-04-04T08:26:16.100" v="37" actId="47"/>
        <pc:sldMkLst>
          <pc:docMk/>
          <pc:sldMk cId="3690434877" sldId="267"/>
        </pc:sldMkLst>
      </pc:sldChg>
      <pc:sldChg chg="addSp modSp new mod">
        <pc:chgData name="SERGIO SPANO'" userId="3abdd0b9-513e-40ac-aad4-56920065037d" providerId="ADAL" clId="{0034361A-9E12-48AC-A38B-9EBE6F5212D0}" dt="2022-04-04T09:17:34.863" v="1013" actId="20577"/>
        <pc:sldMkLst>
          <pc:docMk/>
          <pc:sldMk cId="762804557" sldId="268"/>
        </pc:sldMkLst>
        <pc:spChg chg="mod">
          <ac:chgData name="SERGIO SPANO'" userId="3abdd0b9-513e-40ac-aad4-56920065037d" providerId="ADAL" clId="{0034361A-9E12-48AC-A38B-9EBE6F5212D0}" dt="2022-04-04T09:17:34.863" v="1013" actId="20577"/>
          <ac:spMkLst>
            <pc:docMk/>
            <pc:sldMk cId="762804557" sldId="268"/>
            <ac:spMk id="2" creationId="{21824A19-855C-42B0-98F1-C76E25DA1C9E}"/>
          </ac:spMkLst>
        </pc:spChg>
        <pc:spChg chg="mod">
          <ac:chgData name="SERGIO SPANO'" userId="3abdd0b9-513e-40ac-aad4-56920065037d" providerId="ADAL" clId="{0034361A-9E12-48AC-A38B-9EBE6F5212D0}" dt="2022-04-04T09:16:59.368" v="1005" actId="14100"/>
          <ac:spMkLst>
            <pc:docMk/>
            <pc:sldMk cId="762804557" sldId="268"/>
            <ac:spMk id="3" creationId="{603DF71E-90E7-46B4-8A74-9E73957C014E}"/>
          </ac:spMkLst>
        </pc:spChg>
        <pc:picChg chg="add mod">
          <ac:chgData name="SERGIO SPANO'" userId="3abdd0b9-513e-40ac-aad4-56920065037d" providerId="ADAL" clId="{0034361A-9E12-48AC-A38B-9EBE6F5212D0}" dt="2022-04-04T09:17:26.313" v="1009" actId="1076"/>
          <ac:picMkLst>
            <pc:docMk/>
            <pc:sldMk cId="762804557" sldId="268"/>
            <ac:picMk id="6" creationId="{1A8F496C-E8E5-4938-8647-FE9FF26F9D4C}"/>
          </ac:picMkLst>
        </pc:picChg>
      </pc:sldChg>
      <pc:sldChg chg="del">
        <pc:chgData name="SERGIO SPANO'" userId="3abdd0b9-513e-40ac-aad4-56920065037d" providerId="ADAL" clId="{0034361A-9E12-48AC-A38B-9EBE6F5212D0}" dt="2022-04-04T08:26:16.288" v="38" actId="47"/>
        <pc:sldMkLst>
          <pc:docMk/>
          <pc:sldMk cId="1097354484" sldId="268"/>
        </pc:sldMkLst>
      </pc:sldChg>
      <pc:sldChg chg="del">
        <pc:chgData name="SERGIO SPANO'" userId="3abdd0b9-513e-40ac-aad4-56920065037d" providerId="ADAL" clId="{0034361A-9E12-48AC-A38B-9EBE6F5212D0}" dt="2022-04-04T08:26:16.456" v="39" actId="47"/>
        <pc:sldMkLst>
          <pc:docMk/>
          <pc:sldMk cId="16956515" sldId="269"/>
        </pc:sldMkLst>
      </pc:sldChg>
      <pc:sldChg chg="addSp delSp modSp new mod">
        <pc:chgData name="SERGIO SPANO'" userId="3abdd0b9-513e-40ac-aad4-56920065037d" providerId="ADAL" clId="{0034361A-9E12-48AC-A38B-9EBE6F5212D0}" dt="2022-04-04T09:20:07.530" v="1187" actId="1076"/>
        <pc:sldMkLst>
          <pc:docMk/>
          <pc:sldMk cId="1755157505" sldId="269"/>
        </pc:sldMkLst>
        <pc:spChg chg="mod">
          <ac:chgData name="SERGIO SPANO'" userId="3abdd0b9-513e-40ac-aad4-56920065037d" providerId="ADAL" clId="{0034361A-9E12-48AC-A38B-9EBE6F5212D0}" dt="2022-04-04T09:17:46.515" v="1035" actId="20577"/>
          <ac:spMkLst>
            <pc:docMk/>
            <pc:sldMk cId="1755157505" sldId="269"/>
            <ac:spMk id="2" creationId="{90310B7D-7F40-4454-A8D9-A33A5D837E1F}"/>
          </ac:spMkLst>
        </pc:spChg>
        <pc:spChg chg="mod">
          <ac:chgData name="SERGIO SPANO'" userId="3abdd0b9-513e-40ac-aad4-56920065037d" providerId="ADAL" clId="{0034361A-9E12-48AC-A38B-9EBE6F5212D0}" dt="2022-04-04T09:19:39.869" v="1173" actId="20577"/>
          <ac:spMkLst>
            <pc:docMk/>
            <pc:sldMk cId="1755157505" sldId="269"/>
            <ac:spMk id="3" creationId="{E5880180-C1C6-4E57-8BF0-6504B3EE12FF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8" creationId="{D1DD810A-6894-4371-831B-7E9DE27F76C1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9" creationId="{F4DD2087-93A3-45A9-BE8D-05C1107DB25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2" creationId="{BC878BF1-5ED5-4391-8ABC-C1CA803A9B6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3" creationId="{9099C626-F992-46AB-812A-41FD03BB223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1" creationId="{451DC6CC-B09C-4367-BBF2-434DD244C2B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2" creationId="{BD686A4F-1CE5-4C17-9D4E-E6037E087817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5" creationId="{3E623329-2FA0-4462-BCCC-EF5899828AD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6" creationId="{B736857B-EDE2-492D-BF0D-16E4E6BDDA6E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4" creationId="{5B3EA000-09F8-4CC2-BB0C-8AF0AF488DB4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5" creationId="{1839CFA0-6679-44DE-81C1-850CFA837D6A}"/>
          </ac:spMkLst>
        </pc:spChg>
        <pc:grpChg chg="add del mod">
          <ac:chgData name="SERGIO SPANO'" userId="3abdd0b9-513e-40ac-aad4-56920065037d" providerId="ADAL" clId="{0034361A-9E12-48AC-A38B-9EBE6F5212D0}" dt="2022-04-04T09:19:49.539" v="1177"/>
          <ac:grpSpMkLst>
            <pc:docMk/>
            <pc:sldMk cId="1755157505" sldId="269"/>
            <ac:grpSpMk id="6" creationId="{5135EDC0-088D-4EA2-B8EA-3B2955036230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19" creationId="{CE559C0B-C759-4703-89D7-12E27F51C00E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32" creationId="{25DF61FA-3700-442F-9074-96752C2422C9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40" creationId="{AC0BBE9B-229E-45B5-AED7-A184B7A1A12E}"/>
          </ac:grpSpMkLst>
        </pc:grpChg>
        <pc:picChg chg="add del mod">
          <ac:chgData name="SERGIO SPANO'" userId="3abdd0b9-513e-40ac-aad4-56920065037d" providerId="ADAL" clId="{0034361A-9E12-48AC-A38B-9EBE6F5212D0}" dt="2022-04-04T09:19:56.589" v="1183"/>
          <ac:picMkLst>
            <pc:docMk/>
            <pc:sldMk cId="1755157505" sldId="269"/>
            <ac:picMk id="57" creationId="{9BF0F1F5-38D1-4ADD-ACD5-D51DF68DBDA9}"/>
          </ac:picMkLst>
        </pc:picChg>
        <pc:picChg chg="add del mod">
          <ac:chgData name="SERGIO SPANO'" userId="3abdd0b9-513e-40ac-aad4-56920065037d" providerId="ADAL" clId="{0034361A-9E12-48AC-A38B-9EBE6F5212D0}" dt="2022-04-04T09:19:56.355" v="1182"/>
          <ac:picMkLst>
            <pc:docMk/>
            <pc:sldMk cId="1755157505" sldId="269"/>
            <ac:picMk id="58" creationId="{40C38A8D-E901-4787-94A7-DE037CB1FCDD}"/>
          </ac:picMkLst>
        </pc:picChg>
        <pc:picChg chg="add mod">
          <ac:chgData name="SERGIO SPANO'" userId="3abdd0b9-513e-40ac-aad4-56920065037d" providerId="ADAL" clId="{0034361A-9E12-48AC-A38B-9EBE6F5212D0}" dt="2022-04-04T09:20:07.530" v="1187" actId="1076"/>
          <ac:picMkLst>
            <pc:docMk/>
            <pc:sldMk cId="1755157505" sldId="269"/>
            <ac:picMk id="59" creationId="{E4109BC0-71AF-486B-B88A-01C801DE3C8B}"/>
          </ac:picMkLst>
        </pc:pic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7" creationId="{B15DA9F7-87BB-4364-ADCB-41D3C0B5839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0" creationId="{47E33146-BB3E-4E98-9240-A1B74336F9F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1" creationId="{6048E8D2-3247-467C-B3D4-28B0E21EDAC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4" creationId="{5A8F4DE5-0A1B-4FCA-BFE5-D5351732DA5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5" creationId="{A847D3C0-C173-4F12-8071-E7E9542A2E8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6" creationId="{E1E2535E-F77A-449F-9F3F-D3DC29D68E4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7" creationId="{0604E3A6-EC0A-46DD-8614-F0B134FA708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8" creationId="{BE2E21EA-CC71-4ECC-AEDE-B13BF6AE75E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0" creationId="{61567910-4968-49D3-B8CD-B35AEA90837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3" creationId="{CDBE6719-1FE8-4AB7-9756-B9294DA7BB9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4" creationId="{AF054128-4DB0-4B50-BAD0-0E719BA88C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7" creationId="{FD99FAA1-C8CD-4ACA-AF61-0A1D41C5766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8" creationId="{D6637C63-AA98-4D87-81EC-CF8AEF18ECA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9" creationId="{5AB22DC8-0DA4-434C-919C-37F041D15C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0" creationId="{439A18C3-F190-4964-8EBE-A20E0892F4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1" creationId="{1669D74E-5F70-4647-BA30-061DC3630B8B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3" creationId="{9AE77922-2653-4C90-BD61-2DE3AA0DBE6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6" creationId="{6913FB9D-0E04-4044-A19C-7CD4DF7342C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7" creationId="{3F4718FA-0C06-4E3B-979F-E2F0A0E91DFE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8" creationId="{5F4DA7DB-C2A7-4E6B-804E-C82B75734332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9" creationId="{8C35C92D-02D3-4DEC-B560-0FE0B66A2F1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1" creationId="{CBAB87C7-29DA-451B-B220-E6EC5A6D94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2" creationId="{3C7C3B0D-6281-4412-8E12-4F8CCAB2A16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3" creationId="{5D3FB10E-B441-49EC-874C-8A982F59B11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4" creationId="{C21E4762-7C65-40D7-95A7-5F044FF0EDC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5" creationId="{49B20824-9F99-49B2-BF6B-D1DEF4D221E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6" creationId="{DEDDFC6B-535B-4842-9988-928EC2FD1A7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7" creationId="{E6C7AC8B-D7C8-47E1-A746-9C2C45132E6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8" creationId="{1CDF41C9-CD90-48D6-8CCB-8087C80E68C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9" creationId="{5264C401-E31E-4E36-941C-AD50BF548D9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0" creationId="{66CE1291-16E5-4480-9FB9-C3133F5AC2F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1" creationId="{900681CC-F3B8-4D0F-9367-6037CC286F5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2" creationId="{78F21895-6D96-44A3-96C8-9B985501980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3" creationId="{53D2792E-61D8-4159-90B3-BB0A208D862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4" creationId="{03D7C63A-57AE-4762-A1B2-98734CA6EFA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5" creationId="{45F47078-92C2-4A55-A722-9C099F6E1A8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6" creationId="{2BE38B53-C052-4043-8BDF-19F0E0F34887}"/>
          </ac:cxnSpMkLst>
        </pc:cxnChg>
      </pc:sldChg>
      <pc:sldChg chg="addSp modSp new mod">
        <pc:chgData name="SERGIO SPANO'" userId="3abdd0b9-513e-40ac-aad4-56920065037d" providerId="ADAL" clId="{0034361A-9E12-48AC-A38B-9EBE6F5212D0}" dt="2022-04-04T09:21:17.561" v="1253" actId="1076"/>
        <pc:sldMkLst>
          <pc:docMk/>
          <pc:sldMk cId="2035416742" sldId="270"/>
        </pc:sldMkLst>
        <pc:spChg chg="mod">
          <ac:chgData name="SERGIO SPANO'" userId="3abdd0b9-513e-40ac-aad4-56920065037d" providerId="ADAL" clId="{0034361A-9E12-48AC-A38B-9EBE6F5212D0}" dt="2022-04-04T09:20:21.619" v="1200" actId="20577"/>
          <ac:spMkLst>
            <pc:docMk/>
            <pc:sldMk cId="2035416742" sldId="270"/>
            <ac:spMk id="2" creationId="{CA3EC8B6-C57B-443D-8D76-148BE4024C09}"/>
          </ac:spMkLst>
        </pc:spChg>
        <pc:spChg chg="mod">
          <ac:chgData name="SERGIO SPANO'" userId="3abdd0b9-513e-40ac-aad4-56920065037d" providerId="ADAL" clId="{0034361A-9E12-48AC-A38B-9EBE6F5212D0}" dt="2022-04-04T09:21:10.957" v="1249" actId="14100"/>
          <ac:spMkLst>
            <pc:docMk/>
            <pc:sldMk cId="2035416742" sldId="270"/>
            <ac:spMk id="3" creationId="{BB35C2F0-1D7E-4AD8-BF92-189A4AC1AA8B}"/>
          </ac:spMkLst>
        </pc:spChg>
        <pc:picChg chg="add mod">
          <ac:chgData name="SERGIO SPANO'" userId="3abdd0b9-513e-40ac-aad4-56920065037d" providerId="ADAL" clId="{0034361A-9E12-48AC-A38B-9EBE6F5212D0}" dt="2022-04-04T09:21:17.561" v="1253" actId="1076"/>
          <ac:picMkLst>
            <pc:docMk/>
            <pc:sldMk cId="2035416742" sldId="270"/>
            <ac:picMk id="6" creationId="{C3D3ED2C-19C9-42ED-815A-30F2DDA6A116}"/>
          </ac:picMkLst>
        </pc:picChg>
      </pc:sldChg>
      <pc:sldChg chg="del">
        <pc:chgData name="SERGIO SPANO'" userId="3abdd0b9-513e-40ac-aad4-56920065037d" providerId="ADAL" clId="{0034361A-9E12-48AC-A38B-9EBE6F5212D0}" dt="2022-04-04T08:26:16.588" v="40" actId="47"/>
        <pc:sldMkLst>
          <pc:docMk/>
          <pc:sldMk cId="3923275502" sldId="270"/>
        </pc:sldMkLst>
      </pc:sldChg>
      <pc:sldChg chg="addSp modSp new mod">
        <pc:chgData name="SERGIO SPANO'" userId="3abdd0b9-513e-40ac-aad4-56920065037d" providerId="ADAL" clId="{0034361A-9E12-48AC-A38B-9EBE6F5212D0}" dt="2022-04-04T09:22:30.416" v="1273" actId="1076"/>
        <pc:sldMkLst>
          <pc:docMk/>
          <pc:sldMk cId="1379941506" sldId="271"/>
        </pc:sldMkLst>
        <pc:spChg chg="mod">
          <ac:chgData name="SERGIO SPANO'" userId="3abdd0b9-513e-40ac-aad4-56920065037d" providerId="ADAL" clId="{0034361A-9E12-48AC-A38B-9EBE6F5212D0}" dt="2022-04-04T09:21:45.154" v="1256" actId="27636"/>
          <ac:spMkLst>
            <pc:docMk/>
            <pc:sldMk cId="1379941506" sldId="271"/>
            <ac:spMk id="2" creationId="{6421C866-274F-42E7-ABE8-3D60DDB54403}"/>
          </ac:spMkLst>
        </pc:spChg>
        <pc:spChg chg="mod">
          <ac:chgData name="SERGIO SPANO'" userId="3abdd0b9-513e-40ac-aad4-56920065037d" providerId="ADAL" clId="{0034361A-9E12-48AC-A38B-9EBE6F5212D0}" dt="2022-04-04T09:22:26.916" v="1271" actId="14100"/>
          <ac:spMkLst>
            <pc:docMk/>
            <pc:sldMk cId="1379941506" sldId="271"/>
            <ac:spMk id="3" creationId="{1B61F35C-C9A9-4100-9516-1B8EC8DD4BD7}"/>
          </ac:spMkLst>
        </pc:spChg>
        <pc:picChg chg="add mod">
          <ac:chgData name="SERGIO SPANO'" userId="3abdd0b9-513e-40ac-aad4-56920065037d" providerId="ADAL" clId="{0034361A-9E12-48AC-A38B-9EBE6F5212D0}" dt="2022-04-04T09:22:30.416" v="1273" actId="1076"/>
          <ac:picMkLst>
            <pc:docMk/>
            <pc:sldMk cId="1379941506" sldId="271"/>
            <ac:picMk id="6" creationId="{899EB180-DD1C-4A67-943F-02EF7DEF3197}"/>
          </ac:picMkLst>
        </pc:picChg>
      </pc:sldChg>
      <pc:sldChg chg="del">
        <pc:chgData name="SERGIO SPANO'" userId="3abdd0b9-513e-40ac-aad4-56920065037d" providerId="ADAL" clId="{0034361A-9E12-48AC-A38B-9EBE6F5212D0}" dt="2022-04-04T08:26:16.761" v="41" actId="47"/>
        <pc:sldMkLst>
          <pc:docMk/>
          <pc:sldMk cId="2916414287" sldId="271"/>
        </pc:sldMkLst>
      </pc:sldChg>
      <pc:sldChg chg="addSp modSp new mod">
        <pc:chgData name="SERGIO SPANO'" userId="3abdd0b9-513e-40ac-aad4-56920065037d" providerId="ADAL" clId="{0034361A-9E12-48AC-A38B-9EBE6F5212D0}" dt="2022-04-04T09:23:24.257" v="1285" actId="1076"/>
        <pc:sldMkLst>
          <pc:docMk/>
          <pc:sldMk cId="923331695" sldId="272"/>
        </pc:sldMkLst>
        <pc:spChg chg="mod">
          <ac:chgData name="SERGIO SPANO'" userId="3abdd0b9-513e-40ac-aad4-56920065037d" providerId="ADAL" clId="{0034361A-9E12-48AC-A38B-9EBE6F5212D0}" dt="2022-04-04T09:22:57.382" v="1276" actId="27636"/>
          <ac:spMkLst>
            <pc:docMk/>
            <pc:sldMk cId="923331695" sldId="272"/>
            <ac:spMk id="2" creationId="{9E5056C5-516C-4305-9710-EAE175CC86EE}"/>
          </ac:spMkLst>
        </pc:spChg>
        <pc:spChg chg="mod">
          <ac:chgData name="SERGIO SPANO'" userId="3abdd0b9-513e-40ac-aad4-56920065037d" providerId="ADAL" clId="{0034361A-9E12-48AC-A38B-9EBE6F5212D0}" dt="2022-04-04T09:23:20.218" v="1282" actId="14100"/>
          <ac:spMkLst>
            <pc:docMk/>
            <pc:sldMk cId="923331695" sldId="272"/>
            <ac:spMk id="3" creationId="{3C235673-A5C3-41C0-B9D4-2271F4537CFC}"/>
          </ac:spMkLst>
        </pc:spChg>
        <pc:picChg chg="add mod">
          <ac:chgData name="SERGIO SPANO'" userId="3abdd0b9-513e-40ac-aad4-56920065037d" providerId="ADAL" clId="{0034361A-9E12-48AC-A38B-9EBE6F5212D0}" dt="2022-04-04T09:23:24.257" v="1285" actId="1076"/>
          <ac:picMkLst>
            <pc:docMk/>
            <pc:sldMk cId="923331695" sldId="272"/>
            <ac:picMk id="6" creationId="{3F0AF96B-7D5D-491C-B5CB-7A209BF2CD72}"/>
          </ac:picMkLst>
        </pc:picChg>
      </pc:sldChg>
      <pc:sldChg chg="del">
        <pc:chgData name="SERGIO SPANO'" userId="3abdd0b9-513e-40ac-aad4-56920065037d" providerId="ADAL" clId="{0034361A-9E12-48AC-A38B-9EBE6F5212D0}" dt="2022-04-04T08:26:16.930" v="42" actId="47"/>
        <pc:sldMkLst>
          <pc:docMk/>
          <pc:sldMk cId="2503590128" sldId="272"/>
        </pc:sldMkLst>
      </pc:sldChg>
      <pc:sldChg chg="addSp delSp modSp new mod">
        <pc:chgData name="SERGIO SPANO'" userId="3abdd0b9-513e-40ac-aad4-56920065037d" providerId="ADAL" clId="{0034361A-9E12-48AC-A38B-9EBE6F5212D0}" dt="2022-04-04T09:23:54.700" v="1297" actId="14100"/>
        <pc:sldMkLst>
          <pc:docMk/>
          <pc:sldMk cId="1063853208" sldId="273"/>
        </pc:sldMkLst>
        <pc:spChg chg="mod">
          <ac:chgData name="SERGIO SPANO'" userId="3abdd0b9-513e-40ac-aad4-56920065037d" providerId="ADAL" clId="{0034361A-9E12-48AC-A38B-9EBE6F5212D0}" dt="2022-04-04T09:23:41.464" v="1292" actId="20577"/>
          <ac:spMkLst>
            <pc:docMk/>
            <pc:sldMk cId="1063853208" sldId="273"/>
            <ac:spMk id="2" creationId="{8EBFD467-3DD6-428F-97E7-423A53930231}"/>
          </ac:spMkLst>
        </pc:spChg>
        <pc:spChg chg="del">
          <ac:chgData name="SERGIO SPANO'" userId="3abdd0b9-513e-40ac-aad4-56920065037d" providerId="ADAL" clId="{0034361A-9E12-48AC-A38B-9EBE6F5212D0}" dt="2022-04-04T09:23:45.928" v="1293" actId="478"/>
          <ac:spMkLst>
            <pc:docMk/>
            <pc:sldMk cId="1063853208" sldId="273"/>
            <ac:spMk id="3" creationId="{0DB9F73E-9358-4B62-8C8D-E630D6B62410}"/>
          </ac:spMkLst>
        </pc:spChg>
        <pc:picChg chg="add mod">
          <ac:chgData name="SERGIO SPANO'" userId="3abdd0b9-513e-40ac-aad4-56920065037d" providerId="ADAL" clId="{0034361A-9E12-48AC-A38B-9EBE6F5212D0}" dt="2022-04-04T09:23:54.700" v="1297" actId="14100"/>
          <ac:picMkLst>
            <pc:docMk/>
            <pc:sldMk cId="1063853208" sldId="273"/>
            <ac:picMk id="6" creationId="{3095B71E-9BD6-42EA-91C7-F3F1DECC8CBD}"/>
          </ac:picMkLst>
        </pc:picChg>
      </pc:sldChg>
      <pc:sldChg chg="del">
        <pc:chgData name="SERGIO SPANO'" userId="3abdd0b9-513e-40ac-aad4-56920065037d" providerId="ADAL" clId="{0034361A-9E12-48AC-A38B-9EBE6F5212D0}" dt="2022-04-04T08:26:17.432" v="43" actId="47"/>
        <pc:sldMkLst>
          <pc:docMk/>
          <pc:sldMk cId="3168054203" sldId="273"/>
        </pc:sldMkLst>
      </pc:sldChg>
      <pc:sldChg chg="addSp modSp new mod">
        <pc:chgData name="SERGIO SPANO'" userId="3abdd0b9-513e-40ac-aad4-56920065037d" providerId="ADAL" clId="{0034361A-9E12-48AC-A38B-9EBE6F5212D0}" dt="2022-04-04T09:32:01.020" v="1342" actId="1076"/>
        <pc:sldMkLst>
          <pc:docMk/>
          <pc:sldMk cId="1566194581" sldId="274"/>
        </pc:sldMkLst>
        <pc:spChg chg="mod">
          <ac:chgData name="SERGIO SPANO'" userId="3abdd0b9-513e-40ac-aad4-56920065037d" providerId="ADAL" clId="{0034361A-9E12-48AC-A38B-9EBE6F5212D0}" dt="2022-04-04T09:30:29.280" v="1304" actId="20577"/>
          <ac:spMkLst>
            <pc:docMk/>
            <pc:sldMk cId="1566194581" sldId="274"/>
            <ac:spMk id="2" creationId="{33EACE30-7198-41A6-8E7E-C1C44CF731C8}"/>
          </ac:spMkLst>
        </pc:spChg>
        <pc:spChg chg="mod">
          <ac:chgData name="SERGIO SPANO'" userId="3abdd0b9-513e-40ac-aad4-56920065037d" providerId="ADAL" clId="{0034361A-9E12-48AC-A38B-9EBE6F5212D0}" dt="2022-04-04T09:31:44.264" v="1338" actId="14100"/>
          <ac:spMkLst>
            <pc:docMk/>
            <pc:sldMk cId="1566194581" sldId="274"/>
            <ac:spMk id="3" creationId="{5906CC1E-AF10-427D-B541-4E4A560F2AAB}"/>
          </ac:spMkLst>
        </pc:spChg>
        <pc:picChg chg="add mod">
          <ac:chgData name="SERGIO SPANO'" userId="3abdd0b9-513e-40ac-aad4-56920065037d" providerId="ADAL" clId="{0034361A-9E12-48AC-A38B-9EBE6F5212D0}" dt="2022-04-04T09:32:01.020" v="1342" actId="1076"/>
          <ac:picMkLst>
            <pc:docMk/>
            <pc:sldMk cId="1566194581" sldId="274"/>
            <ac:picMk id="6" creationId="{133AD9F0-4437-4EBA-BE9C-83F532D102FD}"/>
          </ac:picMkLst>
        </pc:picChg>
      </pc:sldChg>
      <pc:sldChg chg="del">
        <pc:chgData name="SERGIO SPANO'" userId="3abdd0b9-513e-40ac-aad4-56920065037d" providerId="ADAL" clId="{0034361A-9E12-48AC-A38B-9EBE6F5212D0}" dt="2022-04-04T08:26:17.442" v="44" actId="47"/>
        <pc:sldMkLst>
          <pc:docMk/>
          <pc:sldMk cId="3798802901" sldId="274"/>
        </pc:sldMkLst>
      </pc:sldChg>
      <pc:sldChg chg="del">
        <pc:chgData name="SERGIO SPANO'" userId="3abdd0b9-513e-40ac-aad4-56920065037d" providerId="ADAL" clId="{0034361A-9E12-48AC-A38B-9EBE6F5212D0}" dt="2022-04-04T08:26:17.456" v="45" actId="47"/>
        <pc:sldMkLst>
          <pc:docMk/>
          <pc:sldMk cId="394788787" sldId="275"/>
        </pc:sldMkLst>
      </pc:sldChg>
      <pc:sldChg chg="add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696425532" sldId="275"/>
        </pc:sldMkLst>
        <pc:spChg chg="mod">
          <ac:chgData name="SERGIO SPANO'" userId="3abdd0b9-513e-40ac-aad4-56920065037d" providerId="ADAL" clId="{0034361A-9E12-48AC-A38B-9EBE6F5212D0}" dt="2022-04-04T09:32:45.508" v="1345" actId="27636"/>
          <ac:spMkLst>
            <pc:docMk/>
            <pc:sldMk cId="1696425532" sldId="275"/>
            <ac:spMk id="2" creationId="{EB44FE1C-E538-4341-A8F2-8FC32985639F}"/>
          </ac:spMkLst>
        </pc:spChg>
        <pc:spChg chg="mod">
          <ac:chgData name="SERGIO SPANO'" userId="3abdd0b9-513e-40ac-aad4-56920065037d" providerId="ADAL" clId="{0034361A-9E12-48AC-A38B-9EBE6F5212D0}" dt="2022-04-04T09:32:50.040" v="1346"/>
          <ac:spMkLst>
            <pc:docMk/>
            <pc:sldMk cId="1696425532" sldId="275"/>
            <ac:spMk id="3" creationId="{A9BC7EDD-B56B-4894-B464-9C2FF2A0E385}"/>
          </ac:spMkLst>
        </pc:spChg>
        <pc:picChg chg="add mod">
          <ac:chgData name="SERGIO SPANO'" userId="3abdd0b9-513e-40ac-aad4-56920065037d" providerId="ADAL" clId="{0034361A-9E12-48AC-A38B-9EBE6F5212D0}" dt="2022-04-04T09:33:00.228" v="1350" actId="1076"/>
          <ac:picMkLst>
            <pc:docMk/>
            <pc:sldMk cId="1696425532" sldId="275"/>
            <ac:picMk id="6" creationId="{3EC46310-548A-47A3-BA66-8B08752CE772}"/>
          </ac:picMkLst>
        </pc:picChg>
      </pc:sldChg>
      <pc:sldChg chg="add">
        <pc:chgData name="SERGIO SPANO'" userId="3abdd0b9-513e-40ac-aad4-56920065037d" providerId="ADAL" clId="{0034361A-9E12-48AC-A38B-9EBE6F5212D0}" dt="2022-04-04T09:36:16.286" v="1370"/>
        <pc:sldMkLst>
          <pc:docMk/>
          <pc:sldMk cId="3320012960" sldId="275"/>
        </pc:sldMkLst>
      </pc:sldChg>
      <pc:sldChg chg="addSp delSp modSp add mod">
        <pc:chgData name="SERGIO SPANO'" userId="3abdd0b9-513e-40ac-aad4-56920065037d" providerId="ADAL" clId="{0034361A-9E12-48AC-A38B-9EBE6F5212D0}" dt="2022-04-04T09:40:27.361" v="1664" actId="20577"/>
        <pc:sldMkLst>
          <pc:docMk/>
          <pc:sldMk cId="1094222998" sldId="276"/>
        </pc:sldMkLst>
        <pc:spChg chg="mod">
          <ac:chgData name="SERGIO SPANO'" userId="3abdd0b9-513e-40ac-aad4-56920065037d" providerId="ADAL" clId="{0034361A-9E12-48AC-A38B-9EBE6F5212D0}" dt="2022-04-04T09:39:11.145" v="1573" actId="20577"/>
          <ac:spMkLst>
            <pc:docMk/>
            <pc:sldMk cId="1094222998" sldId="276"/>
            <ac:spMk id="2" creationId="{E97ED0AA-9878-460C-B1FD-BE786E9AC193}"/>
          </ac:spMkLst>
        </pc:spChg>
        <pc:spChg chg="del">
          <ac:chgData name="SERGIO SPANO'" userId="3abdd0b9-513e-40ac-aad4-56920065037d" providerId="ADAL" clId="{0034361A-9E12-48AC-A38B-9EBE6F5212D0}" dt="2022-04-04T09:38:25.328" v="1554" actId="478"/>
          <ac:spMkLst>
            <pc:docMk/>
            <pc:sldMk cId="1094222998" sldId="276"/>
            <ac:spMk id="3" creationId="{CEBA63BE-5C00-429D-87F8-68F443AE0D32}"/>
          </ac:spMkLst>
        </pc:spChg>
        <pc:spChg chg="add del mod">
          <ac:chgData name="SERGIO SPANO'" userId="3abdd0b9-513e-40ac-aad4-56920065037d" providerId="ADAL" clId="{0034361A-9E12-48AC-A38B-9EBE6F5212D0}" dt="2022-04-04T09:38:27.852" v="1555" actId="478"/>
          <ac:spMkLst>
            <pc:docMk/>
            <pc:sldMk cId="1094222998" sldId="276"/>
            <ac:spMk id="7" creationId="{3AF23C69-752D-4BE1-8D3F-C31DB83D85BB}"/>
          </ac:spMkLst>
        </pc:spChg>
        <pc:spChg chg="add mod">
          <ac:chgData name="SERGIO SPANO'" userId="3abdd0b9-513e-40ac-aad4-56920065037d" providerId="ADAL" clId="{0034361A-9E12-48AC-A38B-9EBE6F5212D0}" dt="2022-04-04T09:40:27.361" v="1664" actId="20577"/>
          <ac:spMkLst>
            <pc:docMk/>
            <pc:sldMk cId="1094222998" sldId="276"/>
            <ac:spMk id="13" creationId="{00B7C921-DEE8-43E9-9673-50A428E20376}"/>
          </ac:spMkLst>
        </pc:spChg>
        <pc:picChg chg="add mod">
          <ac:chgData name="SERGIO SPANO'" userId="3abdd0b9-513e-40ac-aad4-56920065037d" providerId="ADAL" clId="{0034361A-9E12-48AC-A38B-9EBE6F5212D0}" dt="2022-04-04T09:39:01.752" v="1563" actId="1076"/>
          <ac:picMkLst>
            <pc:docMk/>
            <pc:sldMk cId="1094222998" sldId="276"/>
            <ac:picMk id="9" creationId="{C8BA915E-878B-410F-B9BC-715E56B8FE08}"/>
          </ac:picMkLst>
        </pc:picChg>
        <pc:picChg chg="add del mod">
          <ac:chgData name="SERGIO SPANO'" userId="3abdd0b9-513e-40ac-aad4-56920065037d" providerId="ADAL" clId="{0034361A-9E12-48AC-A38B-9EBE6F5212D0}" dt="2022-04-04T09:38:55.847" v="1559" actId="478"/>
          <ac:picMkLst>
            <pc:docMk/>
            <pc:sldMk cId="1094222998" sldId="276"/>
            <ac:picMk id="10" creationId="{055D6E70-0A4F-412D-B5EA-47EA0E735889}"/>
          </ac:picMkLst>
        </pc:picChg>
        <pc:picChg chg="add mod">
          <ac:chgData name="SERGIO SPANO'" userId="3abdd0b9-513e-40ac-aad4-56920065037d" providerId="ADAL" clId="{0034361A-9E12-48AC-A38B-9EBE6F5212D0}" dt="2022-04-04T09:39:14.822" v="1574" actId="1076"/>
          <ac:picMkLst>
            <pc:docMk/>
            <pc:sldMk cId="1094222998" sldId="276"/>
            <ac:picMk id="11" creationId="{0A2145BA-D1DE-442A-A167-F4D254158969}"/>
          </ac:picMkLst>
        </pc:picChg>
        <pc:picChg chg="del">
          <ac:chgData name="SERGIO SPANO'" userId="3abdd0b9-513e-40ac-aad4-56920065037d" providerId="ADAL" clId="{0034361A-9E12-48AC-A38B-9EBE6F5212D0}" dt="2022-04-04T09:38:22.086" v="1550" actId="478"/>
          <ac:picMkLst>
            <pc:docMk/>
            <pc:sldMk cId="1094222998" sldId="276"/>
            <ac:picMk id="19" creationId="{0EEEB728-8A74-4546-84EA-3A93642A6B74}"/>
          </ac:picMkLst>
        </pc:picChg>
      </pc:sldChg>
      <pc:sldChg chg="del">
        <pc:chgData name="SERGIO SPANO'" userId="3abdd0b9-513e-40ac-aad4-56920065037d" providerId="ADAL" clId="{0034361A-9E12-48AC-A38B-9EBE6F5212D0}" dt="2022-04-04T08:26:17.519" v="46" actId="47"/>
        <pc:sldMkLst>
          <pc:docMk/>
          <pc:sldMk cId="1250271747" sldId="276"/>
        </pc:sldMkLst>
      </pc:sldChg>
      <pc:sldChg chg="addSp del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551214867" sldId="276"/>
        </pc:sldMkLst>
        <pc:spChg chg="mod">
          <ac:chgData name="SERGIO SPANO'" userId="3abdd0b9-513e-40ac-aad4-56920065037d" providerId="ADAL" clId="{0034361A-9E12-48AC-A38B-9EBE6F5212D0}" dt="2022-04-04T09:34:52.397" v="1353" actId="27636"/>
          <ac:spMkLst>
            <pc:docMk/>
            <pc:sldMk cId="1551214867" sldId="276"/>
            <ac:spMk id="2" creationId="{E97ED0AA-9878-460C-B1FD-BE786E9AC193}"/>
          </ac:spMkLst>
        </pc:spChg>
        <pc:spChg chg="mod">
          <ac:chgData name="SERGIO SPANO'" userId="3abdd0b9-513e-40ac-aad4-56920065037d" providerId="ADAL" clId="{0034361A-9E12-48AC-A38B-9EBE6F5212D0}" dt="2022-04-04T09:35:11.785" v="1363" actId="14100"/>
          <ac:spMkLst>
            <pc:docMk/>
            <pc:sldMk cId="1551214867" sldId="276"/>
            <ac:spMk id="3" creationId="{CEBA63BE-5C00-429D-87F8-68F443AE0D32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7" creationId="{E980D56F-B708-4D53-BF72-43ECFBE90235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8" creationId="{A7ACC4BC-BFB0-4323-B936-09F9E12AA2BC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9" creationId="{C7CEEB5E-626D-48EF-8BEE-CDF914A0F958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4" creationId="{A82BC90B-B7AC-4BEA-9BF0-60EE0CAEFE4D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5" creationId="{FDC8BCE4-13E3-43EA-9D11-52ADDEDAD6B4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6" creationId="{13B0FBDD-621E-4A9B-A671-6FB5A7C13523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7" creationId="{B785BE47-8B82-44A2-A13F-C88B76142D3B}"/>
          </ac:spMkLst>
        </pc:spChg>
        <pc:grpChg chg="add del mod">
          <ac:chgData name="SERGIO SPANO'" userId="3abdd0b9-513e-40ac-aad4-56920065037d" providerId="ADAL" clId="{0034361A-9E12-48AC-A38B-9EBE6F5212D0}" dt="2022-04-04T09:35:19.055" v="1365"/>
          <ac:grpSpMkLst>
            <pc:docMk/>
            <pc:sldMk cId="1551214867" sldId="276"/>
            <ac:grpSpMk id="6" creationId="{28E955F0-B2D6-484F-8B69-B27884954527}"/>
          </ac:grpSpMkLst>
        </pc:grpChg>
        <pc:picChg chg="add mod">
          <ac:chgData name="SERGIO SPANO'" userId="3abdd0b9-513e-40ac-aad4-56920065037d" providerId="ADAL" clId="{0034361A-9E12-48AC-A38B-9EBE6F5212D0}" dt="2022-04-04T09:35:23.181" v="1368" actId="1076"/>
          <ac:picMkLst>
            <pc:docMk/>
            <pc:sldMk cId="1551214867" sldId="276"/>
            <ac:picMk id="19" creationId="{0EEEB728-8A74-4546-84EA-3A93642A6B74}"/>
          </ac:picMkLst>
        </pc:pic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0" creationId="{59ED55D2-8201-4466-A899-639B7C4EF16A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1" creationId="{300B90A6-5B9B-4723-BD46-9C0D9E4F2CFE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2" creationId="{B0B52D4B-92E6-4878-9B32-6D2D627AB998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3" creationId="{083BBC1C-5E23-49F7-B2ED-DFEA54AE4A2F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8" creationId="{EA4E462A-4C44-4F44-B489-CB44FA44B44E}"/>
          </ac:cxnSpMkLst>
        </pc:cxnChg>
      </pc:sldChg>
      <pc:sldChg chg="del">
        <pc:chgData name="SERGIO SPANO'" userId="3abdd0b9-513e-40ac-aad4-56920065037d" providerId="ADAL" clId="{0034361A-9E12-48AC-A38B-9EBE6F5212D0}" dt="2022-04-04T08:26:17.566" v="47" actId="47"/>
        <pc:sldMkLst>
          <pc:docMk/>
          <pc:sldMk cId="1221387922" sldId="277"/>
        </pc:sldMkLst>
      </pc:sldChg>
      <pc:sldChg chg="addSp delSp modSp new mod">
        <pc:chgData name="SERGIO SPANO'" userId="3abdd0b9-513e-40ac-aad4-56920065037d" providerId="ADAL" clId="{0034361A-9E12-48AC-A38B-9EBE6F5212D0}" dt="2022-04-04T09:38:05.713" v="1549" actId="1076"/>
        <pc:sldMkLst>
          <pc:docMk/>
          <pc:sldMk cId="3451030804" sldId="277"/>
        </pc:sldMkLst>
        <pc:spChg chg="mod">
          <ac:chgData name="SERGIO SPANO'" userId="3abdd0b9-513e-40ac-aad4-56920065037d" providerId="ADAL" clId="{0034361A-9E12-48AC-A38B-9EBE6F5212D0}" dt="2022-04-04T09:36:35.176" v="1397" actId="20577"/>
          <ac:spMkLst>
            <pc:docMk/>
            <pc:sldMk cId="3451030804" sldId="277"/>
            <ac:spMk id="2" creationId="{E736685E-995C-411E-90E1-0BEFE58E0EA4}"/>
          </ac:spMkLst>
        </pc:spChg>
        <pc:spChg chg="del">
          <ac:chgData name="SERGIO SPANO'" userId="3abdd0b9-513e-40ac-aad4-56920065037d" providerId="ADAL" clId="{0034361A-9E12-48AC-A38B-9EBE6F5212D0}" dt="2022-04-04T09:36:42.255" v="1398" actId="478"/>
          <ac:spMkLst>
            <pc:docMk/>
            <pc:sldMk cId="3451030804" sldId="277"/>
            <ac:spMk id="3" creationId="{F4B130CE-2792-4AD6-95D9-79D149DC1B57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8" creationId="{C0BF1651-E1EE-4E39-A5CE-8025012E107B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9" creationId="{DA4C5FA9-14B8-4FCB-8A1A-2889DCB79DF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0" creationId="{471F41E4-115B-4C64-B063-52DE05D676EE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5" creationId="{27B46950-E61C-4E94-901F-DCB8CF4C5A43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6" creationId="{49D457A3-D47B-4336-90DC-1DA26B6DD4A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7" creationId="{0A1FA84D-0C34-4E82-BFE5-9042C6DC6724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8" creationId="{001CCF6E-66AF-4D02-AF86-63C55DF7A241}"/>
          </ac:spMkLst>
        </pc:spChg>
        <pc:spChg chg="add mod">
          <ac:chgData name="SERGIO SPANO'" userId="3abdd0b9-513e-40ac-aad4-56920065037d" providerId="ADAL" clId="{0034361A-9E12-48AC-A38B-9EBE6F5212D0}" dt="2022-04-04T09:38:05.713" v="1549" actId="1076"/>
          <ac:spMkLst>
            <pc:docMk/>
            <pc:sldMk cId="3451030804" sldId="277"/>
            <ac:spMk id="21" creationId="{DB03DC57-AACE-4ECA-8D35-181E0B445093}"/>
          </ac:spMkLst>
        </pc:spChg>
        <pc:grpChg chg="add del mod">
          <ac:chgData name="SERGIO SPANO'" userId="3abdd0b9-513e-40ac-aad4-56920065037d" providerId="ADAL" clId="{0034361A-9E12-48AC-A38B-9EBE6F5212D0}" dt="2022-04-04T09:37:03.501" v="1403"/>
          <ac:grpSpMkLst>
            <pc:docMk/>
            <pc:sldMk cId="3451030804" sldId="277"/>
            <ac:grpSpMk id="7" creationId="{9F7982F9-9BF0-4001-89C0-E351F4C562A4}"/>
          </ac:grpSpMkLst>
        </pc:grpChg>
        <pc:picChg chg="add mod">
          <ac:chgData name="SERGIO SPANO'" userId="3abdd0b9-513e-40ac-aad4-56920065037d" providerId="ADAL" clId="{0034361A-9E12-48AC-A38B-9EBE6F5212D0}" dt="2022-04-04T09:37:10.372" v="1407" actId="1076"/>
          <ac:picMkLst>
            <pc:docMk/>
            <pc:sldMk cId="3451030804" sldId="277"/>
            <ac:picMk id="6" creationId="{D113CC74-0D68-4D36-A919-9AB88213422B}"/>
          </ac:picMkLst>
        </pc:picChg>
        <pc:picChg chg="add mod">
          <ac:chgData name="SERGIO SPANO'" userId="3abdd0b9-513e-40ac-aad4-56920065037d" providerId="ADAL" clId="{0034361A-9E12-48AC-A38B-9EBE6F5212D0}" dt="2022-04-04T09:37:11.418" v="1408" actId="1076"/>
          <ac:picMkLst>
            <pc:docMk/>
            <pc:sldMk cId="3451030804" sldId="277"/>
            <ac:picMk id="20" creationId="{24BAD2BE-E7DC-45F6-8C91-BB4C8874A2BF}"/>
          </ac:picMkLst>
        </pc:pic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1" creationId="{CA667E03-7760-44A0-918B-D2D4CADCFE8B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2" creationId="{D920871D-E707-408B-9348-97EF36491DE3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3" creationId="{61B1E902-9287-47B6-A4E7-4A7BB10ECFA8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4" creationId="{8B92C023-C230-457F-B50F-0B05D412AF77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9" creationId="{E0BA401F-5510-4F10-8991-186D055CA94A}"/>
          </ac:cxnSpMkLst>
        </pc:cxnChg>
      </pc:sld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2-03-31T12:21:36.799" v="2643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2-03-31T10:04:32.945" v="507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2-03-31T10:04:32.945" v="507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3-31T10:21:44.685" v="1052" actId="1076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3-31T10:21:05.148" v="1045" actId="14100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mod">
          <ac:chgData name="SERGIO SPANO'" userId="3abdd0b9-513e-40ac-aad4-56920065037d" providerId="ADAL" clId="{EF38FB83-84DE-44DD-A1FE-F6045F02048F}" dt="2022-03-31T10:21:44.685" v="1052" actId="1076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3-31T10:58:48.569" v="2028" actId="114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3-31T10:58:48.569" v="2028" actId="114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  <pc:docChgLst>
    <pc:chgData name="SERGIO SPANO'" userId="3abdd0b9-513e-40ac-aad4-56920065037d" providerId="ADAL" clId="{FF5B9BE1-F2B7-48BD-8D52-77CB7C9ABADF}"/>
    <pc:docChg chg="undo redo custSel addSld delSld modSld">
      <pc:chgData name="SERGIO SPANO'" userId="3abdd0b9-513e-40ac-aad4-56920065037d" providerId="ADAL" clId="{FF5B9BE1-F2B7-48BD-8D52-77CB7C9ABADF}" dt="2022-04-06T13:06:46.311" v="680" actId="1076"/>
      <pc:docMkLst>
        <pc:docMk/>
      </pc:docMkLst>
      <pc:sldChg chg="modSp mod">
        <pc:chgData name="SERGIO SPANO'" userId="3abdd0b9-513e-40ac-aad4-56920065037d" providerId="ADAL" clId="{FF5B9BE1-F2B7-48BD-8D52-77CB7C9ABADF}" dt="2022-04-06T11:25:15.552" v="68" actId="1076"/>
        <pc:sldMkLst>
          <pc:docMk/>
          <pc:sldMk cId="3676927149" sldId="256"/>
        </pc:sldMkLst>
        <pc:spChg chg="mod">
          <ac:chgData name="SERGIO SPANO'" userId="3abdd0b9-513e-40ac-aad4-56920065037d" providerId="ADAL" clId="{FF5B9BE1-F2B7-48BD-8D52-77CB7C9ABADF}" dt="2022-04-06T11:25:15.552" v="68" actId="1076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FF5B9BE1-F2B7-48BD-8D52-77CB7C9ABADF}" dt="2022-04-06T11:25:04.360" v="48" actId="47"/>
        <pc:sldMkLst>
          <pc:docMk/>
          <pc:sldMk cId="1297370464" sldId="257"/>
        </pc:sldMkLst>
      </pc:sldChg>
      <pc:sldChg chg="addSp modSp new mod">
        <pc:chgData name="SERGIO SPANO'" userId="3abdd0b9-513e-40ac-aad4-56920065037d" providerId="ADAL" clId="{FF5B9BE1-F2B7-48BD-8D52-77CB7C9ABADF}" dt="2022-04-06T11:26:42.382" v="122" actId="1076"/>
        <pc:sldMkLst>
          <pc:docMk/>
          <pc:sldMk cId="3085469541" sldId="257"/>
        </pc:sldMkLst>
        <pc:spChg chg="mod">
          <ac:chgData name="SERGIO SPANO'" userId="3abdd0b9-513e-40ac-aad4-56920065037d" providerId="ADAL" clId="{FF5B9BE1-F2B7-48BD-8D52-77CB7C9ABADF}" dt="2022-04-06T11:25:32.500" v="101" actId="20577"/>
          <ac:spMkLst>
            <pc:docMk/>
            <pc:sldMk cId="3085469541" sldId="257"/>
            <ac:spMk id="2" creationId="{8571880B-99EF-4A2C-9EB6-5A64715D5A2C}"/>
          </ac:spMkLst>
        </pc:spChg>
        <pc:spChg chg="mod">
          <ac:chgData name="SERGIO SPANO'" userId="3abdd0b9-513e-40ac-aad4-56920065037d" providerId="ADAL" clId="{FF5B9BE1-F2B7-48BD-8D52-77CB7C9ABADF}" dt="2022-04-06T11:26:41.404" v="121" actId="14100"/>
          <ac:spMkLst>
            <pc:docMk/>
            <pc:sldMk cId="3085469541" sldId="257"/>
            <ac:spMk id="3" creationId="{8E1F9505-ABCA-4791-9FFA-094DF30F5FFA}"/>
          </ac:spMkLst>
        </pc:spChg>
        <pc:picChg chg="add mod">
          <ac:chgData name="SERGIO SPANO'" userId="3abdd0b9-513e-40ac-aad4-56920065037d" providerId="ADAL" clId="{FF5B9BE1-F2B7-48BD-8D52-77CB7C9ABADF}" dt="2022-04-06T11:26:42.382" v="122" actId="1076"/>
          <ac:picMkLst>
            <pc:docMk/>
            <pc:sldMk cId="3085469541" sldId="257"/>
            <ac:picMk id="5" creationId="{365F6DE0-28B5-4229-8FDB-77960BEBF840}"/>
          </ac:picMkLst>
        </pc:picChg>
      </pc:sldChg>
      <pc:sldChg chg="addSp modSp new mod">
        <pc:chgData name="SERGIO SPANO'" userId="3abdd0b9-513e-40ac-aad4-56920065037d" providerId="ADAL" clId="{FF5B9BE1-F2B7-48BD-8D52-77CB7C9ABADF}" dt="2022-04-06T11:28:49.041" v="171" actId="113"/>
        <pc:sldMkLst>
          <pc:docMk/>
          <pc:sldMk cId="1234788682" sldId="258"/>
        </pc:sldMkLst>
        <pc:spChg chg="mod">
          <ac:chgData name="SERGIO SPANO'" userId="3abdd0b9-513e-40ac-aad4-56920065037d" providerId="ADAL" clId="{FF5B9BE1-F2B7-48BD-8D52-77CB7C9ABADF}" dt="2022-04-06T11:27:00.810" v="160" actId="20577"/>
          <ac:spMkLst>
            <pc:docMk/>
            <pc:sldMk cId="1234788682" sldId="258"/>
            <ac:spMk id="2" creationId="{E69022C3-4D42-4E91-A0C0-FE9AC9167FF1}"/>
          </ac:spMkLst>
        </pc:spChg>
        <pc:spChg chg="mod">
          <ac:chgData name="SERGIO SPANO'" userId="3abdd0b9-513e-40ac-aad4-56920065037d" providerId="ADAL" clId="{FF5B9BE1-F2B7-48BD-8D52-77CB7C9ABADF}" dt="2022-04-06T11:28:49.041" v="171" actId="113"/>
          <ac:spMkLst>
            <pc:docMk/>
            <pc:sldMk cId="1234788682" sldId="258"/>
            <ac:spMk id="3" creationId="{E806DF7C-C74E-4916-B953-3854687B35D8}"/>
          </ac:spMkLst>
        </pc:spChg>
        <pc:picChg chg="add mod">
          <ac:chgData name="SERGIO SPANO'" userId="3abdd0b9-513e-40ac-aad4-56920065037d" providerId="ADAL" clId="{FF5B9BE1-F2B7-48BD-8D52-77CB7C9ABADF}" dt="2022-04-06T11:27:28.047" v="170" actId="1076"/>
          <ac:picMkLst>
            <pc:docMk/>
            <pc:sldMk cId="1234788682" sldId="258"/>
            <ac:picMk id="5" creationId="{81A689D3-F1CB-405A-930D-D72A14E7EAE6}"/>
          </ac:picMkLst>
        </pc:picChg>
      </pc:sldChg>
      <pc:sldChg chg="del">
        <pc:chgData name="SERGIO SPANO'" userId="3abdd0b9-513e-40ac-aad4-56920065037d" providerId="ADAL" clId="{FF5B9BE1-F2B7-48BD-8D52-77CB7C9ABADF}" dt="2022-04-06T11:25:04.879" v="49" actId="47"/>
        <pc:sldMkLst>
          <pc:docMk/>
          <pc:sldMk cId="2876876438" sldId="258"/>
        </pc:sldMkLst>
      </pc:sldChg>
      <pc:sldChg chg="modSp new mod">
        <pc:chgData name="SERGIO SPANO'" userId="3abdd0b9-513e-40ac-aad4-56920065037d" providerId="ADAL" clId="{FF5B9BE1-F2B7-48BD-8D52-77CB7C9ABADF}" dt="2022-04-06T11:37:06.049" v="196" actId="20577"/>
        <pc:sldMkLst>
          <pc:docMk/>
          <pc:sldMk cId="213031517" sldId="259"/>
        </pc:sldMkLst>
        <pc:spChg chg="mod">
          <ac:chgData name="SERGIO SPANO'" userId="3abdd0b9-513e-40ac-aad4-56920065037d" providerId="ADAL" clId="{FF5B9BE1-F2B7-48BD-8D52-77CB7C9ABADF}" dt="2022-04-06T11:36:26.501" v="178" actId="20577"/>
          <ac:spMkLst>
            <pc:docMk/>
            <pc:sldMk cId="213031517" sldId="259"/>
            <ac:spMk id="2" creationId="{FB08A7BA-B0CB-4E74-A34D-C17DC7139209}"/>
          </ac:spMkLst>
        </pc:spChg>
        <pc:spChg chg="mod">
          <ac:chgData name="SERGIO SPANO'" userId="3abdd0b9-513e-40ac-aad4-56920065037d" providerId="ADAL" clId="{FF5B9BE1-F2B7-48BD-8D52-77CB7C9ABADF}" dt="2022-04-06T11:37:06.049" v="196" actId="20577"/>
          <ac:spMkLst>
            <pc:docMk/>
            <pc:sldMk cId="213031517" sldId="259"/>
            <ac:spMk id="3" creationId="{212720A5-63CE-4820-806C-526E7600CFFC}"/>
          </ac:spMkLst>
        </pc:spChg>
      </pc:sldChg>
      <pc:sldChg chg="del">
        <pc:chgData name="SERGIO SPANO'" userId="3abdd0b9-513e-40ac-aad4-56920065037d" providerId="ADAL" clId="{FF5B9BE1-F2B7-48BD-8D52-77CB7C9ABADF}" dt="2022-04-06T11:25:04.932" v="50" actId="47"/>
        <pc:sldMkLst>
          <pc:docMk/>
          <pc:sldMk cId="286617629" sldId="259"/>
        </pc:sldMkLst>
      </pc:sldChg>
      <pc:sldChg chg="modSp new mod">
        <pc:chgData name="SERGIO SPANO'" userId="3abdd0b9-513e-40ac-aad4-56920065037d" providerId="ADAL" clId="{FF5B9BE1-F2B7-48BD-8D52-77CB7C9ABADF}" dt="2022-04-06T11:38:32.414" v="330" actId="27636"/>
        <pc:sldMkLst>
          <pc:docMk/>
          <pc:sldMk cId="1843171920" sldId="260"/>
        </pc:sldMkLst>
        <pc:spChg chg="mod">
          <ac:chgData name="SERGIO SPANO'" userId="3abdd0b9-513e-40ac-aad4-56920065037d" providerId="ADAL" clId="{FF5B9BE1-F2B7-48BD-8D52-77CB7C9ABADF}" dt="2022-04-06T11:37:32.600" v="238" actId="20577"/>
          <ac:spMkLst>
            <pc:docMk/>
            <pc:sldMk cId="1843171920" sldId="260"/>
            <ac:spMk id="2" creationId="{264554A1-73B9-40E5-8D84-47E0AFEF8A43}"/>
          </ac:spMkLst>
        </pc:spChg>
        <pc:spChg chg="mod">
          <ac:chgData name="SERGIO SPANO'" userId="3abdd0b9-513e-40ac-aad4-56920065037d" providerId="ADAL" clId="{FF5B9BE1-F2B7-48BD-8D52-77CB7C9ABADF}" dt="2022-04-06T11:38:32.414" v="330" actId="27636"/>
          <ac:spMkLst>
            <pc:docMk/>
            <pc:sldMk cId="1843171920" sldId="260"/>
            <ac:spMk id="3" creationId="{AF59F3CD-02A0-419F-8FE7-AB4C40E449E6}"/>
          </ac:spMkLst>
        </pc:spChg>
      </pc:sldChg>
      <pc:sldChg chg="del">
        <pc:chgData name="SERGIO SPANO'" userId="3abdd0b9-513e-40ac-aad4-56920065037d" providerId="ADAL" clId="{FF5B9BE1-F2B7-48BD-8D52-77CB7C9ABADF}" dt="2022-04-06T11:25:04.973" v="51" actId="47"/>
        <pc:sldMkLst>
          <pc:docMk/>
          <pc:sldMk cId="2771526278" sldId="260"/>
        </pc:sldMkLst>
      </pc:sldChg>
      <pc:sldChg chg="del">
        <pc:chgData name="SERGIO SPANO'" userId="3abdd0b9-513e-40ac-aad4-56920065037d" providerId="ADAL" clId="{FF5B9BE1-F2B7-48BD-8D52-77CB7C9ABADF}" dt="2022-04-06T11:25:04.999" v="52" actId="47"/>
        <pc:sldMkLst>
          <pc:docMk/>
          <pc:sldMk cId="2497065577" sldId="261"/>
        </pc:sldMkLst>
      </pc:sldChg>
      <pc:sldChg chg="modSp new mod">
        <pc:chgData name="SERGIO SPANO'" userId="3abdd0b9-513e-40ac-aad4-56920065037d" providerId="ADAL" clId="{FF5B9BE1-F2B7-48BD-8D52-77CB7C9ABADF}" dt="2022-04-06T12:55:13.859" v="373" actId="15"/>
        <pc:sldMkLst>
          <pc:docMk/>
          <pc:sldMk cId="2853228998" sldId="261"/>
        </pc:sldMkLst>
        <pc:spChg chg="mod">
          <ac:chgData name="SERGIO SPANO'" userId="3abdd0b9-513e-40ac-aad4-56920065037d" providerId="ADAL" clId="{FF5B9BE1-F2B7-48BD-8D52-77CB7C9ABADF}" dt="2022-04-06T12:55:04.893" v="370" actId="20577"/>
          <ac:spMkLst>
            <pc:docMk/>
            <pc:sldMk cId="2853228998" sldId="261"/>
            <ac:spMk id="2" creationId="{B779ABD2-58EE-4FA7-AF9D-28FF6834E8ED}"/>
          </ac:spMkLst>
        </pc:spChg>
        <pc:spChg chg="mod">
          <ac:chgData name="SERGIO SPANO'" userId="3abdd0b9-513e-40ac-aad4-56920065037d" providerId="ADAL" clId="{FF5B9BE1-F2B7-48BD-8D52-77CB7C9ABADF}" dt="2022-04-06T12:55:13.859" v="373" actId="15"/>
          <ac:spMkLst>
            <pc:docMk/>
            <pc:sldMk cId="2853228998" sldId="261"/>
            <ac:spMk id="3" creationId="{7C6113C5-7481-45D0-98C1-0E29B0D38B8E}"/>
          </ac:spMkLst>
        </pc:spChg>
      </pc:sldChg>
      <pc:sldChg chg="del">
        <pc:chgData name="SERGIO SPANO'" userId="3abdd0b9-513e-40ac-aad4-56920065037d" providerId="ADAL" clId="{FF5B9BE1-F2B7-48BD-8D52-77CB7C9ABADF}" dt="2022-04-06T11:25:05.034" v="53" actId="47"/>
        <pc:sldMkLst>
          <pc:docMk/>
          <pc:sldMk cId="1259472102" sldId="262"/>
        </pc:sldMkLst>
      </pc:sldChg>
      <pc:sldChg chg="addSp delSp modSp new mod">
        <pc:chgData name="SERGIO SPANO'" userId="3abdd0b9-513e-40ac-aad4-56920065037d" providerId="ADAL" clId="{FF5B9BE1-F2B7-48BD-8D52-77CB7C9ABADF}" dt="2022-04-06T12:58:44.141" v="426" actId="1076"/>
        <pc:sldMkLst>
          <pc:docMk/>
          <pc:sldMk cId="3030670358" sldId="262"/>
        </pc:sldMkLst>
        <pc:spChg chg="mod">
          <ac:chgData name="SERGIO SPANO'" userId="3abdd0b9-513e-40ac-aad4-56920065037d" providerId="ADAL" clId="{FF5B9BE1-F2B7-48BD-8D52-77CB7C9ABADF}" dt="2022-04-06T12:58:23.327" v="419" actId="20577"/>
          <ac:spMkLst>
            <pc:docMk/>
            <pc:sldMk cId="3030670358" sldId="262"/>
            <ac:spMk id="2" creationId="{E1AB93B1-2DF2-4E02-906B-98867E99F3A9}"/>
          </ac:spMkLst>
        </pc:spChg>
        <pc:spChg chg="del">
          <ac:chgData name="SERGIO SPANO'" userId="3abdd0b9-513e-40ac-aad4-56920065037d" providerId="ADAL" clId="{FF5B9BE1-F2B7-48BD-8D52-77CB7C9ABADF}" dt="2022-04-06T12:58:31.303" v="422" actId="478"/>
          <ac:spMkLst>
            <pc:docMk/>
            <pc:sldMk cId="3030670358" sldId="262"/>
            <ac:spMk id="3" creationId="{EA64E651-043C-4A44-B1AF-F4184F35C72A}"/>
          </ac:spMkLst>
        </pc:spChg>
        <pc:picChg chg="add mod">
          <ac:chgData name="SERGIO SPANO'" userId="3abdd0b9-513e-40ac-aad4-56920065037d" providerId="ADAL" clId="{FF5B9BE1-F2B7-48BD-8D52-77CB7C9ABADF}" dt="2022-04-06T12:58:44.141" v="426" actId="1076"/>
          <ac:picMkLst>
            <pc:docMk/>
            <pc:sldMk cId="3030670358" sldId="262"/>
            <ac:picMk id="5" creationId="{267E587D-D26D-4759-8397-C411D38A7EE5}"/>
          </ac:picMkLst>
        </pc:picChg>
      </pc:sldChg>
      <pc:sldChg chg="addSp delSp modSp new mod">
        <pc:chgData name="SERGIO SPANO'" userId="3abdd0b9-513e-40ac-aad4-56920065037d" providerId="ADAL" clId="{FF5B9BE1-F2B7-48BD-8D52-77CB7C9ABADF}" dt="2022-04-06T13:02:04.336" v="583" actId="20577"/>
        <pc:sldMkLst>
          <pc:docMk/>
          <pc:sldMk cId="823009787" sldId="263"/>
        </pc:sldMkLst>
        <pc:spChg chg="mod">
          <ac:chgData name="SERGIO SPANO'" userId="3abdd0b9-513e-40ac-aad4-56920065037d" providerId="ADAL" clId="{FF5B9BE1-F2B7-48BD-8D52-77CB7C9ABADF}" dt="2022-04-06T13:02:04.336" v="583" actId="20577"/>
          <ac:spMkLst>
            <pc:docMk/>
            <pc:sldMk cId="823009787" sldId="263"/>
            <ac:spMk id="2" creationId="{18121B6F-228D-43AC-BC07-CA44CED4BD5F}"/>
          </ac:spMkLst>
        </pc:spChg>
        <pc:spChg chg="del">
          <ac:chgData name="SERGIO SPANO'" userId="3abdd0b9-513e-40ac-aad4-56920065037d" providerId="ADAL" clId="{FF5B9BE1-F2B7-48BD-8D52-77CB7C9ABADF}" dt="2022-04-06T12:59:10.677" v="447" actId="478"/>
          <ac:spMkLst>
            <pc:docMk/>
            <pc:sldMk cId="823009787" sldId="263"/>
            <ac:spMk id="3" creationId="{EB0BA591-9721-4BCC-8123-3E5ED262F71E}"/>
          </ac:spMkLst>
        </pc:spChg>
        <pc:picChg chg="add mod">
          <ac:chgData name="SERGIO SPANO'" userId="3abdd0b9-513e-40ac-aad4-56920065037d" providerId="ADAL" clId="{FF5B9BE1-F2B7-48BD-8D52-77CB7C9ABADF}" dt="2022-04-06T12:59:15.316" v="450" actId="1076"/>
          <ac:picMkLst>
            <pc:docMk/>
            <pc:sldMk cId="823009787" sldId="263"/>
            <ac:picMk id="5" creationId="{DD776699-E331-4358-B5C2-286CDB322262}"/>
          </ac:picMkLst>
        </pc:picChg>
      </pc:sldChg>
      <pc:sldChg chg="del">
        <pc:chgData name="SERGIO SPANO'" userId="3abdd0b9-513e-40ac-aad4-56920065037d" providerId="ADAL" clId="{FF5B9BE1-F2B7-48BD-8D52-77CB7C9ABADF}" dt="2022-04-06T11:25:05.068" v="54" actId="47"/>
        <pc:sldMkLst>
          <pc:docMk/>
          <pc:sldMk cId="3850036128" sldId="263"/>
        </pc:sldMkLst>
      </pc:sldChg>
      <pc:sldChg chg="addSp delSp modSp new mod">
        <pc:chgData name="SERGIO SPANO'" userId="3abdd0b9-513e-40ac-aad4-56920065037d" providerId="ADAL" clId="{FF5B9BE1-F2B7-48BD-8D52-77CB7C9ABADF}" dt="2022-04-06T12:59:50.707" v="472" actId="1076"/>
        <pc:sldMkLst>
          <pc:docMk/>
          <pc:sldMk cId="1740980508" sldId="264"/>
        </pc:sldMkLst>
        <pc:spChg chg="mod">
          <ac:chgData name="SERGIO SPANO'" userId="3abdd0b9-513e-40ac-aad4-56920065037d" providerId="ADAL" clId="{FF5B9BE1-F2B7-48BD-8D52-77CB7C9ABADF}" dt="2022-04-06T12:59:35.289" v="465" actId="20577"/>
          <ac:spMkLst>
            <pc:docMk/>
            <pc:sldMk cId="1740980508" sldId="264"/>
            <ac:spMk id="2" creationId="{5A390721-FB98-467F-B510-2688BB96F5DB}"/>
          </ac:spMkLst>
        </pc:spChg>
        <pc:spChg chg="del">
          <ac:chgData name="SERGIO SPANO'" userId="3abdd0b9-513e-40ac-aad4-56920065037d" providerId="ADAL" clId="{FF5B9BE1-F2B7-48BD-8D52-77CB7C9ABADF}" dt="2022-04-06T12:59:37.223" v="466" actId="478"/>
          <ac:spMkLst>
            <pc:docMk/>
            <pc:sldMk cId="1740980508" sldId="264"/>
            <ac:spMk id="3" creationId="{04FF40A7-258D-4C03-83EB-F38A4A9BD9C9}"/>
          </ac:spMkLst>
        </pc:spChg>
        <pc:picChg chg="add mod">
          <ac:chgData name="SERGIO SPANO'" userId="3abdd0b9-513e-40ac-aad4-56920065037d" providerId="ADAL" clId="{FF5B9BE1-F2B7-48BD-8D52-77CB7C9ABADF}" dt="2022-04-06T12:59:50.707" v="472" actId="1076"/>
          <ac:picMkLst>
            <pc:docMk/>
            <pc:sldMk cId="1740980508" sldId="264"/>
            <ac:picMk id="5" creationId="{16E63170-B4A1-45DE-A8D7-BDAA7F97DCF4}"/>
          </ac:picMkLst>
        </pc:picChg>
      </pc:sldChg>
      <pc:sldChg chg="del">
        <pc:chgData name="SERGIO SPANO'" userId="3abdd0b9-513e-40ac-aad4-56920065037d" providerId="ADAL" clId="{FF5B9BE1-F2B7-48BD-8D52-77CB7C9ABADF}" dt="2022-04-06T11:25:05.149" v="55" actId="47"/>
        <pc:sldMkLst>
          <pc:docMk/>
          <pc:sldMk cId="1824425073" sldId="264"/>
        </pc:sldMkLst>
      </pc:sldChg>
      <pc:sldChg chg="del">
        <pc:chgData name="SERGIO SPANO'" userId="3abdd0b9-513e-40ac-aad4-56920065037d" providerId="ADAL" clId="{FF5B9BE1-F2B7-48BD-8D52-77CB7C9ABADF}" dt="2022-04-06T11:25:05.161" v="56" actId="47"/>
        <pc:sldMkLst>
          <pc:docMk/>
          <pc:sldMk cId="1007591203" sldId="265"/>
        </pc:sldMkLst>
      </pc:sldChg>
      <pc:sldChg chg="addSp delSp modSp new mod">
        <pc:chgData name="SERGIO SPANO'" userId="3abdd0b9-513e-40ac-aad4-56920065037d" providerId="ADAL" clId="{FF5B9BE1-F2B7-48BD-8D52-77CB7C9ABADF}" dt="2022-04-06T13:02:42.114" v="611" actId="20577"/>
        <pc:sldMkLst>
          <pc:docMk/>
          <pc:sldMk cId="1890930988" sldId="265"/>
        </pc:sldMkLst>
        <pc:spChg chg="mod">
          <ac:chgData name="SERGIO SPANO'" userId="3abdd0b9-513e-40ac-aad4-56920065037d" providerId="ADAL" clId="{FF5B9BE1-F2B7-48BD-8D52-77CB7C9ABADF}" dt="2022-04-06T13:02:21.204" v="605" actId="20577"/>
          <ac:spMkLst>
            <pc:docMk/>
            <pc:sldMk cId="1890930988" sldId="265"/>
            <ac:spMk id="2" creationId="{5A93F73D-859C-4AD9-95E9-FAFC08DA5E7B}"/>
          </ac:spMkLst>
        </pc:spChg>
        <pc:spChg chg="del">
          <ac:chgData name="SERGIO SPANO'" userId="3abdd0b9-513e-40ac-aad4-56920065037d" providerId="ADAL" clId="{FF5B9BE1-F2B7-48BD-8D52-77CB7C9ABADF}" dt="2022-04-06T13:00:31.518" v="509" actId="478"/>
          <ac:spMkLst>
            <pc:docMk/>
            <pc:sldMk cId="1890930988" sldId="265"/>
            <ac:spMk id="3" creationId="{C32AAD12-6381-4619-A31C-7291B7F8A73A}"/>
          </ac:spMkLst>
        </pc:spChg>
        <pc:spChg chg="add mod">
          <ac:chgData name="SERGIO SPANO'" userId="3abdd0b9-513e-40ac-aad4-56920065037d" providerId="ADAL" clId="{FF5B9BE1-F2B7-48BD-8D52-77CB7C9ABADF}" dt="2022-04-06T13:02:42.114" v="611" actId="20577"/>
          <ac:spMkLst>
            <pc:docMk/>
            <pc:sldMk cId="1890930988" sldId="265"/>
            <ac:spMk id="6" creationId="{CC6B4EF5-B35B-45ED-9BF4-7CB1F3CDBE4B}"/>
          </ac:spMkLst>
        </pc:spChg>
        <pc:picChg chg="add mod">
          <ac:chgData name="SERGIO SPANO'" userId="3abdd0b9-513e-40ac-aad4-56920065037d" providerId="ADAL" clId="{FF5B9BE1-F2B7-48BD-8D52-77CB7C9ABADF}" dt="2022-04-06T13:02:38.401" v="609" actId="1076"/>
          <ac:picMkLst>
            <pc:docMk/>
            <pc:sldMk cId="1890930988" sldId="265"/>
            <ac:picMk id="5" creationId="{1517F68F-137F-4A1F-B870-12DA43316B44}"/>
          </ac:picMkLst>
        </pc:picChg>
        <pc:picChg chg="add mod">
          <ac:chgData name="SERGIO SPANO'" userId="3abdd0b9-513e-40ac-aad4-56920065037d" providerId="ADAL" clId="{FF5B9BE1-F2B7-48BD-8D52-77CB7C9ABADF}" dt="2022-04-06T13:02:39.886" v="610" actId="1076"/>
          <ac:picMkLst>
            <pc:docMk/>
            <pc:sldMk cId="1890930988" sldId="265"/>
            <ac:picMk id="7" creationId="{8992A2AF-7144-43BB-A9E1-03AB12DE374C}"/>
          </ac:picMkLst>
        </pc:picChg>
      </pc:sldChg>
      <pc:sldChg chg="addSp delSp modSp new mod">
        <pc:chgData name="SERGIO SPANO'" userId="3abdd0b9-513e-40ac-aad4-56920065037d" providerId="ADAL" clId="{FF5B9BE1-F2B7-48BD-8D52-77CB7C9ABADF}" dt="2022-04-06T13:01:35.032" v="581" actId="1076"/>
        <pc:sldMkLst>
          <pc:docMk/>
          <pc:sldMk cId="471329938" sldId="266"/>
        </pc:sldMkLst>
        <pc:spChg chg="mod">
          <ac:chgData name="SERGIO SPANO'" userId="3abdd0b9-513e-40ac-aad4-56920065037d" providerId="ADAL" clId="{FF5B9BE1-F2B7-48BD-8D52-77CB7C9ABADF}" dt="2022-04-06T13:01:25.658" v="577" actId="20577"/>
          <ac:spMkLst>
            <pc:docMk/>
            <pc:sldMk cId="471329938" sldId="266"/>
            <ac:spMk id="2" creationId="{E23EF163-0315-4624-9092-409E65389318}"/>
          </ac:spMkLst>
        </pc:spChg>
        <pc:spChg chg="del">
          <ac:chgData name="SERGIO SPANO'" userId="3abdd0b9-513e-40ac-aad4-56920065037d" providerId="ADAL" clId="{FF5B9BE1-F2B7-48BD-8D52-77CB7C9ABADF}" dt="2022-04-06T13:01:28.918" v="578" actId="478"/>
          <ac:spMkLst>
            <pc:docMk/>
            <pc:sldMk cId="471329938" sldId="266"/>
            <ac:spMk id="3" creationId="{92DE74A0-ACAD-49FD-98A5-DF08773A5E16}"/>
          </ac:spMkLst>
        </pc:spChg>
        <pc:picChg chg="add mod">
          <ac:chgData name="SERGIO SPANO'" userId="3abdd0b9-513e-40ac-aad4-56920065037d" providerId="ADAL" clId="{FF5B9BE1-F2B7-48BD-8D52-77CB7C9ABADF}" dt="2022-04-06T13:01:35.032" v="581" actId="1076"/>
          <ac:picMkLst>
            <pc:docMk/>
            <pc:sldMk cId="471329938" sldId="266"/>
            <ac:picMk id="5" creationId="{E88C64AC-4487-43D5-B238-BFE51116C0DE}"/>
          </ac:picMkLst>
        </pc:picChg>
      </pc:sldChg>
      <pc:sldChg chg="del">
        <pc:chgData name="SERGIO SPANO'" userId="3abdd0b9-513e-40ac-aad4-56920065037d" providerId="ADAL" clId="{FF5B9BE1-F2B7-48BD-8D52-77CB7C9ABADF}" dt="2022-04-06T11:25:05.187" v="57" actId="47"/>
        <pc:sldMkLst>
          <pc:docMk/>
          <pc:sldMk cId="1112234418" sldId="266"/>
        </pc:sldMkLst>
      </pc:sldChg>
      <pc:sldChg chg="addSp delSp modSp new mod">
        <pc:chgData name="SERGIO SPANO'" userId="3abdd0b9-513e-40ac-aad4-56920065037d" providerId="ADAL" clId="{FF5B9BE1-F2B7-48BD-8D52-77CB7C9ABADF}" dt="2022-04-06T13:06:32.744" v="674" actId="20577"/>
        <pc:sldMkLst>
          <pc:docMk/>
          <pc:sldMk cId="2483044283" sldId="267"/>
        </pc:sldMkLst>
        <pc:spChg chg="mod">
          <ac:chgData name="SERGIO SPANO'" userId="3abdd0b9-513e-40ac-aad4-56920065037d" providerId="ADAL" clId="{FF5B9BE1-F2B7-48BD-8D52-77CB7C9ABADF}" dt="2022-04-06T13:06:32.744" v="674" actId="20577"/>
          <ac:spMkLst>
            <pc:docMk/>
            <pc:sldMk cId="2483044283" sldId="267"/>
            <ac:spMk id="2" creationId="{9CFF0457-939A-4B1F-A4C6-B180F21E14D8}"/>
          </ac:spMkLst>
        </pc:spChg>
        <pc:spChg chg="del">
          <ac:chgData name="SERGIO SPANO'" userId="3abdd0b9-513e-40ac-aad4-56920065037d" providerId="ADAL" clId="{FF5B9BE1-F2B7-48BD-8D52-77CB7C9ABADF}" dt="2022-04-06T13:06:03.933" v="664" actId="478"/>
          <ac:spMkLst>
            <pc:docMk/>
            <pc:sldMk cId="2483044283" sldId="267"/>
            <ac:spMk id="3" creationId="{889EE764-4BD4-45DF-B254-578FDB2D10DF}"/>
          </ac:spMkLst>
        </pc:spChg>
        <pc:picChg chg="add mod">
          <ac:chgData name="SERGIO SPANO'" userId="3abdd0b9-513e-40ac-aad4-56920065037d" providerId="ADAL" clId="{FF5B9BE1-F2B7-48BD-8D52-77CB7C9ABADF}" dt="2022-04-06T13:06:12.605" v="667" actId="1076"/>
          <ac:picMkLst>
            <pc:docMk/>
            <pc:sldMk cId="2483044283" sldId="267"/>
            <ac:picMk id="5" creationId="{66258CCE-F29C-4541-A1AE-8398C5A5B108}"/>
          </ac:picMkLst>
        </pc:picChg>
      </pc:sldChg>
      <pc:sldChg chg="del">
        <pc:chgData name="SERGIO SPANO'" userId="3abdd0b9-513e-40ac-aad4-56920065037d" providerId="ADAL" clId="{FF5B9BE1-F2B7-48BD-8D52-77CB7C9ABADF}" dt="2022-04-06T11:25:05.227" v="58" actId="47"/>
        <pc:sldMkLst>
          <pc:docMk/>
          <pc:sldMk cId="3483132585" sldId="267"/>
        </pc:sldMkLst>
      </pc:sldChg>
      <pc:sldChg chg="addSp delSp modSp new mod">
        <pc:chgData name="SERGIO SPANO'" userId="3abdd0b9-513e-40ac-aad4-56920065037d" providerId="ADAL" clId="{FF5B9BE1-F2B7-48BD-8D52-77CB7C9ABADF}" dt="2022-04-06T13:06:46.311" v="680" actId="1076"/>
        <pc:sldMkLst>
          <pc:docMk/>
          <pc:sldMk cId="215904899" sldId="268"/>
        </pc:sldMkLst>
        <pc:spChg chg="mod">
          <ac:chgData name="SERGIO SPANO'" userId="3abdd0b9-513e-40ac-aad4-56920065037d" providerId="ADAL" clId="{FF5B9BE1-F2B7-48BD-8D52-77CB7C9ABADF}" dt="2022-04-06T13:06:37.660" v="676" actId="27636"/>
          <ac:spMkLst>
            <pc:docMk/>
            <pc:sldMk cId="215904899" sldId="268"/>
            <ac:spMk id="2" creationId="{2C2541E4-2C30-4BF1-9A59-6636905EEE39}"/>
          </ac:spMkLst>
        </pc:spChg>
        <pc:spChg chg="del">
          <ac:chgData name="SERGIO SPANO'" userId="3abdd0b9-513e-40ac-aad4-56920065037d" providerId="ADAL" clId="{FF5B9BE1-F2B7-48BD-8D52-77CB7C9ABADF}" dt="2022-04-06T13:06:41.686" v="677" actId="478"/>
          <ac:spMkLst>
            <pc:docMk/>
            <pc:sldMk cId="215904899" sldId="268"/>
            <ac:spMk id="3" creationId="{5D91B18B-95BF-4000-81AC-3F9C488B4324}"/>
          </ac:spMkLst>
        </pc:spChg>
        <pc:picChg chg="add mod">
          <ac:chgData name="SERGIO SPANO'" userId="3abdd0b9-513e-40ac-aad4-56920065037d" providerId="ADAL" clId="{FF5B9BE1-F2B7-48BD-8D52-77CB7C9ABADF}" dt="2022-04-06T13:06:46.311" v="680" actId="1076"/>
          <ac:picMkLst>
            <pc:docMk/>
            <pc:sldMk cId="215904899" sldId="268"/>
            <ac:picMk id="5" creationId="{B24AC316-A96A-4A7C-BFC4-29E4C03D16C5}"/>
          </ac:picMkLst>
        </pc:picChg>
      </pc:sldChg>
      <pc:sldChg chg="del">
        <pc:chgData name="SERGIO SPANO'" userId="3abdd0b9-513e-40ac-aad4-56920065037d" providerId="ADAL" clId="{FF5B9BE1-F2B7-48BD-8D52-77CB7C9ABADF}" dt="2022-04-06T11:25:05.255" v="59" actId="47"/>
        <pc:sldMkLst>
          <pc:docMk/>
          <pc:sldMk cId="3966974852" sldId="268"/>
        </pc:sldMkLst>
      </pc:sldChg>
      <pc:sldChg chg="del">
        <pc:chgData name="SERGIO SPANO'" userId="3abdd0b9-513e-40ac-aad4-56920065037d" providerId="ADAL" clId="{FF5B9BE1-F2B7-48BD-8D52-77CB7C9ABADF}" dt="2022-04-06T11:25:05.311" v="60" actId="47"/>
        <pc:sldMkLst>
          <pc:docMk/>
          <pc:sldMk cId="999021778" sldId="269"/>
        </pc:sldMkLst>
      </pc:sldChg>
      <pc:sldChg chg="del">
        <pc:chgData name="SERGIO SPANO'" userId="3abdd0b9-513e-40ac-aad4-56920065037d" providerId="ADAL" clId="{FF5B9BE1-F2B7-48BD-8D52-77CB7C9ABADF}" dt="2022-04-06T11:25:05.345" v="61" actId="47"/>
        <pc:sldMkLst>
          <pc:docMk/>
          <pc:sldMk cId="1089051384" sldId="270"/>
        </pc:sldMkLst>
      </pc:sldChg>
      <pc:sldChg chg="del">
        <pc:chgData name="SERGIO SPANO'" userId="3abdd0b9-513e-40ac-aad4-56920065037d" providerId="ADAL" clId="{FF5B9BE1-F2B7-48BD-8D52-77CB7C9ABADF}" dt="2022-04-06T11:25:05.371" v="62" actId="47"/>
        <pc:sldMkLst>
          <pc:docMk/>
          <pc:sldMk cId="3269472446" sldId="271"/>
        </pc:sldMkLst>
      </pc:sldChg>
      <pc:sldChg chg="del">
        <pc:chgData name="SERGIO SPANO'" userId="3abdd0b9-513e-40ac-aad4-56920065037d" providerId="ADAL" clId="{FF5B9BE1-F2B7-48BD-8D52-77CB7C9ABADF}" dt="2022-04-06T11:25:05.408" v="63" actId="47"/>
        <pc:sldMkLst>
          <pc:docMk/>
          <pc:sldMk cId="615134320" sldId="272"/>
        </pc:sldMkLst>
      </pc:sldChg>
      <pc:sldChg chg="del">
        <pc:chgData name="SERGIO SPANO'" userId="3abdd0b9-513e-40ac-aad4-56920065037d" providerId="ADAL" clId="{FF5B9BE1-F2B7-48BD-8D52-77CB7C9ABADF}" dt="2022-04-06T11:25:05.442" v="64" actId="47"/>
        <pc:sldMkLst>
          <pc:docMk/>
          <pc:sldMk cId="2722239694" sldId="273"/>
        </pc:sldMkLst>
      </pc:sldChg>
      <pc:sldChg chg="del">
        <pc:chgData name="SERGIO SPANO'" userId="3abdd0b9-513e-40ac-aad4-56920065037d" providerId="ADAL" clId="{FF5B9BE1-F2B7-48BD-8D52-77CB7C9ABADF}" dt="2022-04-06T11:25:05.477" v="65" actId="47"/>
        <pc:sldMkLst>
          <pc:docMk/>
          <pc:sldMk cId="3554465558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6. Introduction to sequential systems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71880B-99EF-4A2C-9EB6-5A64715D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systems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1F9505-ABCA-4791-9FFA-094DF30F5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5874327" cy="5091689"/>
          </a:xfrm>
        </p:spPr>
        <p:txBody>
          <a:bodyPr>
            <a:normAutofit/>
          </a:bodyPr>
          <a:lstStyle/>
          <a:p>
            <a:r>
              <a:rPr lang="en-US" sz="2400" dirty="0"/>
              <a:t>In </a:t>
            </a:r>
            <a:r>
              <a:rPr lang="en-US" sz="2400" u="sng" dirty="0"/>
              <a:t>combinational systems </a:t>
            </a:r>
            <a:r>
              <a:rPr lang="en-US" sz="2400" dirty="0"/>
              <a:t>the values of the outputs at the time t=t</a:t>
            </a:r>
            <a:r>
              <a:rPr lang="en-US" sz="2400" baseline="-25000" dirty="0"/>
              <a:t>0</a:t>
            </a:r>
            <a:r>
              <a:rPr lang="en-US" sz="2400" dirty="0"/>
              <a:t> depend </a:t>
            </a:r>
            <a:r>
              <a:rPr lang="en-US" sz="2400" u="sng" dirty="0"/>
              <a:t>only </a:t>
            </a:r>
            <a:r>
              <a:rPr lang="en-US" sz="2400" dirty="0"/>
              <a:t>on the values of the inputs at the same time t=t</a:t>
            </a:r>
            <a:r>
              <a:rPr lang="en-US" sz="2400" baseline="-25000" dirty="0"/>
              <a:t>0</a:t>
            </a:r>
          </a:p>
          <a:p>
            <a:endParaRPr lang="en-US" sz="2400" u="sng" baseline="-25000" dirty="0"/>
          </a:p>
          <a:p>
            <a:r>
              <a:rPr lang="en-US" sz="2400" dirty="0"/>
              <a:t>In </a:t>
            </a:r>
            <a:r>
              <a:rPr lang="en-US" sz="2400" u="sng" dirty="0"/>
              <a:t>sequential systems</a:t>
            </a:r>
            <a:r>
              <a:rPr lang="en-US" sz="2400" dirty="0"/>
              <a:t> the values of the output at the time t=t</a:t>
            </a:r>
            <a:r>
              <a:rPr lang="en-US" sz="2400" baseline="-25000" dirty="0"/>
              <a:t>0</a:t>
            </a:r>
            <a:r>
              <a:rPr lang="en-US" sz="2400" dirty="0"/>
              <a:t> depend not only on the values of the inputs at the same time t=t</a:t>
            </a:r>
            <a:r>
              <a:rPr lang="en-US" sz="2400" baseline="-25000" dirty="0"/>
              <a:t>0 </a:t>
            </a:r>
            <a:r>
              <a:rPr lang="en-US" sz="2400" dirty="0"/>
              <a:t>but also on the values of the input in previous time</a:t>
            </a:r>
            <a:endParaRPr lang="en-US" sz="2400" baseline="-25000" dirty="0"/>
          </a:p>
          <a:p>
            <a:endParaRPr lang="en-US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CEF13AB-11EC-4B21-BF02-11AB64F5D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65F6DE0-28B5-4229-8FDB-77960BEBF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908" y="1260763"/>
            <a:ext cx="5792983" cy="3784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546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9022C3-4D42-4E91-A0C0-FE9AC916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Synchronous and asynchronous systems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06DF7C-C74E-4916-B953-3854687B3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 systems can be divided in two main groups</a:t>
            </a:r>
          </a:p>
          <a:p>
            <a:pPr lvl="1"/>
            <a:r>
              <a:rPr lang="en-US" dirty="0"/>
              <a:t>SYNCHRONOUS systems: signals change in defined time instants (usually managed by a control signal called </a:t>
            </a:r>
            <a:r>
              <a:rPr lang="en-US" b="1" dirty="0"/>
              <a:t>clock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ASYNCHRONOUS systems: signals can change anytime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281BAD4-0AA1-4BC1-B3EC-FC78C1D43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1A689D3-F1CB-405A-930D-D72A14E7E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270" y="3281217"/>
            <a:ext cx="7020177" cy="28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8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08A7BA-B0CB-4E74-A34D-C17DC713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2720A5-63CE-4820-806C-526E7600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sequential system is characterized not only by the inputs and the outputs but also by the STATE</a:t>
            </a:r>
          </a:p>
          <a:p>
            <a:pPr lvl="1"/>
            <a:r>
              <a:rPr lang="en-US" dirty="0"/>
              <a:t>The STATE gives us information about the conditions of the systems </a:t>
            </a:r>
          </a:p>
          <a:p>
            <a:pPr lvl="1"/>
            <a:r>
              <a:rPr lang="en-US" dirty="0"/>
              <a:t>for example, consider a tank containing water.  The tank level indicates its status.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Sequential systems can be described using two equations.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s(t+1) =</a:t>
            </a:r>
            <a:r>
              <a:rPr lang="en-US" b="1" dirty="0"/>
              <a:t>G</a:t>
            </a:r>
            <a:r>
              <a:rPr lang="en-US" dirty="0"/>
              <a:t>( s(t), x(t) )  (NEXT STATE EQUATION)</a:t>
            </a:r>
          </a:p>
          <a:p>
            <a:pPr marL="0" indent="0">
              <a:buNone/>
            </a:pPr>
            <a:r>
              <a:rPr lang="en-US" dirty="0"/>
              <a:t>z(t)     =</a:t>
            </a:r>
            <a:r>
              <a:rPr lang="en-US" b="1" dirty="0"/>
              <a:t>H</a:t>
            </a:r>
            <a:r>
              <a:rPr lang="en-US" dirty="0"/>
              <a:t>(s(t), x(t ) )  (OUTPUT)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51C4309-D872-4493-B9DE-37EEB914D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4554A1-73B9-40E5-8D84-47E0AFEF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Mealy and Moore machines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59F3CD-02A0-419F-8FE7-AB4C40E4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412341"/>
            <a:ext cx="11739418" cy="48477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MEALY MACHINE</a:t>
            </a:r>
          </a:p>
          <a:p>
            <a:pPr marL="0" indent="0">
              <a:buNone/>
            </a:pPr>
            <a:r>
              <a:rPr lang="en-US" dirty="0"/>
              <a:t>s(t+1) =</a:t>
            </a:r>
            <a:r>
              <a:rPr lang="en-US" b="1" dirty="0"/>
              <a:t>G</a:t>
            </a:r>
            <a:r>
              <a:rPr lang="en-US" dirty="0"/>
              <a:t>( s(t), x(t) )  (NEXT STATE EQUATION)</a:t>
            </a:r>
          </a:p>
          <a:p>
            <a:pPr marL="0" indent="0">
              <a:buNone/>
            </a:pPr>
            <a:r>
              <a:rPr lang="en-US" dirty="0"/>
              <a:t>z(t)     =</a:t>
            </a:r>
            <a:r>
              <a:rPr lang="en-US" b="1" dirty="0"/>
              <a:t>H</a:t>
            </a:r>
            <a:r>
              <a:rPr lang="en-US" dirty="0"/>
              <a:t>(s</a:t>
            </a:r>
            <a:r>
              <a:rPr lang="en-US"/>
              <a:t>(t), </a:t>
            </a:r>
            <a:r>
              <a:rPr lang="en-US" dirty="0"/>
              <a:t>x(</a:t>
            </a:r>
            <a:r>
              <a:rPr lang="en-US"/>
              <a:t>t) </a:t>
            </a:r>
            <a:r>
              <a:rPr lang="en-US" dirty="0"/>
              <a:t>)   (OUTPUT)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output depends both on state and input</a:t>
            </a:r>
          </a:p>
          <a:p>
            <a:endParaRPr lang="en-US" dirty="0"/>
          </a:p>
          <a:p>
            <a:r>
              <a:rPr lang="en-US" dirty="0"/>
              <a:t>MOORE MACHINE</a:t>
            </a:r>
          </a:p>
          <a:p>
            <a:pPr marL="0" indent="0">
              <a:buNone/>
            </a:pPr>
            <a:r>
              <a:rPr lang="en-US" dirty="0"/>
              <a:t>s(t+1) =</a:t>
            </a:r>
            <a:r>
              <a:rPr lang="en-US" b="1" dirty="0"/>
              <a:t>G</a:t>
            </a:r>
            <a:r>
              <a:rPr lang="en-US" dirty="0"/>
              <a:t>( s(t), x(t) )  (NEXT STATE EQUATION)</a:t>
            </a:r>
          </a:p>
          <a:p>
            <a:pPr marL="0" indent="0">
              <a:buNone/>
            </a:pPr>
            <a:r>
              <a:rPr lang="en-US" dirty="0"/>
              <a:t>z(t)     =</a:t>
            </a:r>
            <a:r>
              <a:rPr lang="en-US" b="1" dirty="0"/>
              <a:t>H</a:t>
            </a:r>
            <a:r>
              <a:rPr lang="en-US" dirty="0"/>
              <a:t>(s(t))   (OUTPUT)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output depends on state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B5DF40A-9911-4123-8A2B-2CA5DFECF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17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79ABD2-58EE-4FA7-AF9D-28FF6834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systems description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6113C5-7481-45D0-98C1-0E29B0D38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describe sequential systems three main approaches can be used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Formulas and/or conditional syntax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Transition Tables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State diagram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3D27314-53CE-4EAE-B772-140CC217A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2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B93B1-2DF2-4E02-906B-98867E99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Formulas and/or conditional statements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C2335A3-EFFE-4120-B261-19D39749A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7E587D-D26D-4759-8397-C411D38A7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995" y="2651749"/>
            <a:ext cx="6438501" cy="155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067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121B6F-228D-43AC-BC07-CA44CED4B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Transition table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A987B7E-D7B1-4337-B1DE-C5A2C2FDB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D776699-E331-4358-B5C2-286CDB322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57" y="1747645"/>
            <a:ext cx="3948685" cy="33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09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390721-FB98-467F-B510-2688BB96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diagram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4E67DD2-E2DC-4130-A5A6-EA8821756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6E63170-B4A1-45DE-A8D7-BDAA7F97D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77" y="1584730"/>
            <a:ext cx="3447096" cy="416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8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93F73D-859C-4AD9-95E9-FAFC08DA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Transition table, state diagram and time behavior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D63557-4C5C-4442-B5F3-E736D149A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517F68F-137F-4A1F-B870-12DA43316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04" y="1207966"/>
            <a:ext cx="6422556" cy="513009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C6B4EF5-B35B-45ED-9BF4-7CB1F3CDBE4B}"/>
              </a:ext>
            </a:extLst>
          </p:cNvPr>
          <p:cNvSpPr txBox="1"/>
          <p:nvPr/>
        </p:nvSpPr>
        <p:spPr>
          <a:xfrm>
            <a:off x="9293341" y="4742556"/>
            <a:ext cx="1559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Mealy Machine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992A2AF-7144-43BB-A9E1-03AB12DE3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83"/>
          <a:stretch/>
        </p:blipFill>
        <p:spPr bwMode="auto">
          <a:xfrm>
            <a:off x="7091097" y="1627483"/>
            <a:ext cx="2533650" cy="1430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093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3EF163-0315-4624-9092-409E6538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Moore machine state diagram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F67DA82-3955-4BDA-8514-82885F793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88C64AC-4487-43D5-B238-BFE51116C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04" y="1543937"/>
            <a:ext cx="5002699" cy="410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2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FF0457-939A-4B1F-A4C6-B180F21E1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vending machine 1/2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1F6D07-5AB0-47B7-8A1C-E11CA5478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6258CCE-F29C-4541-A1AE-8398C5A5B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946" y="1366371"/>
            <a:ext cx="6873222" cy="4732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044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541E4-2C30-4BF1-9A59-6636905E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vending machine 1/2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8B72EC9-CE99-4377-9B0F-2E58FC21D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6. Introduction to sequential systems - Fondamenti di Elettronica - Sergio Spanò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24AC316-A96A-4A7C-BFC4-29E4C03D1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829" y="1157141"/>
            <a:ext cx="7766535" cy="4973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9048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0DB631-6FEC-4D1F-A5D8-DBDDEE79C755}"/>
</file>

<file path=customXml/itemProps2.xml><?xml version="1.0" encoding="utf-8"?>
<ds:datastoreItem xmlns:ds="http://schemas.openxmlformats.org/officeDocument/2006/customXml" ds:itemID="{F6FC279E-A4CD-4925-B373-9BAF0EE26E23}"/>
</file>

<file path=customXml/itemProps3.xml><?xml version="1.0" encoding="utf-8"?>
<ds:datastoreItem xmlns:ds="http://schemas.openxmlformats.org/officeDocument/2006/customXml" ds:itemID="{E0821282-D306-43D8-B6B5-F60AEA38FE18}"/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545</Words>
  <Application>Microsoft Office PowerPoint</Application>
  <PresentationFormat>Widescreen</PresentationFormat>
  <Paragraphs>58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Arial</vt:lpstr>
      <vt:lpstr>Calibri</vt:lpstr>
      <vt:lpstr>Circe</vt:lpstr>
      <vt:lpstr>Wingdings</vt:lpstr>
      <vt:lpstr>Tema di Office</vt:lpstr>
      <vt:lpstr>6. Introduction to sequential systems</vt:lpstr>
      <vt:lpstr>Sequential systems</vt:lpstr>
      <vt:lpstr>Synchronous and asynchronous systems</vt:lpstr>
      <vt:lpstr>State</vt:lpstr>
      <vt:lpstr>Mealy and Moore machines</vt:lpstr>
      <vt:lpstr>Sequential systems description</vt:lpstr>
      <vt:lpstr>Formulas and/or conditional statements</vt:lpstr>
      <vt:lpstr>Transition table</vt:lpstr>
      <vt:lpstr>State diagram</vt:lpstr>
      <vt:lpstr>Transition table, state diagram and time behavior</vt:lpstr>
      <vt:lpstr>Moore machine state diagram</vt:lpstr>
      <vt:lpstr>Example: vending machine 1/2</vt:lpstr>
      <vt:lpstr>Example: vending machine 1/2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17</cp:revision>
  <dcterms:created xsi:type="dcterms:W3CDTF">2022-02-08T10:22:25Z</dcterms:created>
  <dcterms:modified xsi:type="dcterms:W3CDTF">2023-05-25T08:54:54Z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