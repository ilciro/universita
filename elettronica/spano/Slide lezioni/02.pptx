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 Math" panose="02040503050406030204" pitchFamily="18" charset="0"/>
      <p:regular r:id="rId29"/>
    </p:embeddedFont>
    <p:embeddedFont>
      <p:font typeface="Circe" panose="020B0502020203020203" pitchFamily="3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7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6240" autoAdjust="0"/>
  </p:normalViewPr>
  <p:slideViewPr>
    <p:cSldViewPr snapToGrid="0">
      <p:cViewPr varScale="1">
        <p:scale>
          <a:sx n="106" d="100"/>
          <a:sy n="106" d="100"/>
        </p:scale>
        <p:origin x="80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SPANO'" userId="3abdd0b9-513e-40ac-aad4-56920065037d" providerId="ADAL" clId="{2DCFDF45-1F6B-4A47-892B-C9094FDD5642}"/>
    <pc:docChg chg="undo redo custSel addSld delSld modSld modMainMaster">
      <pc:chgData name="SERGIO SPANO'" userId="3abdd0b9-513e-40ac-aad4-56920065037d" providerId="ADAL" clId="{2DCFDF45-1F6B-4A47-892B-C9094FDD5642}" dt="2022-03-29T15:09:18.552" v="6977"/>
      <pc:docMkLst>
        <pc:docMk/>
      </pc:docMkLst>
      <pc:sldChg chg="addSp delSp modSp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676927149" sldId="256"/>
        </pc:sldMkLst>
        <pc:spChg chg="mod">
          <ac:chgData name="SERGIO SPANO'" userId="3abdd0b9-513e-40ac-aad4-56920065037d" providerId="ADAL" clId="{2DCFDF45-1F6B-4A47-892B-C9094FDD5642}" dt="2022-03-18T14:06:30.472" v="279" actId="1076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2DCFDF45-1F6B-4A47-892B-C9094FDD5642}" dt="2022-03-22T09:04:54.957" v="4648" actId="6549"/>
          <ac:spMkLst>
            <pc:docMk/>
            <pc:sldMk cId="3676927149" sldId="256"/>
            <ac:spMk id="3" creationId="{9DAC625A-2F47-4E94-ABBC-7F67DDCC72AE}"/>
          </ac:spMkLst>
        </pc:spChg>
        <pc:spChg chg="add del mod">
          <ac:chgData name="SERGIO SPANO'" userId="3abdd0b9-513e-40ac-aad4-56920065037d" providerId="ADAL" clId="{2DCFDF45-1F6B-4A47-892B-C9094FDD5642}" dt="2022-03-18T14:01:33.943" v="142" actId="478"/>
          <ac:spMkLst>
            <pc:docMk/>
            <pc:sldMk cId="3676927149" sldId="256"/>
            <ac:spMk id="8" creationId="{E14F2558-EEB5-4791-AD6B-7BDE37AA7675}"/>
          </ac:spMkLst>
        </pc:spChg>
        <pc:spChg chg="del">
          <ac:chgData name="SERGIO SPANO'" userId="3abdd0b9-513e-40ac-aad4-56920065037d" providerId="ADAL" clId="{2DCFDF45-1F6B-4A47-892B-C9094FDD5642}" dt="2022-03-18T14:00:49.007" v="66" actId="478"/>
          <ac:spMkLst>
            <pc:docMk/>
            <pc:sldMk cId="3676927149" sldId="256"/>
            <ac:spMk id="9" creationId="{318439EC-548D-4D8A-A188-8D14B752B73D}"/>
          </ac:spMkLst>
        </pc:spChg>
        <pc:spChg chg="mod">
          <ac:chgData name="SERGIO SPANO'" userId="3abdd0b9-513e-40ac-aad4-56920065037d" providerId="ADAL" clId="{2DCFDF45-1F6B-4A47-892B-C9094FDD5642}" dt="2022-03-18T14:01:39.036" v="143" actId="113"/>
          <ac:spMkLst>
            <pc:docMk/>
            <pc:sldMk cId="3676927149" sldId="256"/>
            <ac:spMk id="10" creationId="{1C28BD56-FEA0-4AD1-A103-B45E0AC86A2B}"/>
          </ac:spMkLst>
        </pc:spChg>
        <pc:spChg chg="add mod">
          <ac:chgData name="SERGIO SPANO'" userId="3abdd0b9-513e-40ac-aad4-56920065037d" providerId="ADAL" clId="{2DCFDF45-1F6B-4A47-892B-C9094FDD5642}" dt="2022-03-18T14:02:30.754" v="219" actId="1038"/>
          <ac:spMkLst>
            <pc:docMk/>
            <pc:sldMk cId="3676927149" sldId="256"/>
            <ac:spMk id="11" creationId="{123B7B49-C8BB-4009-A2E6-0B54CF1F761A}"/>
          </ac:spMkLst>
        </pc:spChg>
        <pc:spChg chg="del">
          <ac:chgData name="SERGIO SPANO'" userId="3abdd0b9-513e-40ac-aad4-56920065037d" providerId="ADAL" clId="{2DCFDF45-1F6B-4A47-892B-C9094FDD5642}" dt="2022-03-18T13:55:06.103" v="15" actId="478"/>
          <ac:spMkLst>
            <pc:docMk/>
            <pc:sldMk cId="3676927149" sldId="256"/>
            <ac:spMk id="12" creationId="{8040EDA3-6872-4ECF-8CB6-CC5146A39550}"/>
          </ac:spMkLst>
        </pc:spChg>
        <pc:spChg chg="add mod">
          <ac:chgData name="SERGIO SPANO'" userId="3abdd0b9-513e-40ac-aad4-56920065037d" providerId="ADAL" clId="{2DCFDF45-1F6B-4A47-892B-C9094FDD5642}" dt="2022-03-18T14:07:29.014" v="305" actId="1076"/>
          <ac:spMkLst>
            <pc:docMk/>
            <pc:sldMk cId="3676927149" sldId="256"/>
            <ac:spMk id="13" creationId="{0BF8EE60-99FF-4EAC-B7A2-D59C05E19A25}"/>
          </ac:spMkLst>
        </pc:spChg>
        <pc:spChg chg="add mod">
          <ac:chgData name="SERGIO SPANO'" userId="3abdd0b9-513e-40ac-aad4-56920065037d" providerId="ADAL" clId="{2DCFDF45-1F6B-4A47-892B-C9094FDD5642}" dt="2022-03-21T10:58:57.538" v="1118" actId="114"/>
          <ac:spMkLst>
            <pc:docMk/>
            <pc:sldMk cId="3676927149" sldId="256"/>
            <ac:spMk id="14" creationId="{39EEDCDD-D4EE-46B3-B11D-3DFC26DC2D7E}"/>
          </ac:spMkLst>
        </pc:spChg>
        <pc:picChg chg="del">
          <ac:chgData name="SERGIO SPANO'" userId="3abdd0b9-513e-40ac-aad4-56920065037d" providerId="ADAL" clId="{2DCFDF45-1F6B-4A47-892B-C9094FDD5642}" dt="2022-03-18T13:54:23.373" v="13" actId="478"/>
          <ac:picMkLst>
            <pc:docMk/>
            <pc:sldMk cId="3676927149" sldId="256"/>
            <ac:picMk id="6" creationId="{126A9E0D-5C69-4CAA-AA33-76FF1ABC5F6F}"/>
          </ac:picMkLst>
        </pc:picChg>
      </pc:sldChg>
      <pc:sldChg chg="del">
        <pc:chgData name="SERGIO SPANO'" userId="3abdd0b9-513e-40ac-aad4-56920065037d" providerId="ADAL" clId="{2DCFDF45-1F6B-4A47-892B-C9094FDD5642}" dt="2022-03-18T14:06:55.354" v="280" actId="47"/>
        <pc:sldMkLst>
          <pc:docMk/>
          <pc:sldMk cId="1057790455" sldId="257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423266225" sldId="257"/>
        </pc:sldMkLst>
        <pc:spChg chg="mod">
          <ac:chgData name="SERGIO SPANO'" userId="3abdd0b9-513e-40ac-aad4-56920065037d" providerId="ADAL" clId="{2DCFDF45-1F6B-4A47-892B-C9094FDD5642}" dt="2022-03-18T14:12:57.184" v="529" actId="790"/>
          <ac:spMkLst>
            <pc:docMk/>
            <pc:sldMk cId="1423266225" sldId="257"/>
            <ac:spMk id="2" creationId="{98AC5F0D-5B08-4CB5-8AAA-B2F1EED95B55}"/>
          </ac:spMkLst>
        </pc:spChg>
        <pc:spChg chg="mod">
          <ac:chgData name="SERGIO SPANO'" userId="3abdd0b9-513e-40ac-aad4-56920065037d" providerId="ADAL" clId="{2DCFDF45-1F6B-4A47-892B-C9094FDD5642}" dt="2022-03-18T14:16:09.264" v="957" actId="1035"/>
          <ac:spMkLst>
            <pc:docMk/>
            <pc:sldMk cId="1423266225" sldId="257"/>
            <ac:spMk id="3" creationId="{BADD70FC-63BD-4F0F-9793-309F174E9FFE}"/>
          </ac:spMkLst>
        </pc:spChg>
      </pc:sldChg>
      <pc:sldChg chg="addSp delSp 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175821773" sldId="258"/>
        </pc:sldMkLst>
        <pc:spChg chg="mod">
          <ac:chgData name="SERGIO SPANO'" userId="3abdd0b9-513e-40ac-aad4-56920065037d" providerId="ADAL" clId="{2DCFDF45-1F6B-4A47-892B-C9094FDD5642}" dt="2022-03-21T10:21:39.042" v="971" actId="20577"/>
          <ac:spMkLst>
            <pc:docMk/>
            <pc:sldMk cId="1175821773" sldId="258"/>
            <ac:spMk id="2" creationId="{C9E2C8CF-CA54-4290-BEC6-441F0153C4D5}"/>
          </ac:spMkLst>
        </pc:spChg>
        <pc:spChg chg="mod">
          <ac:chgData name="SERGIO SPANO'" userId="3abdd0b9-513e-40ac-aad4-56920065037d" providerId="ADAL" clId="{2DCFDF45-1F6B-4A47-892B-C9094FDD5642}" dt="2022-03-22T10:19:42.293" v="6731" actId="207"/>
          <ac:spMkLst>
            <pc:docMk/>
            <pc:sldMk cId="1175821773" sldId="258"/>
            <ac:spMk id="3" creationId="{F543ABF5-1C45-4027-AD6A-E8818A5948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" creationId="{5B1D928C-5CF6-40EF-8E07-138B238113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" creationId="{C1620014-24DC-4107-B022-03AB7F00C1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" creationId="{BB17C59C-378A-4E78-B80E-BA718A1258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" creationId="{8F0B198D-8A16-4505-B531-62519A8A7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" creationId="{8D7BD9C1-A196-49EE-B6DA-DE31E5C72C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" creationId="{738AD7DB-B453-40B4-B4AD-03C810AA0D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" creationId="{4A5F4502-4513-4A5E-8459-6105590C2D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" creationId="{3B8A76BD-BF35-4170-A1D5-15D2548596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" creationId="{D6C48E27-F8C2-4F82-B7CF-ABB51D3326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" creationId="{E46F2C4B-DDD8-498C-8D47-3E3D51BDF8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" creationId="{8DD86A68-9B11-4091-93A9-0DF80440C5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" creationId="{612A8166-108F-4522-BED4-91C222D327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" creationId="{D4F68098-547C-46D8-A3B7-475D7790CD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" creationId="{B11AFC3A-0DFE-4AE0-A545-F03ED463CD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" creationId="{CC32B640-1BFF-40F9-9573-F186C43A6F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" creationId="{CC8246ED-BA09-44C4-8AEF-0CAB84C3F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" creationId="{9183CA1D-6631-4FF6-8969-FDD6CB7E98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" creationId="{C808D9ED-F208-4156-B381-E3C334066E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" creationId="{AC95F842-AB40-4BE5-B56C-33C63EEC43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" creationId="{0632EFC4-5D45-4913-8FCB-79E111E20B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" creationId="{ECE71F5A-6F5D-4991-AA1B-94EFF05072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" creationId="{00544062-948B-42C6-9E3E-C1862C9262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" creationId="{480B01F0-C576-443C-9A77-35C4A47CB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" creationId="{1CBED42D-0409-4425-AB24-759C816AEB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" creationId="{EC9758AE-E95C-4C76-9A6A-D79F1D5816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" creationId="{99A8E275-95B3-481D-9DAC-BCF6733421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" creationId="{2609EB72-0753-49C4-8A48-9B39099BDC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" creationId="{557CA508-4C46-42F0-82A7-032E710568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" creationId="{3B361267-6812-439B-A87F-8A08A7F3EB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" creationId="{5C00E5BA-FEBF-4A04-B09C-CF9E12B49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" creationId="{DA78586C-912B-4157-981C-28E6157A56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" creationId="{04D2A02A-B5E0-4886-B388-69B2AF5EBB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" creationId="{07AE4751-7B09-47BD-8E4C-20397F854F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" creationId="{4957F9A5-739E-4FC6-86B9-6D1D5385D2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" creationId="{8F055387-974C-461D-BEE8-1CD12AFC5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" creationId="{2F0D6078-C2E2-4AB6-9843-A253762B46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" creationId="{74613D87-2068-405E-A4BB-DA91FEEE3C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" creationId="{AE1DA2E0-C49E-48DE-BCF6-27646DACEC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" creationId="{3D16BFB1-8497-4C41-830F-2D795F7033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" creationId="{DFA3F588-5147-46AF-BC90-83BC96C371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" creationId="{1F79757A-01AB-44FD-BF91-75D0EE2C63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" creationId="{9E3884EF-DF94-402D-B056-ECF39DC679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" creationId="{30BD5DD9-CFB5-4984-83F7-79451C6F00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" creationId="{A4E46608-24E5-40FB-A938-8F05920973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" creationId="{E8396276-38D5-4A3B-80A8-8A480DA0F3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" creationId="{C47F3A54-5B24-439F-9D91-0EBACA4BA4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" creationId="{EF69AA67-548D-4478-9D80-2F6C52418A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" creationId="{E6DDAFAC-CE33-4415-BA33-8C21CF1E1D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" creationId="{BC45F810-6AB1-4441-9D83-E764BD2103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" creationId="{1DC799CC-F7FD-4386-988D-0B2054B107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" creationId="{14A4450D-4CA7-48D3-B74D-4DE67CC7A9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" creationId="{4C122949-C3CB-4151-BCFC-1FD1B2BC1B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" creationId="{CD2D1FB9-5C75-4818-9EA0-E3A18BC123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" creationId="{27E8056B-F980-4A26-8185-BA1E0C040D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" creationId="{4613F062-FC55-49D3-B93D-78C18063AC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" creationId="{B04B5B27-D6DC-4DAD-8D50-54EDD0D1FD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" creationId="{FF6D3628-F4F3-4317-9223-5CA9DCB10A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" creationId="{F6980932-9A08-46E6-A9BA-7D1495329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" creationId="{327F5E8D-E6F3-420F-80F7-147FA1C0A8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" creationId="{8E6BC20B-29A1-42EE-8E6A-5BBF43A8CD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" creationId="{E526E137-F296-4864-A7AE-8EA04BC440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" creationId="{DDEC9B60-5BA4-423E-94EA-A8E2CCBC01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" creationId="{49BE143E-462A-43CB-A749-32BC0CDBE0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" creationId="{994AE068-B2EF-4E6A-9B1B-3D50E9E309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" creationId="{6B9511C7-42A4-49E1-945E-41C112BBC5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" creationId="{7715010C-0B9F-43B3-9DD4-352E3E7188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" creationId="{600F5CAB-C733-4BE7-A16A-60B6699A75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" creationId="{917853AA-53F5-40CD-AA9C-02E49BB592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" creationId="{49E9B045-452D-4DA3-9F9F-156FC12C44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" creationId="{85F5F7B0-BC5B-425B-A622-EE6D4AE7EF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" creationId="{7621D34C-7504-4F04-A4E7-B12AD0EBDB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" creationId="{AD2BC603-5CE7-48C1-85BC-E79D6B24B9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" creationId="{559BBC18-3729-4C3F-B322-EAB0748268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" creationId="{101CACD7-B123-4B06-BDEE-827F3CC50B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" creationId="{93E86C41-5FC8-4A2C-BFD0-5AA9AD64A5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" creationId="{4F003354-97B0-4852-B113-D4A2393C73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" creationId="{BD3EAE36-257E-4CE8-9E04-B48414FF10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" creationId="{C86251EE-1202-4B0E-8211-287E613FB0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" creationId="{32F5C002-877D-45AC-8785-0A93C832B6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" creationId="{FB5825A3-BD76-4744-BDCE-821AE2A04F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" creationId="{7C6292A5-23BB-489F-8F33-6E9C20F492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" creationId="{26306585-14C0-41DB-BFBE-61C50F0DAB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" creationId="{982E8330-1408-44A7-8C2C-F20503AF40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" creationId="{A43B789C-1163-47C3-AF4E-F9B7FCB574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" creationId="{53E89C99-C5D4-495E-A271-A73CDFEE06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" creationId="{B146BF70-1B91-442C-A739-9A4C5448EB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" creationId="{7A4F5294-4D7D-4FCB-B19D-4710AAD2D8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" creationId="{18212AFE-B5C1-4A0A-9286-3B8D176583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" creationId="{3661968D-3497-47B6-A995-F41D38EBDE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" creationId="{3F75457E-C93F-4892-9A32-C18C904762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" creationId="{BCC300D5-3074-428F-B363-E45189E3E0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" creationId="{1375D57C-749D-4FE9-88D5-3421D8BA92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" creationId="{0BCE3AAB-1009-4472-A0D1-FE0DC2D686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" creationId="{DC26377E-CBAD-4765-A19A-C52F652134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" creationId="{978071B6-CD69-474B-9B9A-19FC0B4EBB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" creationId="{24A39A34-9BE2-4EE5-9453-39967FDBCE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" creationId="{F6A27732-623B-4BDA-BFE3-2B937768E3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" creationId="{FFCFE257-9166-463E-B7FC-209C883C6F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" creationId="{B1988A12-1117-4781-BA73-E57DDF74C9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" creationId="{D7AD59C4-2D8D-4B7E-993E-A3791501BA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" creationId="{FF3A7D9D-56FD-4561-B65A-6B8BA89311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" creationId="{B50004FE-032A-4CCC-AC31-49DA1F973A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" creationId="{AC734CE0-B8D5-47A2-ADC7-09A5C80599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" creationId="{5540152F-4876-4892-8DF3-9A4DDEBB7B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" creationId="{691A6BF5-D26C-4D2A-8261-68C7C0AEF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" creationId="{4AC9AD96-0189-4BB7-AE06-0AFE78DEDD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" creationId="{A3BB4A7E-BA49-4913-82C8-944E8DBC1C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" creationId="{7166EA68-AEB9-47BD-BD52-EEAA41A780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" creationId="{53DB499E-461A-4022-89D6-5C71B96D4F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" creationId="{3DD6F24A-2D00-4EED-961B-5A8D014727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" creationId="{B664986F-4284-4246-8164-4600D2ECCB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" creationId="{C5160721-F883-49D9-A9E5-73C685763E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" creationId="{4FFE2E1B-10E5-4376-AD39-F021EDC50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" creationId="{E8835A4D-4B1D-4630-8A18-17E6EFD92D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" creationId="{31B96448-F4ED-4D2F-8B39-855A8CE47B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" creationId="{61F1C08A-C08F-41FB-9DEF-9E87021A9C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" creationId="{36756753-DB1D-4758-884B-BF9EFE736A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" creationId="{4A5DA33D-0DA9-4E64-B702-EAF78D41E5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" creationId="{893D79DF-28C8-4042-BDE8-6A24D8708D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" creationId="{7E24A1C7-AED1-449F-AA12-5C0798FD5A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" creationId="{BDBCA0A4-B042-488A-99F2-0B2DE24AD3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" creationId="{880DF75C-0131-4B26-9DF4-7FEEC01DAB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" creationId="{31887B48-9C04-4D8E-B261-298FB54933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" creationId="{FDAC512E-151D-4E9D-B241-E7C782C187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" creationId="{CFEA14C8-E7E9-4179-B99F-56458B41C9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" creationId="{938D78B3-8A60-4FF5-B6CA-CC7ADC497B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" creationId="{5C470738-D93A-40B3-B4DF-16EC6C619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" creationId="{8DFB8E25-3D53-4D5C-BF71-E9C86D7AAE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" creationId="{DA5AED9F-84E7-4131-B319-0D0C4FAEDF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" creationId="{60F75D7D-EEA4-4090-B202-1E17D76AC2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" creationId="{DFB748CE-98DD-46D0-8AE0-B93A5BC500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" creationId="{73AD5DB1-9763-4C18-BA6A-D9359C1FB5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" creationId="{05B6765A-9316-4A7B-B185-2C33A44E7A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" creationId="{E689E8F8-5E31-40F4-9EAE-972F98ED17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" creationId="{86B1417B-B73A-4033-B2F3-6379B95367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" creationId="{EFBF7221-D095-4A1A-B4E7-7F0E2D02D4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" creationId="{82C3C7E3-A5EA-48AC-8D25-B39C041F64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" creationId="{6AC89274-35DB-4EB4-AE31-275DA54F61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" creationId="{874BC9B2-EE3E-41C7-9593-8E9CC47F6D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" creationId="{0A9B5DF9-4BBE-4055-BBE4-CC7E21FBE4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" creationId="{998C9CBF-A92C-4B7B-91FC-5CC689B00A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" creationId="{8FC986B9-D7CA-4925-BD8B-1D71F4BA03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" creationId="{633F6268-AC20-40B8-A9C0-94C3642371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" creationId="{4356A823-9A29-4E69-916C-9E8F01D370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" creationId="{20C78A11-C818-4E81-876B-06ED7D8DE5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" creationId="{314C54A3-5410-46FE-8AF4-7E0FCA4250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" creationId="{ADEF6765-3F6E-4647-8167-FE421203BF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" creationId="{0CD977EF-793C-4D53-BABF-0DC0C16287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" creationId="{0A7D0C22-3BD8-4325-9C04-1A803C4343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" creationId="{829FCC0E-0D55-46BD-9124-1D20775D6E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" creationId="{725CF644-D21F-4B87-96A7-9D57AF5D7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" creationId="{F367C3A3-E55A-4AE1-ABE9-2595BB054C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" creationId="{7EC8A088-B57D-4F66-9722-BD7B09895C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" creationId="{B31FB5A5-C3BF-452D-8856-439C5ABAB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" creationId="{203AAE94-7AEC-4C57-9AA6-B091671F5D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" creationId="{CA21607E-4690-4E2C-B0F2-54FDC7531C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" creationId="{77601BB4-D64D-4169-AAD0-62A3FD6A7C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" creationId="{FA5B9C04-FFDA-4B4D-AFB3-2924DCF8D3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" creationId="{81B5F5F3-EF3D-4C86-B750-04FF780C6F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" creationId="{1543BC40-BB59-4933-B799-1663D76E6C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" creationId="{256E2A3C-9ED2-4DF9-ADE2-7788638081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" creationId="{C3F3C555-237C-44AB-BB37-3CBA7721FC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" creationId="{5FD6EAF4-2F56-4961-A971-30958B282C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" creationId="{0001DA9B-56D9-4367-96B3-3BAC6C080E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" creationId="{447A84F4-3C55-4CDF-9F75-C923AD2239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" creationId="{446448A6-672A-4D21-B9D8-491B5BEB60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" creationId="{B68E1F9A-6568-4B16-A0E8-D877EDFF5D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" creationId="{D103CCB2-2876-4E3E-A509-94457B70A9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" creationId="{5CB348E1-92CE-4546-AB8F-AAF055D3F2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" creationId="{8C394B8C-7CAE-45E8-8491-6B07DD0123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" creationId="{03FFDA13-668A-4202-973F-B6CA82D60D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" creationId="{3736E66F-DF74-451A-A4A2-B89ED77F11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" creationId="{5200380D-D991-4519-8F34-4120AAB75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" creationId="{1E118F54-7EAA-418D-9EBD-735D84A551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" creationId="{1F9989F2-3AD6-43BB-9860-5DA764701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" creationId="{97D86175-C96A-40A8-9369-D1D1754E7E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" creationId="{154DE797-79CF-4D19-A6FA-92F0B52892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" creationId="{23F5022D-57D4-4A06-B43E-CB91190703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" creationId="{28D82360-F7CB-4923-A784-219176D9E9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" creationId="{29653EF3-F896-4BBD-9177-0D2387EDE1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" creationId="{062A7E6F-1A45-4D1A-B277-15ED07F0AB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" creationId="{C4745AD5-E5A7-4ADC-8A65-596DAA4EFC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" creationId="{DC6ECE1D-B76D-488A-A8F1-A7E048F53E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" creationId="{0195427B-5F6E-42CD-AF07-78430D8715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" creationId="{D809870D-AB98-4175-A474-B4FD5A6B50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" creationId="{74634400-4C2D-4F1C-8895-C831A3D768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" creationId="{553AED2A-9AF6-4B61-828E-BC81B59274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" creationId="{F1687283-5572-4B43-9734-B3E6932716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" creationId="{B7D627D1-A56C-4A09-A37B-1A4B837974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" creationId="{B3B05153-B187-4C0E-B701-7642650791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" creationId="{131BDB76-86FD-4FE2-B763-DC19F6D727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" creationId="{D7A74FA5-415D-49FF-AF37-7227AE169E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" creationId="{816E2668-8707-478B-887C-2B7CB09293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" creationId="{508A5763-1F2D-4DCC-8D7D-D7CB5120BC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" creationId="{B15A8BD9-E0C4-4322-9D07-66FBA534A2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" creationId="{7DBEB167-C8C7-4BA4-9205-7C3F3C2346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" creationId="{178E8F5F-7636-48B7-A309-6A61E85002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" creationId="{90C81726-657C-4C8D-B036-415543BEAA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" creationId="{23FF1DF3-AF36-4E8C-89AA-7B46FDE057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" creationId="{E0E323C2-8217-4AD6-9105-C92D6F376E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" creationId="{EE97E07B-8D25-4D32-A67F-BABE717E09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" creationId="{720A4D0D-9BF2-45E3-81A0-A0EFF68D32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" creationId="{4A6C3E1B-3A7A-4725-8F36-9E54114DD5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" creationId="{3565C579-9C26-40FE-9296-CB9C5CF4AE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" creationId="{CDB80160-2535-4019-AAAA-DB9BB0357D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" creationId="{286C6D5C-71DC-44EB-82F5-A4858B8253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" creationId="{036E5657-9984-46E4-A5C7-E3DF9F53A2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" creationId="{39E44CC3-055B-45DF-B130-29BA6AA27F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" creationId="{22350616-8B3B-4B34-83C1-9B1AE38D10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" creationId="{3E054776-BF58-4C74-A58F-C7FB0477F8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" creationId="{3F852A44-5AFA-40A3-9DE6-69435D9969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" creationId="{90198210-AF10-4780-923E-B6226C93BB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" creationId="{204BABFA-57EA-4457-87C4-88175EC40F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" creationId="{B1B11D32-1F93-43F8-8D70-FFFC1CDB44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" creationId="{4A76DB28-1192-4EDD-8262-B17B868EF6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" creationId="{DC9776C6-E372-45F6-A99B-35E8F9F2B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" creationId="{862151F2-C07D-4303-B368-2AB2D4B6F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" creationId="{83CE474C-91EE-45A5-A309-1D33517E4D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" creationId="{6284E770-1F40-4E28-95DE-8BE375888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" creationId="{DEF2CA3F-4754-488C-8EFE-4A669C97C8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1" creationId="{972FEFC0-949B-4E6E-AAB2-470F6AE5FF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2" creationId="{FF0AB48E-E3CB-4D8C-8DA0-9A2D0CC163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3" creationId="{D5A99D19-EE8D-4F50-B3CC-D9D87F5D73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4" creationId="{F310BD27-2226-41E1-8E83-B5B266C3F8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5" creationId="{74B16F9D-C4A2-41D5-AAB7-8E722EBB4C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6" creationId="{3F59A896-F2D9-461F-A495-28AB649543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7" creationId="{6CC899A4-29E0-4368-8E97-E22500E87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8" creationId="{90F2FA47-1673-4F51-8968-B25233023A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9" creationId="{2131BAC4-E75B-4F36-BABA-F1E5137350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0" creationId="{5296B80E-0AC0-4B10-86A3-22231B66B5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1" creationId="{D44FD8FA-81FE-4718-B247-7048B823A1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2" creationId="{65ABD723-74A7-408C-9289-E28F2E5BAE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3" creationId="{218F1652-74B7-4B4A-B021-B9D69F8EE9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4" creationId="{3D58E276-29AE-4017-9118-1730A4642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5" creationId="{BFADD116-9072-475E-8933-08324CDBB8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6" creationId="{C52EA533-8823-4B56-9718-8D6E5C52F6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7" creationId="{007E7017-4CC4-4980-A92B-803F82277A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8" creationId="{980824DF-43FE-4FEA-90FB-5AA2345565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9" creationId="{D268EFBE-BAE7-419C-97E2-0152877CFC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0" creationId="{D6C6BFCA-5AC6-4F5E-A1DC-BF4190264E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1" creationId="{08DF78EC-C4C2-4654-8535-0B309C4080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2" creationId="{CB47E527-9889-4EEF-BB52-B1CEA4181D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3" creationId="{AB8B0B2E-65CD-4134-9B2A-3BFE583D56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4" creationId="{D57898C5-4E1F-458C-82BC-C4DEAC247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5" creationId="{6D832DE0-E635-4330-90CB-927A77938E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6" creationId="{73C26596-4D25-4C0C-BC27-9CCA618455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7" creationId="{F24C67C5-6B9B-4CCE-9A47-45E8F4B7F5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8" creationId="{9CC0B425-0BCE-4827-9976-5B715F5846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9" creationId="{9DCDA0A3-1052-4993-90AA-D575EED1B6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0" creationId="{23667171-E8EE-4FAA-8EDE-99463B1860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1" creationId="{09D8358A-B36F-4C2E-9C44-89E7CFC04C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2" creationId="{46876CAD-7EDE-4FEF-8126-DEA5055BCA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3" creationId="{6E0BC0A1-2676-4A95-9F24-C2403CDC87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4" creationId="{0174ED91-3A38-4EDF-85A6-E6B26714D1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5" creationId="{13FED8BB-4B22-4851-8253-4D235E49B8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6" creationId="{BE20CE4E-0F13-448C-B6DE-291A9621C1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7" creationId="{40A7F0A1-D38E-400D-8282-FF4E3341A3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8" creationId="{7DCEABA0-8270-4B59-BDDC-1B2C75D21E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9" creationId="{BAB51B93-BD32-4464-9490-A9EF5F98CE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0" creationId="{6D02401D-83EB-4FAB-8A29-F7AEF33993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1" creationId="{03DCC9F2-1386-40C1-BA7D-99F902A06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2" creationId="{8D7F2CBB-B850-4A68-913F-FECC8E114D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3" creationId="{98A3FD2C-5D94-4B47-BF9C-782989BBA9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4" creationId="{D92781B3-DF53-49CC-BEC2-96D65A11D9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5" creationId="{9FE738EE-2FD8-48AA-B53F-B348F0F9A5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6" creationId="{E643B547-4ED6-43D9-990C-9EFC38C49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7" creationId="{9B5376D5-168E-4417-A1FD-3E19FF4E2F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8" creationId="{8F33ED46-8578-4C64-8051-10B7A71E38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9" creationId="{924BB3B3-48E6-430E-AEE3-BF8C4EF5AA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0" creationId="{32B08204-7F66-41BC-9228-94A7F95286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1" creationId="{8E9E004F-B60B-4422-8567-22D74C6A7B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2" creationId="{4FCA34B4-2837-43DB-BB58-1DDF55DEC0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3" creationId="{AC8BBFB5-09DA-4DEA-99FC-CBDBAD84E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4" creationId="{88E56772-155D-48FA-AF05-3C88C76C4B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5" creationId="{77F7EE95-C88E-4E53-AACF-DF8CC3011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6" creationId="{2952F3AF-8BA7-4EF6-95AE-0A4C493652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7" creationId="{0FD12FFB-9656-45BC-8121-CEB16A0624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8" creationId="{2F77B79D-E66B-48C4-B32C-2CF90D5103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9" creationId="{AA0CF13E-5C1D-4733-B1DF-BDF57B806E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0" creationId="{5CAF4E72-1EF3-40BD-8A18-32910E43F3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1" creationId="{2362D920-17EC-4822-959A-EB1C8A4CCA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2" creationId="{4F8CB6BD-285B-438C-92D3-974A3565C1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3" creationId="{A1D09F7E-D499-4C1E-A3F7-CA37A35032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4" creationId="{6D8C0C0F-F97D-47B5-ABF2-DB5E8426B2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5" creationId="{1F63AF4C-C893-40E8-9B72-30C70E79E7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6" creationId="{C6360087-6277-46B2-B53C-9AFF384903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7" creationId="{C0F65AA1-1BC1-4F31-89C5-070FC7AA8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8" creationId="{7605B24F-B4EB-47ED-A3D5-C0AA7E2DDA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9" creationId="{C2E0966D-349F-4B61-BDDF-8F126E8EB3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0" creationId="{5F346713-5F4B-448E-ABDB-BFFC539C7A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1" creationId="{1A6D82DA-E5A8-440D-8C34-E4F7C9F735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2" creationId="{5DDE37C0-82E0-4BD9-8815-794DC2D15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3" creationId="{ACDAB4AC-3DE3-467D-A0BB-EC80F395A5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4" creationId="{DCBF7E22-43A9-4191-88DF-CEE7EA1AEE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5" creationId="{2691A86E-768B-4463-A83A-15EF092408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6" creationId="{2CBC918F-E71E-4B30-84A6-621A8F9B31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7" creationId="{102F7E74-080E-4D08-B291-68A9C68D3F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8" creationId="{C49FEE1E-6610-492D-B0C1-7013444F92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9" creationId="{60300948-7E29-4F64-B2FF-066DD65AB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0" creationId="{4DF7E536-4336-49A0-AD00-49FEFD1018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1" creationId="{42E38C02-A121-4282-8287-EB97503F49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2" creationId="{6558EFE8-DBB2-453B-BC47-F14BAB35B8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3" creationId="{14653221-884F-4FB6-A432-EB9B1DA5B9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4" creationId="{A6EABAF9-B581-47C6-89D3-D939E91876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5" creationId="{F337452F-4D66-4E19-A5C5-ED2F61C5B2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6" creationId="{118EF1BD-3DBC-4382-BC27-2E5F7348CC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7" creationId="{33091273-34CB-4C50-8307-7318818A10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8" creationId="{6BB70D5E-6869-4CA3-8C9B-EE517D8864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9" creationId="{90AF48AF-7C6E-4AAB-A873-EE83A06B12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0" creationId="{F281D36C-6DE4-4E87-BAC2-FD0A68E7B6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1" creationId="{DA1C3F22-5BA1-4154-AC03-31ABDFD95A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2" creationId="{7B0765EF-62F9-4356-8F92-00CC0DF080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3" creationId="{F93150DF-B2B8-49A3-8FEA-EC19FA4DEB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4" creationId="{87BB3A7E-417D-41EE-AA8B-8901ACE79C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5" creationId="{A0406326-F243-4DF9-927C-E247AB2FAB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6" creationId="{61DDDAAF-6B95-4F1F-BFCC-2850A4A932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7" creationId="{099FDDEA-1546-4F4F-8F36-3A8D57459B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8" creationId="{82AB5569-3CEA-4FCA-9FFC-847897457D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9" creationId="{78724F6D-E8EE-4DCA-B916-01294B96E2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0" creationId="{986F9922-86F4-4BD3-BA78-630E2936D4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1" creationId="{51CDE558-5E29-4AAD-8175-93E22060FB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2" creationId="{3B6A57B4-A4DE-4241-A42B-214EDA5100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3" creationId="{FB1B55EC-67B4-45A7-B0DB-72683F3CFC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4" creationId="{9AD446E7-FEE7-4E1A-AF37-863A83081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5" creationId="{247D1021-328F-4931-A48F-7FE164560E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6" creationId="{CC9BF387-C69B-40CE-93D0-A96802D97D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7" creationId="{A2B5F6DE-8F06-46F8-BE06-0E21E1472D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8" creationId="{B46E96E7-DA32-4916-B39B-8E55683C6B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9" creationId="{8D3E1EB1-F8DA-4BA6-9FBC-79F6E6F40C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0" creationId="{D48CEDA3-914D-4342-9795-64904F7151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1" creationId="{7FDC3123-1E37-480A-B54B-73C78D0802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2" creationId="{05E216AE-8EB8-4470-9B3D-A0D57A9738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3" creationId="{DD9437F1-8462-4DC6-B259-EAF6F05771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4" creationId="{BB1B1851-2312-4FD6-87F7-0ED20C6A1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5" creationId="{F49ABE0E-1427-41D2-BFD5-ABA4562560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6" creationId="{38D305CF-D652-4F51-997A-DAFEC302F0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7" creationId="{362A3374-00DA-4080-B03B-CA90A80AAB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8" creationId="{8A386B4B-1054-4D1F-BE25-8580BA1BD3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9" creationId="{87B66903-C6A0-40E2-AC7B-9999AB376A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0" creationId="{9A630DCC-042B-436C-A9D0-EC273E280A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1" creationId="{7E4F519D-E9F9-425C-BBCC-2AFE708B19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2" creationId="{EA8F4E67-F474-4A99-96C5-811513DA60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3" creationId="{7399A187-E7FD-4E8A-A701-757D3700CB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4" creationId="{91129141-A8E2-46B6-9A81-518E4F5055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5" creationId="{9C0DBB97-3CC4-402F-8BE0-64B73E2DA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6" creationId="{21B839FF-5544-470D-9F6F-E09F681D7B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7" creationId="{A73DA253-E2EB-41E3-960E-0FB32B5A24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8" creationId="{C1F9E7D8-456F-416D-80B7-1674D7CF4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9" creationId="{180C2F85-707C-4D76-B371-A881059E35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0" creationId="{D5F36545-002F-4A4B-9BC1-B48085A60F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1" creationId="{7285D24F-04E8-47AB-AC9C-802EEB7257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2" creationId="{B1DE4B5D-1CB3-4888-A2D9-C82B25BC18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3" creationId="{C05EEF9B-905F-4EF5-965C-2DD95FFCA4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4" creationId="{0C3CA922-A1D0-4ABB-92AF-4AF6D9860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5" creationId="{85CB80C8-6C17-4D69-8F8B-F98201E84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6" creationId="{F07C47C4-9D21-4684-AE4F-AEE64E086A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7" creationId="{17F02F35-41B3-4A51-952D-84DFCA2BB0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8" creationId="{E200916D-1B04-42C6-9D17-77CC8ED5C9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9" creationId="{8D70F2FA-6007-4E85-B8C1-86B95704D4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0" creationId="{5E9E1F6C-CDF9-491D-AC6C-AA7ACB238E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1" creationId="{BF5D574E-9A94-4A3D-A306-2A461BE36F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2" creationId="{86CAF103-B5DB-46FD-B9D7-7F2F13A1F7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3" creationId="{81259329-FB54-4001-A310-C5A2688BE7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4" creationId="{2048DF76-8F14-4755-958A-3709ED1B0B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5" creationId="{60098216-DD50-401B-B4BE-8E455C8284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6" creationId="{07E6B775-10FA-407A-8046-2D3989A5F9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7" creationId="{FDD3766A-92C6-463E-87ED-25BC0A3CC4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8" creationId="{1CB8666A-C3EB-4D4A-83C5-655CA76805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9" creationId="{4C210165-5061-4F84-AA07-B17AB4F0B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0" creationId="{BAD427D9-E8C6-46EE-B3D4-318F316A54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1" creationId="{E72AB28E-0154-4FA1-A7C2-F1D7FF5DE4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2" creationId="{DC59EDEC-1254-4EE8-B06D-0B693E96B9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3" creationId="{9142474E-7731-4A68-BE02-8AA3352022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4" creationId="{A8B438A0-5393-40E4-9936-863FC7283D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5" creationId="{986B07D5-D138-4B35-BD55-2FEEF678E1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6" creationId="{7A14F9BA-640C-48FB-ADEA-997A78C952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7" creationId="{6F146C8A-4358-4BAB-8F61-5037E1BC15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8" creationId="{0D56C661-DA0B-4980-9623-831D56F07E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9" creationId="{2C43BD70-1EDA-4C88-B4F1-FDBDB5D5F3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0" creationId="{54BB4305-1EEB-4416-B39D-E5BCAE542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1" creationId="{5C13F9EB-386B-4B8D-A011-D8F99BAA6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2" creationId="{59A39748-A1F6-4948-A6BB-771A85D9CD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3" creationId="{37DB4957-2C9A-432F-8E8F-C1DD8EE91D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4" creationId="{0E0B3C16-C46E-4D38-A2A1-06AA2BE42E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5" creationId="{4B5C438D-E1C2-4484-BBEA-F4499D27D3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6" creationId="{840C2753-B702-4784-AC96-7805FFEAFA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7" creationId="{D0F7070C-836F-4DAA-919D-71CEB5F796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8" creationId="{EB855DE1-5DA9-4859-986F-CA024654DC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9" creationId="{0BB240FE-B32E-4B3D-99BD-27FB2978E3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0" creationId="{F2D073F1-1B0C-47EA-A42D-6A247E2F2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1" creationId="{3B72177B-8BD2-404F-8867-7023CF8729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2" creationId="{65052826-D62B-4DDC-BEF2-2E9D7BA0EA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3" creationId="{FB6F3EB8-A510-40AE-AC5F-DC3E4DB98A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4" creationId="{51F24BA6-9CDE-48DF-A437-BB1F1ECA33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5" creationId="{805038D6-75C7-4C20-BDD4-80CE1DBED4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6" creationId="{27E0C9D3-C776-4EE8-AD98-9C27A4F11A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7" creationId="{A9A78A67-D276-4317-B4BA-B7A5BB994C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8" creationId="{DFA3212C-CBEF-445F-B376-859810BACF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9" creationId="{F348DF42-C133-4F5C-BEA9-539FE376EA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0" creationId="{6E685C4A-CBCB-448F-9B2B-556ADAC28C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1" creationId="{C05BB901-06DD-4003-A122-0F8E922780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2" creationId="{72BD741C-B895-4F8B-A3E6-C8FF2D0D5D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3" creationId="{5ABF15DF-30A7-4747-98DB-1F2119D20A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4" creationId="{6A26C424-7476-4676-B779-85F3642D56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5" creationId="{C139E93B-459A-4012-8E87-088C7AF719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6" creationId="{1A3B8B05-65BD-454F-83FC-3B0376A628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7" creationId="{F2AD92D6-9F25-4504-AC40-2770305FFD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8" creationId="{1D0FEE79-4503-4AED-A8FB-E0FDDFCC2E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9" creationId="{BD8A3DD4-D7A3-484D-AA18-12F1F70133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0" creationId="{125B06C6-BEBA-4D52-8259-1251953C67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1" creationId="{1542D56E-7708-4AB5-BC57-D76B27F442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2" creationId="{905F07C8-167D-457D-87BF-1C231DDE9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3" creationId="{42C5B8E4-DAD6-4337-B23E-DE522230C8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4" creationId="{6281325E-6FB6-4D5A-B739-9B5BFFEF24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5" creationId="{AF0195F4-B453-4B27-876A-E92CD2A92A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6" creationId="{EBB53D4E-EF72-4D35-B793-6EC2637A6A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7" creationId="{A4079F4B-D7B7-49B7-822E-26FCF191CE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8" creationId="{47359317-E754-4B1E-B456-E544EE816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9" creationId="{170658F5-82A4-4265-8390-0EA5C7E073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0" creationId="{37381F0D-FB67-4854-96AA-34EF331782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1" creationId="{18E5332C-7951-402F-9698-7E60DC14C3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2" creationId="{D225E2CC-1134-41BD-B7B8-25DAF69EBC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3" creationId="{CDD4811F-1D6B-4918-BB82-561A16511E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4" creationId="{1E886256-47A9-4EEB-9469-143298A18E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5" creationId="{76B0A0C3-4625-420D-A472-5E27EE2053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6" creationId="{994531A4-9784-419B-91F0-449AB1F9CB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7" creationId="{94A59BA2-D162-4DF2-9BA0-4DEEFFA1F6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8" creationId="{BE17D3DE-AAF5-4746-9840-4BBA69B28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9" creationId="{654B8A20-12E5-44A8-A62A-E44FD153D4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0" creationId="{3CB7311C-B72D-4E72-AFA9-1EEED6312C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1" creationId="{CC217185-EAB1-40FB-881A-C03EB37F4F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2" creationId="{8157DF4C-0209-4DF6-9C94-FDA3429669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3" creationId="{7A42A525-649F-4998-93C2-F011071939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4" creationId="{26E42159-AEE3-42C5-A273-5503079F75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5" creationId="{B7E755ED-A71F-42E7-9392-C3BDB2434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6" creationId="{29E9788D-A51E-4483-BDF5-C0093C4865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7" creationId="{FA0B2CC6-A35C-44C6-923B-CEF048C07F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8" creationId="{FDC5632E-AC04-437D-B2D3-434442920E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9" creationId="{3FD1EBA6-3917-414F-8886-23C66A5045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0" creationId="{4E7B88B0-D230-43DE-A2FC-F4E7C5FE21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1" creationId="{97C03117-12AE-42FF-832B-46ADEE709A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2" creationId="{485B5AAD-5A29-4028-B2B6-DF5CBCBED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3" creationId="{85626043-7D0B-4AC7-A0A7-039C83E4F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4" creationId="{0AA8C83F-CA1A-4C6B-BA96-9B6E60E3D4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5" creationId="{032F1961-1333-4640-9E45-CEBFEB8A46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6" creationId="{16C872FC-9EE9-4011-BCD0-1F263F2712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7" creationId="{A6EF2FE0-3521-4566-99B3-07541741C9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8" creationId="{C26E7BB2-1F56-41EC-AFD5-656590C6CB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9" creationId="{D4645FFE-A906-4D76-9C38-0C93465EB6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0" creationId="{0E11A702-645B-4FD9-87E8-89A8325D9F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1" creationId="{3FD94CE3-E411-4968-91B0-EE83BFBD67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2" creationId="{414A0CC3-6C38-4B86-B094-377600A38D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3" creationId="{B1BB63AF-031C-417D-969B-0B00294D09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4" creationId="{8E5D5982-95B0-4909-BA9A-61FE68FD50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5" creationId="{8E729F71-F54D-4DAA-9D43-510B65E763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6" creationId="{189EB871-72F3-4973-945E-80E2D2D890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7" creationId="{F350BCA3-46F6-41AC-A5E9-A1C6AE34B3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8" creationId="{7B13CAED-4396-4F81-8EA8-8686259DCF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9" creationId="{47352162-3794-4AFD-9210-3088269211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0" creationId="{370EAF88-FE24-48DF-A106-7A6BFEB08D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1" creationId="{DDE3CDA0-C906-48F1-B192-57A1BE898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2" creationId="{1AED78C5-958B-41B6-8E20-4E6E1662F5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3" creationId="{3C4B3049-AA8C-49FE-8A20-ED8B72D321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4" creationId="{7643995C-0D42-4441-93B1-2D1128E2B0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5" creationId="{CCC66DE2-D473-48F5-9CCE-F5EF626720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6" creationId="{9A4BB02B-6596-4316-B642-982E4888F1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7" creationId="{EF057BCE-20D7-434E-B04F-0F096B57C1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8" creationId="{F4D8D99A-B8DA-4634-B381-3077F9C9F9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9" creationId="{A54AFD4B-79AB-4605-BC41-6672A81F78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0" creationId="{99252516-773B-4E5A-8A7C-E2295EEF77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1" creationId="{DE94BBE7-FD2A-4E0C-A068-3502209AAC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2" creationId="{D6088D8C-38ED-4346-BF7B-889E9807E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3" creationId="{92318A8E-7FE9-4E39-AA38-A33927FC3C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4" creationId="{664C926B-098A-41BE-80B2-F7D0334CE5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5" creationId="{184DF376-4313-42D3-99AD-54B1C44775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6" creationId="{50E0F876-04CC-4643-9D9C-F6563850A5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7" creationId="{0C15A3C5-A7E8-45B4-9602-D94345DC3C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8" creationId="{8274B132-9DAC-4F52-A429-17809F1D9D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9" creationId="{1CAF0132-9B95-4869-A00D-DBDF6ACF4E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0" creationId="{7F37938C-F89D-4292-9D1E-0F14C69A93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1" creationId="{478A542E-5BF9-4288-BC35-55A9E3DE74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2" creationId="{B6F86515-153C-4DE1-A2A3-D35891DF60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3" creationId="{8D524FB9-A626-44F8-B434-557BFED22E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4" creationId="{CBAAB055-3DD4-4B7C-8B71-21B697922A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5" creationId="{667ABFB3-1324-4562-8F3A-35532B0AF9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6" creationId="{2FDAC19F-F07D-4229-8903-81B733D6A5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7" creationId="{66C246DD-1FB8-45A0-A80A-AD60F3FCA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8" creationId="{C1F59466-E867-45EC-AC09-11B4FD41BC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9" creationId="{1CDD8EBC-FEE5-4E74-9B92-14C82FD63D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0" creationId="{8CCB0B55-E70E-49C0-A569-1B7186792A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1" creationId="{AA0C75FB-E169-4189-B345-E073C2FBCB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2" creationId="{05A31A1F-C45C-4E15-9754-0CB44305ED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3" creationId="{88460EA3-9DA2-4C4E-9A8D-EA06ED0339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4" creationId="{D96730D3-BA3A-4938-BE93-5B14288868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5" creationId="{5B23B7A8-0E3B-4611-ACD7-9213D5F6CE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6" creationId="{4E0F2101-64F4-4E3D-839C-D2CCA4378B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7" creationId="{4EB61EB7-70AD-40F3-BB0C-81F4199DD1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8" creationId="{A5A86F68-BD67-41CF-894A-D16AB8F71E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9" creationId="{52915687-B24D-414D-AB55-B538F9145B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0" creationId="{2AFA7A1D-A8E7-4D40-B32A-6AB911685A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1" creationId="{C57B6059-3A4A-4DCB-9B55-6747BB308D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2" creationId="{3F1B61EB-F079-4E73-84D8-54F676F3BF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3" creationId="{D5B9749E-13CC-47BF-AAEB-F6606499AB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4" creationId="{183D502F-F1D7-49F1-8C3F-F7DEBAD225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5" creationId="{D0426B8F-A860-4985-AD04-4CD36D19E3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6" creationId="{58786D4C-5AAB-490F-AC5F-B103F196A4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7" creationId="{3ED6CC03-7AD5-4E56-BF53-E593AEAB63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8" creationId="{1E861237-E4B7-4E70-B4A7-8697EC3B3F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9" creationId="{7363F68E-F58E-469D-AD43-9309AFAC7C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0" creationId="{57374E6B-8A2E-4BCB-B862-B4651DDD3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1" creationId="{EB4FE568-0963-42EE-8512-46F66E365E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2" creationId="{B9EC52EE-0C3E-4645-A617-068BE670FC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3" creationId="{E1F5382F-BD80-4519-BC21-5B4FCD6214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4" creationId="{F54FBA01-8A60-4A4B-8857-49F5563D3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5" creationId="{BB2BD419-F6FD-4C82-A04B-444600D96BD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6" creationId="{4A0CDFE5-9950-428B-9CE6-0CFA2B5F59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7" creationId="{933E76CD-E8D7-4C43-A647-14541058BC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8" creationId="{E3CD697C-A011-4E16-89EC-CF3A9726EC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9" creationId="{520F2849-52A1-4591-98D7-801CF2B082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0" creationId="{5B69DC36-99C1-4C1A-BC54-DDC0B95CA5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1" creationId="{6E62C486-B831-411F-85D3-78450C21A2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2" creationId="{8675367B-B9B8-4F56-832A-08C298F6E1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3" creationId="{A492DADD-DE64-4610-B467-47F2234B4B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4" creationId="{94A4D788-3D5F-44D4-9E8A-BABC148BAD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5" creationId="{B12E754C-D0D3-46AF-9347-BB6FBED00F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6" creationId="{DAC1564F-BA4D-43DD-9490-4AA0AFC2A7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7" creationId="{2DB6344F-6443-475D-B252-FE1AD1E1C3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8" creationId="{F0D1C776-9C75-40FC-BB6F-49A48BA5D7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9" creationId="{7F624E09-55C4-4EAA-B56A-3E31F86DD2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0" creationId="{E6892F37-26B8-4955-9E73-316FCE654F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1" creationId="{2920DAF4-957A-4C3C-9E26-799C62C4C3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2" creationId="{67468666-42E2-48B2-957D-239EE64A0D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3" creationId="{5DC5F687-E9BC-4C33-B2BC-F5F1FE14B8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4" creationId="{661F1969-2413-44DC-A052-75E2CE7685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5" creationId="{0F81A438-70AB-4748-98F3-9EE554613B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6" creationId="{B41E8D40-7222-4FA9-977E-31E23E1803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7" creationId="{6D5E3FA6-D33A-4E1F-80C5-A90499A4FA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8" creationId="{998C8839-2D1F-4BF8-9742-908209A65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9" creationId="{FD45AE93-E48B-40D6-B469-BC27118F55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0" creationId="{2CE06437-D02A-4B2C-97B9-E700CF9CCB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1" creationId="{B5032B08-26B7-4850-A97A-A2CDA26EB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2" creationId="{410A599C-C6EE-4555-ABAA-65B23824D9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3" creationId="{4F7DFA9C-1B0B-432F-BD7C-9210574FB5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4" creationId="{FD49E506-2F79-47A0-A6EB-790DA2F0E4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5" creationId="{4BC59BE8-7C28-426B-A9A3-FCFE8CB7E7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6" creationId="{39BABC6E-B55A-4CC6-B592-7374E12FA9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7" creationId="{B44C43B2-BD8F-43D0-AFAF-354CDA48E4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8" creationId="{DBE725B6-6892-4C4F-AE9C-515AECFB77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9" creationId="{F04141C9-D597-4228-9ABA-D3BF701D80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0" creationId="{2E5D8866-592F-4F4A-AC69-8D3758F83F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1" creationId="{971031AD-9FF8-4819-A043-C15F5309B1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2" creationId="{C519B149-5560-4826-8CAE-F26934AB93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3" creationId="{A54AEFB8-57D7-4DD0-9D8B-A98B544AE4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4" creationId="{7DE16FC6-3A3C-4531-9E2B-C38C89C206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5" creationId="{A023ACAE-E53D-4952-A21C-F59D36DA4A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6" creationId="{1BB28D40-C3C6-4812-9AA5-9A4721A7F0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7" creationId="{D80F4D34-FB40-42D7-A7CD-F5A6ADE024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8" creationId="{5AB57884-DF89-4F0F-8E53-E39BCA3088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9" creationId="{0CB073E1-A518-4E04-9B45-F5886712AE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0" creationId="{BAF48502-5CF9-42D3-BE8D-0FC147B03F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1" creationId="{B00D4428-F09C-4AA8-9308-510FF99F81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2" creationId="{C725E8DF-83CB-4A8A-ACB8-8F91272D01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3" creationId="{090D276F-15DD-4B47-A02B-6B67E12017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4" creationId="{9D9CA844-61FC-4864-ACC4-5BF09D7DD8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5" creationId="{D519F9D9-A907-46C8-86C1-794FB86E39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6" creationId="{EC6D6367-A25D-475D-A47B-AA220B2345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7" creationId="{1EC4C3DD-B3B3-41D9-B7E4-EAC82DCFE8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8" creationId="{C7E47BB8-F02C-48AE-88E9-6838313195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9" creationId="{74401AE4-45FB-499F-998C-A260B64401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0" creationId="{832F24D8-6771-4481-825C-78413806DF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1" creationId="{E0F03361-99E9-44EF-BADB-A6E2A88DD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2" creationId="{878C7826-2A2A-49E4-ACCD-C45322AB32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3" creationId="{F0D87A97-030E-45B0-ADF9-F534E4840A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4" creationId="{FB912BBE-3694-4778-8CD5-0B42C3C584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5" creationId="{AB44D89E-744A-4DFC-9F36-9AA09F8C2C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6" creationId="{C8FFC8BA-8AA1-4A10-A6E1-5058407B5D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7" creationId="{53C7D7A0-8D58-4CD2-A7AB-C39E1A2423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8" creationId="{305B951B-B893-4055-A6EF-C373ED6671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9" creationId="{B5123179-96EE-4742-8D84-3D58BCB925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0" creationId="{D2A881D0-64D3-46AF-ACF5-AF62F7AAD7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1" creationId="{04A80C11-527A-4AB9-9D6A-4A8A83F21F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2" creationId="{2690B739-13EF-4886-97CB-66B32027A1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3" creationId="{804C2576-249A-4453-96C0-5FE3D7C93F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4" creationId="{52C20E08-874F-41C4-A9B0-3CA2096F3B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5" creationId="{73A5DE24-5058-4A92-A332-58A838305B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6" creationId="{556E1A6B-5B9A-41BB-836E-13F986FCC5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7" creationId="{E06480FC-13F6-4E7D-BA1C-3DB2B88C9B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8" creationId="{2816102B-048E-40DE-B914-CEAB0DE0A1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9" creationId="{66955F48-F78B-4B26-9F52-1D052598B1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0" creationId="{32586D36-9B94-4261-970B-6F5DEE3813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1" creationId="{AF68744A-3010-4735-BE63-0A90B1FB99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2" creationId="{663527F1-FE65-48E4-8AE7-8F663C351D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3" creationId="{09F3AAD7-C5CE-43D7-9383-4F4D370A85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4" creationId="{17FD5C21-5942-4DB8-B493-273FF575D9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5" creationId="{1F33D8A6-F004-4C3E-987B-445E74D5AE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6" creationId="{A5210280-ECCD-47E6-A20B-4335C81158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7" creationId="{C22E0EF6-F71E-4056-ADC2-4D3E8DC34A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8" creationId="{E3C66EA7-C39C-444E-90CA-80DAB19207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9" creationId="{F339FF90-0BD1-448B-9F4A-4B0004CD43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0" creationId="{E54717DB-FAA6-4BC7-A42C-D471E491D3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1" creationId="{9B338F00-B5AD-4D5F-9AE8-68513BBA72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2" creationId="{F96EBC79-68E9-4564-8C67-1B5749FBBE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3" creationId="{AFAFFE4F-DB6A-492F-AD8B-0AF34D7A06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4" creationId="{E50CCEE5-CAD6-47DC-9C5B-FEF8059471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5" creationId="{6A6808F9-B69D-400E-B9D5-AA68ADE952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6" creationId="{1095E0F2-1334-444E-BF40-120DC6C1A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7" creationId="{3E05EDE9-DB8F-46B5-9C46-91E94B905D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8" creationId="{546E03AA-5A35-4A35-ADEA-25350236DE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9" creationId="{8357A9E2-7CE5-48BA-8EEE-13FB1F9F31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0" creationId="{1E62A2C6-702B-442E-8769-3CD19CBCE1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1" creationId="{DFD0E996-47C7-40F7-92E2-3F7E302993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2" creationId="{CCB6FF09-2D95-47A2-A032-0392EC53FE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3" creationId="{85D8B424-5842-4B89-B0FF-97EED9F09B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4" creationId="{DC94605A-D814-4C7A-8A3A-22D7F0A383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5" creationId="{5771CE1D-63AF-4A17-A9CF-8194A03A77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6" creationId="{97647936-D01F-4041-930E-8D9F52DD8C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7" creationId="{6E3EE949-3B02-4FD8-A86D-07B667308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8" creationId="{903C27F6-988F-4B87-BEF4-54DA8BE02A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9" creationId="{1A0AA6EE-ECF0-45F0-BF22-3F3A9D33E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0" creationId="{C0981C0B-8B13-40E8-AA11-0C89B0464F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1" creationId="{0BC11CAE-B113-40E6-B9DA-C43E675AF5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2" creationId="{17A5ACAA-44D0-4C38-9EFE-8C5E95953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3" creationId="{2CE40689-0584-4A30-B92D-0A3B336DE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4" creationId="{6E6A68AF-0CA8-450D-98DE-E05D51AD08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5" creationId="{57D04222-FD44-451B-BA81-1C09569DFC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6" creationId="{F0605299-8AF4-42B7-9E47-FB1B4F3137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7" creationId="{28E00273-5CE6-4EE5-8F03-D87465EBEF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8" creationId="{B3C6133F-F1DB-48FD-8C50-E18929B1FD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9" creationId="{F33E007B-9379-43C0-94F0-6CE5F790A1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0" creationId="{936F11E2-0AEF-4632-BDD0-63C437105D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1" creationId="{2AAA2071-17B8-45FD-BFF3-F37ACDD932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2" creationId="{6BBFB362-8E4F-4E63-80D5-DDBF73A8B7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3" creationId="{E1424CED-1C5A-4815-B242-E0A7CF1F12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4" creationId="{4D6E9C4D-B91B-414D-8EE7-5CD4937BE1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5" creationId="{42C8F580-267F-4D1F-8BA0-513F9F6B9A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6" creationId="{855CA768-CE48-407F-9D67-6BE93A68BB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7" creationId="{847E3F22-5560-482E-BD9C-01B5363EFD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8" creationId="{D213824E-F07F-409B-8394-281B14B089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9" creationId="{FEC29A70-DB94-4CD7-A880-6DAE811CFA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0" creationId="{9362DF7C-B3C3-4033-A97E-8428AE7AE2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1" creationId="{14C9DB7C-F2FC-476B-9D93-9EEA7B88FC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2" creationId="{0B40E6C8-0BC9-4ECF-9BAD-0D2A8E14E8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3" creationId="{83B1EDA9-D547-40B1-B652-10A7DC7EFE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4" creationId="{2FCC46FE-6653-487A-9C7E-AFF52CD3EA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5" creationId="{316C7D3C-7172-4A17-BE4F-1B68BF2CC7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6" creationId="{F63FB789-E4E6-48A3-BF65-3019E92823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7" creationId="{EEB4E341-88C7-4B59-B419-9AF440C79C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8" creationId="{E5FFE606-C3AB-4DA5-809B-BE1E6BE309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9" creationId="{E4F2C7AD-E82C-48DF-84E0-E4B7F59047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0" creationId="{B826156D-595A-47FD-AD46-0AFCBEA0E9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1" creationId="{63FCEC74-1866-41B2-AF24-B8F1B6ED8B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2" creationId="{9D6D700D-C020-4B11-993A-11ADD169A2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3" creationId="{1205137B-75BF-41AB-917B-0639D37F45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4" creationId="{912AEB8E-E631-422D-BAE8-0886C345D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5" creationId="{DD11B133-958B-4180-9AF2-5E2713BD1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6" creationId="{EBE3983F-93D9-4386-B3AB-0242E12993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7" creationId="{DCBE40BB-FD1D-47CD-907D-91DF86CACA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8" creationId="{F033FD00-2F7A-45D1-9199-190BA6C4DD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9" creationId="{FCD208AB-0A9F-405F-B1DB-A391502FEE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0" creationId="{C38991AD-5E46-48F5-AE0C-FBA4A03744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1" creationId="{188782A7-9976-4D88-97EC-A2B4683D80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2" creationId="{CD596A15-0893-440F-9E3E-3F65E982A6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3" creationId="{0323D2E6-1B2F-4F87-B6C0-EEE29703AE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4" creationId="{890AC033-9AFD-47BF-9839-AA612312DB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5" creationId="{21B92F51-C6B4-485E-B8BE-E9A98E8913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6" creationId="{48167451-3F70-437F-A7AA-2C89B79B8D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7" creationId="{AD6E1591-AD2B-4ECD-B29A-9F5123BB8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8" creationId="{F8BAF0AB-7553-4FC2-8971-A13AA68360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9" creationId="{31B95083-C11E-4209-97F9-50DC49FAAE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0" creationId="{36F8824E-CB98-4536-95D8-CAA9EB1367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1" creationId="{FA9B3370-4483-4D5C-9127-F8C0F20BAC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2" creationId="{F42ADD09-A9EB-4EDE-9AC7-2B70B88295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3" creationId="{A95D6B3D-90E0-407E-AB0E-CA00DE4EA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4" creationId="{4DFCB895-42DA-4FA8-93BF-D682A9DF0D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5" creationId="{A35018CB-12B2-41E3-AB01-9947450308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6" creationId="{9A9AE2FD-71C8-4EFD-B0CB-0100B1F69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7" creationId="{87FFCCA1-80BA-4E79-8422-BDF228A1A9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8" creationId="{87581B2D-1615-4E10-8AD5-7C300937EA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9" creationId="{0F96BDCA-CE20-4607-A8E9-3E8A6EDC3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0" creationId="{624C0B49-9672-4057-87A2-DA42C66258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1" creationId="{DD6D7E33-F9A1-4C7B-BABF-504A30694D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2" creationId="{3275E72D-C68A-4FEF-A79C-39694CAC1D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3" creationId="{294BA2E5-4C94-4A57-917C-B2E3D6582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4" creationId="{FB808B9B-0B89-45F3-A4A5-B9F9172A4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5" creationId="{05AD1271-426A-41C5-9259-2591B8B351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6" creationId="{70D5F892-A6AC-42C0-B868-99BEBFB8E3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7" creationId="{33011124-6903-4612-81D8-68AF582789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8" creationId="{B62E762C-8F3D-4341-8342-6F307A0673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9" creationId="{5CD7AAB6-F889-4ED9-9558-5D5176ED2C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0" creationId="{2E03DD61-7451-43CA-A774-43EF38BBE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1" creationId="{E0FF4660-F7EF-4CDD-9867-D4D455BFA7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2" creationId="{1A77FD81-BDDE-4637-88EA-8986B1B03B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3" creationId="{AEC4F028-5D44-4F45-9D42-0A312BBF46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4" creationId="{363609E2-8068-4D10-819E-D9E28F7999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5" creationId="{3142832D-424E-47FC-94EB-09B0A1A95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6" creationId="{4A1389DE-E396-4E04-8B5A-6963461B00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7" creationId="{B5138BEC-2222-4081-AEA4-992B1F5311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8" creationId="{7E94B254-670C-4C29-94C7-519F0373D4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9" creationId="{F9CAEF65-A6ED-4955-9431-AE50F49005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0" creationId="{5E6EC43B-CF41-4EAC-95CF-01D61E2F52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1" creationId="{FD01A6A5-AF41-4FB6-AC9C-1C70A9B3C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2" creationId="{7BBB2C26-1B43-43A1-BF62-A58B0F011A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3" creationId="{9512F2A8-9E59-469B-81B6-4CC1EBC92B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4" creationId="{630605B6-DDDC-49C0-90CA-5419B425C8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5" creationId="{92DBFC92-E5F1-4E98-85DB-3145EE60E3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6" creationId="{27C13A77-CFC6-4176-9A48-B7FA2B40A9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7" creationId="{B5785B3C-D413-4793-B9C9-A81DAAF7C3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8" creationId="{46438886-3589-4FAD-97FD-726588165D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9" creationId="{4E3E8B53-9D9F-4AC8-9212-402496B9F7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0" creationId="{674339E7-43E4-4AC8-8520-6F88F5AE0D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1" creationId="{870EF06F-AA53-4156-9339-808814790A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2" creationId="{65A57AB3-5F6C-4E8B-AEBC-D630E15C01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3" creationId="{29F51E31-AF3A-4121-9BBE-129E65D947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4" creationId="{4F667A88-25DC-48C7-87C6-B50CBA63D0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5" creationId="{06FD3078-196C-4942-9BE8-2128A07DD4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6" creationId="{23C81DF1-349E-4B9E-9F02-0B86DAED1B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7" creationId="{FE3850D3-2C5D-4CAA-A00A-9A43B50787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8" creationId="{C5CC62DA-BEC7-4036-B5A0-FEB1151BC0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9" creationId="{89661852-DFFF-4A43-AE16-3603F4745E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0" creationId="{9DFA4613-E2B7-4BAC-AC51-3A2CC3627D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1" creationId="{5900D49A-74FE-4894-A05B-15811844E7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2" creationId="{BCC067F2-241D-4955-8C09-ECFB00BAF5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3" creationId="{1DE76DD2-603D-49F5-98D2-D390C1CA01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4" creationId="{F08412D3-2827-46D6-A53C-6694390F64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5" creationId="{A3DD91CE-4276-423D-8E4A-8DB0B6AA97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6" creationId="{68E9DE53-6428-4400-9B00-6DDEC77A80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7" creationId="{31CFC590-577C-479B-92C1-912608EA0E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8" creationId="{933FB890-5D91-411C-A715-6FACEFBCEC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9" creationId="{1487136E-858E-4E0D-BFA2-EDA86E86E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0" creationId="{98673480-5D1F-4CC3-ACC6-E25C1721AD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1" creationId="{699111D8-F896-42A3-BBF6-FE91F80DF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2" creationId="{7C60CD05-A138-4C78-A5E1-411B3CE6A5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3" creationId="{446214BB-3D5F-4D56-A9C9-2C57651505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4" creationId="{9FA4C961-4E19-4FD8-896A-53EA3A1F5B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5" creationId="{6CEEED20-F6FE-48BE-87D0-B91E6B19D5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6" creationId="{F444095B-A2D8-4020-A742-D80E097228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7" creationId="{2E1D2C44-F9C6-4A13-B1D0-2A343D946A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8" creationId="{674E9858-CC12-4398-9D19-EBC4E5B8B7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9" creationId="{D58235F7-8A4B-4A7F-A4DE-EA9AD66661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0" creationId="{6E7442EE-B8C7-4F33-A44C-81E2665E2A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1" creationId="{2364C87C-5797-48A6-9B8C-7B363F5D55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2" creationId="{83361F7B-CB8B-4805-960D-41289AD423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3" creationId="{07E88E30-5136-4E52-BD52-948BF12127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4" creationId="{36044BC0-64D7-4C8A-B414-AF80631857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5" creationId="{53844821-212D-463A-BFC9-D7ADF6C036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6" creationId="{FC5B49D7-3002-4F2D-AB22-7FD04A44AC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7" creationId="{F1F2C5A0-DCC6-4533-A3C3-52718C7682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8" creationId="{54556837-6BAA-4ED1-88BF-20F034B20D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9" creationId="{6E2A09EB-C00B-468A-811E-8AD28CFAF8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0" creationId="{B185E206-353A-4866-8672-A4131B8AA4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1" creationId="{E8AD941A-EAD3-4227-ACE5-62480ABEE6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2" creationId="{E14C9ECA-0219-43FC-8118-C407FFDCC8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3" creationId="{45DB66D5-D99E-487A-BF17-7F9D4B9CA3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4" creationId="{208E622B-7EF3-4116-A739-A0B3C5CF48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5" creationId="{E2F57D1A-06BA-4041-BF45-6CEC17EA92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6" creationId="{DEA9D18F-1BDE-4227-B5BE-BB11449B69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7" creationId="{1E6FB1D5-C50A-428D-8751-9756561840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8" creationId="{9219368E-E1D1-4530-9EEB-596BCF227A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9" creationId="{FB311C29-30BB-49B9-A1D2-5C3C5E12B2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0" creationId="{8E5E0D59-CC03-4FB2-8495-F48D70BBE1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1" creationId="{E18D1B1E-B3EA-43F8-A153-56F95564E7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2" creationId="{A83E7876-7079-4990-BC23-AF1604F1B3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3" creationId="{C76C2ACE-1382-4C15-B8BC-D81E4E4C46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4" creationId="{A3A25DE4-ED7E-4158-BEC1-95CD9BE6E9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5" creationId="{46D63F36-B440-4CC4-B9AF-ABDFB8DCF4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6" creationId="{C1AE1921-4FC8-4231-9B13-A8D01B9E5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7" creationId="{2A1ED971-7085-44D1-8AE2-76060EA221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8" creationId="{C4AC6A94-7154-4C78-B17E-B341C0BFB4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9" creationId="{C6135CD2-71DF-4BCE-981A-B5679E52E3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0" creationId="{E0B12F7B-ECF5-4142-BE5A-0A4A79F36B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1" creationId="{E5F8CB6B-2363-427F-AAD9-FC499EA07C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2" creationId="{FF19329F-F0ED-4EA1-8236-0EFFE93ADC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3" creationId="{29C617F5-4486-4614-9AC3-4A7216E90A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4" creationId="{C8077E83-482F-4DA9-91A6-26AB90C15C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5" creationId="{9C0E3383-2DE6-440C-B5E9-EFD09E8765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6" creationId="{B4B4A3CE-0BE6-42B8-BF32-2DB7E5A10A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7" creationId="{864672F2-00D8-48EA-AF4D-D3F27589F3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8" creationId="{4F26BECE-1186-4351-AF5B-1D79536915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9" creationId="{ACC4D687-2397-4A89-995A-16135EE58B6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0" creationId="{46EE57FB-6CCB-4437-8880-F3B50AF4FC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1" creationId="{0628F99E-9CB6-4F6B-B6E1-205E5BA068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2" creationId="{5F9FE13D-27C6-4E8E-A95A-EA68169B5A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3" creationId="{56E2EC39-7133-4EEF-BD35-DA36C246A0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4" creationId="{66814402-0E3D-4BBE-AC9B-19024756A1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5" creationId="{2B8BD6CD-A091-4CB1-BFDB-5C4A1C3EA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6" creationId="{816967B9-B424-4696-AB3B-16089E4731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7" creationId="{0CC03F24-BF2F-43C7-8BDE-9075A2BC26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8" creationId="{9110B4C1-090A-46DF-8902-36F20CE867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9" creationId="{AE17F626-B9D3-4B54-BEB9-E9BF9F328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0" creationId="{58089D74-638F-41ED-B8A2-24E2F41C15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1" creationId="{2277D67D-AF24-4BF7-B80F-DF0210CBF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2" creationId="{9703BF58-9D8B-426D-85DD-A799EA2B26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3" creationId="{81C43D0A-D49B-4F5B-83D1-A47FD55321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4" creationId="{3B2A6A5D-1490-4069-8583-C6155E12ED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5" creationId="{1AEEFF9F-B452-4EE1-B39C-26B5446A72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6" creationId="{090CA28E-5A56-4233-BDDC-3BC4E8C5B0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7" creationId="{0392765E-F964-41DA-94AD-63E1EBF349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8" creationId="{3F444BF1-8DDA-4E09-BB12-EA09F7DF48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9" creationId="{19F0695D-FE45-42DE-96C5-64021E7AF9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0" creationId="{AE005879-FBA3-4A06-BAAB-9D4DB500DF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1" creationId="{80C20A69-539C-4BAB-B6BE-F453E5CADF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2" creationId="{FCBFA935-8A41-4C79-B0C5-995F21029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3" creationId="{40DA3009-EFEA-42E5-A9E6-DB2B2802F0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4" creationId="{85499C12-485F-4557-9610-AC68B66B12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5" creationId="{E20617BF-2E5C-4A5A-B182-9E39564F4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6" creationId="{8616F8F2-0D4D-4EE9-8F3B-F60F6C8F11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7" creationId="{A9AB7387-B157-4CF4-8CD6-41F14BE799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8" creationId="{B295467E-0E61-41B6-9C2F-9248203F17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9" creationId="{CCC4A594-57DA-455C-9ED3-8C8F06C08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0" creationId="{5F05CAAE-B314-4E4A-AA66-7C39397564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1" creationId="{5F7459FA-15EA-4EF8-9E2E-5CC41F135E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2" creationId="{40926A8E-7605-48E0-872C-BD165131B7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3" creationId="{5DF033A1-0DD5-4B18-A9B6-66458DA9CB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4" creationId="{24C27B99-FA96-4D52-B51F-0312D01E0D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5" creationId="{0413110A-EC52-472E-864F-6352937D28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6" creationId="{B7271A7B-FAFF-4449-8994-97EE9F36FA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7" creationId="{838BCCBC-B756-44A1-992E-EB2128D626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8" creationId="{D6542B12-197A-40CC-A971-F8B199AB06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9" creationId="{DE65506D-7AF8-40A9-B142-B819685479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0" creationId="{E2F2DA8E-D4BB-4F9E-8084-B83D86838B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1" creationId="{D88A4BB6-62F1-4D30-8548-B871A47325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2" creationId="{AE0E8EA9-E98F-4120-97A5-980ADF1E09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3" creationId="{B67D06B2-D99C-4D0F-96F4-CFF1EFF0C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4" creationId="{3E203C1E-CCE9-466F-8062-58A93BFB3C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5" creationId="{C4E774FE-6573-4446-AE1F-2497DEF7E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6" creationId="{B91A0DFB-6925-41DB-B01A-8604649B4E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7" creationId="{86C68886-ABCC-44A8-8B5B-AC47C934D2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8" creationId="{0A3DE006-8983-4848-A71A-ABD94F7146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9" creationId="{B4476A96-47CD-4DE9-AE75-195EF1A8B2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0" creationId="{E698ED2B-7479-42B0-BE68-5D92D8058E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1" creationId="{AB645513-1EB7-4F2D-99DE-2F697D2B8E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2" creationId="{AFEB102E-8D85-4D28-8A9B-54AF1EFAA4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3" creationId="{FD149884-132C-4B1C-A9C5-0355453CDB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4" creationId="{EAC93100-74E0-4619-A02B-74CF04ABD4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5" creationId="{0FBD70BE-9F0D-44D2-9D62-0C8D40C44C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6" creationId="{EEEF8E7B-ABB6-4DD4-877B-0D12614A0D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7" creationId="{05BD807F-CF20-4BC7-BEDE-A801DAF125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8" creationId="{0668F48B-648E-4F9B-AFB0-4BC33B9080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9" creationId="{D6B47504-1C22-4EAB-9A8A-DD2FD5002F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0" creationId="{FE8338FE-673D-4358-A3DA-C64B0157A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1" creationId="{249783A2-396C-4B8E-A50F-CCB3B866D5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2" creationId="{312E7E0C-DB8E-44C2-9602-3CB430D52D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3" creationId="{FD5D1771-C4D4-4692-8812-B8F0727F6A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4" creationId="{1BBB09CE-8BD5-47D9-BF63-74BEF671EF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5" creationId="{F72CF6AF-9210-4B13-8BDE-7AAA79C6B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6" creationId="{27BD5722-4C29-4E50-AD57-1EFE3DC277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7" creationId="{5D26ABDC-92A2-4010-80A3-2014829CDF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8" creationId="{F8D0AC88-0B38-48AF-A940-D068D3DE41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9" creationId="{94BBB9B6-1293-4D51-B2FC-3F927F0457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0" creationId="{5BE5B58C-61E6-4A9A-B315-7A33391033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1" creationId="{44F5EA51-5BC6-454D-8916-2D14E3452C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2" creationId="{4F2B2D1D-02EC-4DF7-BC75-6FD52A5A64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3" creationId="{4A5C2B08-7141-4431-B04E-7CCF7FD9DB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4" creationId="{AFD9500D-4B9B-4750-BA04-A0D2523CFB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5" creationId="{469A92A4-C87F-4D4B-B700-7161228161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6" creationId="{2B57ED41-C365-44F0-9393-EDC066B2B5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7" creationId="{6425C381-2B47-4E93-8FF1-DD994E3C32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8" creationId="{E7DE4F9A-E292-4F5D-9C20-5DE083FD30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9" creationId="{C6B5FF23-FB81-4409-9F4E-DEF3FE4E14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0" creationId="{1021C15D-068C-411C-8163-EEC11921A7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1" creationId="{02FC2C88-6918-4427-A60A-E29428EF83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2" creationId="{19EFB4F9-0E19-4436-99B8-E6420AF4A6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3" creationId="{A2FF11FA-406F-4A0F-81EC-12796F8C08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4" creationId="{CEFB9F8F-265A-4984-9A4E-47EEA8EF9F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5" creationId="{4B9FC236-1905-40E6-BE0D-C5A876CA47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6" creationId="{319A5041-8556-4D7A-A2D2-52AA2CF2D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7" creationId="{1C1F88FA-ECAE-40B1-B1F1-D10FF96B5F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8" creationId="{ABAA1E86-3B6F-4027-A1F6-171AB77D16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9" creationId="{0785A43C-0881-495D-BB5E-14F2510BF3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0" creationId="{94B44E35-8620-4592-AD49-19AB1E96C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1" creationId="{0099ABE1-0D28-4645-A38F-AA259E18B9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2" creationId="{2AA6E9C8-2C01-49F4-8317-9DC2026CAC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3" creationId="{06079B41-FB88-4AE0-8A2F-AD04234B55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4" creationId="{96012D2F-1117-4078-8EF4-DC3CD302D2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5" creationId="{75AF6E6E-3FA1-4379-9060-D7C9FF3AA8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6" creationId="{9C1ACE11-7800-4011-A9F1-1DFE4AA604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7" creationId="{7F93B181-5019-4C11-92A7-9974F6F9ED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8" creationId="{5256DBDE-06B7-412C-B600-8231CD1511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9" creationId="{66DB93F3-E761-48FB-AFC8-91610C026E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0" creationId="{DFC19597-9FB1-4B08-8CE7-50B093FB27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1" creationId="{AD6A4A21-C321-4C8C-A8BB-5F5F2719D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2" creationId="{1C6F1D85-8782-459D-913C-69F57EDC2B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3" creationId="{2A641FD2-67D2-4AE7-8445-FE3900A1CF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4" creationId="{ECCB843A-36A0-4DDE-8A42-27C9551E19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5" creationId="{B6CB4C39-A38D-4835-8912-104E05B285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6" creationId="{1ECC881C-F118-4B4F-8BB0-3EECCBEBB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7" creationId="{A8811B12-C635-405B-B9A9-2DD32242F9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8" creationId="{8C520505-D1E9-477C-83E9-E3DDA2531E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9" creationId="{D4F5982F-111E-49D8-9D0F-5DF5EC66CF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0" creationId="{8C07A4FE-A266-4796-82A9-34929205C3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1" creationId="{DC96EFA5-341B-42D8-8656-2CCE416A5B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2" creationId="{AF9633A7-BB17-45DA-8EA4-7920F6F88F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3" creationId="{240F632E-4201-4DA5-BAD0-8B689DF638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4" creationId="{DEDB7CA3-5AEF-4F18-9BAB-096F474B8F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5" creationId="{FCCA6982-5FCC-4633-94B7-8182E9F53C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6" creationId="{C77AEC1F-36E5-4E29-B21C-86553D3410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7" creationId="{91233E76-5DC5-45B2-B795-46F15239F4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8" creationId="{BFB2A124-F50F-4B1B-8068-1E54F36014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9" creationId="{6C8ACF84-D4C4-4FA7-82E4-812A12210A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0" creationId="{6CC60B72-BA47-4D85-B5BD-BD4B32F2B8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1" creationId="{E12EE948-A4A7-4625-B4B0-25BC7FE33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2" creationId="{F58837B7-DDAD-43D0-B2F7-2EF3573187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3" creationId="{748E26A7-AE92-45B4-AC60-FC46C03A08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4" creationId="{36B23849-257F-4A77-B68B-88331FF4D7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5" creationId="{F8EFDA97-E181-452C-8121-BF96AA6D78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6" creationId="{11F4DA97-5A6C-43EE-AD8A-062953CA8B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7" creationId="{C2D68394-43DA-4AFA-83EE-F099E3C2CA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8" creationId="{258E9A1B-4B33-4387-BB3C-5482B0433E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9" creationId="{0E551EE2-6958-410D-A408-E4B207500C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0" creationId="{678C18B7-525D-4AA2-BE3E-06E0523033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1" creationId="{EBC848F2-4E2B-44F0-9866-48C2FC6E38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2" creationId="{11CE172D-BE7B-4844-B1CB-7ADE0ACE95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3" creationId="{D9B02F0A-460E-46A1-8638-C7BADAD003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4" creationId="{069053E4-3EBE-4985-886C-1CD3EEBA7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5" creationId="{BD49A490-DDD4-411F-808C-3318CF9CFE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6" creationId="{15487F7B-40E4-435C-B103-4ADC36FD47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7" creationId="{E7C2422A-D3CE-4C5C-BD0B-425723B75B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8" creationId="{F938B2C6-FBF2-498C-B478-BE98B11941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9" creationId="{2CD74AB4-4D6C-4FB1-B0AC-2D424F6802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0" creationId="{A3AE275D-21F4-4C03-9C90-6A958C4BA8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1" creationId="{3E4F2F33-5211-4713-BF0D-B8E0815BBB6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2" creationId="{92E35062-8898-4E11-9C71-A25E3B2E09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3" creationId="{9EA21C47-BBBA-4401-BAD6-A6E5B65158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4" creationId="{4675B5CE-2A22-4121-B733-F762348878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5" creationId="{67C6021D-B1F3-439D-8C30-269CB2F457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6" creationId="{4379C6E3-0C7D-48CD-B762-18D259EE2F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7" creationId="{B31D7851-AA6B-4363-BDE5-25A2573A53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8" creationId="{04CC60C9-B6BF-4144-80ED-94D9E90FC6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9" creationId="{FEFEFAB5-8B02-45E3-881F-EDDD57593B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0" creationId="{FA4FAD34-7A27-4DA3-A865-728913062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1" creationId="{A13430CA-B177-48C1-B508-A0566CF924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2" creationId="{4A2D08E2-F4FD-4473-BCF8-EB045FD01C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3" creationId="{0ED09BFD-533A-4FD3-98E2-E7B3BE7E11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4" creationId="{2C9EF68C-9084-48CA-9C9A-C2535337AA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5" creationId="{CB3AEC1E-5F0C-4AD8-BA74-7D84B21232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6" creationId="{45571B29-242A-47C9-983C-7A7BF64ADB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7" creationId="{6FF34D3C-6D20-4F65-BF92-038DFB6661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8" creationId="{B0F5CC63-4304-4F3D-BFED-48D335AD9F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9" creationId="{0AB4CABB-A8C2-4411-9F25-42BCE75DF2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0" creationId="{EFA82798-B468-4FDF-979E-A49F8DE3A4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1" creationId="{0B136B6F-FBC5-48BE-8C55-3A1EDCD00D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2" creationId="{F18AD53F-732C-4331-8200-37D3516F1F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3" creationId="{8A381CD5-3890-4E41-9F3E-0F117BA991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4" creationId="{0F060E7F-F17F-4EAA-A4D3-46F7547EED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5" creationId="{712820E8-9994-4402-AFCF-D5820DDBB3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6" creationId="{B77D7627-A18E-4746-80B4-435DCCA564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7" creationId="{B904D948-D65B-4DF6-B28F-C21A7B05A1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8" creationId="{585F30A4-204D-42A3-9F1A-A8885CDECF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9" creationId="{566CAE1F-1694-47CA-B5D1-DD45390D8F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0" creationId="{511F2EDD-EA8E-4E81-8C40-9E506E632D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1" creationId="{16C5D259-B53C-4341-9FEB-E7D6AF770E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2" creationId="{64FC544C-D8FB-4120-A621-ED1777B963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3" creationId="{C9210A44-13C9-430D-BF33-F3CE82626C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4" creationId="{343DFCDF-D261-4519-A122-393D3C8602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5" creationId="{72FFF3B2-54FD-47A4-80F0-CE4A9509E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6" creationId="{C254C98A-D9F6-4F57-98D7-1CEEE23243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7" creationId="{0F847775-767E-41BC-AAA3-26871933F1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8" creationId="{DF175CCC-805F-4F8E-A8E7-808FF4C7F3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9" creationId="{A9184136-28A5-46B1-A3D9-FF866BC983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0" creationId="{3928489F-E8FE-4B0B-A7A0-84C00FB6E1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1" creationId="{331E5BAD-8DB7-44B9-A06D-011D848F4D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2" creationId="{92F409A5-9CB7-4A3B-9AAC-4A7E9D0EA8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3" creationId="{0729CE72-BD6D-4870-B66E-B3C9CD4C50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4" creationId="{9FCBED00-EA9F-46F6-87CF-ECACDBB3A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5" creationId="{9FCF5132-4F05-489C-899D-781B763D45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6" creationId="{52ACBE01-45DB-4FD9-99B9-CD47DDCFE4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7" creationId="{EC8014A0-C972-4F8F-9C9E-23AF334C1F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8" creationId="{22A97BDD-8C03-4904-92ED-689BD6809B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9" creationId="{98FE0E3E-F6A7-4902-955F-0E5F40206C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0" creationId="{612898AD-6B02-4C0C-B9A4-6DDBB689E3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1" creationId="{1C574B10-5784-4000-A252-22DE3318EB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2" creationId="{B39B13C1-AED9-4746-A081-76CF95936F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3" creationId="{355B67B6-88B2-4C1D-AE37-F22FED6943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4" creationId="{008C093F-274F-412B-AD7E-B3757023B2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5" creationId="{B6B493D2-1EE5-46B2-8F8D-3D36D4C44A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6" creationId="{3A041605-B69B-46C7-83A1-43A459F61F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7" creationId="{BDEA9A09-BF16-4841-9712-29991E7A01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8" creationId="{BC80C0C0-4FE1-46B1-A0D6-47D2E4BCA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9" creationId="{2F223BC6-F96F-4C26-98FE-273025D5D9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0" creationId="{62E7A0DE-6669-4055-9993-9DF921C872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1" creationId="{287BCC7F-74A5-4E48-8302-15BBBAA512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2" creationId="{A86412DD-A583-4AE1-9FF3-8FEB26A591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3" creationId="{3D63DDEB-E10E-481B-A2FE-002633A9DF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4" creationId="{E17E6A09-26FA-493E-8391-45026273B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5" creationId="{B7827E40-E7B5-43C1-B594-CE97852EA5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6" creationId="{88936165-B0B1-47B2-A5F2-FE7288A094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7" creationId="{567BF253-033F-4735-9826-9C61F55544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8" creationId="{8819A2D8-D2D7-4B46-BB0B-96CBA1952A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9" creationId="{12A6F175-3EA8-4BF9-B4F1-E30B61862A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0" creationId="{F0DF1C08-FEDE-44F3-AFFE-B369DF992D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1" creationId="{8E8FA5DA-74DC-4671-A5B7-8337A04E33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2" creationId="{3DBFFA90-2BB1-4959-A7DF-803536348D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3" creationId="{D36DB024-B1FC-4CC6-BDCF-BC307A8D7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4" creationId="{4869F27C-A7E3-4486-B26A-399111CF51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5" creationId="{CA5C1E26-D50E-421D-BEC7-57F0371650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6" creationId="{562307CE-ED11-4DAE-B484-BB91908084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7" creationId="{85139892-F748-4F43-B047-985A696334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8" creationId="{1DFD0A77-8198-4851-8B0A-F720699CDF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9" creationId="{961175B9-708F-435A-BB17-A137F73B59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0" creationId="{F5C6DDE8-48B5-4FE9-9076-59111E66D0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1" creationId="{DD521EC0-3B1D-4B20-BC28-A04EF7908B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2" creationId="{4057C63C-8E33-4E7C-AB8F-A60B03CE97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3" creationId="{C3CCF18F-46F2-4C7B-A951-2F0FF1FB81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4" creationId="{41D8C799-3479-4020-9D66-27C65CB00B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5" creationId="{6FB6AD89-38DB-4074-B567-307E7E5C3D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6" creationId="{2E055A11-98FE-4DF1-9B80-7FF06A2221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7" creationId="{B57C9F0A-7D59-4E38-84F3-A481785609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8" creationId="{02291BCF-B6D6-4A74-88C5-54A3C0D9C9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9" creationId="{3DDEE7F5-7DF5-49F4-B7E8-6F4136C948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0" creationId="{1BACA105-DC66-4EC9-BBF7-6586376D77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1" creationId="{5015760D-A487-42FF-9149-26A0E3BA79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2" creationId="{6BA42971-45AC-4022-834C-1DF330F01E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3" creationId="{567AFCC6-1001-4A19-B6A2-AD694BA858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4" creationId="{BA54B5B6-5F9E-44A4-830F-CA05977419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5" creationId="{5BA96CC5-7BF3-4902-A8F2-69EE5933D8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6" creationId="{A5C0AD7C-5991-4AE5-8EE3-315FA3D702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7" creationId="{B64369D1-894A-49EE-8092-8CF9A305E6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8" creationId="{1BA9B8C3-6B2F-4540-BAA6-9968FBED25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9" creationId="{CC8FE60E-CC6D-4C1D-8A66-F93F711433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0" creationId="{3B6C795F-40EA-43F6-AD69-CC93B2665D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1" creationId="{7BE8DC3C-D52E-4102-883C-26FC4684D0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2" creationId="{7597D825-F95C-4570-AAAF-E63E0CA837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3" creationId="{D2DC3494-A3F6-4554-834D-291DF5D83F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4" creationId="{C53B8E71-C8D1-4914-B0B3-09C032861C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5" creationId="{2EF18D3A-886C-4977-AF8F-2B512C9157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6" creationId="{082CDF6F-79E0-4665-97CF-676CF7999E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7" creationId="{A9DF4753-7896-42DB-9608-CE28DDEFD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8" creationId="{BA072A73-393C-41B0-8B63-4CC492F3AE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9" creationId="{D01D6412-4129-4C77-8C93-466901321E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0" creationId="{1067EDA0-AE09-4913-9675-C95417CFD7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1" creationId="{A89E067F-AD3A-4326-882C-68F56E8F53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2" creationId="{5A95E40E-71DD-4DB9-A421-CE450F94E9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3" creationId="{E6DAAAEB-9177-4A88-A1A3-5EE9667A36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4" creationId="{5481F372-F4A5-46E6-B5EA-8DC0D50208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5" creationId="{4DB8D433-2619-4BF5-96B7-E193C5C533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6" creationId="{945E43B3-08CE-48C4-86CF-72A77B972E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7" creationId="{E3AA7AA4-A41C-4003-B2DA-949CD23E77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8" creationId="{6B380F56-81F3-47D6-AF9D-38A0AC6C5E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9" creationId="{349CC6FA-DC84-463B-8AE6-B0ED271E86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0" creationId="{7043F43A-2575-4785-B25D-32E7AB0C47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1" creationId="{475E1DE9-4649-4EC7-B218-5B4CBC8F09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2" creationId="{ABE524B7-5E66-44B1-BFFE-12BC98B589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3" creationId="{DC79057A-6AFA-4292-93A6-8980AB9DF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4" creationId="{6933E8BC-5BCD-4E78-BF1A-3D3B13A405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5" creationId="{EC7C5B62-0B13-47CC-A610-4E9E4E9A3E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6" creationId="{DEC121B9-77D7-4E47-884E-5470CBB2BA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7" creationId="{755AAB93-EE6E-44B1-8EAF-24B77BACF4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8" creationId="{55D5C1B3-676E-4E7B-B384-D61ECA03EF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9" creationId="{48CA2FE3-67F4-408F-A4AD-C2D04FE9D8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0" creationId="{806531AB-BB3D-4F97-A245-561BFCE9CC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1" creationId="{69FF24C9-9FD5-4413-99C4-5B91980AD4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2" creationId="{1141F04C-88E1-4C58-B3A7-A7B1A8D2A6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3" creationId="{3ADA6698-BAE8-4D60-A20B-53272694A7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4" creationId="{81891FD6-0935-47EE-84BA-C143C5EF9F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5" creationId="{1677A267-8DE8-4875-B2D8-A9DBEFF4BE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6" creationId="{7EAF377B-90F8-4D3A-9D70-5E8F059E7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7" creationId="{D2431FBC-B227-4377-99D4-DC67C75732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8" creationId="{8863BF6E-6128-4819-85C6-B46DBEEEDF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9" creationId="{5016D851-5AF4-4D18-92FF-752BE0976D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0" creationId="{C7B407A4-4D78-4264-B6DE-5F24949139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1" creationId="{D0F46442-A428-4A15-BEF3-0242FC804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2" creationId="{63CAB88C-ED45-4017-BEE3-F4E6C517E5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3" creationId="{5630EF56-044A-4394-8F0F-40808E083A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4" creationId="{59007834-FA37-4F02-B269-BE5B4F8BE8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5" creationId="{B0BA6181-8803-4B00-9C90-DF0D211300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6" creationId="{09738B32-C21A-446A-A6C7-4766F14A57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7" creationId="{177C8057-70A0-486E-8954-A37C6D8BAF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8" creationId="{DD58B7D2-EC4A-4B69-AD9D-20FA55B8E7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9" creationId="{1777B536-E182-43DA-8C7C-7C64261B14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0" creationId="{E8620DF1-BF13-436E-B99E-638C43E340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1" creationId="{B5D477F2-AFB6-4363-874B-1A98CE628D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2" creationId="{9E3DA390-10D7-4CC2-BBBB-9BBD40A86B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3" creationId="{5822B731-8748-4681-A0F1-05C713A639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4" creationId="{8C0C8F0B-2E04-4D4B-AED6-B1A94909DD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5" creationId="{44DA54A2-1EB1-4DEB-B301-B0D1BE0F41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6" creationId="{9A45A4E2-92A7-4C39-8E3B-21487C1C4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7" creationId="{C8D5834A-5E85-4C4B-87EB-68D8934418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8" creationId="{9B3BD40D-1569-4A3A-A172-F22A482FC9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9" creationId="{41EC5F51-0E22-4359-A90F-38CFEE3275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0" creationId="{7D52A031-AA92-439E-B2CE-895B181FE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1" creationId="{4932CCF0-597A-4FD3-ADB2-FAAA66C1A0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2" creationId="{005D4E8F-F025-4E5C-8601-2AE0E666F8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3" creationId="{6B28B519-1538-42B3-93CB-B0E53CF606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4" creationId="{5E2A34BA-B913-4FCA-9481-CA8FA2466E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5" creationId="{D3C0E801-5E36-47B7-B492-E0C79D7D72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6" creationId="{52E10314-DBEA-4B22-82E1-F52ACFF375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7" creationId="{E2270419-BC77-478C-96F8-D5BECAE359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8" creationId="{DDE1D77D-6CA7-4E26-A9DE-36BFC6462D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9" creationId="{9412190F-F0D8-46B7-A9D0-78A1BAFED5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0" creationId="{443A3220-3729-4087-A00B-8E115FB6C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1" creationId="{29FA5CD5-60B6-4BAF-AB7C-375C74E02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2" creationId="{0275DDEB-FC54-4030-860C-FE7B2384E6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3" creationId="{EC8453A6-550B-4B4A-8EA4-9FD480C934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4" creationId="{A15D4A19-83C6-4820-9E69-D26102B447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5" creationId="{22E6D69C-D135-430E-B401-942BF2F77E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6" creationId="{379EE5E2-DBC3-47E2-8813-8FDBD6D232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7" creationId="{4D12438C-AD8D-4FB5-9B79-44572B3B1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8" creationId="{E72BC0B5-CEE7-4134-9539-B603295F4E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9" creationId="{6C8486AD-C6EF-49C2-BAD6-0D8E10036C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0" creationId="{E319BB0A-53B2-442B-ACB2-98F7805526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1" creationId="{3A63EE98-DCD0-4221-94A5-4B9C098E06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2" creationId="{2CC01BF2-6B62-4363-8128-34E7F1202A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3" creationId="{0A9B4364-DFCC-4A92-8DA6-7890E19DC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4" creationId="{01079A05-C29D-43FC-87C3-1195EADA81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5" creationId="{E8A921A5-8BB6-4C46-BFBC-8C378B0947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6" creationId="{B852F2B4-14AF-4AD7-A254-C7FB7F0E7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7" creationId="{ACCD56EA-9E19-4422-BB1C-9AF825DB48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8" creationId="{EF6F0270-521C-40AB-BB37-3797B18823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9" creationId="{D5D0540D-1380-46B2-913C-882BA06807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0" creationId="{96C0694C-7273-40B4-94C5-A298DFB660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1" creationId="{3C9B5188-5AE6-480A-8692-BA10C28BE3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2" creationId="{2E48C6CB-4515-4F36-A7CD-65E0E4DF2F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3" creationId="{E65CC666-4F71-4F58-993B-39513A299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4" creationId="{06804A7A-5CC9-4884-89BB-5C0972A0F3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5" creationId="{4B3A6007-E9A2-444E-82FA-8C74CCB1EF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6" creationId="{26A35DCA-3907-4DCA-87C4-E601793EC3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7" creationId="{4105DAFA-82D0-424E-9ECE-ADFEDB0687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8" creationId="{43E02A96-E830-473E-932F-9D79840D60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9" creationId="{A238B31D-C734-485A-AF80-B525EA9CDB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0" creationId="{6FB4CC50-8E9E-4BB8-8206-6C1926A5CB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1" creationId="{628D95A5-8686-4E8C-86AF-3DA24E168B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2" creationId="{72ACD56D-BE7E-409A-B180-1703657C3B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3" creationId="{12D6C0B3-A67D-412E-ABC4-55D65C02B8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4" creationId="{9B46F7E9-88E2-4E05-B77B-9671BDF2F7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5" creationId="{81AF1178-64FF-4554-9DDA-355700AF0C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6" creationId="{E8A82347-7F84-4FC4-B87C-D9D4DD95CB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7" creationId="{4EAF4D2D-5CEB-43E7-9648-98DF248829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8" creationId="{063B11DB-DAC5-46A1-8C77-CDB9C42E0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9" creationId="{00FC3E51-077E-44B4-9350-F6A583B096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0" creationId="{C1650665-D786-4724-BC49-BF5C82C6C6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1" creationId="{C89890FC-230A-47AE-9769-FFFE0EC1C1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2" creationId="{80621D18-BC64-4818-A51A-F2ADDB473C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3" creationId="{1FB2B2BE-0402-4220-8E2A-B9B3FC11F9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4" creationId="{6CCDE0BF-AB4D-445E-8E93-21D13DC0EB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5" creationId="{C84C8680-FCAA-411D-B8B2-1DB3986B99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6" creationId="{D764E77E-5D50-4D94-80DB-00564C740F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7" creationId="{5B4CE8BA-69E0-4057-B733-F8A601E862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8" creationId="{9DC036E4-E87D-4420-BFAB-3A25714B55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9" creationId="{71068EAC-C92C-4524-A92C-7CEDA1D76D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0" creationId="{8B33B10E-9588-4583-9734-EEC4045FC3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1" creationId="{AC2C484C-CEEF-4AE9-84D7-CEDC9C8FC2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2" creationId="{2E592323-F28C-4D2A-88C0-426CBDC555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3" creationId="{A93CCD41-A5C1-46BF-92C9-6AF9A591A0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4" creationId="{3EABC945-3306-44A8-BC2A-1139471D69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5" creationId="{59DDE9E2-138C-4481-AEF2-B25055FFA3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6" creationId="{D3B8650D-8EFB-49DE-90F0-F2B561FB03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7" creationId="{4A8CDAA7-A820-4CCD-BCB0-A33DC113C8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8" creationId="{3893E003-AF97-48C1-AA89-B93166B238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9" creationId="{90FB9DB7-90A9-40CB-AEAF-B5BF409E2E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0" creationId="{5872DC79-F449-478A-9A7F-BA2BE50425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1" creationId="{73DB657C-E4D9-45F6-BE81-50015477FC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2" creationId="{B424D087-9AEB-4BA6-8B45-1458FDB243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3" creationId="{DDEB0C60-DBC2-46B8-8970-F1EF9233A2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4" creationId="{91542F78-E322-40AA-840B-F87F247285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5" creationId="{6C361E32-BE8A-4476-8BBB-07ED834DA2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6" creationId="{5EBDFF50-7DA4-4488-8BF5-90C2F9FDC9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7" creationId="{76E3E966-2045-4153-86B3-B0EB01779F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8" creationId="{C10098C5-1F1A-4DC2-94AD-95660A834E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9" creationId="{2C9FA038-70F6-4A2B-8094-B4B00254A9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0" creationId="{0DB86A0D-1A6D-4626-884E-B6A86B612B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1" creationId="{FC8DA2B4-99D8-4B14-B3E0-70062817A4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2" creationId="{5389CCF7-F406-4EE8-B5B9-4FD900985A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3" creationId="{7314706F-D155-428F-B669-34E597D58C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4" creationId="{283A7736-ABD0-4B28-AA4C-205E7F9516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5" creationId="{FB505685-F964-4F7C-BD7B-3FD545F1C4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6" creationId="{5BC7848F-FC2F-4436-928B-BCDEAE9DC1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7" creationId="{ACDB97A1-9646-4962-B69D-9AAD48BF9F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8" creationId="{660ABE65-0580-46E5-A64F-733E69572E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9" creationId="{04CA3F15-9018-4C39-BFF3-0D27409EF5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0" creationId="{07F10D09-EE77-4621-BFBA-4223316D87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1" creationId="{51B018F6-20AF-44F3-807E-459E2B05BF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2" creationId="{136AB4F7-E41D-4604-B78C-128320568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3" creationId="{03D1DD99-B522-496F-8045-2A9F260007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4" creationId="{EFCD65D6-8CB6-436C-A392-4F5CF2D737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5" creationId="{E4737342-57EF-46BA-B89B-FE437A6EA1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6" creationId="{42F2D99B-78E5-4B0D-AAD2-1B9CEF19F7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7" creationId="{45F9A219-5F3B-4944-AC4B-67700EF51F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8" creationId="{BB637342-E1DB-4665-ACEE-9B28D95804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9" creationId="{08732E5F-FB77-479B-A6F3-DE5625BF3B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0" creationId="{0EEBC0EC-6F11-4BAD-A544-A334769EAC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1" creationId="{43B2C571-C03C-43E7-871F-0823438E22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2" creationId="{FA9748B6-D796-4E01-8AAF-E4F3C177B0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3" creationId="{51D07569-AFAB-4E21-B735-45F0A532DF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4" creationId="{C0B7C750-F43A-4112-9683-C6F34B8748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5" creationId="{824826BD-0FFD-411C-8CB0-2765BB3296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6" creationId="{88191776-9AC4-4AC3-8963-646DF085B6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7" creationId="{C758A1FB-BEDE-46D0-8374-341583D412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8" creationId="{29C6AE29-4612-4889-9899-1DCAFD7984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9" creationId="{745D0D24-D29F-49A6-A953-30F41BD2D0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0" creationId="{A808C157-2472-4F8C-928C-1A80318FF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1" creationId="{29E34205-CEA0-423D-9930-576763ED89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2" creationId="{0C9FA40A-0EAF-477F-B5CF-CA8A0B9C5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3" creationId="{E2A0C0E4-3BF5-4B9F-8117-A9184A8C92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4" creationId="{0ACCAEA2-DB6A-429A-A023-9F44DD8749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5" creationId="{9713E8E9-4193-4BA0-AECC-F68E0080D3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6" creationId="{78AB2BF4-95BC-4A99-BC22-EBD556DC8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7" creationId="{BD388DA5-106C-4C1A-B77A-F6453D8586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8" creationId="{D30C586E-5DA1-455A-97F3-FD49513D5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9" creationId="{8C046F7E-AD5A-4555-B5BA-3D015A6DA7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0" creationId="{1E046F02-60D6-4F52-9C57-54CA15B529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1" creationId="{1B90C1F5-2B20-46EE-9BC1-0CE4C49850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2" creationId="{90A2B709-7F9A-402C-BC67-38229CEA82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3" creationId="{2479A0E6-9EB3-4963-A6DB-DDF1B1C968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4" creationId="{9C4F5B1B-CA15-4937-8AAA-09D9335BC7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5" creationId="{F464F77A-8C39-4E80-99EC-E45CEFA630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6" creationId="{89E35900-280B-4019-806E-AB1AFAAFDE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7" creationId="{69E0A980-967C-48E0-A10E-239966B0A2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8" creationId="{C4CD1364-8AA5-4B48-9DE5-599BDB5538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9" creationId="{3DB96D53-F7DE-451E-91EE-3C2AE80D5E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0" creationId="{F28C07C7-DB9D-45EC-A188-17B6E2D977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1" creationId="{16193FF4-A57A-4A57-B09B-B8FBA906FA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2" creationId="{2923CC3D-BFA5-40ED-87E3-49B885177A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3" creationId="{204EEF79-714A-4C8A-A7C5-C29F128FA5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4" creationId="{C47523BD-8F31-4A19-B2F9-DBC849F32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5" creationId="{83A7E66A-1F44-4126-8987-51AF827D5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6" creationId="{5BEA5A3D-1026-4446-AF75-C77A078FFC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7" creationId="{39A09437-0AE6-4CE6-A950-F66850D1E5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8" creationId="{577B1483-7204-4C19-A729-03D2559A47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9" creationId="{698E8CDF-7F1B-4020-805E-815454A28E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0" creationId="{9E7496EE-A82B-45D5-B317-33519E5ADA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1" creationId="{8271F72A-2120-4503-AB21-E363E41CC9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2" creationId="{E25AE1A8-C93E-4F8B-8DA3-DC136B08A4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3" creationId="{26E5F91A-23C1-4595-9911-00D46E13D2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4" creationId="{1BA74F02-B564-4CEE-AE2E-8AFF183A1C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5" creationId="{39B80C7E-2306-4C08-87B1-817A321D7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6" creationId="{F99BB419-69A0-429D-AEB2-D016F46EFA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7" creationId="{5E2795CB-E58A-4DC1-8C2A-9B94945A0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8" creationId="{DB593CE4-2356-4CF2-9279-AC7A5EF1A7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9" creationId="{54F5E893-B5C5-48E5-8967-D45B29AA85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0" creationId="{9F059638-D179-45D2-9031-1511ADC0CB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1" creationId="{545E4DE7-2F1E-484F-842D-B7724BAB8A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2" creationId="{7D624C8D-22B0-4AA8-B094-A09968C781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3" creationId="{289377A3-64B3-496A-A6A6-B42FB3AF1E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4" creationId="{3EB47EEB-973C-4963-826A-36EA2F9F9F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5" creationId="{670D32D6-DCA9-457D-9FE2-A6D3A5040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6" creationId="{96DAAB7A-8772-47A1-9D17-DC16B86C26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7" creationId="{694D37C6-3EAF-4C2B-BFFE-96EFA966BA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8" creationId="{67D5CD80-D953-4F16-953B-D62373F83E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9" creationId="{5C9E044B-4147-41E7-85EA-563EF282C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0" creationId="{966C8F67-3D1D-442E-A341-FE1D74E94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1" creationId="{AD46515C-8D9E-40E8-A146-F18DED79E3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2" creationId="{79F36507-7676-4C31-8000-08F300C717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3" creationId="{34676CDD-600E-4297-9993-11F6A4E736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4" creationId="{FF2CE2DF-17FE-46F8-B8F4-31D376C1A5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5" creationId="{1945CA5E-23E0-455A-89C3-1C6C5F04CC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6" creationId="{1D17DF96-480C-455E-9F43-D0547E4959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7" creationId="{941CEAB8-E1C4-4FED-8573-0D185F87E0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8" creationId="{C6C5EA18-67F4-4276-A176-4B3209997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9" creationId="{2D112219-123D-4027-9279-EBB8D2D64B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0" creationId="{705666D9-B1F9-4F04-BE9E-26CD4B6179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1" creationId="{5EC9D751-CFD2-4EE4-9273-29D93C514E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2" creationId="{40A0637C-77F8-4394-93D2-F8964EE0FD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3" creationId="{258CB5BB-9CCE-462E-A1EC-194BD580D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4" creationId="{BA10A0D5-AFFB-4954-AE22-A7C302E5C2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5" creationId="{499D69B8-B50E-4430-A8F8-A99014D723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6" creationId="{B41FA9DC-1729-4524-8CBE-62FD6215B3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7" creationId="{A9BFEB0E-4660-4AD4-AE1B-DB0E131838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8" creationId="{B5798A0A-791C-46F4-9682-CA7F09B060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9" creationId="{34F0A66A-9529-4D47-A0C9-6C06C84053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0" creationId="{6BA90907-0D02-41E9-9838-19028C72D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1" creationId="{447E182E-0911-41F9-81A0-908E6D37E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2" creationId="{378B5D9C-5F08-45A9-91F2-DA53944BC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3" creationId="{78196757-D7DA-4F98-A96D-341DD5D40E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4" creationId="{7DF1F056-C24D-4B4D-952D-D3C26D6BD3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5" creationId="{C3038F48-E162-4020-8FDA-310562C48E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6" creationId="{E2206D0F-96DE-4120-92EE-7496AFAAA6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7" creationId="{A5FC9F9F-F431-47EA-AB7A-DCEB1085F3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8" creationId="{79DE6497-B716-489D-969D-BD2A021DF8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9" creationId="{083464FD-CBA5-4877-875D-071F3645E3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0" creationId="{4CA7E631-C962-459E-A779-C83BDBE384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1" creationId="{A813D990-988D-47D0-83EE-E4621E0830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2" creationId="{42F027B2-098C-42CE-A00E-4AC0242138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3" creationId="{5007AD98-0464-4B3D-895B-1F61D04A4B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4" creationId="{687C2A39-DD46-469D-B3F0-8D2E0F9F43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5" creationId="{6C6AC308-3666-4C52-8F64-7E29C385F4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6" creationId="{4D9B7DA9-2AFD-4265-8BC0-253C951EA1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7" creationId="{7D978C34-314E-454C-A860-88FD8A401B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8" creationId="{D23001C8-DA60-4A95-998D-5DE17997CE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9" creationId="{C15BAEC6-5C02-426D-BBED-A491985367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0" creationId="{9D3B4CC2-D260-46DA-B34E-2CC70610DB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1" creationId="{BED1ACD4-F973-4565-B888-324643B351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2" creationId="{788087BF-10A4-48CA-92D5-F4A031AA24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3" creationId="{218D5357-B0FB-4CEF-B4BB-D750B137B2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4" creationId="{ED69B027-3995-43D4-9AF0-E6D5D08F7F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5" creationId="{42C3FA43-EEEC-4839-963F-7D3223A23A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6" creationId="{D01C8670-EF04-4CFA-889F-6C5F81D6E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7" creationId="{BFE6DBBB-72A7-4FF1-9E1D-1B3923A953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8" creationId="{FB48BA5E-228C-4672-AB83-453C8FD12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9" creationId="{45AFEFA6-0380-4333-B61E-957C295BB7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0" creationId="{CB9CB48F-75FD-4486-9432-2FEBC76FA8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1" creationId="{6B825751-ACD2-4604-97F2-EF858977E4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2" creationId="{2716BD5B-F7AC-4C87-BB48-E1D58A94CD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3" creationId="{9708532B-D163-4479-85EA-6C235F567C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4" creationId="{7AD1BED8-34C2-4C7E-94C5-EF177625C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5" creationId="{31DC95CE-CEC3-46FB-BABC-B0931F1F4E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6" creationId="{F2617A21-5F7F-4DA3-A9AE-B530E3B7F1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7" creationId="{AFB1CBEF-C485-4E8F-BB14-A68B8172A7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8" creationId="{6DD15F48-CC0C-47C0-80DA-F1EE769A3A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9" creationId="{5C3DE945-C58A-4339-A1A9-0F0237A987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0" creationId="{A108F0A6-FCAA-4ED7-92EA-F697BB50A5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1" creationId="{968B3EF6-D64B-4AF8-BD78-0B51F650AF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2" creationId="{12A23650-0AB0-4F0F-8838-5843FCCA0E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3" creationId="{ECF09C4D-E3E6-4EA8-AC52-C4B48746D2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4" creationId="{548A8D1A-4451-4AD6-A063-04BF1AE19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5" creationId="{F9D88DED-A6A8-4ECE-8CA5-8C5609AA42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6" creationId="{54FD5C07-D3DE-44C3-B58C-9A2854366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7" creationId="{F17A1CBF-AD46-466B-8445-7BD1C9D425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8" creationId="{EC23D425-4E2E-4FA5-AE3C-853C1FB979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9" creationId="{FFCDFB00-9296-4C68-BB1E-8C80D2DDD3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0" creationId="{A7988F6B-6C53-40E9-A11F-946B58470F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1" creationId="{59D6AEC5-164B-4D1D-908B-888E1BBC92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2" creationId="{F3FEFB4D-F882-4DC6-A5C9-114DE43048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3" creationId="{FE5AD0A6-DC34-4524-9862-5EFB7D9871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4" creationId="{BD4872FB-8479-4773-8775-07072A8452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5" creationId="{3BED54F4-74EE-4607-A880-6B9032B336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6" creationId="{830CCB00-0382-48EF-AED2-63E83C3DE7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7" creationId="{4BFB515D-35FC-4B15-AACF-91E3E5C73A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8" creationId="{9D899232-B894-4CE0-9F89-92EACE6F99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9" creationId="{2B1791C5-AF15-4388-9797-51F10D0467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0" creationId="{46C481D9-2E6A-4CD2-B283-31B49E6BE5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1" creationId="{3B6E4048-6C06-4CEA-8BEB-F5DD4AD194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2" creationId="{24C212B8-F7D6-4B8E-87C3-ADBE5111D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3" creationId="{F1BFC91C-95C0-4059-B7FC-3D7540C6E6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4" creationId="{ABA8508E-CF02-4FBF-B573-A507ED049B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5" creationId="{D2FE81F4-8790-4F26-8492-883C624E54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6" creationId="{C180FA69-FD67-4FA5-B614-EDD00B8138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7" creationId="{D548B786-5083-40B8-8128-D839DBB885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8" creationId="{8E05F18A-6F6C-4723-B5F9-F079E01F17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9" creationId="{A6F4B1F3-9192-470F-A48D-204A85F011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0" creationId="{8863F7A9-6523-40D0-9E28-E87193F6A4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1" creationId="{A1BC6AF6-2E23-49FA-9DCC-252C0EB9BA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2" creationId="{A786113E-7373-4EF0-AD34-174AEE1C47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3" creationId="{902B694E-3A5A-499B-A31A-7317BABA96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4" creationId="{05FBEC59-4DBC-483F-92B8-387B751266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5" creationId="{A0DBE3FE-CF08-4274-B2AE-D90BDD7602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6" creationId="{84722F95-0D29-4C8A-A4F9-2150AA1274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7" creationId="{6FD60F03-0928-410A-97DF-D4B4020D41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8" creationId="{8EFB2353-2FFB-49AB-88B4-37B1550345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9" creationId="{A3035BAF-727B-45F1-98EE-1CA976916C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0" creationId="{24D787A9-820F-4ED6-93E9-94DC70B42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1" creationId="{78B2D69F-98DA-4960-9106-53690923C2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2" creationId="{1780D905-9EFF-458A-8599-5272D7E68A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3" creationId="{9CF4E251-DE33-4617-A712-DAF853E581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4" creationId="{54FD582C-B9DB-44A0-8B06-22E33FF390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5" creationId="{42376E53-7824-4EEE-ABFC-0FE562953C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6" creationId="{0DA3E266-84E3-4E08-BD0A-73CB436352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7" creationId="{616029D4-6DE6-4ED4-BAD6-BC92D8AD97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8" creationId="{627A74FB-9038-477E-AB1E-A84E9159CA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9" creationId="{7512E647-4581-43B2-9F34-3B623A20B4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0" creationId="{0FF0429D-3775-4BCC-B92A-B92C72943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1" creationId="{FC03DE4C-A599-423E-9F1E-EEDD0533FB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2" creationId="{990D3F0D-2422-47B2-9AC7-46C486F1F2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3" creationId="{4A2BA79D-8181-4D83-ADE0-1816A890EC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4" creationId="{89A9B13C-A2AF-48A2-8DED-6719253A9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5" creationId="{B4C4C831-4AF3-4FBF-AFFB-C8EB862B4B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6" creationId="{5781D1B7-84E9-4086-844A-E06D3C139A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7" creationId="{EF1A279A-0B22-4CCB-947E-B3B005896B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8" creationId="{BC4ADEC2-E2C2-4DF8-A55C-24FDF457CF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9" creationId="{F28837C6-B875-4CBB-9139-53D911AB88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0" creationId="{55C1FBCF-F218-43A0-8926-5650527051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1" creationId="{6AE8E7C1-6D03-4396-96E0-2A0BE8DDF1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2" creationId="{AC33CB28-32D6-4FEE-8A17-5C460C5F6B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3" creationId="{18D3CC60-080A-4F02-8D88-7E6610037D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4" creationId="{50E032ED-F437-4025-9AA5-1A6C6D3757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5" creationId="{9F511CDF-BFD2-429B-BF41-F53568ACD0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6" creationId="{107F146B-1669-4671-80CA-74DCCE26E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7" creationId="{35E6A6AA-98E5-4958-938C-1B71FA5BA5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8" creationId="{227450C4-FD78-4450-BCC6-0911031D0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9" creationId="{8F30EB36-B9BD-486C-9D52-97247C191A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0" creationId="{7F16EC25-4B77-402C-8AEA-048A8E9E46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1" creationId="{CDF55073-6171-4B4C-850C-EB0FA8D4F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2" creationId="{6577C519-9C67-4BD5-BA1E-2BE642CFF7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3" creationId="{7C3BE074-62B3-44EC-A2CF-AF81AA03BB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4" creationId="{4B63AA65-7126-4309-82C5-A77DF0BBE8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5" creationId="{3DF5DE0B-74BA-4CC8-908C-5B5BC51935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6" creationId="{2B6B2F55-7A4F-4129-881A-084C9557F2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7" creationId="{5C55B922-F698-43E1-BBF6-EBABC25467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8" creationId="{ADC4DCC2-2DC3-40F5-A4A9-C72037EA9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9" creationId="{8A236EA3-0F05-4341-8955-27CC9439E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0" creationId="{861648A0-18AA-4607-8A10-5862B22D02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1" creationId="{C2D6210F-4AA1-4518-9D50-611E1A0AB4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2" creationId="{3CEB4A5A-1193-45D8-9801-7B5EC88276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3" creationId="{50D4D048-BA27-4614-AA19-AD3103813E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4" creationId="{52CD4F7C-8DA5-4274-9BA3-12A18D3D86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5" creationId="{AA314C77-8711-41E8-A0E2-F4D3202F47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6" creationId="{28008E35-3BD5-49AE-BAB9-249C896CA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7" creationId="{686A1599-C82C-4495-9323-22B1270450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8" creationId="{F1FC3150-2829-4E48-89B6-A2C4054653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9" creationId="{FC399275-C6C9-4823-B6A1-61A551C3A1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0" creationId="{58877D54-6A17-45E0-8F87-270D133582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1" creationId="{1F5F3045-2E11-4413-AE37-B4EE272B27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2" creationId="{896D2441-601F-4A17-B1A4-8FDF603D0E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3" creationId="{334F450B-13F2-4FCD-B0CC-5B60EAF7DF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4" creationId="{8469F0D8-745C-48C4-92C0-2B8AAE7977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5" creationId="{83DA7BD3-F4B3-4186-8A7B-DC09A786A1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6" creationId="{9FD48A61-A1CE-4381-B326-AB3096EFDF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7" creationId="{392D907A-16F2-48D4-ACA8-6B9A0389A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8" creationId="{17136BE4-D4AA-4E22-B5D1-231045202A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9" creationId="{37ED9859-1269-4ED1-B215-F0FDA0512F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0" creationId="{80C06C3E-60F8-4F99-B239-3940E80DFA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1" creationId="{43867D92-7A60-4104-99AC-F1B6D58A88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2" creationId="{4351EF89-9BC3-4716-93BF-8A504A540C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3" creationId="{8EC4B02F-2776-42DD-BFBB-00C20A91EF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4" creationId="{254AF75C-0D6F-4039-89E9-E3B809F410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5" creationId="{D92A3095-C05E-4CFE-83F9-4E76CF2475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6" creationId="{5D027694-279F-43E7-98DA-D8BB692930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7" creationId="{26A7DCEC-AD64-489D-A947-BE50CE8712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8" creationId="{309FC04D-28D5-4FA5-9D41-2965677090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9" creationId="{E01A9269-1AA1-49A3-8DEB-95F4E694A8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0" creationId="{AD22EE45-1774-4F4D-8053-730C924701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1" creationId="{9EC533E4-B53A-46BE-981E-F0EF200637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2" creationId="{7AEACC92-FD3D-452A-9D52-599DDA8FE4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3" creationId="{2EDE8463-060B-436D-9C84-DFAFA49C7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4" creationId="{21CE2558-C14D-4A39-BDED-01CF278EDC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5" creationId="{31F61A61-EF9A-4E7C-ACA3-4F921F00D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6" creationId="{053C5539-F24B-41D2-8782-36FBB304D8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7" creationId="{CA14F35E-FE79-40DC-9771-B313297A4D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8" creationId="{9FDA0315-D399-41D9-8734-B45D39713C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9" creationId="{CECCE858-E4D2-4ED1-9E9C-4289E1D5E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0" creationId="{AC3140C9-6322-418C-9B0A-7323D5A0F6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1" creationId="{F85A1D65-DA92-4E2F-8813-123DB6683A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2" creationId="{453E3377-AE67-48FE-9E30-0B3D4AE5EA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3" creationId="{C9AEA562-580C-4327-B93F-08E60CEB2A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4" creationId="{1A52F65C-4DC7-43AE-8E6F-88168B052D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5" creationId="{2E69EF9F-F819-4611-8644-FB2435B91B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6" creationId="{242CCF30-77ED-4E05-BEA3-7C09191DCA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7" creationId="{087BB70C-4274-4F64-8432-D49C72B961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8" creationId="{BAB192D1-1919-4CED-81F0-C32220622A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9" creationId="{747AF6E4-B2DC-4DC0-9616-9485CF83D2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0" creationId="{15F1C90F-CA0B-4EF8-8700-D82F2977D6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1" creationId="{2C1C0ABA-537E-4BD7-863C-8271745F24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2" creationId="{9E6B2680-F221-4814-99DD-D9EE60A92A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3" creationId="{C994E96A-C584-40E0-8E6D-86EFCE3CBF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4" creationId="{D2CEFE05-6C56-4ED6-B51F-14F0276853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5" creationId="{DB7B25E1-E5B4-481C-8B20-054F7C1445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6" creationId="{BAD49816-B604-4F7D-8CA3-393EB9B75E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7" creationId="{C47DE1C6-7CC0-49AA-83FE-91F8D8C80F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8" creationId="{8C6C2437-7E8D-4D69-A34C-A25BADB4DC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9" creationId="{AF5780D3-7D45-43F8-A90A-7D79D0466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0" creationId="{21123CE8-AF20-4A50-B0A7-916D3958C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1" creationId="{221713ED-9ACC-4551-A346-DD1DC2C40F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2" creationId="{492303CE-9074-409B-BD1C-141D1570DC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3" creationId="{B61589BD-DC57-402E-944A-34CF4E4F7B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4" creationId="{CE40C096-6A6F-4E01-A3C3-8D7D1FADA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5" creationId="{BFEB3D1E-BE7D-4B34-9D3D-2B63D6AF9E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6" creationId="{919EE55B-82B4-4FFC-9CA6-3107B23CA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7" creationId="{DC11FCF0-967F-4113-96B5-4F036D7D80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8" creationId="{814AB068-FA2A-493E-8131-C9193E9A28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9" creationId="{3D00DC94-95AB-413D-96E7-CA95E5174D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0" creationId="{38D72B8D-37F6-4235-BED3-1ABAC0A4D5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1" creationId="{31A8E639-AD52-4598-B76D-675EE98ECA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2" creationId="{3D946816-D099-4FD5-A760-C2DAECC58B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3" creationId="{0F3B02F0-EBE5-4718-A196-8110601EB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4" creationId="{55D838FE-40A6-4376-BCBA-0444D2CF3A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5" creationId="{E0EE2F8F-962E-4681-85EB-03A96FCF9A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6" creationId="{7393BA14-70AB-4156-B639-81AA9F2E87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7" creationId="{32376E39-A701-4D82-99C1-EE80C93C84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8" creationId="{351765D7-61E5-4273-93B8-C2AF3E0DC7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9" creationId="{8893492D-9145-476A-BDAD-CF11EA8959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0" creationId="{7BF366D9-F697-4510-92B2-84CA853769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1" creationId="{AE8A5A0F-0A91-45AA-81C5-558114C70D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2" creationId="{8496F993-A958-4424-ACBA-AF7E517167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3" creationId="{178828E7-09B7-4665-8D36-CEA8D1A46D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4" creationId="{67D99432-618C-4438-8C6F-2F78D31945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5" creationId="{57F35691-B6DC-4224-BD56-3621FCEE0C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6" creationId="{DB4CBB77-E85F-4165-BCF5-81B0175A6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7" creationId="{CA2CF613-35D1-4609-AC80-91145DA21D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8" creationId="{654F86C9-40BF-4510-8475-3BD91DDA28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9" creationId="{87BDAEE5-F0AB-4F03-95EA-2996D655E5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0" creationId="{7509EF03-30F1-4AB7-B30D-3A6F6B5C1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1" creationId="{FDA58C47-3609-428F-B64F-DABCDD3DDD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2" creationId="{F4BE816F-6120-495B-B4E2-8F1468138B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3" creationId="{B167C7EE-B46E-4B73-9D57-33944F6E9C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4" creationId="{F3D187F0-2775-41A5-883C-6AEE66B622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5" creationId="{5B8AF8FE-34C2-42B7-967D-2540F2E82E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6" creationId="{9FD18351-6959-46B4-B499-71DC8B317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7" creationId="{27B6B35C-821A-4A82-9C50-5E747DFB57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8" creationId="{26B0FEB0-280C-4D78-A53A-723CB10215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9" creationId="{C294C88B-CDE9-4751-8112-AEEA990885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0" creationId="{36A27BD5-0BA4-4AC2-93EF-65DDC63091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1" creationId="{FB924F1D-2D9E-4CB4-A5AB-5C2EDFC90B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2" creationId="{69B27639-A6FC-49F9-8ACF-6A353E81AC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3" creationId="{F247CDBD-A670-4BA6-9016-EF70282509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4" creationId="{B30A6DAF-4EA5-473F-99F3-5DC367DFDB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5" creationId="{71F5219B-1309-438C-9CE5-0B23FB157D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6" creationId="{EA2377F8-03B9-4834-A116-74E02D01A6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7" creationId="{A006FAE6-ECD6-4A0E-9116-1E263F061A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8" creationId="{69B9FE43-6BFB-44C9-8E35-C9DE13C3DD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9" creationId="{1EC7B6F5-7339-4FC8-B8AA-EF45BAF89C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0" creationId="{2F82727F-DCD4-4660-8BB4-5855298B18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1" creationId="{CAB4A33D-1026-4F3B-9B32-D82D2EF909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2" creationId="{8DEBBDC9-91F0-4323-9629-5FC58CB51A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3" creationId="{136C66DA-4373-4ED5-AED0-1FCBADD068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4" creationId="{2C25671E-4297-43A5-84EA-532F27AEC4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5" creationId="{1E43DC72-F65C-4CF8-9449-9F9F62D13C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6" creationId="{DDCF6779-6795-4C07-93C7-24F7EED669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7" creationId="{A0E96D15-F6F3-455B-8394-5F78F5A19F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8" creationId="{58ED0898-351D-4DA7-9CB5-499CACAC76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9" creationId="{DE04EEAD-7F2F-40EE-8CE3-B72511A617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0" creationId="{3347362A-AC96-4616-ACA5-BB9AA9563F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1" creationId="{EE2BB7FC-A89A-40DF-80DB-D8F1268526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2" creationId="{CB242361-7519-46D3-A321-968A9E18AE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3" creationId="{18C342B9-291E-4202-B679-87CB836BD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4" creationId="{66F031D5-F7F4-458A-8C06-B6F8C8D59B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5" creationId="{5F823BE6-3271-45C9-AF5B-2852A0F5C6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6" creationId="{87C4E86E-103D-4CD7-BA17-08F936A37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7" creationId="{0EC2BF4B-5C3B-4D0C-B87C-D7B06B4E6F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8" creationId="{BE647B86-5945-4727-BC5A-CE2266995C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9" creationId="{FAEA561D-3470-43D8-A2C8-94684AE84F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0" creationId="{DC49CC91-8AB8-45EF-A26A-E2DE86E7AD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1" creationId="{37D2C6C1-599F-4F73-A95E-DC27FEFA03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2" creationId="{5C6AC86A-33A7-4C8F-A108-37F249E4C9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3" creationId="{3C03A9A8-F01B-45EB-ABC4-2295D69505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4" creationId="{268C86CB-C7B2-47A2-9C80-FBA9B7CC0F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5" creationId="{A49C6775-6ECE-4D5A-ACB4-DA9898A68A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6" creationId="{46E61A49-46EF-4D7E-9CCD-A4783E94D7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7" creationId="{DC343D7D-20A7-48CD-A9A5-2EEA72CC79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8" creationId="{84A21C1F-A14E-451D-817C-8E5D7EC978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9" creationId="{CFBFD0C5-B6A7-4E0E-8D9F-E75D3DA842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0" creationId="{34446042-0AEE-4412-B9B3-4D6BA96333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1" creationId="{4CFC0F50-FA6A-47FC-A80E-0F0B41DBA9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2" creationId="{0E66268C-D97A-4099-87B7-5161D4C6D0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3" creationId="{F0E7EEB9-209A-4A4D-A512-A5915B4236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4" creationId="{22A9195F-A967-4179-B93C-189B4D167E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5" creationId="{B1E755C6-D015-429B-8CA8-3F814B3BDD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6" creationId="{523D75AE-4F28-4D8C-B9DD-4586CE11B7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7" creationId="{FC697FA3-6877-419E-9581-85A3D3462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8" creationId="{8A146346-266E-466B-BF89-77CC608073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9" creationId="{08F7C37D-F407-4B09-8142-40A159F6DC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0" creationId="{80205DAB-F185-42D8-A8D5-9523DEACCD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1" creationId="{486F2D23-BB1D-47AA-9DA3-351C8CD11B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2" creationId="{6362F4A2-BC78-45C0-8A52-DE86DFD16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3" creationId="{6B153D50-BB7C-4A0D-BD75-C162F6A817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4" creationId="{7C2A399F-5565-46DA-A915-597FB0E42D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5" creationId="{F860F8BD-C963-4BA5-AD6F-C5B3F20CE1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6" creationId="{77613CD4-DD35-435E-B8AB-3D1C3FB95A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7" creationId="{E9BB5B48-38ED-4F58-B497-82DA2EEC53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8" creationId="{20812D4C-C6FB-479A-985B-F38799C8A6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9" creationId="{D1465C16-2191-4040-AD14-B42D808CBE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0" creationId="{517F42FD-D49C-4D92-928C-0D1493E1D5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1" creationId="{705DE800-73C7-46C4-8341-D346F54995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2" creationId="{19AF2160-268D-43CA-8D00-7953A4F88D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3" creationId="{6628AD5D-6974-419D-A1CA-A14A21675F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4" creationId="{D2F1E0A8-A2F2-437F-952B-CC9CF5398C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5" creationId="{2D40DB9F-0297-4470-91A3-E0AB64C460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6" creationId="{ED7D6640-A553-4801-8653-1083A4061A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7" creationId="{3E4E75AA-6308-473F-A9BA-B4E6597F46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8" creationId="{EFDDACD1-4964-4F56-B0E7-68C1FD2F6B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9" creationId="{F1A31A76-62FA-489E-BB9A-1B3CA26C19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0" creationId="{FBA93324-66B1-4DD9-B33F-CBAE4B5F8B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1" creationId="{65C555DC-174C-4381-BAE0-6001C52056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2" creationId="{C34FE338-8CA3-42FD-81CF-F2C2935680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3" creationId="{BF3CC5AD-BD63-4A62-A653-4453012B0C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4" creationId="{A4F7883A-4220-4748-8E8F-21494E000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5" creationId="{A2E52ED6-F294-4CED-BF76-6F781B6875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6" creationId="{CC77257E-591D-406A-861F-17F2219BA9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7" creationId="{58BA46CD-3BD9-405E-A4C8-E09A958672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8" creationId="{50AC9E1F-639A-4D95-883F-8C0B10DA68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9" creationId="{4211C0CC-8993-4092-9228-A1A1E4E612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0" creationId="{0EB818F0-F71A-44BB-B9CF-152035B9AC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1" creationId="{4FAD6860-CB3A-4F33-9829-8A3933CC6C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2" creationId="{139AD796-C95E-4B49-BECB-124ADA570C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3" creationId="{29074C85-338D-41B2-A829-91B20FF0D1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4" creationId="{BAF43446-A6FF-4FD2-9AEB-FF10AC8084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5" creationId="{0D12ACE6-167B-4567-9DBF-4BC09A61E1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6" creationId="{5E05F005-CABB-4D1A-80FD-C95504B943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7" creationId="{395EAAED-F353-4597-8797-6F2EA818B6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8" creationId="{4BCB4293-7115-4A10-8D33-05F8441EA5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9" creationId="{0E34999B-2C26-40E7-94E7-48DD0312E6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0" creationId="{5578EEDD-D683-4933-9D4D-D719EF6599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1" creationId="{1FDF81B7-411B-4A66-B889-9F02AFC01D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2" creationId="{68552A37-5527-4BD3-838E-F033A50FF5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3" creationId="{C1BF8349-7424-4AB5-A597-253A6E1B41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4" creationId="{EB4D1635-6DD3-4ACE-90DE-54219EF771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5" creationId="{BB1617A3-3917-4BC2-9FB1-F5FCBF4677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6" creationId="{6699E057-132A-4AEA-9D81-B0426A16CC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7" creationId="{7BC9494E-FCBC-45A4-9BF0-355539A162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8" creationId="{5F52EB68-02AD-426C-ABFB-C705FE5C51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9" creationId="{141D833C-1C0E-4D00-9EC8-E13AC084E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0" creationId="{4BC6EB20-1ADA-44DC-BF4D-0A0F14BE86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1" creationId="{7E820A8C-57AD-4FED-A99A-ACBB455BC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2" creationId="{3A952BFC-5E0E-4EB9-9F7B-7F966B5D56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3" creationId="{B160F759-449E-4FF0-A4FD-9D431E6031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4" creationId="{0F30B305-337F-4AE9-9A96-8B6EF63D3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5" creationId="{78D8C19E-9102-4D74-A7A8-5C30BF634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6" creationId="{2BA80372-C950-4B7A-857C-E3A56E54F8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7" creationId="{CF47E56E-668B-4AC2-9FF0-34F95D0136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8" creationId="{A8FB4EA3-1423-4583-8E64-2A6A7D26E2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9" creationId="{25760A16-A7B7-465B-9383-465BBFD02D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0" creationId="{907856BC-6203-4197-A86F-6B5016C1BE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1" creationId="{678E65F0-DDAF-4A68-9E4D-2BEEF8F0DB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2" creationId="{B716A733-DE22-43E9-9664-8468B68721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3" creationId="{065C4D03-90B6-40D1-8C2C-2BCEEA11F4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4" creationId="{749A51E5-D41A-45EA-8804-9CE7E2BBB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5" creationId="{8BC9009A-4662-43C3-9BB5-252266F628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6" creationId="{CF2B26FC-1562-476F-A22B-8536351AC2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7" creationId="{484C99C4-7AF7-445D-BB14-56419A5F01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8" creationId="{A4049075-CBD9-45DC-A6EC-629EFE9912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9" creationId="{2743DE75-D749-4866-97FD-3A8C1ECC22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0" creationId="{22B4AE78-8638-4EAD-A5A2-FAF0ACC454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1" creationId="{877E7351-4ECA-4503-B7A7-E66F95B5B6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2" creationId="{54A04049-1716-48E0-845F-9702B20A7E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3" creationId="{8C4DBA5D-B6FA-4286-8724-439904EB68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4" creationId="{1CF62847-E3CB-43A3-A064-FDB439C712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5" creationId="{C456DA1E-1E65-4769-B2FD-5BFB530351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6" creationId="{F334E55A-915F-4AC5-9035-524FDFB8CC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7" creationId="{8FCD5E86-DFFF-43BE-8B18-E3B4D42C5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8" creationId="{194B8C08-B00F-4309-A166-FDEE84AD66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9" creationId="{709F88B3-FF37-4E7C-AF80-07FD86D3BB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0" creationId="{5A0D79E3-1343-47C6-918E-5706173611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1" creationId="{4703A58C-E51F-4A82-9C5D-FDD25582A0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2" creationId="{C54DC41F-88C7-4219-9E2F-91AAA6CFDF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3" creationId="{6A8CB12A-4EAA-44DE-9732-85D67A048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4" creationId="{F2789B21-6967-43A5-80D8-2901E33CD2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5" creationId="{B379663B-3A80-414A-813E-4AE16CE140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6" creationId="{48DCCAEE-CE9C-40B6-997B-12374C6D4A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7" creationId="{22F48859-D91C-4AAC-8B69-62C0F9FD04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8" creationId="{D60CE549-B4A4-4873-8AC8-8A5162156E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9" creationId="{896900C3-D75C-4D62-B0A5-C487D563DF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0" creationId="{98D928A1-CD75-444E-8348-F327D7F85A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1" creationId="{D43C53E7-440B-48D7-AF5B-686B858551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2" creationId="{93F9E781-86BA-44C5-B0D3-79743EE83A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3" creationId="{65243C49-B94A-42D9-B3B4-E9608B2152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4" creationId="{73668EDB-A0DE-4683-A2F7-072B841AC2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5" creationId="{E60DE8E9-5576-4264-AD00-F6964A380F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6" creationId="{C4AC3A0B-E7EC-476A-B6B9-B4FD2E165D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7" creationId="{08F9116B-6872-4CD1-8F5B-C64D4BF064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8" creationId="{4820908D-B71A-41F7-8219-78694A473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9" creationId="{26F63D3F-010D-4284-A3E1-F98481E68B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0" creationId="{84344AF9-2C03-47AB-ABA1-C91DF77531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1" creationId="{BC7F7951-1C33-4F2A-B585-F2DC176742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2" creationId="{879C8B41-3791-443F-9743-4F59DBAB41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3" creationId="{B97C35BD-032E-435A-A102-0070497986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4" creationId="{B32BF0A8-3D68-4855-9C67-0CBD2806E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5" creationId="{B92E4484-DE6B-47F0-9D37-77EAEF678A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6" creationId="{C94EAEAD-50D9-4F50-8A00-EDDAFA71CE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7" creationId="{4FA74C12-28D2-41B9-B6BA-0E7FC62F5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8" creationId="{08E849BA-44EC-4654-B1C8-E3F2BCF9DF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9" creationId="{6D65AAD6-910C-41C6-A6D2-99614E5C9F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0" creationId="{13D25493-5F9D-4002-AF3E-693613042E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1" creationId="{000D34F2-5811-40FF-9585-CE462B8D28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2" creationId="{F9B4BD3E-041C-41BC-B65E-F829A22698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3" creationId="{3B0A6E0C-9AC5-4968-AC83-7E498B361D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4" creationId="{35BDB451-A785-4BEE-BBE4-FA4DA82C50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5" creationId="{97D6D40D-B32F-4B65-93BD-48064B6FB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6" creationId="{1646E04F-381A-4BB7-BC3E-9095906771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7" creationId="{E8DDD29B-E835-4F0C-A691-F20BC6BD19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8" creationId="{24EC57E1-535C-4F60-96A9-98BC696CBB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9" creationId="{64323A91-408D-4FDE-88D9-3BD07F1875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0" creationId="{4365753A-797B-4A4D-BC5A-91DD50BB32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1" creationId="{2EFC3DAE-7955-4A54-8979-A3E33CBC5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2" creationId="{CB6D1C01-5973-4A9D-A487-116A4D183C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3" creationId="{EDA2B70E-1D1F-4272-9680-26785D34B6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4" creationId="{AF4DA7AB-2A2C-4D1D-8824-0411BED485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5" creationId="{A2C9611B-22CA-418D-925D-2E85800735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6" creationId="{028468BE-1A68-49BC-B060-B3539D0FCB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7" creationId="{D7AC12BD-FAB9-44A9-B7C3-A9F0D638B6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8" creationId="{A219ED7F-FDBE-473C-8C4E-C9690D964A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9" creationId="{ECAFBC7A-21A1-4A41-808D-0063F6932D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0" creationId="{BCBB7572-2BC6-4460-9814-598E5EA184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1" creationId="{4A1179CF-097D-407F-AEF7-78C5FF2DC6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2" creationId="{DE815C89-1F8D-4A70-9F0A-57DF5D5EB1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3" creationId="{D446F2EF-81EB-4F26-9823-34582A32A9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4" creationId="{B7F48A34-8921-4978-8DD4-F9EF1D0C18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5" creationId="{9108435C-6CF1-40FE-A68C-3DF20C13A1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6" creationId="{18585342-A41D-4D92-BBC8-BEF8A032A9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7" creationId="{CCCFBBB2-6F18-45AF-9EF1-0E84FE096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8" creationId="{D71E5CEC-BBEF-4500-ABE9-C1177D7A69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9" creationId="{EA6CFED1-8329-40E3-B303-2F77A3C59E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0" creationId="{5EEE2135-BAE3-49D3-ABAF-BA2E439BB9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1" creationId="{7AB4D6E5-5DB1-4A2A-A1BA-EE36FB37E9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2" creationId="{7D01DD44-BE77-4458-9422-A9375DB345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3" creationId="{CD884113-CA18-405F-B8BD-4977BD3776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4" creationId="{0533BACC-2C21-40B9-9D10-9702612432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5" creationId="{1588ABD6-6917-464C-8CFF-F3F3B139AF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6" creationId="{0F647F3E-241A-4231-8F39-5F4B32039D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7" creationId="{B46FDE38-EA6F-49B8-8BDB-03B3A6E651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8" creationId="{7B52978C-B1F8-421A-88FB-8500BF452D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9" creationId="{DB5D0685-F626-429F-AB56-15593CC9E1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0" creationId="{064D686F-0FCF-4572-9F52-6CC77E606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1" creationId="{1C6C6695-FB21-4245-A4B8-784D0EB1B9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2" creationId="{CA7F9103-5633-47BD-95AA-AD2C4A579B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3" creationId="{2AF73494-7012-44F8-AF32-7CFC730DB5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4" creationId="{85CAFC85-85CF-4A58-A3F4-9EA66EC100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5" creationId="{BD456B24-34DF-4B28-AE29-C3FD410766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6" creationId="{632656CE-C6AF-4C21-A2B1-8325814D3F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7" creationId="{8C221E23-1FFC-4230-89EA-3EF4A0A07E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8" creationId="{601FED12-68B3-4D2B-BA8D-EFBA0CE45C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9" creationId="{D392A687-C6EE-485B-85A2-7FABC9D3DD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0" creationId="{18580BEC-B2B9-4F64-A121-9F0B078C5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1" creationId="{D5F0C138-47A2-466F-A130-1DAEA152D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2" creationId="{0157567A-4F69-404F-9820-32CF84A972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3" creationId="{54E0E003-F47A-4659-9DBE-7FBEBDF10B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4" creationId="{214121E7-E3B0-489D-9A9F-FB69B34709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5" creationId="{533A395D-113A-4FCB-901D-3AD62BAE4D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6" creationId="{CCCFC248-E479-46A3-9059-40F768E9F7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7" creationId="{5DDF5C13-1409-44E9-AB6C-ED38396E61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8" creationId="{5CD45598-08C2-403B-8039-9BA9E134AF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9" creationId="{E900FD40-5C84-451C-963D-F1A5BF0AB0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0" creationId="{8B537313-85F0-4E75-A9BD-6B000C200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1" creationId="{4FFA6DF9-D0EB-4632-B6F2-DB8FACA0E4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2" creationId="{FFEAFCEA-D87A-4C9A-9C11-E8BADE494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3" creationId="{BF0B936D-D35B-48D7-A5D3-D5966F9645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4" creationId="{0B2069F5-08BD-4DD1-AFEC-210902E42A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5" creationId="{045D2B11-DE62-40A0-93ED-9D204B7054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6" creationId="{907A9253-2121-4C8E-A79B-58E13B6645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7" creationId="{0640EA43-C548-4F04-87CE-BD2A42542B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8" creationId="{CE17DA7A-5E8E-4EC7-93B3-E885DD8432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9" creationId="{B77BB060-4B25-49E9-949C-64450F0E60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0" creationId="{65233E2C-C14C-4683-841F-3E5E50D3E1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1" creationId="{FCC2304D-A1A8-45AF-AEA5-BB32E22112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2" creationId="{618F617D-7F06-44D3-9CAC-B48B770D92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3" creationId="{70E0195F-5EF5-43F3-818B-9AF02A966B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4" creationId="{2BA52CF2-915E-452D-8850-115C4C678C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5" creationId="{1956C73B-9096-45A0-B716-681C600677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6" creationId="{EB498E37-211D-4A3D-B574-5075466B8E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7" creationId="{8AEAE897-EE4F-48AD-83BB-328624EE8C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8" creationId="{C6CF7AE4-C3C1-45CC-8865-D7D5E4980D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9" creationId="{44075A94-DFC1-4F90-9008-BD3A973984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0" creationId="{BF5BFB5C-F15F-46C4-833A-F1AC06971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1" creationId="{48D3E4FC-CCB4-47CF-B489-4CE677E631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2" creationId="{D17715FC-7229-40C0-A2BB-54E6F9FF8C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3" creationId="{7F137957-B433-455A-8D42-1D922E93F6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4" creationId="{38820938-7761-4DA7-84D0-1E90646940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5" creationId="{14B7F95C-776B-44A8-A7D1-817066FC70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6" creationId="{C7C32590-F74D-4E7D-A729-C0712C826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7" creationId="{B802F536-287A-4FDD-81CF-2146DFF63A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8" creationId="{85AF7EFF-30F7-43E9-8F8D-B4DB6F2FB5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9" creationId="{06F557D3-285E-4EAD-B8CB-D34F21A7C8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0" creationId="{9BE8260A-DBF2-4745-9927-29796167D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1" creationId="{A1BB68ED-815B-42CF-B428-B66BEB8E48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2" creationId="{DD805224-AE54-41A6-9257-3DEC780556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3" creationId="{0DE56090-E27C-491F-ABBE-D0DCB61978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4" creationId="{A05D1EDA-CFF2-4449-804F-E800DD38ED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5" creationId="{2228F549-665F-4B6B-8CA6-1518BC7183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6" creationId="{97F93FEA-070C-40CB-B487-6B308CCBE9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7" creationId="{01D91D89-846E-47E7-B150-D0CCBD1475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8" creationId="{F3BDA5A9-3FCA-4291-B724-19CFD4ED60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9" creationId="{F8E37F00-55B0-411A-835C-B5BB405D74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0" creationId="{04B8A5C3-A0FB-4864-9618-757EFA0D5F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1" creationId="{8E929F07-2F4B-4729-9446-2C232AAD65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2" creationId="{0135FB19-64C9-4D9D-8BF6-01843FDB23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3" creationId="{753363C1-8530-414D-A38F-38C75926E9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4" creationId="{08EB7FBD-BA5A-4C39-9E7C-A6246BAF12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5" creationId="{BEF16317-7B41-4619-9745-1865FC809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6" creationId="{078D17A7-273D-4728-BA30-1D8758E2BC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7" creationId="{171B1B0E-4F60-4990-A672-18F3A21AAB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8" creationId="{73DC615A-3015-4020-A34E-4C76165F38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9" creationId="{F0BB25B6-F1FE-476F-84BC-C5CDA95B65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0" creationId="{ACCA86E5-BE46-45DB-93EE-B7C6F5B2E0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1" creationId="{4186EB6D-B673-4CD0-8156-483877FD4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2" creationId="{5A0A12E4-088B-4AB0-AA7A-996AD1669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3" creationId="{09AE545D-CB97-43C2-93D1-FF937CE1F9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4" creationId="{39325CAD-A3A0-46AE-8BD4-E1B6C3C16A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5" creationId="{B566F21F-3D1B-4D21-B067-469060F68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6" creationId="{D0EE87B7-63E4-423E-B44F-18DFB12ACE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7" creationId="{80A836E0-9324-4899-A164-652624B666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8" creationId="{5B35F621-51A7-44AF-886A-87D31E24D4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9" creationId="{599CC461-30B0-4BA2-8BB1-7B238D9FFF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0" creationId="{762A163F-2366-465D-A620-887D53F077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1" creationId="{4D69B1D6-F866-4B05-8E91-306AA2D99B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2" creationId="{3D96D329-BF24-41C9-AC26-CE8282D064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3" creationId="{0EC51762-92FB-4EEB-9A77-0AF9BA07B2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4" creationId="{094F60ED-1DF0-4F25-BF6F-E4DD1470E7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5" creationId="{411E7DD4-03C2-4EBA-932F-BDAA02CD79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6" creationId="{BDC919CF-1A74-4566-AA47-E6988D6E08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7" creationId="{8FAF232F-8469-47CF-BBB0-9C7D3F4D73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8" creationId="{D0291EF8-596B-491F-90BD-9D7637DE2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9" creationId="{C547DF08-09BE-4E68-88E9-15D2A91FAC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0" creationId="{F22989B1-526B-40FA-ABD9-0DF9B1C500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1" creationId="{2B59DAF2-5DF6-4DCA-B32C-C57D72CEE9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2" creationId="{38462F6E-20CB-4C5B-8330-7DC5C47434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3" creationId="{30BD1075-A4C7-4812-B680-A04ACAB4C2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4" creationId="{79E4E997-CC39-4B89-A292-777DC99857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5" creationId="{66716418-8993-4CD2-B5B8-B624E39999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6" creationId="{0EADD0E0-1D5F-42A0-84EE-C447D1066A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7" creationId="{0691EA34-F98D-4599-975A-A6E1D15B9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8" creationId="{1F47AD4B-0C76-4A75-ACF8-AC2B0117C4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9" creationId="{26BD4235-976A-4CBB-9437-50F83A1B26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0" creationId="{FDB55014-A2B4-4CFE-87FC-921A590F6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1" creationId="{ECFF822B-0D38-4D89-AA5E-47981E7784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2" creationId="{74C37DCC-BDAC-4FF2-A72B-F727A84FC5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3" creationId="{7CF5065B-0C89-43CC-B9A2-CA38582605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4" creationId="{4E254D1C-B17B-405E-AB30-1871C60102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5" creationId="{1B62B0A5-8B17-44C3-A568-D5C8E4B60F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6" creationId="{7507C857-7F62-41E2-A040-094E12396D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7" creationId="{384B885F-662C-4290-914C-0A72F85C6E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8" creationId="{DDCD3D50-8FE3-4CEA-A3C0-03BFBC6CA6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9" creationId="{EEB8E28A-034E-456B-8AD7-6AFFAB3BB9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0" creationId="{82321D0B-6812-41DB-BE45-2DAA05D5EB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1" creationId="{1E364D5A-7C2D-4D95-9D06-6C8DCD611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2" creationId="{0703626B-A814-400B-886C-7F3AF08547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3" creationId="{96F9D83C-281B-4BB6-A738-B8BF0433F9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4" creationId="{AF4325CA-F3EE-422B-B8DB-718390ECB8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5" creationId="{0793A2E9-D3D0-44B0-9874-52CA6CA8E8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6" creationId="{B1060C81-80ED-430F-A1F2-9AB9D603A1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7" creationId="{4F7BE8C7-7A95-4EC0-82DC-B00FBD212C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8" creationId="{3D3CC0D4-F98B-43D6-9360-C7AC57CDDD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9" creationId="{AAF59D73-3A6A-4168-8DAF-62D8B1E81B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0" creationId="{BCF661E0-EC06-48F8-B75A-D01845BFC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1" creationId="{E1304515-85FE-4ADF-B9A2-6ACA94248B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2" creationId="{E211A232-DF1F-4144-9944-B24AD8F206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3" creationId="{9B972AB2-FE08-4ED0-ADE1-FAD2330EC5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4" creationId="{27A03C00-DA3E-435C-87BB-755B002867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5" creationId="{6CABA5DA-DB9C-4379-8D68-63DA38BD76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6" creationId="{84D21C80-1D62-410E-8BAB-D456DB9FE1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7" creationId="{3328CABB-054A-4D24-9F5D-6C10EF6D65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8" creationId="{27149CD6-BA1A-45D1-AD66-D867D95B44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9" creationId="{6836AA11-6C99-495B-8396-C6BF7A042B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0" creationId="{C3A965AC-C7B0-4A59-83F9-742D1E4E32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1" creationId="{5B620649-43FD-45A0-A749-E5181D8139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2" creationId="{E32A3499-863F-4CC8-9720-ADF436F0B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3" creationId="{E7A045D5-6235-4CD5-9874-C9A6B2A1C5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4" creationId="{1F813ABF-1900-4032-81D7-155BB15551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5" creationId="{B7450C8C-97DA-4450-974F-8D8619214D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6" creationId="{1B17C4B0-ECDD-4745-8380-530DF82A3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7" creationId="{1D730DCA-BA3C-4A38-A709-AA33946356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8" creationId="{F31A24B5-1DBA-45F3-899D-4D4A12F6A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9" creationId="{A131731D-0CBA-44C6-AD1F-DD5BD3C19F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0" creationId="{DF4ECCC7-9C44-4D76-A8F1-0A6BCBC866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1" creationId="{D88F1D00-1588-4AF2-B34B-B8595F0C67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2" creationId="{F2631A9D-91F9-4CF4-9942-C820C1E48F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3" creationId="{AE1FC844-B2A8-4541-AD9E-2DB186CB20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4" creationId="{C90F721F-C145-4431-964D-53710A7CA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5" creationId="{55A8040F-9DD3-4F49-9C3A-89F16D52F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6" creationId="{E04BA325-1F18-43FF-9641-D6EB374163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7" creationId="{5BA1B6D7-E637-42F1-B13C-BF4C6027FA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8" creationId="{B14FB3EC-AE94-4AFF-B9FB-7A1DBE53DB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9" creationId="{A410EA65-CAAB-46AE-9C94-BC135C26EC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0" creationId="{8090473B-9991-4647-8F63-102F6DE771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1" creationId="{0D27446E-B4C0-49D5-8ECE-930AE54C79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2" creationId="{1808A1F3-5FF6-44BC-8DDD-48B85089F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3" creationId="{501126D4-DABE-4BB6-88F1-2B0B978222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4" creationId="{6CD6C458-2FFA-46B3-AD5E-34F14719BF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5" creationId="{30A9B047-6D8D-472B-B5E6-C44AE88831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6" creationId="{A657E73E-0790-449A-8169-54F14D290E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7" creationId="{E8645C13-0E27-4F34-A1B4-93288FBE9A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8" creationId="{E990C3AC-E9F8-493E-AB7C-A5E522196A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9" creationId="{C51CC442-0371-4C9E-AA0C-4D81F8187B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0" creationId="{600956AF-7932-49E7-928D-782A94FB22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1" creationId="{70CD04A3-6068-4FEE-B05A-72CAB4A77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2" creationId="{FAD10D3A-029A-4535-B5F3-2892B4B814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3" creationId="{9F8A9E94-ACFE-4E9F-A11D-33A6D063D3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4" creationId="{A2106A89-7F58-4331-B753-E0D81DE5B8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5" creationId="{916E286C-8EBB-49D0-AB29-0CFE6D7E4D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6" creationId="{60CDD15F-8320-49CB-90D5-1D7011E03B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7" creationId="{0A6E008D-2C6F-4204-B23F-A8AEF6366F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8" creationId="{8DA39A40-5760-4368-A4FD-D859AE8993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9" creationId="{81FA8257-4ABB-4AD6-BDA8-22180466B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0" creationId="{B0E1FB97-EB72-4528-B8E7-4A811721C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1" creationId="{15D6F5D0-F9C1-4118-A993-E2F7D936F4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2" creationId="{EA14ACB7-F5C0-43F1-9C8C-11FE230D42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3" creationId="{B1A0734E-FAB4-4A29-9213-B1B20988C0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4" creationId="{26D91A8E-5174-4A08-9FC4-3B92546081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5" creationId="{AB6F3D09-1194-4FDE-B2C6-4901D50D70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6" creationId="{181182A4-B40A-41A0-950A-DA2157B4F4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7" creationId="{A77257B8-63F6-41C9-ADCB-E876429025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8" creationId="{0718FC1F-B1E7-4DCD-B9F9-8854693D9C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9" creationId="{E0F33DCD-CC79-4DFA-BE91-115554921C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0" creationId="{D10C62A0-B312-4525-885F-7AB8BC00C6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1" creationId="{2F9DCA8F-B140-4644-9345-8BF9303801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2" creationId="{511FFA10-5709-4837-9C3F-662955698E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3" creationId="{673F417E-9AF8-47B7-A9FD-E48D2DCA17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4" creationId="{C940F6E8-D4E9-44A8-8766-F72CBCE399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5" creationId="{C62A5CD2-1DCC-4608-B664-D3CED94CDA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6" creationId="{EC906FB8-D718-42E4-94E1-1BA53961E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7" creationId="{98E78CC7-067B-4D7A-B242-13383CEDD8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8" creationId="{E0C67ADC-0826-4BDB-8EBF-B71F82CBD8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9" creationId="{835FDD5E-C1EF-40B3-A9DD-3344D6B1B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0" creationId="{384E6BBC-11DF-43F0-AE8D-8B9D63549B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1" creationId="{6E1B0AC6-EE53-4F42-A0BC-76D416FEB2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2" creationId="{3D618255-39F3-47E5-BFA7-000A17BBE6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3" creationId="{E7604731-28FB-4D90-9268-7E4FDF460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4" creationId="{18665C8C-FE27-4685-A20E-90924C0183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5" creationId="{88C8568D-669C-4585-BA27-62003F7956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6" creationId="{978101A4-A6E3-4CF4-88D4-3DA4E9297B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7" creationId="{52971F1B-997D-4BA3-8983-EC4951F62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8" creationId="{7DCFE463-9E8C-4AEE-BE28-C2C0DF8597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9" creationId="{B36849FA-81B4-4A9F-835F-F687A92A6D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0" creationId="{FAADEE88-E7DB-482D-8BCA-E661BBD2DA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1" creationId="{0526C4A2-7933-4841-A876-CBAA244A6B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2" creationId="{C7ABE4CB-596A-4DE9-BF9A-6FCD308DF5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3" creationId="{F45182A1-6A0F-47BC-914C-C0BA865E90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4" creationId="{B0F5C5D6-6496-4A89-8CB2-9FA67D1176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5" creationId="{162ED415-DF40-4E46-9765-5EB993BE70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6" creationId="{7A1EFF35-9446-42AC-A218-0BF0169721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7" creationId="{75F47ACE-B0F4-431C-B395-9D36B441E4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8" creationId="{3399F4B8-552E-40ED-B7B2-EC5D6A06D7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9" creationId="{22DD0489-9F77-4F0F-B29B-1ECB537C9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0" creationId="{993E47AC-0DB8-4B40-8346-594D731835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1" creationId="{845A6FB8-39B9-4834-9C1D-DAFA8FFC87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2" creationId="{49A983D8-0752-4525-90CA-728376D3E4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3" creationId="{BE1FE298-135D-402B-A465-A84DFDC774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4" creationId="{C8F8CA6F-332C-47F1-A381-C277E109B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5" creationId="{0C03D9F2-9323-47FC-A00A-255CB5B707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6" creationId="{0D4773F9-462D-4584-A7B2-46DF540838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7" creationId="{88AB09D0-975D-45E7-80C4-F7A4217182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8" creationId="{7A072DC0-9B14-4F65-947F-B46871EB7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9" creationId="{281B00D4-D7F0-4A86-8B7C-DA11639E57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0" creationId="{658FAA82-7746-4FBA-A8FB-EA989236EE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1" creationId="{72645386-D272-4A5F-A195-17E9CB4FA5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2" creationId="{7E9318D8-179A-4CDE-9ED8-50C21FD66D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3" creationId="{6893EDAA-D15C-4A2B-8C89-0FF5994285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4" creationId="{91308A67-1E6A-44E5-B354-2254488FB9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5" creationId="{1120AC30-DE38-440E-8734-6DDE721573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6" creationId="{3EC51CEE-1AEC-4138-AB7D-CB0CE78D60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7" creationId="{CBE003E9-5C88-4A1C-9D2C-B259E37AB9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8" creationId="{01383123-E12A-46BE-AAB8-0974FCE3CE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9" creationId="{5A5ADD27-7120-481B-8EB5-307CE949C4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0" creationId="{7BABB995-4BFC-46B0-A578-CD55E39653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1" creationId="{D28B2BCA-0031-46FC-9076-3032432D10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2" creationId="{BBF60461-F9DF-4DA6-8601-3DC5150D31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3" creationId="{4C2A499B-0539-433F-AFCA-1A86E599A7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4" creationId="{50673C6B-CB75-4C08-9083-F1F6A030F8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5" creationId="{4AA5EE24-1B61-4AA6-A283-5FC4F628B4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6" creationId="{97A1482A-F253-414E-8A4F-BC28C7ACAC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7" creationId="{F7425113-D00E-469D-8D05-58C0575B6A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8" creationId="{FF4E134A-E68A-4CD3-A1EB-BF70C1F8AD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9" creationId="{53C76B53-7F53-4488-B58F-4F60A8A14E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0" creationId="{179CB933-D3EA-4E1B-8272-AE99C4BBFA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1" creationId="{B906FA3C-49AA-495C-9D1E-3EC7EC617B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2" creationId="{00AF597A-192F-40A3-8277-A134F30C4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3" creationId="{BBC542B2-0F7E-4B9D-9769-ADFCEED753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4" creationId="{BB5417E8-197A-4C98-AD2A-7C46BE0245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5" creationId="{54ECCEBA-EF6E-4A64-8924-E389F98D1F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6" creationId="{4A5B097A-D406-40C4-BA13-DF4F17314A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7" creationId="{1CA48DF1-988E-4D39-8827-954642D1D0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8" creationId="{A86C0956-27F3-43DD-BA56-D40F64B3A2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9" creationId="{2E652701-C684-4242-AFF5-F9309CE9C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0" creationId="{775AD579-6F55-4ED0-915D-99E88FE1DB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1" creationId="{F1A33D31-1120-4F5B-8DC2-E3E01941C7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2" creationId="{692FA674-1056-4081-B53F-01A02A4613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3" creationId="{FB4FACCA-D38E-46F6-B42F-5586591D1F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4" creationId="{6B4082F5-D4DC-4D53-A231-618765A0A6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5" creationId="{FDC027DC-C6B0-4127-8520-2F2A3FDDAB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6" creationId="{EDCC3667-5E57-486A-9FC4-6E5AD45C9A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7" creationId="{447DD6E3-C213-4F4E-BDE2-0830087F0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8" creationId="{A612CDCF-AD32-4720-B20D-0810DAC646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9" creationId="{77B79AC7-6778-4A40-B63E-4B0E366860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0" creationId="{56618991-229F-4361-A94E-16EC088C70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1" creationId="{AFEFE9BF-E43D-4B33-AC2D-17BDF79C5F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2" creationId="{687281AE-A1F5-4126-A089-B5E15B810E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3" creationId="{CF23B784-16C4-4163-A108-2DB266C557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4" creationId="{A584159C-EDED-434F-A6F3-F21C19B82F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5" creationId="{8DD705D2-4C8D-4FD3-AAEB-5A47798847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6" creationId="{1243817A-6768-4F17-9316-696E1D765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7" creationId="{70B8A4A1-8B96-454E-8756-61533FDC82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8" creationId="{024A61C9-07FA-4FF4-9867-531666F84D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9" creationId="{74C98EE5-DBDB-4494-80BC-A79E7F0929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0" creationId="{53F69172-25A8-4C5C-B81F-C1EB4AD46F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1" creationId="{8044E14C-F5EE-4129-8F7D-6DF34CC462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2" creationId="{90DF655A-3932-40AF-AE41-146268874B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3" creationId="{AE51C42F-DA07-4E8C-BBAD-1A16CD1A0C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4" creationId="{C9901A3A-ED7D-4D8F-809A-109CF66AC9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5" creationId="{26CD49B3-F2EC-47E4-A7F6-F29102A3FE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6" creationId="{253A5EBA-005B-4CFC-96FA-71F5360037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7" creationId="{CBAE4404-E33A-4541-8023-DCEFAB68C7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8" creationId="{3F0AD8BB-5A93-401E-9BF1-4FF9CB0EA6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9" creationId="{F3A3384B-A2F4-4F62-8503-7566A0C92B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0" creationId="{2139BCA7-32F7-4D3B-AA69-57F5B9E5D7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1" creationId="{3CAD38A6-C80B-44DF-8401-C6EB5BB1B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2" creationId="{D94A6D56-D4EF-4630-8639-DDC70F822A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3" creationId="{C22E916C-FDDA-4EC9-9153-2C5ACB341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4" creationId="{510555C9-0C28-4045-BE64-98CCDA0DA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5" creationId="{004F0CE6-C245-4404-A594-979DB43DCA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6" creationId="{E4C31513-7C1F-4A51-8EA6-373AAE8990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7" creationId="{26942ADF-53B8-469F-AC92-127F2EC852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8" creationId="{639B4AB3-AF01-49BE-B898-2CCB07DAF8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9" creationId="{23529852-E82B-42A2-AFE6-24E31F57EF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0" creationId="{E11E4B38-687D-4816-A615-ECC5808667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1" creationId="{55A445D9-8178-49B7-BC1C-168AA9FB0A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2" creationId="{27923B77-C1E3-4927-9B26-FDB6B89A61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3" creationId="{CD1665AC-1035-4AB7-A26A-27F3E5A61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4" creationId="{FAD88C7E-A7CC-47AD-864D-823F53E904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5" creationId="{E463CA82-70F2-4501-B714-D5FB7E7F85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6" creationId="{BC29696F-629A-4CD2-A539-F9EA082E81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7" creationId="{F19CFA03-7139-464A-9D5B-301747E5BF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8" creationId="{8935C073-76D4-40F7-9B00-0FDB3DC94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9" creationId="{C5576F94-6E11-4598-8EA5-A8529C4EFC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0" creationId="{634E1852-5CA7-4FE3-9C8F-B09B6B28DF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1" creationId="{C23DFC1D-D2F7-4ED5-B33B-7EEF71B377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2" creationId="{16A417F7-2F76-49E3-A121-C8BD6BD3F1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3" creationId="{87D7470A-7FDA-45AD-B53D-E6D4C6D726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4" creationId="{7466DD7C-6D34-4762-967F-7DD7001841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5" creationId="{244185E7-9983-42F9-AD90-72CCE7BFFA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6" creationId="{94F91BC8-F093-4CF0-9E4F-5847C17CB7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7" creationId="{E7307CA0-0549-46EB-93ED-F019DA7BA9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8" creationId="{A2F1436C-434C-42BA-92B6-19460A0DB2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9" creationId="{EFFF5F27-798C-4E98-832B-64A8C76965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0" creationId="{69029318-1A04-468C-9178-BA09C9F046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1" creationId="{23D0009A-0491-4F8E-BDDC-A4253E5354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2" creationId="{6EFCED2F-2244-4E53-97D0-00339556B3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3" creationId="{ABDA7965-A90D-4E0D-866D-1FD50E3257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4" creationId="{B936B5D2-FBA0-4200-8C9D-97056EFF8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5" creationId="{C58BF9CC-31AE-4162-993C-84433AD706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6" creationId="{40E685B4-A498-459B-83FA-B699F16411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7" creationId="{7CF827E8-AC4E-44EF-B0D5-999150667A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8" creationId="{E54F7B00-7121-4D6D-944A-1926400621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9" creationId="{4FA1E7E9-FC3B-48A2-BEFF-C17828F5F8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0" creationId="{6594F3BF-D2A0-42AF-995A-F231A8DDD8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1" creationId="{5A17C4AE-A9AC-4CF7-887B-02975088F0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2" creationId="{891A0895-5CF5-469E-B3AA-5F052B1D45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3" creationId="{769B1BAA-8EE8-484A-BF66-8C8AF245BA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4" creationId="{F6C859BE-23DA-4559-BCA4-166D990F02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5" creationId="{F0B49699-F18B-4D2E-955D-2BD32DF999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6" creationId="{DAA5EB4E-5E16-4C0F-BCEE-5B8F500482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7" creationId="{8AB92C87-D667-4A02-8DB7-B7D30B192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8" creationId="{D204EF4A-01F7-48B5-AEB4-148ACF9393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9" creationId="{03DB7788-9195-4584-8BCC-DC1C15F3E3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0" creationId="{F5F5B035-A75D-4579-A560-F45DE5E283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1" creationId="{7C279404-E942-4753-A679-B39C70E964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2" creationId="{F235D415-08EB-4E49-9B94-ADE68A28C2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3" creationId="{BAB6D9CD-D98F-415B-9098-8E36BF4712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4" creationId="{D30D0033-1198-46D5-80F9-256FB35D14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5" creationId="{3FA422B7-55DF-4D76-B27E-D5E74EA7BE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6" creationId="{4427557A-17D0-41CF-BDAB-212253139C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7" creationId="{389FF0AE-CADD-41E9-9F79-59BD9E226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8" creationId="{42330569-F93C-4B14-B81D-DF52C352CF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9" creationId="{48E63F78-9D75-4F08-BE34-DD6338883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0" creationId="{F367E4B5-53F9-49BF-B354-13B8218DFF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1" creationId="{31FE7741-48AF-4BB0-A544-A447AC9A1D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2" creationId="{A61F69B6-FC04-4FB6-9E58-0019126249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3" creationId="{F951DA9A-0573-485D-8DA6-42D9A94333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4" creationId="{F86A6A51-AFA2-497F-AE43-18C98DB304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5" creationId="{49A47296-8FDA-47E4-9890-0D78F0BB65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6" creationId="{AECFADD8-DB9C-4AE7-9C4E-A38049C468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7" creationId="{90B95991-B0F5-4B87-A24F-1C6FBD228D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8" creationId="{1790A37C-E078-4C98-8425-889283ED11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9" creationId="{11B9FADB-965C-472A-A763-5324AE4501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0" creationId="{1324AF79-A6BD-4787-9E1F-637B14A6D4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1" creationId="{D4DE1DAB-A3A0-4E35-84E1-A3ABFF22B5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2" creationId="{19675B31-62F1-4876-8290-F971761784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3" creationId="{6A910A3F-4108-460F-9314-C78559BB2B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4" creationId="{CAEE03B0-99D9-410D-AEE6-848EE2016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5" creationId="{CC0925BA-357A-435A-AFA1-55BB1C77A7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6" creationId="{BDAB33FE-D7D7-4C29-9EC8-B65073AB33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7" creationId="{4A69EB8E-C9E9-458A-BE77-656ADEB763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8" creationId="{40BE94CD-CC45-472C-983E-DA9795ED8A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9" creationId="{3DB46B88-E3C9-446B-93E0-3AD956A57C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0" creationId="{EAC50D4E-489F-4B7E-AFCA-BF00E3ED9A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1" creationId="{4895F778-B2BD-44D5-8511-EB5085D64E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2" creationId="{7F4140C4-C6F6-4B57-B589-352CBE570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3" creationId="{215BF74C-AF27-4863-AD07-B0662A82A3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4" creationId="{374BE95E-5289-42F5-9B0D-DA7D29B4D7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5" creationId="{DACA00EB-0C4F-4E53-930F-145C4669E2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6" creationId="{69F01C3C-C3EA-4F09-A205-A6A75C38AC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7" creationId="{8F35015D-710B-4BD0-A4AA-C451B4C3A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8" creationId="{E16BA0A9-8436-4631-9C69-910128DFCC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9" creationId="{B444F7EC-9475-40C5-AD5B-A61C7B9216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0" creationId="{1C74BE17-5F4A-4ABE-B11D-A80903506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1" creationId="{1589AA11-4A3E-4E78-911F-AF0ABA1535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2" creationId="{526E5007-38C9-4875-AB5D-7EAF0A67C7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3" creationId="{626D7AE5-1837-4B73-8978-2AF69D4C34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4" creationId="{49DEB968-C2E2-4894-A59A-559A42145B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5" creationId="{4DBE9FB3-B2BF-4DCE-9CEB-8F70DAF731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6" creationId="{F6D216B4-4EF5-49D2-8A52-E9817B295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7" creationId="{19C96FB7-777D-4289-BE38-967774B67F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8" creationId="{7DF989FB-1F00-463B-B9EB-2C53B2640F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9" creationId="{259243B8-74E5-41C4-B8AB-FF9383F65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0" creationId="{9CC6420B-C606-4825-AB98-F565F427D1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1" creationId="{DCFF1898-8910-4B87-9BD2-FF89E58A11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2" creationId="{DCB48C46-F7C4-44AD-BAE0-E5EBDCA7B0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3" creationId="{8BB0F3E5-7A65-4FC2-92E4-4D20BCE573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4" creationId="{6C4F1CF3-E2DD-44BE-A512-A0409E49A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5" creationId="{B2EA3949-CEFD-4873-8416-CBFE31085D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6" creationId="{36BEEFB2-7B26-441E-9433-D264A72E3C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7" creationId="{F40A13F2-ECE6-49DC-9365-89DD4A21C3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8" creationId="{06317F1A-FCAE-4251-8F2E-E44C6CD4AE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9" creationId="{CCADA54B-9515-417A-8C4F-09CBA45A1F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0" creationId="{1841A576-0EB0-4EE2-9E6B-34EEF8A49E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1" creationId="{D2195F3C-B68B-49C5-811A-CE4E0AE9F3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2" creationId="{7AEF677F-113E-4DFF-A3B6-1E8B349CDC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3" creationId="{FC3BC105-E90D-4F64-8F45-EFFBEB3A47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4" creationId="{65EFC1D2-B075-4932-9479-D8B6D13227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5" creationId="{8C242864-41DA-4287-8684-4C9B64ECA7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6" creationId="{D3D8B21C-7F25-4F21-960D-162E690FC4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7" creationId="{10F7DB46-F47E-4D01-A628-40298BF7DC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8" creationId="{3DAFF81F-205C-46BF-83C0-63DBC3873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9" creationId="{FB7D2BAE-DE1B-490A-980E-9FE9A49C3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0" creationId="{5109BF5C-0447-44E3-8B93-7445C0BEFD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1" creationId="{0090C648-39DF-4136-B5F9-46F64478F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2" creationId="{A84EAB6B-25BD-4633-AC2A-8D359B0221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3" creationId="{08B903DC-38BC-4B58-8A43-D57FB05582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4" creationId="{BB3174EB-F87E-4357-B8FE-F7E678D2AB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5" creationId="{7AD95C32-EB4D-4820-99EA-79F3BFD6D1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6" creationId="{0174B797-AB4F-4A86-AF6E-EDEA914D1C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7" creationId="{CF337A5E-C97D-4743-94A9-28F3F96318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8" creationId="{BD097656-40AB-4407-91FA-D542BF493C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9" creationId="{2ED88F40-8A8E-49E6-A5B5-DCC5A2BCC3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0" creationId="{EC2E8452-6BA3-4C88-BC9C-382D0C5BA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1" creationId="{5BFF2F9E-6984-4F75-93EA-C24605A72A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2" creationId="{33A89AA6-600B-4A64-8B7A-FE339DE090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3" creationId="{744B400B-C86A-4315-9330-357C2F4EBD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4" creationId="{FDA22AB4-6465-40C4-8F4B-6E8E695809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5" creationId="{E4AF883E-8D2A-435A-81B9-A0685EA4E1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6" creationId="{93AB7393-D59B-42A2-9C22-3B3BDF281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7" creationId="{6EF6FB9D-E7FB-47ED-BA20-660B9E061E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8" creationId="{197453A5-0FF9-4239-A93B-90F539BE34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9" creationId="{36D57406-A508-4C9F-812C-46A4441513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0" creationId="{EEF85E7E-CCB3-4F2E-AC18-0E7A431682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1" creationId="{7DD5F83C-AEC5-453C-B672-E918773325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2" creationId="{EAF79DDD-3DA8-4538-8A88-5194A329C8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3" creationId="{C47B7515-8D31-40DC-AC91-1AD483A40D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4" creationId="{CD19A4BE-7450-4BF4-9E21-100F4DEF0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5" creationId="{D3D5C231-8C64-4F79-80B6-1DBEF7336C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6" creationId="{4C95294C-E767-4951-A743-32975613C0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7" creationId="{F11BE133-3E13-4678-B84E-22AFB34E1C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8" creationId="{D1CB2B20-F518-41DF-8214-4A6D83F629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9" creationId="{3ED0EA06-CF1C-4FE2-A71D-3756E55861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0" creationId="{9BCED7F1-24B2-41F7-9D4F-17840CEB7D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1" creationId="{F7110341-6515-473C-AC82-A463395551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2" creationId="{07F85BBA-AE14-42E0-8CF4-EFB2BF91B3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3" creationId="{91D77821-94AA-4816-B971-C584829990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4" creationId="{1D3966DD-E567-4187-A4B7-8ECE76468A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5" creationId="{B5800D10-50BE-409F-941D-4A26EC3EFC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6" creationId="{D58C1E0E-2025-4E75-868D-48D578B9CF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7" creationId="{64264764-A598-4550-A198-71A43D60C2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8" creationId="{C51ADD4D-D873-4F75-8473-99C8691EB4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9" creationId="{39119C15-8987-40B9-A12D-DE88C2A96C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0" creationId="{B45B988C-8CB8-4FE5-B69B-F48BCABA68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1" creationId="{DC4C1EC6-36E6-4942-9A2F-DC2C4B3FD5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2" creationId="{DA2F843C-383D-4E1D-A900-D10E02F42F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3" creationId="{85D42927-8175-409E-B106-C06291358E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4" creationId="{34346826-35F5-4A78-A09B-EEF3AF8CBF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5" creationId="{CEAB7D0A-F83E-4D94-AC6A-860EBA1C12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6" creationId="{A51AE242-58A4-49D3-83CA-E41C1E3FF7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7" creationId="{10519243-321E-4B17-A03A-309029D21D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8" creationId="{4359C8A2-02AB-48F9-AE6D-D8069EDC4E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9" creationId="{AC5D27B0-10AF-4F5B-8CD2-01ED4E9107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0" creationId="{2FBFA385-7962-4F68-8AC0-47C1DBE178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1" creationId="{2593FE3C-944D-4B4B-AB63-02A991D86F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2" creationId="{D05747E6-83F7-4FA9-A2F2-CF51FB9CC6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3" creationId="{85B612F7-1F53-4D16-A167-1C1E0A5086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4" creationId="{D11D5CF3-0089-4780-8CAF-25863C213E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5" creationId="{853A526C-6D48-4548-A071-D636CDBC6F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6" creationId="{AC1F2799-BAA9-4F61-85B4-A0B438D4FA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7" creationId="{B4CCD802-F1C3-4B23-991A-8AFAAEA54C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8" creationId="{E4DE8058-B645-4CB4-BC69-083CCD28B6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9" creationId="{5ADC5565-D295-40B1-8106-6F1B38C7F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0" creationId="{DA48DD83-6EDB-4D2C-AF95-3AFF90616A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1" creationId="{B322B8F0-8BF8-4607-951F-1224D23DC5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2" creationId="{6C9D889A-5CF5-4865-9C43-0B28A4CAE4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3" creationId="{BEBA9314-5CD3-4D91-A046-18947A1B49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4" creationId="{5B24A03E-9869-4D09-9B2E-A81ED1BA52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5" creationId="{A23AD511-4FFA-4B0F-86A8-83A8701DE8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6" creationId="{84ED59C4-DD0F-4DA5-9C39-2AB9949E95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7" creationId="{92E67F64-C881-409D-90E4-1B456758AB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8" creationId="{958FF179-A506-4070-AC47-BDE609036E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9" creationId="{E75400E8-97DD-4DA7-AA0C-8176043AA0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0" creationId="{C0CB7363-0686-42A1-9237-4AD003D3F9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1" creationId="{D4831BA9-C33B-4CE5-A04F-FD6C275AA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2" creationId="{733A91FA-B4B6-4CED-9B13-AA7069B67A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3" creationId="{50D939C3-D152-4A13-B674-B5904C4520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4" creationId="{CDF3CEC5-350D-4CBE-A2DB-55236BC4C7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5" creationId="{ED2B4D04-B59E-48AE-A710-1B3FD1A4E9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6" creationId="{09820D8C-2500-4FC3-B772-A0B74CAC4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7" creationId="{9CB97FCC-D361-44AC-9E66-C62974E7C5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8" creationId="{58EAE39E-75C7-4F24-9C4E-FC6154FF4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9" creationId="{65D8246C-8252-4CD5-BE95-B73924D352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0" creationId="{DA2EF354-1C3D-4039-8922-17337BAC36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1" creationId="{32507383-F55B-463D-9FE7-7618FF797B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2" creationId="{68E18DE4-814A-43C6-9CE6-15E0A35906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3" creationId="{6DB39EB5-6D81-4563-86DF-6F821C74A0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4" creationId="{0C9FC2CF-B54C-48A2-AA11-6C04D2426B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5" creationId="{03B249F6-2BD1-41FB-9E8E-8021F7561C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6" creationId="{0FFECB09-9B81-40CB-B68E-71C0AC913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7" creationId="{0CE04859-530C-4117-A982-B239C1329F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8" creationId="{445DF9C1-E9B1-4FD1-8E74-5060D351F7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9" creationId="{692230C6-6A13-4843-8054-E1C0698F50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0" creationId="{B8A54EB4-4A11-4FD3-995E-1896136F70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1" creationId="{64B67B3E-C4ED-4E9A-B718-63266D441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2" creationId="{25AA7D41-1B40-44CA-84EA-A585A02816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3" creationId="{3DEA0C37-78E4-4763-8AA2-6214D995FD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4" creationId="{04AD2A80-71B8-412B-9505-245DB5EFA2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5" creationId="{C261D96B-4A04-4E08-B11A-1A889FF5EE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6" creationId="{A1ECD3C8-4EDA-4B74-B844-8F3D26260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7" creationId="{FF2C41A8-E984-4EFA-9443-F848AC81B9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8" creationId="{D6BC2BED-4248-40EC-9B7C-598AD0CBB1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9" creationId="{71815ADB-B6D5-442F-8423-BB6E511190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0" creationId="{58E6F47C-AE56-449B-AC43-5AAAB38217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1" creationId="{F2FD0F5A-6BC6-43C7-A057-CE5D8F2807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2" creationId="{58985F8A-C32A-4467-9966-52EFE43D1B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3" creationId="{DC64E811-F809-4245-B4E7-42BFBF3EF1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4" creationId="{03123F1B-FF61-445E-8CF6-D1F2F10D2B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5" creationId="{D122582F-41C8-493A-8698-6D94CEE3A6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6" creationId="{4C756877-A3F8-4F74-B10D-6EF25E3322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7" creationId="{57D89A12-CB32-4CE1-842B-D71B444065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8" creationId="{5EB7465D-A4BE-4F1A-B52C-1900B433F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9" creationId="{4FD53612-880A-4BAF-9A2A-BBB3A5C05B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0" creationId="{5F2DDBB8-9B9A-4298-8100-CAC9CD75F6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1" creationId="{DF6E7D90-ADFE-41AE-8D18-B896FBE889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2" creationId="{9B5A921E-DF53-4F48-9D22-BD5291EFA0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3" creationId="{41F26798-17E5-4A0B-B2DA-97E3EA629FD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4" creationId="{2EFDC9FA-6435-401C-8E6C-FECD56AD30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5" creationId="{482E8768-353D-41A6-B4AD-FB07E254A6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6" creationId="{BE8C57F2-3304-449D-81D2-A3450C5872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7" creationId="{94132D3C-A323-49FF-AB21-A7A8C56ACC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8" creationId="{9B0705C6-301C-481E-80CA-F300FCF1F0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9" creationId="{87C8E11F-75B0-47DE-BB5C-C2CE31595F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0" creationId="{1111F595-2FEA-4737-BF7C-113F8D1528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1" creationId="{2DED125B-845F-4292-AA81-DFFAE1236D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2" creationId="{85F9D453-3454-4CA7-B8EC-7768899D75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3" creationId="{68FE98E9-99CD-4641-B94A-782052CF92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4" creationId="{882D1561-3A46-4252-B19F-736D0A3C98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5" creationId="{4082C019-98E1-4EB0-B21D-D272375FBB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6" creationId="{22B87F4A-6CC7-442C-AC8F-4B18251056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7" creationId="{8C04D3ED-E6D4-4301-9414-A0123B746B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8" creationId="{150B4E71-DEB8-4624-A032-86DE722FB9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9" creationId="{27D80529-DC97-4435-B232-9878416343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0" creationId="{1D851C76-F534-4D6B-AC90-172437FEE9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1" creationId="{96235529-355A-4814-A8E8-3E14ADD353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2" creationId="{26D7E607-D920-4585-A979-D8A3CA59BE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3" creationId="{64B675CB-EB6B-42C6-811E-6DBA2AE4CA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4" creationId="{2BC1E4C5-D5D6-4FEB-A346-1B38A7E55D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5" creationId="{4D7DFE77-1B16-4DC1-A71E-FEC228D53C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6" creationId="{F39CF1FE-AC75-440E-8F42-50DB3E6352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7" creationId="{53270A19-DCB9-4ED1-9881-6DFDAB1EE6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8" creationId="{10C50271-AC46-443E-8678-137CA09108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9" creationId="{6FB1C591-A38C-40BB-93BD-BA8428BAD2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0" creationId="{86D5B579-3375-493B-BE94-5AF7D9CA36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1" creationId="{162AB00A-99AE-4C2E-9A29-81AEC86A8D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2" creationId="{8443360B-FCD6-46CA-854F-83DD4CC0DF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3" creationId="{5F98E08C-DFF7-4822-AFF0-66DF4BCD17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4" creationId="{F62E2F09-70C0-4232-90D3-D5518E1F7E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5" creationId="{E40225AE-C42F-42D0-8174-6F1AB7AAD6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6" creationId="{75B2D9BD-B6EB-4197-A9A5-6E1E31DE82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7" creationId="{A58A16E6-07A8-4B8F-9FA7-0255232B84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8" creationId="{1DC2D17A-ADA2-45F7-BF9F-4254687649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9" creationId="{91D13C6F-5543-4C54-A7D6-F751D37BE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0" creationId="{4D4A73C4-8790-40C9-82E0-5DF3E0908A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1" creationId="{7C9224BD-11E4-4359-B0B5-454E381C20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2" creationId="{56B8B65A-28F8-4564-977C-3C91035816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3" creationId="{415D7AC9-D026-420F-B2A2-7E1A42F2EC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4" creationId="{F0FAC135-9874-47AB-9A76-C0CE436F4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5" creationId="{AF5FC1D3-9E7D-44A6-9BE2-EBEC78F67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6" creationId="{9706D217-A637-4FFC-9C89-21307B722A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7" creationId="{39DD91D8-21FB-4E28-A688-B73D4620C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8" creationId="{CA396421-909C-40BE-8481-FFE4587D94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9" creationId="{36DC570F-99EB-4A29-8B28-2B78055582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0" creationId="{E69D91A7-F17A-4DBE-AD26-8B92CC4376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1" creationId="{1946D781-7F12-4C47-BEC6-797129D804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2" creationId="{27862A71-D487-45EC-805D-6D7F3720B7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3" creationId="{6BD00ECD-7577-4A81-9188-5298375037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4" creationId="{E8F69B0B-F844-4FFD-8530-9E2934F3FE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5" creationId="{D390DDF8-66D4-4648-A1C2-F03A991866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6" creationId="{D8E13C1B-1AE0-4BA9-8BB4-532EB9D35C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7" creationId="{A495F542-DD3C-46C5-8937-1E1B6D763F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8" creationId="{B885A60B-19C0-4321-9638-0F5FFF4CE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9" creationId="{C31FE500-6B64-425C-8D86-2C508BB44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0" creationId="{F2C371B6-DB09-41BA-B684-A2C765C51F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1" creationId="{7FF73811-3820-400A-8A69-41DB5930BE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2" creationId="{C465793B-4EB4-439D-B4D5-98AD46F6A9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3" creationId="{BE09D86C-0331-428C-B014-F893326F2C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4" creationId="{78CF07ED-C31E-400F-B1F8-0CA379AC68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5" creationId="{A7006011-FC63-4AD6-8D2E-A3F0435DE7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6" creationId="{419928FD-17BE-4349-8E84-2D9F528213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7" creationId="{3767D7BA-E6B1-4494-B8D5-6E1276D71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8" creationId="{7CDEBDCC-325B-4825-8DD5-66EAA7DD50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9" creationId="{22432974-FC33-443C-98E2-31D24FB63E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0" creationId="{C6F34B80-DDFD-4E5C-B9DB-16A309F832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1" creationId="{994B766B-2ED3-482C-BFF6-F146E3A29D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2" creationId="{5CB0F6EF-ECA6-48BF-AD74-020822DE78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3" creationId="{5D449DE8-F735-4D4C-8DC1-8619EB2777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4" creationId="{6C27F0B3-FACA-41E6-A56B-ADBE19DEAD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5" creationId="{70CB062E-2F8B-4F23-B2E6-C6B84E1DDF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6" creationId="{655DBCB7-DF67-488E-87DA-F578A70B6F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7" creationId="{D93D8B6E-DEB7-4DC9-B0D0-25953D9CEA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8" creationId="{847AF795-186F-4698-AA3B-FBDD2D8D5D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9" creationId="{AA3A8662-1C1A-47AD-B12E-BA8533E218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0" creationId="{F617B497-02A6-45A3-BC07-46AC05F182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1" creationId="{65C0C74E-E350-40C2-987D-9D1B1435AE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2" creationId="{0395ACE2-F80A-4B9E-9D53-AECC603F1E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3" creationId="{FCF2883C-8262-40ED-899B-2F2D84EDD7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4" creationId="{B16E56A2-19C6-4EBF-80B9-A1CD94DD98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5" creationId="{613A45BE-CA14-463C-AEE1-B038B072CC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6" creationId="{CF631E11-CAE0-4E03-8F0B-1550A9E15A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7" creationId="{E2D2EA27-6586-4D86-BFB5-E9B4F1099A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8" creationId="{D058F7E6-ED85-433E-AF45-ECE857BEAE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9" creationId="{25AADC6A-B31C-436C-8356-BEF9716EF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0" creationId="{242C26A8-B60B-4BEF-88A7-B8C7084B1D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1" creationId="{F09629AE-5543-4CF6-9F9B-1256407168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2" creationId="{3E647495-9C68-4832-A0A2-DB88CE8B61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3" creationId="{ABA77603-F270-4A8B-A65C-A23366D821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4" creationId="{31E5D9BE-C80F-4A00-BE54-A57F3A3CFA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5" creationId="{5FECC87B-A2C5-4A1F-8822-A350BF3AA3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6" creationId="{6735BE7C-5DBB-48FF-9F03-3B4093BF50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7" creationId="{45573D45-E380-4F28-8F2F-DFF7335874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8" creationId="{5433F5C0-0549-4A99-8B13-DBB1722641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9" creationId="{DDDAA732-8761-432E-8294-2AD6410D7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0" creationId="{69567507-C551-44D0-8131-5A8109C611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1" creationId="{68F8BA15-A10C-4289-9D0F-4952D0132E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2" creationId="{FFCABBC0-B86E-466D-B426-775600B567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3" creationId="{4ACDA822-DAB2-4833-8380-AA0AFFBB9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4" creationId="{19C7C224-5B0E-4F22-8C11-A20F7319D2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5" creationId="{02F3E972-0EB5-48FA-A766-502450E454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6" creationId="{EB6CF76C-2E34-4E87-91FC-71B06ADBE769}"/>
          </ac:spMkLst>
        </pc:spChg>
        <pc:grpChg chg="mod">
          <ac:chgData name="SERGIO SPANO'" userId="3abdd0b9-513e-40ac-aad4-56920065037d" providerId="ADAL" clId="{2DCFDF45-1F6B-4A47-892B-C9094FDD5642}" dt="2022-03-21T11:08:27.106" v="1314" actId="1076"/>
          <ac:grpSpMkLst>
            <pc:docMk/>
            <pc:sldMk cId="1175821773" sldId="258"/>
            <ac:grpSpMk id="10" creationId="{B5C9C4EA-DB05-4593-9102-9336C753FB15}"/>
          </ac:grpSpMkLst>
        </pc:grpChg>
        <pc:picChg chg="add del mod">
          <ac:chgData name="SERGIO SPANO'" userId="3abdd0b9-513e-40ac-aad4-56920065037d" providerId="ADAL" clId="{2DCFDF45-1F6B-4A47-892B-C9094FDD5642}" dt="2022-03-21T11:08:04.214" v="1305" actId="478"/>
          <ac:picMkLst>
            <pc:docMk/>
            <pc:sldMk cId="1175821773" sldId="258"/>
            <ac:picMk id="7" creationId="{96B867D0-A9DD-4BC3-9F06-00C19ECCFBCF}"/>
          </ac:picMkLst>
        </pc:picChg>
        <pc:picChg chg="add del mod">
          <ac:chgData name="SERGIO SPANO'" userId="3abdd0b9-513e-40ac-aad4-56920065037d" providerId="ADAL" clId="{2DCFDF45-1F6B-4A47-892B-C9094FDD5642}" dt="2022-03-21T11:08:34.188" v="1317" actId="478"/>
          <ac:picMkLst>
            <pc:docMk/>
            <pc:sldMk cId="1175821773" sldId="258"/>
            <ac:picMk id="9" creationId="{32410949-B390-44C2-95A3-7643B1A2AF6C}"/>
          </ac:picMkLst>
        </pc:picChg>
        <pc:picChg chg="add del mod modCrop">
          <ac:chgData name="SERGIO SPANO'" userId="3abdd0b9-513e-40ac-aad4-56920065037d" providerId="ADAL" clId="{2DCFDF45-1F6B-4A47-892B-C9094FDD5642}" dt="2022-03-21T11:09:09.846" v="1339" actId="478"/>
          <ac:picMkLst>
            <pc:docMk/>
            <pc:sldMk cId="1175821773" sldId="258"/>
            <ac:picMk id="2307" creationId="{482F84F9-66C0-42B1-AB9D-11643F2B0123}"/>
          </ac:picMkLst>
        </pc:picChg>
      </pc:sldChg>
      <pc:sldChg chg="del">
        <pc:chgData name="SERGIO SPANO'" userId="3abdd0b9-513e-40ac-aad4-56920065037d" providerId="ADAL" clId="{2DCFDF45-1F6B-4A47-892B-C9094FDD5642}" dt="2022-03-18T14:06:56.113" v="281" actId="47"/>
        <pc:sldMkLst>
          <pc:docMk/>
          <pc:sldMk cId="1990872283" sldId="258"/>
        </pc:sldMkLst>
      </pc:sldChg>
      <pc:sldChg chg="del">
        <pc:chgData name="SERGIO SPANO'" userId="3abdd0b9-513e-40ac-aad4-56920065037d" providerId="ADAL" clId="{2DCFDF45-1F6B-4A47-892B-C9094FDD5642}" dt="2022-03-18T14:06:56.605" v="282" actId="47"/>
        <pc:sldMkLst>
          <pc:docMk/>
          <pc:sldMk cId="2819488547" sldId="259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996654517" sldId="259"/>
        </pc:sldMkLst>
        <pc:spChg chg="mod">
          <ac:chgData name="SERGIO SPANO'" userId="3abdd0b9-513e-40ac-aad4-56920065037d" providerId="ADAL" clId="{2DCFDF45-1F6B-4A47-892B-C9094FDD5642}" dt="2022-03-21T11:09:34.422" v="1374" actId="20577"/>
          <ac:spMkLst>
            <pc:docMk/>
            <pc:sldMk cId="3996654517" sldId="259"/>
            <ac:spMk id="2" creationId="{50334BCE-AA5B-40B8-B12E-0BD78E1BD1AA}"/>
          </ac:spMkLst>
        </pc:spChg>
        <pc:spChg chg="mod">
          <ac:chgData name="SERGIO SPANO'" userId="3abdd0b9-513e-40ac-aad4-56920065037d" providerId="ADAL" clId="{2DCFDF45-1F6B-4A47-892B-C9094FDD5642}" dt="2022-03-21T11:42:00.318" v="2186" actId="20577"/>
          <ac:spMkLst>
            <pc:docMk/>
            <pc:sldMk cId="3996654517" sldId="259"/>
            <ac:spMk id="3" creationId="{B946C099-BC73-4E37-A4E7-B48403E2D07C}"/>
          </ac:spMkLst>
        </pc:spChg>
      </pc:sldChg>
      <pc:sldChg chg="new del">
        <pc:chgData name="SERGIO SPANO'" userId="3abdd0b9-513e-40ac-aad4-56920065037d" providerId="ADAL" clId="{2DCFDF45-1F6B-4A47-892B-C9094FDD5642}" dt="2022-03-21T11:12:35.058" v="1484" actId="47"/>
        <pc:sldMkLst>
          <pc:docMk/>
          <pc:sldMk cId="3145980277" sldId="260"/>
        </pc:sldMkLst>
      </pc:sldChg>
      <pc:sldChg chg="del">
        <pc:chgData name="SERGIO SPANO'" userId="3abdd0b9-513e-40ac-aad4-56920065037d" providerId="ADAL" clId="{2DCFDF45-1F6B-4A47-892B-C9094FDD5642}" dt="2022-03-18T14:06:56.936" v="283" actId="47"/>
        <pc:sldMkLst>
          <pc:docMk/>
          <pc:sldMk cId="3685782682" sldId="260"/>
        </pc:sldMkLst>
      </pc:sldChg>
      <pc:sldChg chg="del">
        <pc:chgData name="SERGIO SPANO'" userId="3abdd0b9-513e-40ac-aad4-56920065037d" providerId="ADAL" clId="{2DCFDF45-1F6B-4A47-892B-C9094FDD5642}" dt="2022-03-18T14:06:57.287" v="284" actId="47"/>
        <pc:sldMkLst>
          <pc:docMk/>
          <pc:sldMk cId="1863524637" sldId="261"/>
        </pc:sldMkLst>
      </pc:sldChg>
      <pc:sldChg chg="addSp delSp 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576546250" sldId="261"/>
        </pc:sldMkLst>
        <pc:spChg chg="mod">
          <ac:chgData name="SERGIO SPANO'" userId="3abdd0b9-513e-40ac-aad4-56920065037d" providerId="ADAL" clId="{2DCFDF45-1F6B-4A47-892B-C9094FDD5642}" dt="2022-03-21T11:24:21.519" v="1689" actId="20577"/>
          <ac:spMkLst>
            <pc:docMk/>
            <pc:sldMk cId="3576546250" sldId="261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1:33:43.353" v="1982" actId="20577"/>
          <ac:spMkLst>
            <pc:docMk/>
            <pc:sldMk cId="3576546250" sldId="261"/>
            <ac:spMk id="3" creationId="{6EBB3897-4279-4057-B086-50300B810DB7}"/>
          </ac:spMkLst>
        </pc:spChg>
        <pc:spChg chg="add mod">
          <ac:chgData name="SERGIO SPANO'" userId="3abdd0b9-513e-40ac-aad4-56920065037d" providerId="ADAL" clId="{2DCFDF45-1F6B-4A47-892B-C9094FDD5642}" dt="2022-03-21T11:42:09.158" v="2188" actId="20577"/>
          <ac:spMkLst>
            <pc:docMk/>
            <pc:sldMk cId="3576546250" sldId="261"/>
            <ac:spMk id="6" creationId="{E2361788-5213-43DE-9496-4619BF0380E1}"/>
          </ac:spMkLst>
        </pc:spChg>
        <pc:spChg chg="add mod">
          <ac:chgData name="SERGIO SPANO'" userId="3abdd0b9-513e-40ac-aad4-56920065037d" providerId="ADAL" clId="{2DCFDF45-1F6B-4A47-892B-C9094FDD5642}" dt="2022-03-21T11:46:34.006" v="2244" actId="20577"/>
          <ac:spMkLst>
            <pc:docMk/>
            <pc:sldMk cId="3576546250" sldId="261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1:29:21.881" v="1795" actId="1036"/>
          <ac:spMkLst>
            <pc:docMk/>
            <pc:sldMk cId="3576546250" sldId="261"/>
            <ac:spMk id="9" creationId="{311F3CF8-5597-423B-BEE2-964DB73C49C7}"/>
          </ac:spMkLst>
        </pc:spChg>
        <pc:spChg chg="add del mod">
          <ac:chgData name="SERGIO SPANO'" userId="3abdd0b9-513e-40ac-aad4-56920065037d" providerId="ADAL" clId="{2DCFDF45-1F6B-4A47-892B-C9094FDD5642}" dt="2022-03-21T11:32:38.443" v="1844" actId="478"/>
          <ac:spMkLst>
            <pc:docMk/>
            <pc:sldMk cId="3576546250" sldId="261"/>
            <ac:spMk id="11" creationId="{51338A6D-22BD-40BD-9DEB-3686E268EC69}"/>
          </ac:spMkLst>
        </pc:spChg>
        <pc:picChg chg="add mod">
          <ac:chgData name="SERGIO SPANO'" userId="3abdd0b9-513e-40ac-aad4-56920065037d" providerId="ADAL" clId="{2DCFDF45-1F6B-4A47-892B-C9094FDD5642}" dt="2022-03-21T11:29:21.881" v="1795" actId="1036"/>
          <ac:picMkLst>
            <pc:docMk/>
            <pc:sldMk cId="3576546250" sldId="261"/>
            <ac:picMk id="8" creationId="{6576A877-5B15-4441-83CA-88438AD19930}"/>
          </ac:picMkLst>
        </pc:picChg>
        <pc:picChg chg="add mod">
          <ac:chgData name="SERGIO SPANO'" userId="3abdd0b9-513e-40ac-aad4-56920065037d" providerId="ADAL" clId="{2DCFDF45-1F6B-4A47-892B-C9094FDD5642}" dt="2022-03-21T11:33:47.407" v="1983" actId="1076"/>
          <ac:picMkLst>
            <pc:docMk/>
            <pc:sldMk cId="3576546250" sldId="261"/>
            <ac:picMk id="10" creationId="{8A9349AF-ED29-4317-BFEC-CC36D730E15E}"/>
          </ac:picMkLst>
        </pc:picChg>
      </pc:sldChg>
      <pc:sldChg chg="del">
        <pc:chgData name="SERGIO SPANO'" userId="3abdd0b9-513e-40ac-aad4-56920065037d" providerId="ADAL" clId="{2DCFDF45-1F6B-4A47-892B-C9094FDD5642}" dt="2022-03-18T14:06:57.694" v="285" actId="47"/>
        <pc:sldMkLst>
          <pc:docMk/>
          <pc:sldMk cId="1970257463" sldId="262"/>
        </pc:sldMkLst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844923861" sldId="262"/>
        </pc:sldMkLst>
        <pc:spChg chg="mod">
          <ac:chgData name="SERGIO SPANO'" userId="3abdd0b9-513e-40ac-aad4-56920065037d" providerId="ADAL" clId="{2DCFDF45-1F6B-4A47-892B-C9094FDD5642}" dt="2022-03-21T11:31:29.786" v="1829" actId="20577"/>
          <ac:spMkLst>
            <pc:docMk/>
            <pc:sldMk cId="3844923861" sldId="262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2:06.210" v="2187" actId="20577"/>
          <ac:spMkLst>
            <pc:docMk/>
            <pc:sldMk cId="3844923861" sldId="262"/>
            <ac:spMk id="6" creationId="{E2361788-5213-43DE-9496-4619BF0380E1}"/>
          </ac:spMkLst>
        </pc:spChg>
        <pc:spChg chg="del">
          <ac:chgData name="SERGIO SPANO'" userId="3abdd0b9-513e-40ac-aad4-56920065037d" providerId="ADAL" clId="{2DCFDF45-1F6B-4A47-892B-C9094FDD5642}" dt="2022-03-21T11:46:40.325" v="2245" actId="478"/>
          <ac:spMkLst>
            <pc:docMk/>
            <pc:sldMk cId="3844923861" sldId="262"/>
            <ac:spMk id="7" creationId="{9009AFDB-F723-4759-83AA-2FCF8AF5BF87}"/>
          </ac:spMkLst>
        </pc:spChg>
        <pc:spChg chg="del mod">
          <ac:chgData name="SERGIO SPANO'" userId="3abdd0b9-513e-40ac-aad4-56920065037d" providerId="ADAL" clId="{2DCFDF45-1F6B-4A47-892B-C9094FDD5642}" dt="2022-03-21T11:30:51.204" v="1800" actId="478"/>
          <ac:spMkLst>
            <pc:docMk/>
            <pc:sldMk cId="3844923861" sldId="262"/>
            <ac:spMk id="9" creationId="{311F3CF8-5597-423B-BEE2-964DB73C49C7}"/>
          </ac:spMkLst>
        </pc:spChg>
        <pc:spChg chg="del">
          <ac:chgData name="SERGIO SPANO'" userId="3abdd0b9-513e-40ac-aad4-56920065037d" providerId="ADAL" clId="{2DCFDF45-1F6B-4A47-892B-C9094FDD5642}" dt="2022-03-21T11:31:10.592" v="1805" actId="478"/>
          <ac:spMkLst>
            <pc:docMk/>
            <pc:sldMk cId="3844923861" sldId="262"/>
            <ac:spMk id="11" creationId="{51338A6D-22BD-40BD-9DEB-3686E268EC69}"/>
          </ac:spMkLst>
        </pc:spChg>
        <pc:spChg chg="add mod">
          <ac:chgData name="SERGIO SPANO'" userId="3abdd0b9-513e-40ac-aad4-56920065037d" providerId="ADAL" clId="{2DCFDF45-1F6B-4A47-892B-C9094FDD5642}" dt="2022-03-21T11:31:01.826" v="1803" actId="1076"/>
          <ac:spMkLst>
            <pc:docMk/>
            <pc:sldMk cId="3844923861" sldId="262"/>
            <ac:spMk id="13" creationId="{959E6BC6-C274-436A-B7EC-57DDD3F4D042}"/>
          </ac:spMkLst>
        </pc:spChg>
        <pc:spChg chg="add mod">
          <ac:chgData name="SERGIO SPANO'" userId="3abdd0b9-513e-40ac-aad4-56920065037d" providerId="ADAL" clId="{2DCFDF45-1F6B-4A47-892B-C9094FDD5642}" dt="2022-03-21T11:34:02.380" v="1984" actId="164"/>
          <ac:spMkLst>
            <pc:docMk/>
            <pc:sldMk cId="3844923861" sldId="262"/>
            <ac:spMk id="17" creationId="{8772B95F-D31B-4765-8ADC-9B15D7A1546B}"/>
          </ac:spMkLst>
        </pc:spChg>
        <pc:spChg chg="add mod">
          <ac:chgData name="SERGIO SPANO'" userId="3abdd0b9-513e-40ac-aad4-56920065037d" providerId="ADAL" clId="{2DCFDF45-1F6B-4A47-892B-C9094FDD5642}" dt="2022-03-21T11:34:32.048" v="2038" actId="1076"/>
          <ac:spMkLst>
            <pc:docMk/>
            <pc:sldMk cId="3844923861" sldId="262"/>
            <ac:spMk id="19" creationId="{964A3819-90F5-423C-A116-E2BF1E403AC3}"/>
          </ac:spMkLst>
        </pc:spChg>
        <pc:spChg chg="add mod">
          <ac:chgData name="SERGIO SPANO'" userId="3abdd0b9-513e-40ac-aad4-56920065037d" providerId="ADAL" clId="{2DCFDF45-1F6B-4A47-892B-C9094FDD5642}" dt="2022-03-21T11:35:07.099" v="2075" actId="20577"/>
          <ac:spMkLst>
            <pc:docMk/>
            <pc:sldMk cId="3844923861" sldId="262"/>
            <ac:spMk id="20" creationId="{8922A28D-1E0C-4686-BADB-E6AAF476920E}"/>
          </ac:spMkLst>
        </pc:spChg>
        <pc:spChg chg="add mod">
          <ac:chgData name="SERGIO SPANO'" userId="3abdd0b9-513e-40ac-aad4-56920065037d" providerId="ADAL" clId="{2DCFDF45-1F6B-4A47-892B-C9094FDD5642}" dt="2022-03-21T11:46:40.595" v="2246"/>
          <ac:spMkLst>
            <pc:docMk/>
            <pc:sldMk cId="3844923861" sldId="262"/>
            <ac:spMk id="21" creationId="{657C4A13-605A-4817-8ACC-3701E2D36DEB}"/>
          </ac:spMkLst>
        </pc:spChg>
        <pc:grpChg chg="add mod">
          <ac:chgData name="SERGIO SPANO'" userId="3abdd0b9-513e-40ac-aad4-56920065037d" providerId="ADAL" clId="{2DCFDF45-1F6B-4A47-892B-C9094FDD5642}" dt="2022-03-21T11:34:04.869" v="1995" actId="1036"/>
          <ac:grpSpMkLst>
            <pc:docMk/>
            <pc:sldMk cId="3844923861" sldId="262"/>
            <ac:grpSpMk id="18" creationId="{E5EF8458-1814-4D14-B59B-82FEF045F570}"/>
          </ac:grpSpMkLst>
        </pc:grpChg>
        <pc:picChg chg="del">
          <ac:chgData name="SERGIO SPANO'" userId="3abdd0b9-513e-40ac-aad4-56920065037d" providerId="ADAL" clId="{2DCFDF45-1F6B-4A47-892B-C9094FDD5642}" dt="2022-03-21T11:30:49.284" v="1798" actId="478"/>
          <ac:picMkLst>
            <pc:docMk/>
            <pc:sldMk cId="3844923861" sldId="262"/>
            <ac:picMk id="8" creationId="{6576A877-5B15-4441-83CA-88438AD19930}"/>
          </ac:picMkLst>
        </pc:picChg>
        <pc:picChg chg="mod">
          <ac:chgData name="SERGIO SPANO'" userId="3abdd0b9-513e-40ac-aad4-56920065037d" providerId="ADAL" clId="{2DCFDF45-1F6B-4A47-892B-C9094FDD5642}" dt="2022-03-21T11:31:19.162" v="1809" actId="1076"/>
          <ac:picMkLst>
            <pc:docMk/>
            <pc:sldMk cId="3844923861" sldId="262"/>
            <ac:picMk id="10" creationId="{8A9349AF-ED29-4317-BFEC-CC36D730E15E}"/>
          </ac:picMkLst>
        </pc:picChg>
        <pc:picChg chg="add mod">
          <ac:chgData name="SERGIO SPANO'" userId="3abdd0b9-513e-40ac-aad4-56920065037d" providerId="ADAL" clId="{2DCFDF45-1F6B-4A47-892B-C9094FDD5642}" dt="2022-03-21T11:31:01.826" v="1803" actId="1076"/>
          <ac:picMkLst>
            <pc:docMk/>
            <pc:sldMk cId="3844923861" sldId="262"/>
            <ac:picMk id="12" creationId="{274CC4D8-35B6-4350-B9F2-A9C006A996C5}"/>
          </ac:picMkLst>
        </pc:picChg>
        <pc:picChg chg="add mod">
          <ac:chgData name="SERGIO SPANO'" userId="3abdd0b9-513e-40ac-aad4-56920065037d" providerId="ADAL" clId="{2DCFDF45-1F6B-4A47-892B-C9094FDD5642}" dt="2022-03-21T11:31:44.825" v="1834" actId="14100"/>
          <ac:picMkLst>
            <pc:docMk/>
            <pc:sldMk cId="3844923861" sldId="262"/>
            <ac:picMk id="14" creationId="{5BB1F8C8-AABB-444A-B7C8-4CA16F10A44C}"/>
          </ac:picMkLst>
        </pc:picChg>
        <pc:picChg chg="add mod">
          <ac:chgData name="SERGIO SPANO'" userId="3abdd0b9-513e-40ac-aad4-56920065037d" providerId="ADAL" clId="{2DCFDF45-1F6B-4A47-892B-C9094FDD5642}" dt="2022-03-21T11:34:06.944" v="2006" actId="1036"/>
          <ac:picMkLst>
            <pc:docMk/>
            <pc:sldMk cId="3844923861" sldId="262"/>
            <ac:picMk id="15" creationId="{B8110BED-BBF7-4BE8-A684-F72461C1FB49}"/>
          </ac:picMkLst>
        </pc:picChg>
        <pc:picChg chg="add mod">
          <ac:chgData name="SERGIO SPANO'" userId="3abdd0b9-513e-40ac-aad4-56920065037d" providerId="ADAL" clId="{2DCFDF45-1F6B-4A47-892B-C9094FDD5642}" dt="2022-03-21T11:34:02.380" v="1984" actId="164"/>
          <ac:picMkLst>
            <pc:docMk/>
            <pc:sldMk cId="3844923861" sldId="262"/>
            <ac:picMk id="16" creationId="{68C05971-233C-41D4-AC1B-85C6D1A91AC6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302770588" sldId="263"/>
        </pc:sldMkLst>
        <pc:spChg chg="del">
          <ac:chgData name="SERGIO SPANO'" userId="3abdd0b9-513e-40ac-aad4-56920065037d" providerId="ADAL" clId="{2DCFDF45-1F6B-4A47-892B-C9094FDD5642}" dt="2022-03-21T11:37:16.437" v="2077" actId="478"/>
          <ac:spMkLst>
            <pc:docMk/>
            <pc:sldMk cId="3302770588" sldId="263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1:51.558" v="2185" actId="20577"/>
          <ac:spMkLst>
            <pc:docMk/>
            <pc:sldMk cId="3302770588" sldId="263"/>
            <ac:spMk id="6" creationId="{E2361788-5213-43DE-9496-4619BF0380E1}"/>
          </ac:spMkLst>
        </pc:spChg>
        <pc:spChg chg="del">
          <ac:chgData name="SERGIO SPANO'" userId="3abdd0b9-513e-40ac-aad4-56920065037d" providerId="ADAL" clId="{2DCFDF45-1F6B-4A47-892B-C9094FDD5642}" dt="2022-03-21T11:46:45.763" v="2247" actId="478"/>
          <ac:spMkLst>
            <pc:docMk/>
            <pc:sldMk cId="3302770588" sldId="263"/>
            <ac:spMk id="7" creationId="{9009AFDB-F723-4759-83AA-2FCF8AF5BF87}"/>
          </ac:spMkLst>
        </pc:spChg>
        <pc:spChg chg="add del mod">
          <ac:chgData name="SERGIO SPANO'" userId="3abdd0b9-513e-40ac-aad4-56920065037d" providerId="ADAL" clId="{2DCFDF45-1F6B-4A47-892B-C9094FDD5642}" dt="2022-03-21T11:37:17.595" v="2078" actId="478"/>
          <ac:spMkLst>
            <pc:docMk/>
            <pc:sldMk cId="3302770588" sldId="263"/>
            <ac:spMk id="9" creationId="{C614D0DD-DB37-426E-A0EE-DBF780F38FCE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13" creationId="{959E6BC6-C274-436A-B7EC-57DDD3F4D042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19" creationId="{964A3819-90F5-423C-A116-E2BF1E403AC3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20" creationId="{8922A28D-1E0C-4686-BADB-E6AAF476920E}"/>
          </ac:spMkLst>
        </pc:spChg>
        <pc:spChg chg="add mod">
          <ac:chgData name="SERGIO SPANO'" userId="3abdd0b9-513e-40ac-aad4-56920065037d" providerId="ADAL" clId="{2DCFDF45-1F6B-4A47-892B-C9094FDD5642}" dt="2022-03-25T15:25:41.537" v="6904" actId="20577"/>
          <ac:spMkLst>
            <pc:docMk/>
            <pc:sldMk cId="3302770588" sldId="263"/>
            <ac:spMk id="21" creationId="{06C77AF7-FC2F-46E4-8114-764682F8AC4A}"/>
          </ac:spMkLst>
        </pc:spChg>
        <pc:spChg chg="add mod">
          <ac:chgData name="SERGIO SPANO'" userId="3abdd0b9-513e-40ac-aad4-56920065037d" providerId="ADAL" clId="{2DCFDF45-1F6B-4A47-892B-C9094FDD5642}" dt="2022-03-21T11:39:58.724" v="2181" actId="1076"/>
          <ac:spMkLst>
            <pc:docMk/>
            <pc:sldMk cId="3302770588" sldId="263"/>
            <ac:spMk id="22" creationId="{BFC47AE0-DE5F-477D-982E-F7845AA827B0}"/>
          </ac:spMkLst>
        </pc:spChg>
        <pc:spChg chg="add mod">
          <ac:chgData name="SERGIO SPANO'" userId="3abdd0b9-513e-40ac-aad4-56920065037d" providerId="ADAL" clId="{2DCFDF45-1F6B-4A47-892B-C9094FDD5642}" dt="2022-03-21T11:46:46.213" v="2248"/>
          <ac:spMkLst>
            <pc:docMk/>
            <pc:sldMk cId="3302770588" sldId="263"/>
            <ac:spMk id="25" creationId="{7EE5D279-1E8D-4580-805A-EF7956830860}"/>
          </ac:spMkLst>
        </pc:spChg>
        <pc:grpChg chg="del">
          <ac:chgData name="SERGIO SPANO'" userId="3abdd0b9-513e-40ac-aad4-56920065037d" providerId="ADAL" clId="{2DCFDF45-1F6B-4A47-892B-C9094FDD5642}" dt="2022-03-21T11:37:20.356" v="2080" actId="478"/>
          <ac:grpSpMkLst>
            <pc:docMk/>
            <pc:sldMk cId="3302770588" sldId="263"/>
            <ac:grpSpMk id="18" creationId="{E5EF8458-1814-4D14-B59B-82FEF045F570}"/>
          </ac:grpSpMkLst>
        </pc:grp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0" creationId="{8A9349AF-ED29-4317-BFEC-CC36D730E15E}"/>
          </ac:picMkLst>
        </pc:picChg>
        <pc:picChg chg="del">
          <ac:chgData name="SERGIO SPANO'" userId="3abdd0b9-513e-40ac-aad4-56920065037d" providerId="ADAL" clId="{2DCFDF45-1F6B-4A47-892B-C9094FDD5642}" dt="2022-03-21T11:37:17.980" v="2079" actId="478"/>
          <ac:picMkLst>
            <pc:docMk/>
            <pc:sldMk cId="3302770588" sldId="263"/>
            <ac:picMk id="12" creationId="{274CC4D8-35B6-4350-B9F2-A9C006A996C5}"/>
          </ac:picMkLst>
        </pc:pic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4" creationId="{5BB1F8C8-AABB-444A-B7C8-4CA16F10A44C}"/>
          </ac:picMkLst>
        </pc:pic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5" creationId="{B8110BED-BBF7-4BE8-A684-F72461C1FB49}"/>
          </ac:picMkLst>
        </pc:picChg>
        <pc:picChg chg="add mod">
          <ac:chgData name="SERGIO SPANO'" userId="3abdd0b9-513e-40ac-aad4-56920065037d" providerId="ADAL" clId="{2DCFDF45-1F6B-4A47-892B-C9094FDD5642}" dt="2022-03-21T11:39:55.169" v="2179" actId="1076"/>
          <ac:picMkLst>
            <pc:docMk/>
            <pc:sldMk cId="3302770588" sldId="263"/>
            <ac:picMk id="23" creationId="{A66DBFBA-5172-4BDD-9CE8-910C48E493A2}"/>
          </ac:picMkLst>
        </pc:picChg>
        <pc:picChg chg="add mod">
          <ac:chgData name="SERGIO SPANO'" userId="3abdd0b9-513e-40ac-aad4-56920065037d" providerId="ADAL" clId="{2DCFDF45-1F6B-4A47-892B-C9094FDD5642}" dt="2022-03-21T11:40:02.032" v="2183" actId="1076"/>
          <ac:picMkLst>
            <pc:docMk/>
            <pc:sldMk cId="3302770588" sldId="263"/>
            <ac:picMk id="24" creationId="{D42CE7B4-F696-4DFB-A9E9-99D0CEF28011}"/>
          </ac:picMkLst>
        </pc:picChg>
      </pc:sldChg>
      <pc:sldChg chg="add del">
        <pc:chgData name="SERGIO SPANO'" userId="3abdd0b9-513e-40ac-aad4-56920065037d" providerId="ADAL" clId="{2DCFDF45-1F6B-4A47-892B-C9094FDD5642}" dt="2022-03-18T14:07:32.728" v="312" actId="47"/>
        <pc:sldMkLst>
          <pc:docMk/>
          <pc:sldMk cId="3652673721" sldId="263"/>
        </pc:sldMkLst>
      </pc:sldChg>
      <pc:sldChg chg="new del">
        <pc:chgData name="SERGIO SPANO'" userId="3abdd0b9-513e-40ac-aad4-56920065037d" providerId="ADAL" clId="{2DCFDF45-1F6B-4A47-892B-C9094FDD5642}" dt="2022-03-18T14:06:18.690" v="277" actId="47"/>
        <pc:sldMkLst>
          <pc:docMk/>
          <pc:sldMk cId="89197750" sldId="264"/>
        </pc:sldMkLst>
      </pc:sldChg>
      <pc:sldChg chg="new del">
        <pc:chgData name="SERGIO SPANO'" userId="3abdd0b9-513e-40ac-aad4-56920065037d" providerId="ADAL" clId="{2DCFDF45-1F6B-4A47-892B-C9094FDD5642}" dt="2022-03-21T11:42:35.152" v="2190" actId="680"/>
        <pc:sldMkLst>
          <pc:docMk/>
          <pc:sldMk cId="523670029" sldId="264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266823141" sldId="264"/>
        </pc:sldMkLst>
        <pc:spChg chg="mod">
          <ac:chgData name="SERGIO SPANO'" userId="3abdd0b9-513e-40ac-aad4-56920065037d" providerId="ADAL" clId="{2DCFDF45-1F6B-4A47-892B-C9094FDD5642}" dt="2022-03-21T11:42:52.663" v="2205" actId="20577"/>
          <ac:spMkLst>
            <pc:docMk/>
            <pc:sldMk cId="2266823141" sldId="264"/>
            <ac:spMk id="2" creationId="{E8E8A4D5-4AC9-46C2-89A6-63A87CEE33C9}"/>
          </ac:spMkLst>
        </pc:spChg>
        <pc:spChg chg="mod">
          <ac:chgData name="SERGIO SPANO'" userId="3abdd0b9-513e-40ac-aad4-56920065037d" providerId="ADAL" clId="{2DCFDF45-1F6B-4A47-892B-C9094FDD5642}" dt="2022-03-21T11:42:58.472" v="2226" actId="20577"/>
          <ac:spMkLst>
            <pc:docMk/>
            <pc:sldMk cId="2266823141" sldId="264"/>
            <ac:spMk id="3" creationId="{D75E5B11-7BFA-4F66-A2B7-08479C97060D}"/>
          </ac:spMkLst>
        </pc:sp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424410503" sldId="265"/>
        </pc:sldMkLst>
        <pc:spChg chg="mod">
          <ac:chgData name="SERGIO SPANO'" userId="3abdd0b9-513e-40ac-aad4-56920065037d" providerId="ADAL" clId="{2DCFDF45-1F6B-4A47-892B-C9094FDD5642}" dt="2022-03-21T14:24:32.449" v="3383" actId="255"/>
          <ac:spMkLst>
            <pc:docMk/>
            <pc:sldMk cId="424410503" sldId="265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5T15:27:26.119" v="6910" actId="20577"/>
          <ac:spMkLst>
            <pc:docMk/>
            <pc:sldMk cId="424410503" sldId="265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5:36.183" v="2232" actId="20577"/>
          <ac:spMkLst>
            <pc:docMk/>
            <pc:sldMk cId="424410503" sldId="265"/>
            <ac:spMk id="6" creationId="{E2361788-5213-43DE-9496-4619BF0380E1}"/>
          </ac:spMkLst>
        </pc:spChg>
        <pc:spChg chg="mod">
          <ac:chgData name="SERGIO SPANO'" userId="3abdd0b9-513e-40ac-aad4-56920065037d" providerId="ADAL" clId="{2DCFDF45-1F6B-4A47-892B-C9094FDD5642}" dt="2022-03-21T11:47:14.754" v="2262" actId="20577"/>
          <ac:spMkLst>
            <pc:docMk/>
            <pc:sldMk cId="424410503" sldId="265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2:04:46.432" v="2272" actId="478"/>
          <ac:spMkLst>
            <pc:docMk/>
            <pc:sldMk cId="424410503" sldId="265"/>
            <ac:spMk id="9" creationId="{311F3CF8-5597-423B-BEE2-964DB73C49C7}"/>
          </ac:spMkLst>
        </pc:spChg>
        <pc:spChg chg="add del">
          <ac:chgData name="SERGIO SPANO'" userId="3abdd0b9-513e-40ac-aad4-56920065037d" providerId="ADAL" clId="{2DCFDF45-1F6B-4A47-892B-C9094FDD5642}" dt="2022-03-21T12:19:48.847" v="2686"/>
          <ac:spMkLst>
            <pc:docMk/>
            <pc:sldMk cId="424410503" sldId="265"/>
            <ac:spMk id="16" creationId="{8C04ABD6-2F66-4184-A71F-DB689865924A}"/>
          </ac:spMkLst>
        </pc:spChg>
        <pc:spChg chg="add mod">
          <ac:chgData name="SERGIO SPANO'" userId="3abdd0b9-513e-40ac-aad4-56920065037d" providerId="ADAL" clId="{2DCFDF45-1F6B-4A47-892B-C9094FDD5642}" dt="2022-03-21T13:54:17.734" v="3058" actId="20577"/>
          <ac:spMkLst>
            <pc:docMk/>
            <pc:sldMk cId="424410503" sldId="265"/>
            <ac:spMk id="17" creationId="{4C93B4CA-806E-4070-ABAB-73DD9CB35AB2}"/>
          </ac:spMkLst>
        </pc:spChg>
        <pc:spChg chg="add mod">
          <ac:chgData name="SERGIO SPANO'" userId="3abdd0b9-513e-40ac-aad4-56920065037d" providerId="ADAL" clId="{2DCFDF45-1F6B-4A47-892B-C9094FDD5642}" dt="2022-03-21T12:20:16.030" v="2697" actId="1076"/>
          <ac:spMkLst>
            <pc:docMk/>
            <pc:sldMk cId="424410503" sldId="265"/>
            <ac:spMk id="22" creationId="{3FDA1FD4-BA39-4EDC-8689-8892F4604BFB}"/>
          </ac:spMkLst>
        </pc:spChg>
        <pc:picChg chg="del">
          <ac:chgData name="SERGIO SPANO'" userId="3abdd0b9-513e-40ac-aad4-56920065037d" providerId="ADAL" clId="{2DCFDF45-1F6B-4A47-892B-C9094FDD5642}" dt="2022-03-21T12:04:45.793" v="2271" actId="478"/>
          <ac:picMkLst>
            <pc:docMk/>
            <pc:sldMk cId="424410503" sldId="265"/>
            <ac:picMk id="8" creationId="{6576A877-5B15-4441-83CA-88438AD19930}"/>
          </ac:picMkLst>
        </pc:picChg>
        <pc:picChg chg="del">
          <ac:chgData name="SERGIO SPANO'" userId="3abdd0b9-513e-40ac-aad4-56920065037d" providerId="ADAL" clId="{2DCFDF45-1F6B-4A47-892B-C9094FDD5642}" dt="2022-03-21T12:04:56.814" v="2273" actId="478"/>
          <ac:picMkLst>
            <pc:docMk/>
            <pc:sldMk cId="424410503" sldId="265"/>
            <ac:picMk id="10" creationId="{8A9349AF-ED29-4317-BFEC-CC36D730E15E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2" creationId="{42480D47-4558-48FE-8F23-8C8B1F6EC9D7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4" creationId="{7F2CD5C8-2272-4884-8507-FB63AD1A604A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026" creationId="{D0C797E4-6D4C-4146-B1BD-EC24841002C9}"/>
          </ac:picMkLst>
        </pc:picChg>
        <pc:picChg chg="add del mod">
          <ac:chgData name="SERGIO SPANO'" userId="3abdd0b9-513e-40ac-aad4-56920065037d" providerId="ADAL" clId="{2DCFDF45-1F6B-4A47-892B-C9094FDD5642}" dt="2022-03-21T12:18:51.972" v="2669" actId="478"/>
          <ac:picMkLst>
            <pc:docMk/>
            <pc:sldMk cId="424410503" sldId="265"/>
            <ac:picMk id="1028" creationId="{01C91C26-2DC3-4FA5-92CF-9020759DB3F7}"/>
          </ac:picMkLst>
        </pc:picChg>
        <pc:picChg chg="add mod">
          <ac:chgData name="SERGIO SPANO'" userId="3abdd0b9-513e-40ac-aad4-56920065037d" providerId="ADAL" clId="{2DCFDF45-1F6B-4A47-892B-C9094FDD5642}" dt="2022-03-21T12:20:18.641" v="2698" actId="1076"/>
          <ac:picMkLst>
            <pc:docMk/>
            <pc:sldMk cId="424410503" sldId="265"/>
            <ac:picMk id="1030" creationId="{14E78B98-467C-414E-AA45-62EEA7613A29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798020056" sldId="266"/>
        </pc:sldMkLst>
        <pc:spChg chg="mod">
          <ac:chgData name="SERGIO SPANO'" userId="3abdd0b9-513e-40ac-aad4-56920065037d" providerId="ADAL" clId="{2DCFDF45-1F6B-4A47-892B-C9094FDD5642}" dt="2022-03-21T14:24:37.958" v="3384" actId="255"/>
          <ac:spMkLst>
            <pc:docMk/>
            <pc:sldMk cId="1798020056" sldId="266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3T10:53:59.089" v="6736" actId="20577"/>
          <ac:spMkLst>
            <pc:docMk/>
            <pc:sldMk cId="1798020056" sldId="266"/>
            <ac:spMk id="3" creationId="{6EBB3897-4279-4057-B086-50300B810DB7}"/>
          </ac:spMkLst>
        </pc:spChg>
        <pc:spChg chg="add del">
          <ac:chgData name="SERGIO SPANO'" userId="3abdd0b9-513e-40ac-aad4-56920065037d" providerId="ADAL" clId="{2DCFDF45-1F6B-4A47-892B-C9094FDD5642}" dt="2022-03-21T13:52:16.885" v="3017"/>
          <ac:spMkLst>
            <pc:docMk/>
            <pc:sldMk cId="1798020056" sldId="266"/>
            <ac:spMk id="8" creationId="{157467BD-2204-4DB7-B959-5D6D4597C017}"/>
          </ac:spMkLst>
        </pc:spChg>
        <pc:spChg chg="add mod">
          <ac:chgData name="SERGIO SPANO'" userId="3abdd0b9-513e-40ac-aad4-56920065037d" providerId="ADAL" clId="{2DCFDF45-1F6B-4A47-892B-C9094FDD5642}" dt="2022-03-21T13:53:00.890" v="3037" actId="1076"/>
          <ac:spMkLst>
            <pc:docMk/>
            <pc:sldMk cId="1798020056" sldId="266"/>
            <ac:spMk id="15" creationId="{EFFEA656-8F90-4953-BAF3-50D6CAC18BA7}"/>
          </ac:spMkLst>
        </pc:spChg>
        <pc:spChg chg="del">
          <ac:chgData name="SERGIO SPANO'" userId="3abdd0b9-513e-40ac-aad4-56920065037d" providerId="ADAL" clId="{2DCFDF45-1F6B-4A47-892B-C9094FDD5642}" dt="2022-03-21T13:31:23.234" v="2705" actId="478"/>
          <ac:spMkLst>
            <pc:docMk/>
            <pc:sldMk cId="1798020056" sldId="266"/>
            <ac:spMk id="17" creationId="{4C93B4CA-806E-4070-ABAB-73DD9CB35AB2}"/>
          </ac:spMkLst>
        </pc:spChg>
        <pc:spChg chg="add del mod">
          <ac:chgData name="SERGIO SPANO'" userId="3abdd0b9-513e-40ac-aad4-56920065037d" providerId="ADAL" clId="{2DCFDF45-1F6B-4A47-892B-C9094FDD5642}" dt="2022-03-21T13:52:47.987" v="3031" actId="478"/>
          <ac:spMkLst>
            <pc:docMk/>
            <pc:sldMk cId="1798020056" sldId="266"/>
            <ac:spMk id="19" creationId="{25273581-E4A4-4DA5-9E8F-19855D122740}"/>
          </ac:spMkLst>
        </pc:spChg>
        <pc:spChg chg="del">
          <ac:chgData name="SERGIO SPANO'" userId="3abdd0b9-513e-40ac-aad4-56920065037d" providerId="ADAL" clId="{2DCFDF45-1F6B-4A47-892B-C9094FDD5642}" dt="2022-03-21T13:31:16.853" v="2701" actId="478"/>
          <ac:spMkLst>
            <pc:docMk/>
            <pc:sldMk cId="1798020056" sldId="266"/>
            <ac:spMk id="22" creationId="{3FDA1FD4-BA39-4EDC-8689-8892F4604BFB}"/>
          </ac:spMkLst>
        </pc:spChg>
        <pc:picChg chg="del">
          <ac:chgData name="SERGIO SPANO'" userId="3abdd0b9-513e-40ac-aad4-56920065037d" providerId="ADAL" clId="{2DCFDF45-1F6B-4A47-892B-C9094FDD5642}" dt="2022-03-21T13:31:19.645" v="2703" actId="478"/>
          <ac:picMkLst>
            <pc:docMk/>
            <pc:sldMk cId="1798020056" sldId="266"/>
            <ac:picMk id="12" creationId="{42480D47-4558-48FE-8F23-8C8B1F6EC9D7}"/>
          </ac:picMkLst>
        </pc:picChg>
        <pc:picChg chg="del">
          <ac:chgData name="SERGIO SPANO'" userId="3abdd0b9-513e-40ac-aad4-56920065037d" providerId="ADAL" clId="{2DCFDF45-1F6B-4A47-892B-C9094FDD5642}" dt="2022-03-21T13:31:21.172" v="2704" actId="478"/>
          <ac:picMkLst>
            <pc:docMk/>
            <pc:sldMk cId="1798020056" sldId="266"/>
            <ac:picMk id="14" creationId="{7F2CD5C8-2272-4884-8507-FB63AD1A604A}"/>
          </ac:picMkLst>
        </pc:picChg>
        <pc:picChg chg="del">
          <ac:chgData name="SERGIO SPANO'" userId="3abdd0b9-513e-40ac-aad4-56920065037d" providerId="ADAL" clId="{2DCFDF45-1F6B-4A47-892B-C9094FDD5642}" dt="2022-03-21T13:31:18.382" v="2702" actId="478"/>
          <ac:picMkLst>
            <pc:docMk/>
            <pc:sldMk cId="1798020056" sldId="266"/>
            <ac:picMk id="1026" creationId="{D0C797E4-6D4C-4146-B1BD-EC24841002C9}"/>
          </ac:picMkLst>
        </pc:picChg>
        <pc:picChg chg="del">
          <ac:chgData name="SERGIO SPANO'" userId="3abdd0b9-513e-40ac-aad4-56920065037d" providerId="ADAL" clId="{2DCFDF45-1F6B-4A47-892B-C9094FDD5642}" dt="2022-03-21T13:31:14.750" v="2700" actId="478"/>
          <ac:picMkLst>
            <pc:docMk/>
            <pc:sldMk cId="1798020056" sldId="266"/>
            <ac:picMk id="1030" creationId="{14E78B98-467C-414E-AA45-62EEA7613A29}"/>
          </ac:picMkLst>
        </pc:picChg>
        <pc:picChg chg="add mod">
          <ac:chgData name="SERGIO SPANO'" userId="3abdd0b9-513e-40ac-aad4-56920065037d" providerId="ADAL" clId="{2DCFDF45-1F6B-4A47-892B-C9094FDD5642}" dt="2022-03-21T13:52:59.226" v="3036" actId="1076"/>
          <ac:picMkLst>
            <pc:docMk/>
            <pc:sldMk cId="1798020056" sldId="266"/>
            <ac:picMk id="2050" creationId="{AB144677-CAB5-4E86-B090-4935E075F06D}"/>
          </ac:picMkLst>
        </pc:picChg>
        <pc:picChg chg="add del mod">
          <ac:chgData name="SERGIO SPANO'" userId="3abdd0b9-513e-40ac-aad4-56920065037d" providerId="ADAL" clId="{2DCFDF45-1F6B-4A47-892B-C9094FDD5642}" dt="2022-03-21T13:52:47.355" v="3030" actId="478"/>
          <ac:picMkLst>
            <pc:docMk/>
            <pc:sldMk cId="1798020056" sldId="266"/>
            <ac:picMk id="2052" creationId="{3D6900B0-17D7-491D-BE5D-06560EABF71D}"/>
          </ac:picMkLst>
        </pc:pic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634457305" sldId="267"/>
        </pc:sldMkLst>
        <pc:spChg chg="mod ord">
          <ac:chgData name="SERGIO SPANO'" userId="3abdd0b9-513e-40ac-aad4-56920065037d" providerId="ADAL" clId="{2DCFDF45-1F6B-4A47-892B-C9094FDD5642}" dt="2022-03-21T14:24:44.293" v="3385" actId="255"/>
          <ac:spMkLst>
            <pc:docMk/>
            <pc:sldMk cId="3634457305" sldId="267"/>
            <ac:spMk id="2" creationId="{2AF05FAE-1F5E-4229-863D-BC8C40B76B2C}"/>
          </ac:spMkLst>
        </pc:spChg>
        <pc:spChg chg="del">
          <ac:chgData name="SERGIO SPANO'" userId="3abdd0b9-513e-40ac-aad4-56920065037d" providerId="ADAL" clId="{2DCFDF45-1F6B-4A47-892B-C9094FDD5642}" dt="2022-03-21T13:56:49.095" v="3136" actId="478"/>
          <ac:spMkLst>
            <pc:docMk/>
            <pc:sldMk cId="3634457305" sldId="267"/>
            <ac:spMk id="3" creationId="{6EBB3897-4279-4057-B086-50300B810DB7}"/>
          </ac:spMkLst>
        </pc:spChg>
        <pc:spChg chg="mod ord">
          <ac:chgData name="SERGIO SPANO'" userId="3abdd0b9-513e-40ac-aad4-56920065037d" providerId="ADAL" clId="{2DCFDF45-1F6B-4A47-892B-C9094FDD5642}" dt="2022-03-21T13:58:27.547" v="3187" actId="700"/>
          <ac:spMkLst>
            <pc:docMk/>
            <pc:sldMk cId="3634457305" sldId="267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1T13:58:27.547" v="3187" actId="700"/>
          <ac:spMkLst>
            <pc:docMk/>
            <pc:sldMk cId="3634457305" sldId="267"/>
            <ac:spMk id="5" creationId="{E5BCDBC7-8058-43A8-8293-39778DA77FC9}"/>
          </ac:spMkLst>
        </pc:spChg>
        <pc:spChg chg="add del">
          <ac:chgData name="SERGIO SPANO'" userId="3abdd0b9-513e-40ac-aad4-56920065037d" providerId="ADAL" clId="{2DCFDF45-1F6B-4A47-892B-C9094FDD5642}" dt="2022-03-21T13:56:20.899" v="3125"/>
          <ac:spMkLst>
            <pc:docMk/>
            <pc:sldMk cId="3634457305" sldId="267"/>
            <ac:spMk id="8" creationId="{DA929CF7-073F-43EC-B7D0-A8BAE5E1B129}"/>
          </ac:spMkLst>
        </pc:spChg>
        <pc:spChg chg="add del mod">
          <ac:chgData name="SERGIO SPANO'" userId="3abdd0b9-513e-40ac-aad4-56920065037d" providerId="ADAL" clId="{2DCFDF45-1F6B-4A47-892B-C9094FDD5642}" dt="2022-03-21T13:56:57.916" v="3138" actId="478"/>
          <ac:spMkLst>
            <pc:docMk/>
            <pc:sldMk cId="3634457305" sldId="267"/>
            <ac:spMk id="9" creationId="{54D0701F-A7B5-48B8-81CC-5C90D978AF7D}"/>
          </ac:spMkLst>
        </pc:spChg>
        <pc:spChg chg="add del mod">
          <ac:chgData name="SERGIO SPANO'" userId="3abdd0b9-513e-40ac-aad4-56920065037d" providerId="ADAL" clId="{2DCFDF45-1F6B-4A47-892B-C9094FDD5642}" dt="2022-03-21T13:57:00.308" v="3140" actId="478"/>
          <ac:spMkLst>
            <pc:docMk/>
            <pc:sldMk cId="3634457305" sldId="267"/>
            <ac:spMk id="10" creationId="{540B2BF8-E84D-4185-9CB6-79702435329C}"/>
          </ac:spMkLst>
        </pc:spChg>
        <pc:spChg chg="add del mod">
          <ac:chgData name="SERGIO SPANO'" userId="3abdd0b9-513e-40ac-aad4-56920065037d" providerId="ADAL" clId="{2DCFDF45-1F6B-4A47-892B-C9094FDD5642}" dt="2022-03-21T13:57:01.459" v="3141" actId="478"/>
          <ac:spMkLst>
            <pc:docMk/>
            <pc:sldMk cId="3634457305" sldId="267"/>
            <ac:spMk id="11" creationId="{83249A11-EE24-436F-87D6-7B2D35556F3C}"/>
          </ac:spMkLst>
        </pc:spChg>
        <pc:spChg chg="add del mod">
          <ac:chgData name="SERGIO SPANO'" userId="3abdd0b9-513e-40ac-aad4-56920065037d" providerId="ADAL" clId="{2DCFDF45-1F6B-4A47-892B-C9094FDD5642}" dt="2022-03-21T13:57:05.253" v="3142" actId="478"/>
          <ac:spMkLst>
            <pc:docMk/>
            <pc:sldMk cId="3634457305" sldId="267"/>
            <ac:spMk id="13" creationId="{A6350559-8C0E-4196-8AD6-70F9192EB81C}"/>
          </ac:spMkLst>
        </pc:spChg>
        <pc:spChg chg="add del">
          <ac:chgData name="SERGIO SPANO'" userId="3abdd0b9-513e-40ac-aad4-56920065037d" providerId="ADAL" clId="{2DCFDF45-1F6B-4A47-892B-C9094FDD5642}" dt="2022-03-21T13:57:49.506" v="3150"/>
          <ac:spMkLst>
            <pc:docMk/>
            <pc:sldMk cId="3634457305" sldId="267"/>
            <ac:spMk id="14" creationId="{CE6E533D-80B9-44DD-B7C2-EBDB24794E70}"/>
          </ac:spMkLst>
        </pc:spChg>
        <pc:spChg chg="mod">
          <ac:chgData name="SERGIO SPANO'" userId="3abdd0b9-513e-40ac-aad4-56920065037d" providerId="ADAL" clId="{2DCFDF45-1F6B-4A47-892B-C9094FDD5642}" dt="2022-03-21T13:58:50.972" v="3207" actId="1036"/>
          <ac:spMkLst>
            <pc:docMk/>
            <pc:sldMk cId="3634457305" sldId="267"/>
            <ac:spMk id="15" creationId="{EFFEA656-8F90-4953-BAF3-50D6CAC18BA7}"/>
          </ac:spMkLst>
        </pc:spChg>
        <pc:spChg chg="add mod ord">
          <ac:chgData name="SERGIO SPANO'" userId="3abdd0b9-513e-40ac-aad4-56920065037d" providerId="ADAL" clId="{2DCFDF45-1F6B-4A47-892B-C9094FDD5642}" dt="2022-03-21T13:58:46.173" v="3196" actId="403"/>
          <ac:spMkLst>
            <pc:docMk/>
            <pc:sldMk cId="3634457305" sldId="267"/>
            <ac:spMk id="17" creationId="{40304416-CF78-4F56-90CE-9CDFA2D0A1D6}"/>
          </ac:spMkLst>
        </pc:spChg>
        <pc:spChg chg="add mod">
          <ac:chgData name="SERGIO SPANO'" userId="3abdd0b9-513e-40ac-aad4-56920065037d" providerId="ADAL" clId="{2DCFDF45-1F6B-4A47-892B-C9094FDD5642}" dt="2022-03-21T13:58:50.972" v="3207" actId="1036"/>
          <ac:spMkLst>
            <pc:docMk/>
            <pc:sldMk cId="3634457305" sldId="267"/>
            <ac:spMk id="20" creationId="{705C8625-7564-4B26-AEFB-66AAC5711B51}"/>
          </ac:spMkLst>
        </pc:spChg>
        <pc:picChg chg="del">
          <ac:chgData name="SERGIO SPANO'" userId="3abdd0b9-513e-40ac-aad4-56920065037d" providerId="ADAL" clId="{2DCFDF45-1F6B-4A47-892B-C9094FDD5642}" dt="2022-03-21T13:56:08.554" v="3122" actId="478"/>
          <ac:picMkLst>
            <pc:docMk/>
            <pc:sldMk cId="3634457305" sldId="267"/>
            <ac:picMk id="2050" creationId="{AB144677-CAB5-4E86-B090-4935E075F06D}"/>
          </ac:picMkLst>
        </pc:picChg>
        <pc:picChg chg="add mod">
          <ac:chgData name="SERGIO SPANO'" userId="3abdd0b9-513e-40ac-aad4-56920065037d" providerId="ADAL" clId="{2DCFDF45-1F6B-4A47-892B-C9094FDD5642}" dt="2022-03-21T13:58:50.972" v="3207" actId="1036"/>
          <ac:picMkLst>
            <pc:docMk/>
            <pc:sldMk cId="3634457305" sldId="267"/>
            <ac:picMk id="3074" creationId="{F6807339-7A06-4F9C-887A-AEC93DC0C61E}"/>
          </ac:picMkLst>
        </pc:picChg>
        <pc:picChg chg="add mod">
          <ac:chgData name="SERGIO SPANO'" userId="3abdd0b9-513e-40ac-aad4-56920065037d" providerId="ADAL" clId="{2DCFDF45-1F6B-4A47-892B-C9094FDD5642}" dt="2022-03-21T13:58:50.972" v="3207" actId="1036"/>
          <ac:picMkLst>
            <pc:docMk/>
            <pc:sldMk cId="3634457305" sldId="267"/>
            <ac:picMk id="3080" creationId="{303F34D1-9C73-48C6-8CD3-27864E7166E8}"/>
          </ac:picMkLst>
        </pc:picChg>
      </pc:sldChg>
      <pc:sldChg chg="add del">
        <pc:chgData name="SERGIO SPANO'" userId="3abdd0b9-513e-40ac-aad4-56920065037d" providerId="ADAL" clId="{2DCFDF45-1F6B-4A47-892B-C9094FDD5642}" dt="2022-03-21T14:01:21.151" v="3209" actId="47"/>
        <pc:sldMkLst>
          <pc:docMk/>
          <pc:sldMk cId="1136965289" sldId="268"/>
        </pc:sldMkLst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735658554" sldId="268"/>
        </pc:sldMkLst>
        <pc:spChg chg="mod">
          <ac:chgData name="SERGIO SPANO'" userId="3abdd0b9-513e-40ac-aad4-56920065037d" providerId="ADAL" clId="{2DCFDF45-1F6B-4A47-892B-C9094FDD5642}" dt="2022-03-21T14:01:46.809" v="3217" actId="403"/>
          <ac:spMkLst>
            <pc:docMk/>
            <pc:sldMk cId="3735658554" sldId="268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4:04:40.934" v="3281" actId="14100"/>
          <ac:spMkLst>
            <pc:docMk/>
            <pc:sldMk cId="3735658554" sldId="268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4:02:49.913" v="3240" actId="6549"/>
          <ac:spMkLst>
            <pc:docMk/>
            <pc:sldMk cId="3735658554" sldId="268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4:04:46.605" v="3282" actId="1076"/>
          <ac:spMkLst>
            <pc:docMk/>
            <pc:sldMk cId="3735658554" sldId="268"/>
            <ac:spMk id="15" creationId="{26F194E5-EB19-4B52-850B-A08C7A93F8C5}"/>
          </ac:spMkLst>
        </pc:spChg>
        <pc:spChg chg="add mod">
          <ac:chgData name="SERGIO SPANO'" userId="3abdd0b9-513e-40ac-aad4-56920065037d" providerId="ADAL" clId="{2DCFDF45-1F6B-4A47-892B-C9094FDD5642}" dt="2022-03-21T14:04:46.605" v="3282" actId="1076"/>
          <ac:spMkLst>
            <pc:docMk/>
            <pc:sldMk cId="3735658554" sldId="268"/>
            <ac:spMk id="16" creationId="{79800921-7AD7-419A-A88D-14F321A1AEB0}"/>
          </ac:spMkLst>
        </pc:spChg>
        <pc:spChg chg="del mod">
          <ac:chgData name="SERGIO SPANO'" userId="3abdd0b9-513e-40ac-aad4-56920065037d" providerId="ADAL" clId="{2DCFDF45-1F6B-4A47-892B-C9094FDD5642}" dt="2022-03-21T14:01:54.820" v="3225" actId="478"/>
          <ac:spMkLst>
            <pc:docMk/>
            <pc:sldMk cId="3735658554" sldId="268"/>
            <ac:spMk id="17" creationId="{4C93B4CA-806E-4070-ABAB-73DD9CB35AB2}"/>
          </ac:spMkLst>
        </pc:spChg>
        <pc:spChg chg="add mod">
          <ac:chgData name="SERGIO SPANO'" userId="3abdd0b9-513e-40ac-aad4-56920065037d" providerId="ADAL" clId="{2DCFDF45-1F6B-4A47-892B-C9094FDD5642}" dt="2022-03-25T15:30:26.189" v="6943" actId="20577"/>
          <ac:spMkLst>
            <pc:docMk/>
            <pc:sldMk cId="3735658554" sldId="268"/>
            <ac:spMk id="18" creationId="{BEFA9EAD-FEE3-4510-A4E6-BC9664ED231B}"/>
          </ac:spMkLst>
        </pc:spChg>
        <pc:spChg chg="add mod">
          <ac:chgData name="SERGIO SPANO'" userId="3abdd0b9-513e-40ac-aad4-56920065037d" providerId="ADAL" clId="{2DCFDF45-1F6B-4A47-892B-C9094FDD5642}" dt="2022-03-21T14:04:24.596" v="3275" actId="20577"/>
          <ac:spMkLst>
            <pc:docMk/>
            <pc:sldMk cId="3735658554" sldId="268"/>
            <ac:spMk id="19" creationId="{5398B05F-7BA5-43E3-B705-C205511A7D32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0" creationId="{DE3F1EC3-7266-4A67-8FA5-E752068926E8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1" creationId="{02CE504A-4FC0-478B-BA60-3149ABE03A6C}"/>
          </ac:spMkLst>
        </pc:spChg>
        <pc:spChg chg="del">
          <ac:chgData name="SERGIO SPANO'" userId="3abdd0b9-513e-40ac-aad4-56920065037d" providerId="ADAL" clId="{2DCFDF45-1F6B-4A47-892B-C9094FDD5642}" dt="2022-03-21T14:01:51.745" v="3219" actId="478"/>
          <ac:spMkLst>
            <pc:docMk/>
            <pc:sldMk cId="3735658554" sldId="268"/>
            <ac:spMk id="22" creationId="{3FDA1FD4-BA39-4EDC-8689-8892F4604BFB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3" creationId="{F8E3AE1B-FDDC-4754-B185-852ABA5F42EE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4" creationId="{9A78B392-31AB-49D7-A4BB-28348B1522CD}"/>
          </ac:spMkLst>
        </pc:spChg>
        <pc:picChg chg="del">
          <ac:chgData name="SERGIO SPANO'" userId="3abdd0b9-513e-40ac-aad4-56920065037d" providerId="ADAL" clId="{2DCFDF45-1F6B-4A47-892B-C9094FDD5642}" dt="2022-03-21T14:01:53.345" v="3222" actId="478"/>
          <ac:picMkLst>
            <pc:docMk/>
            <pc:sldMk cId="3735658554" sldId="268"/>
            <ac:picMk id="12" creationId="{42480D47-4558-48FE-8F23-8C8B1F6EC9D7}"/>
          </ac:picMkLst>
        </pc:picChg>
        <pc:picChg chg="del">
          <ac:chgData name="SERGIO SPANO'" userId="3abdd0b9-513e-40ac-aad4-56920065037d" providerId="ADAL" clId="{2DCFDF45-1F6B-4A47-892B-C9094FDD5642}" dt="2022-03-21T14:01:54.076" v="3223" actId="478"/>
          <ac:picMkLst>
            <pc:docMk/>
            <pc:sldMk cId="3735658554" sldId="268"/>
            <ac:picMk id="14" creationId="{7F2CD5C8-2272-4884-8507-FB63AD1A604A}"/>
          </ac:picMkLst>
        </pc:picChg>
        <pc:picChg chg="del">
          <ac:chgData name="SERGIO SPANO'" userId="3abdd0b9-513e-40ac-aad4-56920065037d" providerId="ADAL" clId="{2DCFDF45-1F6B-4A47-892B-C9094FDD5642}" dt="2022-03-21T14:01:52.154" v="3220" actId="478"/>
          <ac:picMkLst>
            <pc:docMk/>
            <pc:sldMk cId="3735658554" sldId="268"/>
            <ac:picMk id="1026" creationId="{D0C797E4-6D4C-4146-B1BD-EC24841002C9}"/>
          </ac:picMkLst>
        </pc:picChg>
        <pc:picChg chg="del">
          <ac:chgData name="SERGIO SPANO'" userId="3abdd0b9-513e-40ac-aad4-56920065037d" providerId="ADAL" clId="{2DCFDF45-1F6B-4A47-892B-C9094FDD5642}" dt="2022-03-21T14:01:50.503" v="3218" actId="478"/>
          <ac:picMkLst>
            <pc:docMk/>
            <pc:sldMk cId="3735658554" sldId="268"/>
            <ac:picMk id="1030" creationId="{14E78B98-467C-414E-AA45-62EEA7613A29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292532312" sldId="269"/>
        </pc:sldMkLst>
        <pc:spChg chg="mod">
          <ac:chgData name="SERGIO SPANO'" userId="3abdd0b9-513e-40ac-aad4-56920065037d" providerId="ADAL" clId="{2DCFDF45-1F6B-4A47-892B-C9094FDD5642}" dt="2022-03-21T14:10:55.264" v="3287" actId="14100"/>
          <ac:spMkLst>
            <pc:docMk/>
            <pc:sldMk cId="3292532312" sldId="269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10:57.090" v="3288" actId="478"/>
          <ac:spMkLst>
            <pc:docMk/>
            <pc:sldMk cId="3292532312" sldId="269"/>
            <ac:spMk id="15" creationId="{26F194E5-EB19-4B52-850B-A08C7A93F8C5}"/>
          </ac:spMkLst>
        </pc:spChg>
        <pc:spChg chg="del">
          <ac:chgData name="SERGIO SPANO'" userId="3abdd0b9-513e-40ac-aad4-56920065037d" providerId="ADAL" clId="{2DCFDF45-1F6B-4A47-892B-C9094FDD5642}" dt="2022-03-21T14:10:57.941" v="3289" actId="478"/>
          <ac:spMkLst>
            <pc:docMk/>
            <pc:sldMk cId="3292532312" sldId="269"/>
            <ac:spMk id="16" creationId="{79800921-7AD7-419A-A88D-14F321A1AEB0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18" creationId="{BEFA9EAD-FEE3-4510-A4E6-BC9664ED231B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19" creationId="{5398B05F-7BA5-43E3-B705-C205511A7D32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0" creationId="{DE3F1EC3-7266-4A67-8FA5-E752068926E8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1" creationId="{02CE504A-4FC0-478B-BA60-3149ABE03A6C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2" creationId="{A850C2BD-0310-4930-B4F1-C5BED15E8323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3" creationId="{F8E3AE1B-FDDC-4754-B185-852ABA5F42EE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4" creationId="{9A78B392-31AB-49D7-A4BB-28348B1522CD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5" creationId="{76A5FF59-5753-4C88-8833-B65C8C86B879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6" creationId="{9A1BD233-747E-4A18-A387-91F1244741A5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7" creationId="{E47A39AA-CDDC-4C8F-B6BA-056B4EE37B2E}"/>
          </ac:spMkLst>
        </pc:spChg>
        <pc:spChg chg="add 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9" creationId="{1DA658B7-C37D-493E-A6D2-C029C49506DB}"/>
          </ac:spMkLst>
        </pc:spChg>
        <pc:spChg chg="add mod">
          <ac:chgData name="SERGIO SPANO'" userId="3abdd0b9-513e-40ac-aad4-56920065037d" providerId="ADAL" clId="{2DCFDF45-1F6B-4A47-892B-C9094FDD5642}" dt="2022-03-21T14:11:29.036" v="3294" actId="255"/>
          <ac:spMkLst>
            <pc:docMk/>
            <pc:sldMk cId="3292532312" sldId="269"/>
            <ac:spMk id="31" creationId="{B554C075-B4AF-4324-8CB7-22CA07F448D3}"/>
          </ac:spMkLst>
        </pc:spChg>
        <pc:spChg chg="add mod">
          <ac:chgData name="SERGIO SPANO'" userId="3abdd0b9-513e-40ac-aad4-56920065037d" providerId="ADAL" clId="{2DCFDF45-1F6B-4A47-892B-C9094FDD5642}" dt="2022-03-21T14:11:51.760" v="3301" actId="1076"/>
          <ac:spMkLst>
            <pc:docMk/>
            <pc:sldMk cId="3292532312" sldId="269"/>
            <ac:spMk id="32" creationId="{D1734F1B-A5F8-4030-BA24-57EDC1041AC0}"/>
          </ac:spMkLst>
        </pc:spChg>
        <pc:grpChg chg="add mod">
          <ac:chgData name="SERGIO SPANO'" userId="3abdd0b9-513e-40ac-aad4-56920065037d" providerId="ADAL" clId="{2DCFDF45-1F6B-4A47-892B-C9094FDD5642}" dt="2022-03-21T14:11:56.035" v="3302" actId="1076"/>
          <ac:grpSpMkLst>
            <pc:docMk/>
            <pc:sldMk cId="3292532312" sldId="269"/>
            <ac:grpSpMk id="17" creationId="{D1492A9A-425F-4278-BC3B-73A0DA5A2E62}"/>
          </ac:grpSpMkLst>
        </pc:grpChg>
        <pc:picChg chg="add mod">
          <ac:chgData name="SERGIO SPANO'" userId="3abdd0b9-513e-40ac-aad4-56920065037d" providerId="ADAL" clId="{2DCFDF45-1F6B-4A47-892B-C9094FDD5642}" dt="2022-03-21T14:11:13.627" v="3291"/>
          <ac:picMkLst>
            <pc:docMk/>
            <pc:sldMk cId="3292532312" sldId="269"/>
            <ac:picMk id="28" creationId="{F9A9347C-2866-4764-A1EF-650C1559DF4E}"/>
          </ac:picMkLst>
        </pc:picChg>
        <pc:picChg chg="add mod">
          <ac:chgData name="SERGIO SPANO'" userId="3abdd0b9-513e-40ac-aad4-56920065037d" providerId="ADAL" clId="{2DCFDF45-1F6B-4A47-892B-C9094FDD5642}" dt="2022-03-21T14:11:51.760" v="3301" actId="1076"/>
          <ac:picMkLst>
            <pc:docMk/>
            <pc:sldMk cId="3292532312" sldId="269"/>
            <ac:picMk id="30" creationId="{659542C0-2368-419D-9CDB-72A7DE97DB40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345880812" sldId="270"/>
        </pc:sldMkLst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7" creationId="{9009AFDB-F723-4759-83AA-2FCF8AF5BF87}"/>
          </ac:spMkLst>
        </pc:spChg>
        <pc:spChg chg="add del mod">
          <ac:chgData name="SERGIO SPANO'" userId="3abdd0b9-513e-40ac-aad4-56920065037d" providerId="ADAL" clId="{2DCFDF45-1F6B-4A47-892B-C9094FDD5642}" dt="2022-03-21T14:20:53.517" v="3305" actId="478"/>
          <ac:spMkLst>
            <pc:docMk/>
            <pc:sldMk cId="2345880812" sldId="270"/>
            <ac:spMk id="9" creationId="{F855A04A-E4C5-4469-BB35-CB66A9086BEC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29" creationId="{1DA658B7-C37D-493E-A6D2-C029C49506DB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1" creationId="{B554C075-B4AF-4324-8CB7-22CA07F448D3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2" creationId="{D1734F1B-A5F8-4030-BA24-57EDC1041AC0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3" creationId="{B5810714-BB01-416D-BC22-C32B17DD9720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4" creationId="{E6E0E66F-CA17-41A6-A8C6-1FFDD4ABBE0E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5" creationId="{8C7D96D9-1473-493F-8575-352CB81111AF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8" creationId="{30511609-C374-428E-8ADF-506506AF8C8A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9" creationId="{068E8CB2-7143-499B-BCA4-1A2D944FF241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40" creationId="{7E767744-F576-4EF9-A028-1203FF9FB9A0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3" creationId="{1D7EB16A-FB62-401B-A828-5D100348528F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4" creationId="{06AE430C-AF97-4AB2-B9EA-1265B20ADABA}"/>
          </ac:spMkLst>
        </pc:spChg>
        <pc:spChg chg="add mod">
          <ac:chgData name="SERGIO SPANO'" userId="3abdd0b9-513e-40ac-aad4-56920065037d" providerId="ADAL" clId="{2DCFDF45-1F6B-4A47-892B-C9094FDD5642}" dt="2022-03-21T14:22:10.784" v="3349" actId="1035"/>
          <ac:spMkLst>
            <pc:docMk/>
            <pc:sldMk cId="2345880812" sldId="270"/>
            <ac:spMk id="45" creationId="{5AE35511-B648-4835-936C-0BF1F9772AB1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6" creationId="{06015026-7E04-4002-89C3-0C62EEB0045F}"/>
          </ac:spMkLst>
        </pc:spChg>
        <pc:spChg chg="add mod">
          <ac:chgData name="SERGIO SPANO'" userId="3abdd0b9-513e-40ac-aad4-56920065037d" providerId="ADAL" clId="{2DCFDF45-1F6B-4A47-892B-C9094FDD5642}" dt="2022-03-21T14:21:41.998" v="3336"/>
          <ac:spMkLst>
            <pc:docMk/>
            <pc:sldMk cId="2345880812" sldId="270"/>
            <ac:spMk id="47" creationId="{0DFEC5CC-C382-4D31-BE4E-64B37F126358}"/>
          </ac:spMkLst>
        </pc:spChg>
        <pc:spChg chg="add mod">
          <ac:chgData name="SERGIO SPANO'" userId="3abdd0b9-513e-40ac-aad4-56920065037d" providerId="ADAL" clId="{2DCFDF45-1F6B-4A47-892B-C9094FDD5642}" dt="2022-03-21T14:21:54.713" v="3339" actId="14100"/>
          <ac:spMkLst>
            <pc:docMk/>
            <pc:sldMk cId="2345880812" sldId="270"/>
            <ac:spMk id="48" creationId="{BD2C9029-6654-4ABD-89AE-F3112DED6292}"/>
          </ac:spMkLst>
        </pc:spChg>
        <pc:grpChg chg="del">
          <ac:chgData name="SERGIO SPANO'" userId="3abdd0b9-513e-40ac-aad4-56920065037d" providerId="ADAL" clId="{2DCFDF45-1F6B-4A47-892B-C9094FDD5642}" dt="2022-03-21T14:20:51.555" v="3304" actId="478"/>
          <ac:grpSpMkLst>
            <pc:docMk/>
            <pc:sldMk cId="2345880812" sldId="270"/>
            <ac:grpSpMk id="17" creationId="{D1492A9A-425F-4278-BC3B-73A0DA5A2E62}"/>
          </ac:grpSpMkLst>
        </pc:grpChg>
        <pc:grpChg chg="add mod">
          <ac:chgData name="SERGIO SPANO'" userId="3abdd0b9-513e-40ac-aad4-56920065037d" providerId="ADAL" clId="{2DCFDF45-1F6B-4A47-892B-C9094FDD5642}" dt="2022-03-21T14:22:22.081" v="3370" actId="1038"/>
          <ac:grpSpMkLst>
            <pc:docMk/>
            <pc:sldMk cId="2345880812" sldId="270"/>
            <ac:grpSpMk id="23" creationId="{3E0ADCB6-7BF3-4AAE-BAB9-9FEF05EA6896}"/>
          </ac:grpSpMkLst>
        </pc:grpChg>
        <pc:grpChg chg="add mod">
          <ac:chgData name="SERGIO SPANO'" userId="3abdd0b9-513e-40ac-aad4-56920065037d" providerId="ADAL" clId="{2DCFDF45-1F6B-4A47-892B-C9094FDD5642}" dt="2022-03-21T14:22:22.081" v="3370" actId="1038"/>
          <ac:grpSpMkLst>
            <pc:docMk/>
            <pc:sldMk cId="2345880812" sldId="270"/>
            <ac:grpSpMk id="36" creationId="{DAA68764-826E-4F1E-AADC-F0333591FE09}"/>
          </ac:grpSpMkLst>
        </pc:grpChg>
        <pc:grpChg chg="mod">
          <ac:chgData name="SERGIO SPANO'" userId="3abdd0b9-513e-40ac-aad4-56920065037d" providerId="ADAL" clId="{2DCFDF45-1F6B-4A47-892B-C9094FDD5642}" dt="2022-03-21T14:20:59.746" v="3306"/>
          <ac:grpSpMkLst>
            <pc:docMk/>
            <pc:sldMk cId="2345880812" sldId="270"/>
            <ac:grpSpMk id="37" creationId="{692DF64E-3D0D-4CA1-AD7D-BD06E703C3FC}"/>
          </ac:grpSpMkLst>
        </pc:grpChg>
        <pc:graphicFrameChg chg="add mod modGraphic">
          <ac:chgData name="SERGIO SPANO'" userId="3abdd0b9-513e-40ac-aad4-56920065037d" providerId="ADAL" clId="{2DCFDF45-1F6B-4A47-892B-C9094FDD5642}" dt="2022-03-21T14:22:38.371" v="3372" actId="14734"/>
          <ac:graphicFrameMkLst>
            <pc:docMk/>
            <pc:sldMk cId="2345880812" sldId="270"/>
            <ac:graphicFrameMk id="20" creationId="{B852885C-85D1-4375-BF23-1D1E7EE14A2C}"/>
          </ac:graphicFrameMkLst>
        </pc:graphicFrameChg>
        <pc:graphicFrameChg chg="add mod">
          <ac:chgData name="SERGIO SPANO'" userId="3abdd0b9-513e-40ac-aad4-56920065037d" providerId="ADAL" clId="{2DCFDF45-1F6B-4A47-892B-C9094FDD5642}" dt="2022-03-21T14:22:10.784" v="3349" actId="1035"/>
          <ac:graphicFrameMkLst>
            <pc:docMk/>
            <pc:sldMk cId="2345880812" sldId="270"/>
            <ac:graphicFrameMk id="21" creationId="{93FBF40F-196D-43BD-8FD9-1C3526E04FD0}"/>
          </ac:graphicFrameMkLst>
        </pc:graphicFrame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24" creationId="{ADAEC4A8-BA1F-4CCF-8D7D-902CCA0BA299}"/>
          </ac:picMkLst>
        </pc:picChg>
        <pc:picChg chg="del">
          <ac:chgData name="SERGIO SPANO'" userId="3abdd0b9-513e-40ac-aad4-56920065037d" providerId="ADAL" clId="{2DCFDF45-1F6B-4A47-892B-C9094FDD5642}" dt="2022-03-21T14:20:51.555" v="3304" actId="478"/>
          <ac:picMkLst>
            <pc:docMk/>
            <pc:sldMk cId="2345880812" sldId="270"/>
            <ac:picMk id="28" creationId="{F9A9347C-2866-4764-A1EF-650C1559DF4E}"/>
          </ac:picMkLst>
        </pc:picChg>
        <pc:picChg chg="del">
          <ac:chgData name="SERGIO SPANO'" userId="3abdd0b9-513e-40ac-aad4-56920065037d" providerId="ADAL" clId="{2DCFDF45-1F6B-4A47-892B-C9094FDD5642}" dt="2022-03-21T14:20:51.555" v="3304" actId="478"/>
          <ac:picMkLst>
            <pc:docMk/>
            <pc:sldMk cId="2345880812" sldId="270"/>
            <ac:picMk id="30" creationId="{659542C0-2368-419D-9CDB-72A7DE97DB40}"/>
          </ac:picMkLst>
        </pc:pic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41" creationId="{CA326928-F1FF-4EE5-A137-077D9D1EE697}"/>
          </ac:picMkLst>
        </pc:pic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42" creationId="{8D0D56DA-DB2E-4C31-BC72-86A40A1F193B}"/>
          </ac:picMkLst>
        </pc:picChg>
      </pc:sldChg>
      <pc:sldChg chg="addSp delSp modSp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932842921" sldId="271"/>
        </pc:sldMkLst>
        <pc:spChg chg="mod">
          <ac:chgData name="SERGIO SPANO'" userId="3abdd0b9-513e-40ac-aad4-56920065037d" providerId="ADAL" clId="{2DCFDF45-1F6B-4A47-892B-C9094FDD5642}" dt="2022-03-21T14:24:55.558" v="3386" actId="255"/>
          <ac:spMkLst>
            <pc:docMk/>
            <pc:sldMk cId="2932842921" sldId="271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4:33:37.046" v="3654" actId="123"/>
          <ac:spMkLst>
            <pc:docMk/>
            <pc:sldMk cId="2932842921" sldId="271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8" creationId="{EDAD7B32-1E06-4521-AFC9-7DE2EC26095E}"/>
          </ac:spMkLst>
        </pc:spChg>
        <pc:spChg chg="del">
          <ac:chgData name="SERGIO SPANO'" userId="3abdd0b9-513e-40ac-aad4-56920065037d" providerId="ADAL" clId="{2DCFDF45-1F6B-4A47-892B-C9094FDD5642}" dt="2022-03-21T14:25:07.491" v="3387" actId="478"/>
          <ac:spMkLst>
            <pc:docMk/>
            <pc:sldMk cId="2932842921" sldId="271"/>
            <ac:spMk id="15" creationId="{26F194E5-EB19-4B52-850B-A08C7A93F8C5}"/>
          </ac:spMkLst>
        </pc:spChg>
        <pc:spChg chg="del">
          <ac:chgData name="SERGIO SPANO'" userId="3abdd0b9-513e-40ac-aad4-56920065037d" providerId="ADAL" clId="{2DCFDF45-1F6B-4A47-892B-C9094FDD5642}" dt="2022-03-21T14:25:09.087" v="3388" actId="478"/>
          <ac:spMkLst>
            <pc:docMk/>
            <pc:sldMk cId="2932842921" sldId="271"/>
            <ac:spMk id="16" creationId="{79800921-7AD7-419A-A88D-14F321A1AEB0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17" creationId="{C41ACDC2-66C8-4A6F-BC7E-A46D4E12E26C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18" creationId="{BEFA9EAD-FEE3-4510-A4E6-BC9664ED231B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19" creationId="{5398B05F-7BA5-43E3-B705-C205511A7D32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0" creationId="{DE3F1EC3-7266-4A67-8FA5-E752068926E8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1" creationId="{02CE504A-4FC0-478B-BA60-3149ABE03A6C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22" creationId="{E575780B-0471-4A6F-AA79-FA0599DAC15B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3" creationId="{F8E3AE1B-FDDC-4754-B185-852ABA5F42EE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4" creationId="{9A78B392-31AB-49D7-A4BB-28348B1522CD}"/>
          </ac:spMkLst>
        </pc:spChg>
        <pc:spChg chg="add mod">
          <ac:chgData name="SERGIO SPANO'" userId="3abdd0b9-513e-40ac-aad4-56920065037d" providerId="ADAL" clId="{2DCFDF45-1F6B-4A47-892B-C9094FDD5642}" dt="2022-03-21T14:39:54.937" v="3783" actId="11"/>
          <ac:spMkLst>
            <pc:docMk/>
            <pc:sldMk cId="2932842921" sldId="271"/>
            <ac:spMk id="25" creationId="{8BCEDA91-87F1-4A52-AA23-DA675D8FBE33}"/>
          </ac:spMkLst>
        </pc:spChg>
        <pc:spChg chg="add del mod">
          <ac:chgData name="SERGIO SPANO'" userId="3abdd0b9-513e-40ac-aad4-56920065037d" providerId="ADAL" clId="{2DCFDF45-1F6B-4A47-892B-C9094FDD5642}" dt="2022-03-21T14:36:21.690" v="3703" actId="21"/>
          <ac:spMkLst>
            <pc:docMk/>
            <pc:sldMk cId="2932842921" sldId="271"/>
            <ac:spMk id="26" creationId="{BF06AA42-77C8-408D-B0D6-DA35A0C89BD2}"/>
          </ac:spMkLst>
        </pc:spChg>
        <pc:spChg chg="add mod">
          <ac:chgData name="SERGIO SPANO'" userId="3abdd0b9-513e-40ac-aad4-56920065037d" providerId="ADAL" clId="{2DCFDF45-1F6B-4A47-892B-C9094FDD5642}" dt="2022-03-21T14:37:41.170" v="3768" actId="1035"/>
          <ac:spMkLst>
            <pc:docMk/>
            <pc:sldMk cId="2932842921" sldId="271"/>
            <ac:spMk id="27" creationId="{A7A854EF-4C5C-4B14-878A-24FAEEC3E1F2}"/>
          </ac:spMkLst>
        </pc:spChg>
        <pc:picChg chg="add mod modCrop">
          <ac:chgData name="SERGIO SPANO'" userId="3abdd0b9-513e-40ac-aad4-56920065037d" providerId="ADAL" clId="{2DCFDF45-1F6B-4A47-892B-C9094FDD5642}" dt="2022-03-21T14:37:41.170" v="3768" actId="1035"/>
          <ac:picMkLst>
            <pc:docMk/>
            <pc:sldMk cId="2932842921" sldId="271"/>
            <ac:picMk id="9" creationId="{38D6BC55-6F65-43A6-8293-8C8636A6B1D1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459133886" sldId="272"/>
        </pc:sldMkLst>
        <pc:spChg chg="del">
          <ac:chgData name="SERGIO SPANO'" userId="3abdd0b9-513e-40ac-aad4-56920065037d" providerId="ADAL" clId="{2DCFDF45-1F6B-4A47-892B-C9094FDD5642}" dt="2022-03-21T14:27:19.883" v="3433" actId="478"/>
          <ac:spMkLst>
            <pc:docMk/>
            <pc:sldMk cId="2459133886" sldId="272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33:25.387" v="3644" actId="478"/>
          <ac:spMkLst>
            <pc:docMk/>
            <pc:sldMk cId="2459133886" sldId="272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8" creationId="{EDAD7B32-1E06-4521-AFC9-7DE2EC26095E}"/>
          </ac:spMkLst>
        </pc:spChg>
        <pc:spChg chg="add del mod">
          <ac:chgData name="SERGIO SPANO'" userId="3abdd0b9-513e-40ac-aad4-56920065037d" providerId="ADAL" clId="{2DCFDF45-1F6B-4A47-892B-C9094FDD5642}" dt="2022-03-21T14:27:29.376" v="3435" actId="478"/>
          <ac:spMkLst>
            <pc:docMk/>
            <pc:sldMk cId="2459133886" sldId="272"/>
            <ac:spMk id="10" creationId="{EC5FEB82-8A18-4183-8DA2-6C68C9EBAD93}"/>
          </ac:spMkLst>
        </pc:spChg>
        <pc:spChg chg="add mod">
          <ac:chgData name="SERGIO SPANO'" userId="3abdd0b9-513e-40ac-aad4-56920065037d" providerId="ADAL" clId="{2DCFDF45-1F6B-4A47-892B-C9094FDD5642}" dt="2022-03-21T14:31:50.188" v="3587" actId="1076"/>
          <ac:spMkLst>
            <pc:docMk/>
            <pc:sldMk cId="2459133886" sldId="272"/>
            <ac:spMk id="11" creationId="{0121F7CB-8757-4B4D-A062-6F78052D56D8}"/>
          </ac:spMkLst>
        </pc:spChg>
        <pc:spChg chg="add mod">
          <ac:chgData name="SERGIO SPANO'" userId="3abdd0b9-513e-40ac-aad4-56920065037d" providerId="ADAL" clId="{2DCFDF45-1F6B-4A47-892B-C9094FDD5642}" dt="2022-03-21T14:31:53.196" v="3588" actId="1076"/>
          <ac:spMkLst>
            <pc:docMk/>
            <pc:sldMk cId="2459133886" sldId="272"/>
            <ac:spMk id="16" creationId="{274A0802-AF52-42C1-BD45-5F6E177FAFD0}"/>
          </ac:spMkLst>
        </pc:spChg>
        <pc:spChg chg="del">
          <ac:chgData name="SERGIO SPANO'" userId="3abdd0b9-513e-40ac-aad4-56920065037d" providerId="ADAL" clId="{2DCFDF45-1F6B-4A47-892B-C9094FDD5642}" dt="2022-03-21T14:27:31.964" v="3436" actId="478"/>
          <ac:spMkLst>
            <pc:docMk/>
            <pc:sldMk cId="2459133886" sldId="272"/>
            <ac:spMk id="17" creationId="{C41ACDC2-66C8-4A6F-BC7E-A46D4E12E26C}"/>
          </ac:spMkLst>
        </pc:spChg>
        <pc:spChg chg="add mod">
          <ac:chgData name="SERGIO SPANO'" userId="3abdd0b9-513e-40ac-aad4-56920065037d" providerId="ADAL" clId="{2DCFDF45-1F6B-4A47-892B-C9094FDD5642}" dt="2022-03-21T14:34:06.709" v="3655" actId="1076"/>
          <ac:spMkLst>
            <pc:docMk/>
            <pc:sldMk cId="2459133886" sldId="272"/>
            <ac:spMk id="18" creationId="{9AE1E77B-58F8-4448-90A9-4DDBAEBB32C9}"/>
          </ac:spMkLst>
        </pc:spChg>
        <pc:spChg chg="add mod">
          <ac:chgData name="SERGIO SPANO'" userId="3abdd0b9-513e-40ac-aad4-56920065037d" providerId="ADAL" clId="{2DCFDF45-1F6B-4A47-892B-C9094FDD5642}" dt="2022-03-21T14:33:33.964" v="3653" actId="123"/>
          <ac:spMkLst>
            <pc:docMk/>
            <pc:sldMk cId="2459133886" sldId="272"/>
            <ac:spMk id="19" creationId="{87A41B68-315D-4008-AE1F-BAAED0A7BBDB}"/>
          </ac:spMkLst>
        </pc:spChg>
        <pc:spChg chg="add mod">
          <ac:chgData name="SERGIO SPANO'" userId="3abdd0b9-513e-40ac-aad4-56920065037d" providerId="ADAL" clId="{2DCFDF45-1F6B-4A47-892B-C9094FDD5642}" dt="2022-03-21T14:35:14.202" v="3700" actId="20577"/>
          <ac:spMkLst>
            <pc:docMk/>
            <pc:sldMk cId="2459133886" sldId="272"/>
            <ac:spMk id="21" creationId="{FA2D564E-3E69-4C93-85D2-66DAEC043FAB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22" creationId="{E575780B-0471-4A6F-AA79-FA0599DAC15B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25" creationId="{8BCEDA91-87F1-4A52-AA23-DA675D8FBE33}"/>
          </ac:spMkLst>
        </pc:spChg>
        <pc:picChg chg="add mod">
          <ac:chgData name="SERGIO SPANO'" userId="3abdd0b9-513e-40ac-aad4-56920065037d" providerId="ADAL" clId="{2DCFDF45-1F6B-4A47-892B-C9094FDD5642}" dt="2022-03-21T14:31:50.188" v="3587" actId="1076"/>
          <ac:picMkLst>
            <pc:docMk/>
            <pc:sldMk cId="2459133886" sldId="272"/>
            <ac:picMk id="14" creationId="{6A899EEF-C8B8-4FBC-818B-4D156791610B}"/>
          </ac:picMkLst>
        </pc:picChg>
        <pc:picChg chg="add mod">
          <ac:chgData name="SERGIO SPANO'" userId="3abdd0b9-513e-40ac-aad4-56920065037d" providerId="ADAL" clId="{2DCFDF45-1F6B-4A47-892B-C9094FDD5642}" dt="2022-03-21T14:34:06.709" v="3655" actId="1076"/>
          <ac:picMkLst>
            <pc:docMk/>
            <pc:sldMk cId="2459133886" sldId="272"/>
            <ac:picMk id="15" creationId="{536E6018-DB93-4A19-82CF-8C25032BF30B}"/>
          </ac:picMkLst>
        </pc:picChg>
        <pc:picChg chg="add mod">
          <ac:chgData name="SERGIO SPANO'" userId="3abdd0b9-513e-40ac-aad4-56920065037d" providerId="ADAL" clId="{2DCFDF45-1F6B-4A47-892B-C9094FDD5642}" dt="2022-03-21T14:34:18.060" v="3659" actId="1076"/>
          <ac:picMkLst>
            <pc:docMk/>
            <pc:sldMk cId="2459133886" sldId="272"/>
            <ac:picMk id="4098" creationId="{5308CCD6-6443-4819-9E9C-824E0FEECCA8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591051637" sldId="273"/>
        </pc:sldMkLst>
        <pc:spChg chg="mod">
          <ac:chgData name="SERGIO SPANO'" userId="3abdd0b9-513e-40ac-aad4-56920065037d" providerId="ADAL" clId="{2DCFDF45-1F6B-4A47-892B-C9094FDD5642}" dt="2022-03-21T15:36:33.741" v="4100" actId="403"/>
          <ac:spMkLst>
            <pc:docMk/>
            <pc:sldMk cId="1591051637" sldId="273"/>
            <ac:spMk id="3" creationId="{6EBB3897-4279-4057-B086-50300B810DB7}"/>
          </ac:spMkLst>
        </pc:spChg>
        <pc:spChg chg="del mod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8" creationId="{EDAD7B32-1E06-4521-AFC9-7DE2EC26095E}"/>
          </ac:spMkLst>
        </pc:spChg>
        <pc:spChg chg="add mod">
          <ac:chgData name="SERGIO SPANO'" userId="3abdd0b9-513e-40ac-aad4-56920065037d" providerId="ADAL" clId="{2DCFDF45-1F6B-4A47-892B-C9094FDD5642}" dt="2022-03-21T15:38:41.055" v="4244" actId="1076"/>
          <ac:spMkLst>
            <pc:docMk/>
            <pc:sldMk cId="1591051637" sldId="273"/>
            <ac:spMk id="12" creationId="{ECC1B7B5-5FC0-49AF-8812-2E7E77928435}"/>
          </ac:spMkLst>
        </pc:spChg>
        <pc:spChg chg="add mod">
          <ac:chgData name="SERGIO SPANO'" userId="3abdd0b9-513e-40ac-aad4-56920065037d" providerId="ADAL" clId="{2DCFDF45-1F6B-4A47-892B-C9094FDD5642}" dt="2022-03-21T15:37:46.883" v="4143" actId="1076"/>
          <ac:spMkLst>
            <pc:docMk/>
            <pc:sldMk cId="1591051637" sldId="273"/>
            <ac:spMk id="16" creationId="{9D41F349-E598-4196-9C88-133164A03F5A}"/>
          </ac:spMkLst>
        </pc:spChg>
        <pc:spChg chg="del">
          <ac:chgData name="SERGIO SPANO'" userId="3abdd0b9-513e-40ac-aad4-56920065037d" providerId="ADAL" clId="{2DCFDF45-1F6B-4A47-892B-C9094FDD5642}" dt="2022-03-21T14:40:50.774" v="3785" actId="478"/>
          <ac:spMkLst>
            <pc:docMk/>
            <pc:sldMk cId="1591051637" sldId="273"/>
            <ac:spMk id="17" creationId="{C41ACDC2-66C8-4A6F-BC7E-A46D4E12E26C}"/>
          </ac:spMkLst>
        </pc:spChg>
        <pc:spChg chg="add mod">
          <ac:chgData name="SERGIO SPANO'" userId="3abdd0b9-513e-40ac-aad4-56920065037d" providerId="ADAL" clId="{2DCFDF45-1F6B-4A47-892B-C9094FDD5642}" dt="2022-03-21T15:37:46.883" v="4143" actId="1076"/>
          <ac:spMkLst>
            <pc:docMk/>
            <pc:sldMk cId="1591051637" sldId="273"/>
            <ac:spMk id="19" creationId="{C924851F-E2DC-419A-A0BA-732823F62035}"/>
          </ac:spMkLst>
        </pc:spChg>
        <pc:spChg chg="add mod">
          <ac:chgData name="SERGIO SPANO'" userId="3abdd0b9-513e-40ac-aad4-56920065037d" providerId="ADAL" clId="{2DCFDF45-1F6B-4A47-892B-C9094FDD5642}" dt="2022-03-21T15:36:15.804" v="4096" actId="1076"/>
          <ac:spMkLst>
            <pc:docMk/>
            <pc:sldMk cId="1591051637" sldId="273"/>
            <ac:spMk id="21" creationId="{EF268E31-3B56-4C47-9FEF-F79D4E71E7A0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2" creationId="{E575780B-0471-4A6F-AA79-FA0599DAC15B}"/>
          </ac:spMkLst>
        </pc:spChg>
        <pc:spChg chg="add mod">
          <ac:chgData name="SERGIO SPANO'" userId="3abdd0b9-513e-40ac-aad4-56920065037d" providerId="ADAL" clId="{2DCFDF45-1F6B-4A47-892B-C9094FDD5642}" dt="2022-03-21T15:35:41.702" v="4077" actId="1076"/>
          <ac:spMkLst>
            <pc:docMk/>
            <pc:sldMk cId="1591051637" sldId="273"/>
            <ac:spMk id="23" creationId="{1582EFBC-0E29-426E-A982-F11F68814E13}"/>
          </ac:spMkLst>
        </pc:spChg>
        <pc:spChg chg="add del mod">
          <ac:chgData name="SERGIO SPANO'" userId="3abdd0b9-513e-40ac-aad4-56920065037d" providerId="ADAL" clId="{2DCFDF45-1F6B-4A47-892B-C9094FDD5642}" dt="2022-03-21T15:34:30.037" v="4016" actId="478"/>
          <ac:spMkLst>
            <pc:docMk/>
            <pc:sldMk cId="1591051637" sldId="273"/>
            <ac:spMk id="24" creationId="{97DDC78C-6BC7-4AB6-AA0A-6875AB702887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5" creationId="{8BCEDA91-87F1-4A52-AA23-DA675D8FBE33}"/>
          </ac:spMkLst>
        </pc:spChg>
        <pc:spChg chg="add mod">
          <ac:chgData name="SERGIO SPANO'" userId="3abdd0b9-513e-40ac-aad4-56920065037d" providerId="ADAL" clId="{2DCFDF45-1F6B-4A47-892B-C9094FDD5642}" dt="2022-03-21T15:34:52.866" v="4020" actId="1076"/>
          <ac:spMkLst>
            <pc:docMk/>
            <pc:sldMk cId="1591051637" sldId="273"/>
            <ac:spMk id="26" creationId="{E464D40D-702D-4B9A-8527-31DA34B87088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7" creationId="{A7A854EF-4C5C-4B14-878A-24FAEEC3E1F2}"/>
          </ac:spMkLst>
        </pc:spChg>
        <pc:spChg chg="add mod">
          <ac:chgData name="SERGIO SPANO'" userId="3abdd0b9-513e-40ac-aad4-56920065037d" providerId="ADAL" clId="{2DCFDF45-1F6B-4A47-892B-C9094FDD5642}" dt="2022-03-21T15:36:11.324" v="4093" actId="1076"/>
          <ac:spMkLst>
            <pc:docMk/>
            <pc:sldMk cId="1591051637" sldId="273"/>
            <ac:spMk id="28" creationId="{05773ACD-080C-4F9A-85B3-18D05AB3E2E4}"/>
          </ac:spMkLst>
        </pc:spChg>
        <pc:spChg chg="add mod">
          <ac:chgData name="SERGIO SPANO'" userId="3abdd0b9-513e-40ac-aad4-56920065037d" providerId="ADAL" clId="{2DCFDF45-1F6B-4A47-892B-C9094FDD5642}" dt="2022-03-21T15:36:26.072" v="4099" actId="1076"/>
          <ac:spMkLst>
            <pc:docMk/>
            <pc:sldMk cId="1591051637" sldId="273"/>
            <ac:spMk id="29" creationId="{6A370AB8-01A6-4DFC-9BCC-55B760677326}"/>
          </ac:spMkLst>
        </pc:spChg>
        <pc:spChg chg="add mod">
          <ac:chgData name="SERGIO SPANO'" userId="3abdd0b9-513e-40ac-aad4-56920065037d" providerId="ADAL" clId="{2DCFDF45-1F6B-4A47-892B-C9094FDD5642}" dt="2022-03-21T15:37:39.474" v="4142" actId="1582"/>
          <ac:spMkLst>
            <pc:docMk/>
            <pc:sldMk cId="1591051637" sldId="273"/>
            <ac:spMk id="30" creationId="{AB9679AB-8305-48EA-950B-600A4491B6F5}"/>
          </ac:spMkLst>
        </pc:spChg>
        <pc:picChg chg="del">
          <ac:chgData name="SERGIO SPANO'" userId="3abdd0b9-513e-40ac-aad4-56920065037d" providerId="ADAL" clId="{2DCFDF45-1F6B-4A47-892B-C9094FDD5642}" dt="2022-03-21T14:40:57.863" v="3787" actId="478"/>
          <ac:picMkLst>
            <pc:docMk/>
            <pc:sldMk cId="1591051637" sldId="273"/>
            <ac:picMk id="9" creationId="{38D6BC55-6F65-43A6-8293-8C8636A6B1D1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4" creationId="{2D0DA756-2EA6-49D0-963A-FCE092BF9862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5" creationId="{E1C9679E-6A3C-4C2B-9699-8616B9D34C22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8" creationId="{D814ABC9-2C1C-497F-A899-6519FE3BCA22}"/>
          </ac:picMkLst>
        </pc:picChg>
        <pc:picChg chg="add del mod">
          <ac:chgData name="SERGIO SPANO'" userId="3abdd0b9-513e-40ac-aad4-56920065037d" providerId="ADAL" clId="{2DCFDF45-1F6B-4A47-892B-C9094FDD5642}" dt="2022-03-21T14:42:17.373" v="3796" actId="478"/>
          <ac:picMkLst>
            <pc:docMk/>
            <pc:sldMk cId="1591051637" sldId="273"/>
            <ac:picMk id="20" creationId="{EFCCC8F2-619B-48F9-B783-4543645C228E}"/>
          </ac:picMkLst>
        </pc:picChg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05149232" sldId="274"/>
        </pc:sldMkLst>
        <pc:spChg chg="mod">
          <ac:chgData name="SERGIO SPANO'" userId="3abdd0b9-513e-40ac-aad4-56920065037d" providerId="ADAL" clId="{2DCFDF45-1F6B-4A47-892B-C9094FDD5642}" dt="2022-03-21T15:39:45.553" v="4253" actId="20577"/>
          <ac:spMkLst>
            <pc:docMk/>
            <pc:sldMk cId="305149232" sldId="274"/>
            <ac:spMk id="2" creationId="{44B2BAAC-3029-40C3-BA84-7A306583099E}"/>
          </ac:spMkLst>
        </pc:spChg>
        <pc:spChg chg="mod">
          <ac:chgData name="SERGIO SPANO'" userId="3abdd0b9-513e-40ac-aad4-56920065037d" providerId="ADAL" clId="{2DCFDF45-1F6B-4A47-892B-C9094FDD5642}" dt="2022-03-21T15:39:51.803" v="4281" actId="20577"/>
          <ac:spMkLst>
            <pc:docMk/>
            <pc:sldMk cId="305149232" sldId="274"/>
            <ac:spMk id="3" creationId="{E5CF1083-8DC4-4C52-B594-2650F4EA96A2}"/>
          </ac:spMkLst>
        </pc:sp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677888286" sldId="275"/>
        </pc:sldMkLst>
        <pc:spChg chg="del mod">
          <ac:chgData name="SERGIO SPANO'" userId="3abdd0b9-513e-40ac-aad4-56920065037d" providerId="ADAL" clId="{2DCFDF45-1F6B-4A47-892B-C9094FDD5642}" dt="2022-03-29T15:04:32.289" v="6944" actId="478"/>
          <ac:spMkLst>
            <pc:docMk/>
            <pc:sldMk cId="3677888286" sldId="275"/>
            <ac:spMk id="2" creationId="{2AF05FAE-1F5E-4229-863D-BC8C40B76B2C}"/>
          </ac:spMkLst>
        </pc:spChg>
        <pc:spChg chg="del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5:41:07.690" v="4297" actId="20577"/>
          <ac:spMkLst>
            <pc:docMk/>
            <pc:sldMk cId="3677888286" sldId="275"/>
            <ac:spMk id="6" creationId="{E2361788-5213-43DE-9496-4619BF0380E1}"/>
          </ac:spMkLst>
        </pc:spChg>
        <pc:spChg chg="add del mod">
          <ac:chgData name="SERGIO SPANO'" userId="3abdd0b9-513e-40ac-aad4-56920065037d" providerId="ADAL" clId="{2DCFDF45-1F6B-4A47-892B-C9094FDD5642}" dt="2022-03-29T15:04:34.446" v="6946" actId="478"/>
          <ac:spMkLst>
            <pc:docMk/>
            <pc:sldMk cId="3677888286" sldId="275"/>
            <ac:spMk id="7" creationId="{1715EB49-554D-4C50-A6A5-F2254596721A}"/>
          </ac:spMkLst>
        </pc:spChg>
        <pc:spChg chg="del mod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9" creationId="{311F3CF8-5597-423B-BEE2-964DB73C49C7}"/>
          </ac:spMkLst>
        </pc:spChg>
        <pc:spChg chg="add del mod">
          <ac:chgData name="SERGIO SPANO'" userId="3abdd0b9-513e-40ac-aad4-56920065037d" providerId="ADAL" clId="{2DCFDF45-1F6B-4A47-892B-C9094FDD5642}" dt="2022-03-29T15:04:57.655" v="6971" actId="478"/>
          <ac:spMkLst>
            <pc:docMk/>
            <pc:sldMk cId="3677888286" sldId="275"/>
            <ac:spMk id="10" creationId="{9B5CFF2C-4438-4760-911F-B83D106B30DF}"/>
          </ac:spMkLst>
        </pc:spChg>
        <pc:spChg chg="add del mod">
          <ac:chgData name="SERGIO SPANO'" userId="3abdd0b9-513e-40ac-aad4-56920065037d" providerId="ADAL" clId="{2DCFDF45-1F6B-4A47-892B-C9094FDD5642}" dt="2022-03-21T15:44:45.234" v="4318" actId="478"/>
          <ac:spMkLst>
            <pc:docMk/>
            <pc:sldMk cId="3677888286" sldId="275"/>
            <ac:spMk id="12" creationId="{06781699-9892-4857-A6FC-9FEBDE46D265}"/>
          </ac:spMkLst>
        </pc:spChg>
        <pc:spChg chg="add mod">
          <ac:chgData name="SERGIO SPANO'" userId="3abdd0b9-513e-40ac-aad4-56920065037d" providerId="ADAL" clId="{2DCFDF45-1F6B-4A47-892B-C9094FDD5642}" dt="2022-03-29T15:04:41.461" v="6970" actId="1036"/>
          <ac:spMkLst>
            <pc:docMk/>
            <pc:sldMk cId="3677888286" sldId="275"/>
            <ac:spMk id="13" creationId="{0737B4B0-D8D1-4DD6-B372-01BA18F20DC8}"/>
          </ac:spMkLst>
        </pc:spChg>
        <pc:spChg chg="mod">
          <ac:chgData name="SERGIO SPANO'" userId="3abdd0b9-513e-40ac-aad4-56920065037d" providerId="ADAL" clId="{2DCFDF45-1F6B-4A47-892B-C9094FDD5642}" dt="2022-03-21T15:45:08.783" v="4325" actId="1076"/>
          <ac:spMkLst>
            <pc:docMk/>
            <pc:sldMk cId="3677888286" sldId="275"/>
            <ac:spMk id="16" creationId="{3207DF9E-A93D-4C60-B435-2296542828C2}"/>
          </ac:spMkLst>
        </pc:spChg>
        <pc:grpChg chg="add mod">
          <ac:chgData name="SERGIO SPANO'" userId="3abdd0b9-513e-40ac-aad4-56920065037d" providerId="ADAL" clId="{2DCFDF45-1F6B-4A47-892B-C9094FDD5642}" dt="2022-03-29T15:04:41.461" v="6970" actId="1036"/>
          <ac:grpSpMkLst>
            <pc:docMk/>
            <pc:sldMk cId="3677888286" sldId="275"/>
            <ac:grpSpMk id="14" creationId="{3D2DEFD0-6F4B-4177-953A-6ECC4B3D1596}"/>
          </ac:grpSpMkLst>
        </pc:grpChg>
        <pc:picChg chg="del">
          <ac:chgData name="SERGIO SPANO'" userId="3abdd0b9-513e-40ac-aad4-56920065037d" providerId="ADAL" clId="{2DCFDF45-1F6B-4A47-892B-C9094FDD5642}" dt="2022-03-21T15:43:37.285" v="4317" actId="478"/>
          <ac:picMkLst>
            <pc:docMk/>
            <pc:sldMk cId="3677888286" sldId="275"/>
            <ac:picMk id="8" creationId="{6576A877-5B15-4441-83CA-88438AD19930}"/>
          </ac:picMkLst>
        </pc:picChg>
        <pc:picChg chg="del">
          <ac:chgData name="SERGIO SPANO'" userId="3abdd0b9-513e-40ac-aad4-56920065037d" providerId="ADAL" clId="{2DCFDF45-1F6B-4A47-892B-C9094FDD5642}" dt="2022-03-21T15:43:37.285" v="4317" actId="478"/>
          <ac:picMkLst>
            <pc:docMk/>
            <pc:sldMk cId="3677888286" sldId="275"/>
            <ac:picMk id="10" creationId="{8A9349AF-ED29-4317-BFEC-CC36D730E15E}"/>
          </ac:picMkLst>
        </pc:picChg>
        <pc:picChg chg="mod">
          <ac:chgData name="SERGIO SPANO'" userId="3abdd0b9-513e-40ac-aad4-56920065037d" providerId="ADAL" clId="{2DCFDF45-1F6B-4A47-892B-C9094FDD5642}" dt="2022-03-21T15:44:45.566" v="4319"/>
          <ac:picMkLst>
            <pc:docMk/>
            <pc:sldMk cId="3677888286" sldId="275"/>
            <ac:picMk id="15" creationId="{91043C62-B1F5-4072-84DC-5669C1073EC3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4001204634" sldId="276"/>
        </pc:sldMkLst>
        <pc:spChg chg="add del mod">
          <ac:chgData name="SERGIO SPANO'" userId="3abdd0b9-513e-40ac-aad4-56920065037d" providerId="ADAL" clId="{2DCFDF45-1F6B-4A47-892B-C9094FDD5642}" dt="2022-03-21T15:44:59.697" v="4322" actId="478"/>
          <ac:spMkLst>
            <pc:docMk/>
            <pc:sldMk cId="4001204634" sldId="276"/>
            <ac:spMk id="7" creationId="{CEE97141-4F2E-4CC1-BFC8-055C347D6552}"/>
          </ac:spMkLst>
        </pc:spChg>
        <pc:spChg chg="add 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12" creationId="{F228EDD8-5446-46AA-BC73-3569540B1E52}"/>
          </ac:spMkLst>
        </pc:spChg>
        <pc:spChg chg="del">
          <ac:chgData name="SERGIO SPANO'" userId="3abdd0b9-513e-40ac-aad4-56920065037d" providerId="ADAL" clId="{2DCFDF45-1F6B-4A47-892B-C9094FDD5642}" dt="2022-03-21T15:44:58.001" v="4321" actId="478"/>
          <ac:spMkLst>
            <pc:docMk/>
            <pc:sldMk cId="4001204634" sldId="276"/>
            <ac:spMk id="13" creationId="{0737B4B0-D8D1-4DD6-B372-01BA18F20DC8}"/>
          </ac:spMkLst>
        </pc:spChg>
        <pc:spChg chg="add mod">
          <ac:chgData name="SERGIO SPANO'" userId="3abdd0b9-513e-40ac-aad4-56920065037d" providerId="ADAL" clId="{2DCFDF45-1F6B-4A47-892B-C9094FDD5642}" dt="2022-03-21T15:59:22.168" v="4554"/>
          <ac:spMkLst>
            <pc:docMk/>
            <pc:sldMk cId="4001204634" sldId="276"/>
            <ac:spMk id="14" creationId="{692A5E35-22FF-4077-A5FD-A096409F7167}"/>
          </ac:spMkLst>
        </pc:spChg>
        <pc:spChg chg="mod">
          <ac:chgData name="SERGIO SPANO'" userId="3abdd0b9-513e-40ac-aad4-56920065037d" providerId="ADAL" clId="{2DCFDF45-1F6B-4A47-892B-C9094FDD5642}" dt="2022-03-21T15:45:38.001" v="4333" actId="1076"/>
          <ac:spMkLst>
            <pc:docMk/>
            <pc:sldMk cId="4001204634" sldId="276"/>
            <ac:spMk id="19" creationId="{DC54CC5F-C1F0-4F88-A0CC-41E3B5CE87DA}"/>
          </ac:spMkLst>
        </pc:spChg>
        <pc:spChg chg="add 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0" creationId="{0A601635-D1E1-45E3-AB9E-CAD440C44B6D}"/>
          </ac:spMkLst>
        </pc:spChg>
        <pc:spChg chg="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2" creationId="{F640AB68-A70B-4017-9591-0870F3790C78}"/>
          </ac:spMkLst>
        </pc:spChg>
        <pc:spChg chg="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3" creationId="{4159F88F-8C10-4E31-A71E-68075F83A014}"/>
          </ac:spMkLst>
        </pc:spChg>
        <pc:grpChg chg="del">
          <ac:chgData name="SERGIO SPANO'" userId="3abdd0b9-513e-40ac-aad4-56920065037d" providerId="ADAL" clId="{2DCFDF45-1F6B-4A47-892B-C9094FDD5642}" dt="2022-03-21T15:45:00.921" v="4323" actId="478"/>
          <ac:grpSpMkLst>
            <pc:docMk/>
            <pc:sldMk cId="4001204634" sldId="276"/>
            <ac:grpSpMk id="14" creationId="{3D2DEFD0-6F4B-4177-953A-6ECC4B3D1596}"/>
          </ac:grpSpMkLst>
        </pc:grpChg>
        <pc:grpChg chg="add mod">
          <ac:chgData name="SERGIO SPANO'" userId="3abdd0b9-513e-40ac-aad4-56920065037d" providerId="ADAL" clId="{2DCFDF45-1F6B-4A47-892B-C9094FDD5642}" dt="2022-03-21T15:45:38.001" v="4333" actId="1076"/>
          <ac:grpSpMkLst>
            <pc:docMk/>
            <pc:sldMk cId="4001204634" sldId="276"/>
            <ac:grpSpMk id="17" creationId="{431971E2-20D1-4FB5-A5BE-FA1274C41141}"/>
          </ac:grpSpMkLst>
        </pc:grpChg>
        <pc:grpChg chg="add mod">
          <ac:chgData name="SERGIO SPANO'" userId="3abdd0b9-513e-40ac-aad4-56920065037d" providerId="ADAL" clId="{2DCFDF45-1F6B-4A47-892B-C9094FDD5642}" dt="2022-03-21T15:45:20.160" v="4327"/>
          <ac:grpSpMkLst>
            <pc:docMk/>
            <pc:sldMk cId="4001204634" sldId="276"/>
            <ac:grpSpMk id="21" creationId="{D1CAFF60-824E-4DD2-84FB-902B24F32443}"/>
          </ac:grpSpMkLst>
        </pc:grpChg>
        <pc:picChg chg="mod">
          <ac:chgData name="SERGIO SPANO'" userId="3abdd0b9-513e-40ac-aad4-56920065037d" providerId="ADAL" clId="{2DCFDF45-1F6B-4A47-892B-C9094FDD5642}" dt="2022-03-21T15:45:38.001" v="4333" actId="1076"/>
          <ac:picMkLst>
            <pc:docMk/>
            <pc:sldMk cId="4001204634" sldId="276"/>
            <ac:picMk id="18" creationId="{B6356672-E21C-4FAE-9A1A-261C7F2C54F6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143984764" sldId="277"/>
        </pc:sldMkLst>
        <pc:spChg chg="add del mod">
          <ac:chgData name="SERGIO SPANO'" userId="3abdd0b9-513e-40ac-aad4-56920065037d" providerId="ADAL" clId="{2DCFDF45-1F6B-4A47-892B-C9094FDD5642}" dt="2022-03-21T15:45:51.047" v="4336" actId="478"/>
          <ac:spMkLst>
            <pc:docMk/>
            <pc:sldMk cId="3143984764" sldId="277"/>
            <ac:spMk id="7" creationId="{60096A3E-996B-4AF4-9F7D-5DD29D01B605}"/>
          </ac:spMkLst>
        </pc:spChg>
        <pc:spChg chg="add mod">
          <ac:chgData name="SERGIO SPANO'" userId="3abdd0b9-513e-40ac-aad4-56920065037d" providerId="ADAL" clId="{2DCFDF45-1F6B-4A47-892B-C9094FDD5642}" dt="2022-03-21T15:59:23.329" v="4555"/>
          <ac:spMkLst>
            <pc:docMk/>
            <pc:sldMk cId="3143984764" sldId="277"/>
            <ac:spMk id="11" creationId="{B8C7FC8C-B2EE-43E7-8138-1C73B3C94736}"/>
          </ac:spMkLst>
        </pc:spChg>
        <pc:spChg chg="del">
          <ac:chgData name="SERGIO SPANO'" userId="3abdd0b9-513e-40ac-aad4-56920065037d" providerId="ADAL" clId="{2DCFDF45-1F6B-4A47-892B-C9094FDD5642}" dt="2022-03-21T15:45:48.454" v="4335" actId="478"/>
          <ac:spMkLst>
            <pc:docMk/>
            <pc:sldMk cId="3143984764" sldId="277"/>
            <ac:spMk id="12" creationId="{F228EDD8-5446-46AA-BC73-3569540B1E52}"/>
          </ac:spMkLst>
        </pc:spChg>
        <pc:spChg chg="del mod">
          <ac:chgData name="SERGIO SPANO'" userId="3abdd0b9-513e-40ac-aad4-56920065037d" providerId="ADAL" clId="{2DCFDF45-1F6B-4A47-892B-C9094FDD5642}" dt="2022-03-21T15:45:52.469" v="4339" actId="478"/>
          <ac:spMkLst>
            <pc:docMk/>
            <pc:sldMk cId="3143984764" sldId="277"/>
            <ac:spMk id="20" creationId="{0A601635-D1E1-45E3-AB9E-CAD440C44B6D}"/>
          </ac:spMkLst>
        </pc:spChg>
        <pc:spChg chg="add mod">
          <ac:chgData name="SERGIO SPANO'" userId="3abdd0b9-513e-40ac-aad4-56920065037d" providerId="ADAL" clId="{2DCFDF45-1F6B-4A47-892B-C9094FDD5642}" dt="2022-03-22T09:05:17.290" v="4650" actId="20577"/>
          <ac:spMkLst>
            <pc:docMk/>
            <pc:sldMk cId="3143984764" sldId="277"/>
            <ac:spMk id="25" creationId="{D3964213-A370-4348-8A22-590F9020016F}"/>
          </ac:spMkLst>
        </pc:spChg>
        <pc:spChg chg="add mod">
          <ac:chgData name="SERGIO SPANO'" userId="3abdd0b9-513e-40ac-aad4-56920065037d" providerId="ADAL" clId="{2DCFDF45-1F6B-4A47-892B-C9094FDD5642}" dt="2022-03-21T15:51:05.166" v="4433" actId="6549"/>
          <ac:spMkLst>
            <pc:docMk/>
            <pc:sldMk cId="3143984764" sldId="277"/>
            <ac:spMk id="26" creationId="{9970E323-8D4C-4DCD-A50E-4A20C17EB772}"/>
          </ac:spMkLst>
        </pc:spChg>
        <pc:spChg chg="add mod">
          <ac:chgData name="SERGIO SPANO'" userId="3abdd0b9-513e-40ac-aad4-56920065037d" providerId="ADAL" clId="{2DCFDF45-1F6B-4A47-892B-C9094FDD5642}" dt="2022-03-21T15:50:33.837" v="4426" actId="1076"/>
          <ac:spMkLst>
            <pc:docMk/>
            <pc:sldMk cId="3143984764" sldId="277"/>
            <ac:spMk id="27" creationId="{DD0DC279-3FFE-47D2-B887-2639A2609346}"/>
          </ac:spMkLst>
        </pc:spChg>
        <pc:grpChg chg="del">
          <ac:chgData name="SERGIO SPANO'" userId="3abdd0b9-513e-40ac-aad4-56920065037d" providerId="ADAL" clId="{2DCFDF45-1F6B-4A47-892B-C9094FDD5642}" dt="2022-03-21T15:45:51.542" v="4337" actId="478"/>
          <ac:grpSpMkLst>
            <pc:docMk/>
            <pc:sldMk cId="3143984764" sldId="277"/>
            <ac:grpSpMk id="17" creationId="{431971E2-20D1-4FB5-A5BE-FA1274C41141}"/>
          </ac:grpSpMkLst>
        </pc:grpChg>
        <pc:grpChg chg="del">
          <ac:chgData name="SERGIO SPANO'" userId="3abdd0b9-513e-40ac-aad4-56920065037d" providerId="ADAL" clId="{2DCFDF45-1F6B-4A47-892B-C9094FDD5642}" dt="2022-03-21T15:45:53.575" v="4340" actId="478"/>
          <ac:grpSpMkLst>
            <pc:docMk/>
            <pc:sldMk cId="3143984764" sldId="277"/>
            <ac:grpSpMk id="21" creationId="{D1CAFF60-824E-4DD2-84FB-902B24F32443}"/>
          </ac:grpSpMkLst>
        </pc:grpChg>
        <pc:picChg chg="add mod">
          <ac:chgData name="SERGIO SPANO'" userId="3abdd0b9-513e-40ac-aad4-56920065037d" providerId="ADAL" clId="{2DCFDF45-1F6B-4A47-892B-C9094FDD5642}" dt="2022-03-21T15:45:58.779" v="4342" actId="1076"/>
          <ac:picMkLst>
            <pc:docMk/>
            <pc:sldMk cId="3143984764" sldId="277"/>
            <ac:picMk id="16" creationId="{3F3E1BE7-5B3F-4B00-BE19-1D517F7CD225}"/>
          </ac:picMkLst>
        </pc:picChg>
        <pc:picChg chg="add mod">
          <ac:chgData name="SERGIO SPANO'" userId="3abdd0b9-513e-40ac-aad4-56920065037d" providerId="ADAL" clId="{2DCFDF45-1F6B-4A47-892B-C9094FDD5642}" dt="2022-03-21T15:50:34.749" v="4427" actId="1076"/>
          <ac:picMkLst>
            <pc:docMk/>
            <pc:sldMk cId="3143984764" sldId="277"/>
            <ac:picMk id="24" creationId="{27BDE9E3-44EE-47A6-902F-7ECB3FD702FB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28687951" sldId="278"/>
        </pc:sldMkLst>
        <pc:spChg chg="add mod">
          <ac:chgData name="SERGIO SPANO'" userId="3abdd0b9-513e-40ac-aad4-56920065037d" providerId="ADAL" clId="{2DCFDF45-1F6B-4A47-892B-C9094FDD5642}" dt="2022-03-21T16:03:39.372" v="4646" actId="1035"/>
          <ac:spMkLst>
            <pc:docMk/>
            <pc:sldMk cId="128687951" sldId="278"/>
            <ac:spMk id="13" creationId="{5AB491D4-2421-463E-AF7A-93CAA72583AC}"/>
          </ac:spMkLst>
        </pc:spChg>
        <pc:spChg chg="add mod">
          <ac:chgData name="SERGIO SPANO'" userId="3abdd0b9-513e-40ac-aad4-56920065037d" providerId="ADAL" clId="{2DCFDF45-1F6B-4A47-892B-C9094FDD5642}" dt="2022-03-22T10:34:09.434" v="6732" actId="207"/>
          <ac:spMkLst>
            <pc:docMk/>
            <pc:sldMk cId="128687951" sldId="278"/>
            <ac:spMk id="14" creationId="{286D7161-DF69-49A6-86D4-683CE3C154C6}"/>
          </ac:spMkLst>
        </pc:spChg>
        <pc:spChg chg="add mod">
          <ac:chgData name="SERGIO SPANO'" userId="3abdd0b9-513e-40ac-aad4-56920065037d" providerId="ADAL" clId="{2DCFDF45-1F6B-4A47-892B-C9094FDD5642}" dt="2022-03-21T15:59:23.952" v="4556"/>
          <ac:spMkLst>
            <pc:docMk/>
            <pc:sldMk cId="128687951" sldId="278"/>
            <ac:spMk id="15" creationId="{741FA5E8-9712-4046-B86A-9BA1B33A76EC}"/>
          </ac:spMkLst>
        </pc:spChg>
        <pc:spChg chg="add mod">
          <ac:chgData name="SERGIO SPANO'" userId="3abdd0b9-513e-40ac-aad4-56920065037d" providerId="ADAL" clId="{2DCFDF45-1F6B-4A47-892B-C9094FDD5642}" dt="2022-03-21T16:02:22.048" v="4624" actId="1076"/>
          <ac:spMkLst>
            <pc:docMk/>
            <pc:sldMk cId="128687951" sldId="278"/>
            <ac:spMk id="19" creationId="{14358FEA-7F6C-4A6C-AA91-A36091722F3A}"/>
          </ac:spMkLst>
        </pc:spChg>
        <pc:spChg chg="add mod">
          <ac:chgData name="SERGIO SPANO'" userId="3abdd0b9-513e-40ac-aad4-56920065037d" providerId="ADAL" clId="{2DCFDF45-1F6B-4A47-892B-C9094FDD5642}" dt="2022-03-21T16:03:31.622" v="4638" actId="1076"/>
          <ac:spMkLst>
            <pc:docMk/>
            <pc:sldMk cId="128687951" sldId="278"/>
            <ac:spMk id="21" creationId="{7182BA01-172C-4A98-AD1C-E03381ED7865}"/>
          </ac:spMkLst>
        </pc:spChg>
        <pc:spChg chg="del">
          <ac:chgData name="SERGIO SPANO'" userId="3abdd0b9-513e-40ac-aad4-56920065037d" providerId="ADAL" clId="{2DCFDF45-1F6B-4A47-892B-C9094FDD5642}" dt="2022-03-21T15:57:12.445" v="4437" actId="478"/>
          <ac:spMkLst>
            <pc:docMk/>
            <pc:sldMk cId="128687951" sldId="278"/>
            <ac:spMk id="25" creationId="{D3964213-A370-4348-8A22-590F9020016F}"/>
          </ac:spMkLst>
        </pc:spChg>
        <pc:spChg chg="del">
          <ac:chgData name="SERGIO SPANO'" userId="3abdd0b9-513e-40ac-aad4-56920065037d" providerId="ADAL" clId="{2DCFDF45-1F6B-4A47-892B-C9094FDD5642}" dt="2022-03-21T15:57:12.445" v="4437" actId="478"/>
          <ac:spMkLst>
            <pc:docMk/>
            <pc:sldMk cId="128687951" sldId="278"/>
            <ac:spMk id="26" creationId="{9970E323-8D4C-4DCD-A50E-4A20C17EB772}"/>
          </ac:spMkLst>
        </pc:spChg>
        <pc:spChg chg="del">
          <ac:chgData name="SERGIO SPANO'" userId="3abdd0b9-513e-40ac-aad4-56920065037d" providerId="ADAL" clId="{2DCFDF45-1F6B-4A47-892B-C9094FDD5642}" dt="2022-03-21T15:57:13.149" v="4438" actId="478"/>
          <ac:spMkLst>
            <pc:docMk/>
            <pc:sldMk cId="128687951" sldId="278"/>
            <ac:spMk id="27" creationId="{DD0DC279-3FFE-47D2-B887-2639A2609346}"/>
          </ac:spMkLst>
        </pc:spChg>
        <pc:picChg chg="add mod">
          <ac:chgData name="SERGIO SPANO'" userId="3abdd0b9-513e-40ac-aad4-56920065037d" providerId="ADAL" clId="{2DCFDF45-1F6B-4A47-892B-C9094FDD5642}" dt="2022-03-21T16:03:39.372" v="4646" actId="1035"/>
          <ac:picMkLst>
            <pc:docMk/>
            <pc:sldMk cId="128687951" sldId="278"/>
            <ac:picMk id="11" creationId="{E48C769E-B577-4392-B6D5-FBEEFA72BFC1}"/>
          </ac:picMkLst>
        </pc:picChg>
        <pc:picChg chg="add mod">
          <ac:chgData name="SERGIO SPANO'" userId="3abdd0b9-513e-40ac-aad4-56920065037d" providerId="ADAL" clId="{2DCFDF45-1F6B-4A47-892B-C9094FDD5642}" dt="2022-03-21T16:03:39.372" v="4646" actId="1035"/>
          <ac:picMkLst>
            <pc:docMk/>
            <pc:sldMk cId="128687951" sldId="278"/>
            <ac:picMk id="12" creationId="{9B4BA5EB-2993-48D2-B45C-37C3252EFD1B}"/>
          </ac:picMkLst>
        </pc:picChg>
        <pc:picChg chg="del">
          <ac:chgData name="SERGIO SPANO'" userId="3abdd0b9-513e-40ac-aad4-56920065037d" providerId="ADAL" clId="{2DCFDF45-1F6B-4A47-892B-C9094FDD5642}" dt="2022-03-21T15:57:10.637" v="4435" actId="478"/>
          <ac:picMkLst>
            <pc:docMk/>
            <pc:sldMk cId="128687951" sldId="278"/>
            <ac:picMk id="16" creationId="{3F3E1BE7-5B3F-4B00-BE19-1D517F7CD225}"/>
          </ac:picMkLst>
        </pc:picChg>
        <pc:picChg chg="del">
          <ac:chgData name="SERGIO SPANO'" userId="3abdd0b9-513e-40ac-aad4-56920065037d" providerId="ADAL" clId="{2DCFDF45-1F6B-4A47-892B-C9094FDD5642}" dt="2022-03-21T15:57:10.992" v="4436" actId="478"/>
          <ac:picMkLst>
            <pc:docMk/>
            <pc:sldMk cId="128687951" sldId="278"/>
            <ac:picMk id="24" creationId="{27BDE9E3-44EE-47A6-902F-7ECB3FD702FB}"/>
          </ac:picMkLst>
        </pc:picChg>
        <pc:picChg chg="add del mod">
          <ac:chgData name="SERGIO SPANO'" userId="3abdd0b9-513e-40ac-aad4-56920065037d" providerId="ADAL" clId="{2DCFDF45-1F6B-4A47-892B-C9094FDD5642}" dt="2022-03-21T16:00:47.166" v="4563" actId="478"/>
          <ac:picMkLst>
            <pc:docMk/>
            <pc:sldMk cId="128687951" sldId="278"/>
            <ac:picMk id="1026" creationId="{82035520-E326-41D1-850B-26077114580A}"/>
          </ac:picMkLst>
        </pc:picChg>
        <pc:picChg chg="add mod">
          <ac:chgData name="SERGIO SPANO'" userId="3abdd0b9-513e-40ac-aad4-56920065037d" providerId="ADAL" clId="{2DCFDF45-1F6B-4A47-892B-C9094FDD5642}" dt="2022-03-21T16:02:26.502" v="4627" actId="1076"/>
          <ac:picMkLst>
            <pc:docMk/>
            <pc:sldMk cId="128687951" sldId="278"/>
            <ac:picMk id="1028" creationId="{369F4586-A5EB-4416-8345-BF672B9BE833}"/>
          </ac:picMkLst>
        </pc:picChg>
        <pc:picChg chg="add mod">
          <ac:chgData name="SERGIO SPANO'" userId="3abdd0b9-513e-40ac-aad4-56920065037d" providerId="ADAL" clId="{2DCFDF45-1F6B-4A47-892B-C9094FDD5642}" dt="2022-03-21T16:02:24.488" v="4626" actId="1076"/>
          <ac:picMkLst>
            <pc:docMk/>
            <pc:sldMk cId="128687951" sldId="278"/>
            <ac:picMk id="1030" creationId="{DB2F0F3E-3431-48E2-A0FE-76D990B2E69A}"/>
          </ac:picMkLst>
        </pc:pic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853571047" sldId="279"/>
        </pc:sldMkLst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2" creationId="{2AF05FAE-1F5E-4229-863D-BC8C40B76B2C}"/>
          </ac:spMkLst>
        </pc:spChg>
        <pc:spChg chg="add mod ord">
          <ac:chgData name="SERGIO SPANO'" userId="3abdd0b9-513e-40ac-aad4-56920065037d" providerId="ADAL" clId="{2DCFDF45-1F6B-4A47-892B-C9094FDD5642}" dt="2022-03-22T09:42:05.922" v="5218" actId="20577"/>
          <ac:spMkLst>
            <pc:docMk/>
            <pc:sldMk cId="3853571047" sldId="279"/>
            <ac:spMk id="3" creationId="{C555F03E-A0BB-4F7F-876E-E3229C24E868}"/>
          </ac:spMkLst>
        </pc:spChg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5" creationId="{E5BCDBC7-8058-43A8-8293-39778DA77FC9}"/>
          </ac:spMkLst>
        </pc:spChg>
        <pc:spChg chg="del mod">
          <ac:chgData name="SERGIO SPANO'" userId="3abdd0b9-513e-40ac-aad4-56920065037d" providerId="ADAL" clId="{2DCFDF45-1F6B-4A47-892B-C9094FDD5642}" dt="2022-03-22T09:09:58.024" v="4677" actId="478"/>
          <ac:spMkLst>
            <pc:docMk/>
            <pc:sldMk cId="3853571047" sldId="279"/>
            <ac:spMk id="13" creationId="{5AB491D4-2421-463E-AF7A-93CAA72583AC}"/>
          </ac:spMkLst>
        </pc:spChg>
        <pc:spChg chg="del mod">
          <ac:chgData name="SERGIO SPANO'" userId="3abdd0b9-513e-40ac-aad4-56920065037d" providerId="ADAL" clId="{2DCFDF45-1F6B-4A47-892B-C9094FDD5642}" dt="2022-03-22T09:10:01.437" v="4681" actId="478"/>
          <ac:spMkLst>
            <pc:docMk/>
            <pc:sldMk cId="3853571047" sldId="279"/>
            <ac:spMk id="14" creationId="{286D7161-DF69-49A6-86D4-683CE3C154C6}"/>
          </ac:spMkLst>
        </pc:spChg>
        <pc:spChg chg="mod">
          <ac:chgData name="SERGIO SPANO'" userId="3abdd0b9-513e-40ac-aad4-56920065037d" providerId="ADAL" clId="{2DCFDF45-1F6B-4A47-892B-C9094FDD5642}" dt="2022-03-22T09:09:50.272" v="4673" actId="20577"/>
          <ac:spMkLst>
            <pc:docMk/>
            <pc:sldMk cId="3853571047" sldId="279"/>
            <ac:spMk id="15" creationId="{741FA5E8-9712-4046-B86A-9BA1B33A76EC}"/>
          </ac:spMkLst>
        </pc:spChg>
        <pc:spChg chg="add mod">
          <ac:chgData name="SERGIO SPANO'" userId="3abdd0b9-513e-40ac-aad4-56920065037d" providerId="ADAL" clId="{2DCFDF45-1F6B-4A47-892B-C9094FDD5642}" dt="2022-03-22T09:42:11.391" v="5220" actId="1076"/>
          <ac:spMkLst>
            <pc:docMk/>
            <pc:sldMk cId="3853571047" sldId="279"/>
            <ac:spMk id="18" creationId="{015038D2-88DA-4ACD-826F-04D0F5D8D3C5}"/>
          </ac:spMkLst>
        </pc:spChg>
        <pc:spChg chg="del">
          <ac:chgData name="SERGIO SPANO'" userId="3abdd0b9-513e-40ac-aad4-56920065037d" providerId="ADAL" clId="{2DCFDF45-1F6B-4A47-892B-C9094FDD5642}" dt="2022-03-22T09:10:02.800" v="4682" actId="478"/>
          <ac:spMkLst>
            <pc:docMk/>
            <pc:sldMk cId="3853571047" sldId="279"/>
            <ac:spMk id="19" creationId="{14358FEA-7F6C-4A6C-AA91-A36091722F3A}"/>
          </ac:spMkLst>
        </pc:spChg>
        <pc:spChg chg="del">
          <ac:chgData name="SERGIO SPANO'" userId="3abdd0b9-513e-40ac-aad4-56920065037d" providerId="ADAL" clId="{2DCFDF45-1F6B-4A47-892B-C9094FDD5642}" dt="2022-03-22T09:10:03.622" v="4683" actId="478"/>
          <ac:spMkLst>
            <pc:docMk/>
            <pc:sldMk cId="3853571047" sldId="279"/>
            <ac:spMk id="21" creationId="{7182BA01-172C-4A98-AD1C-E03381ED7865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2" creationId="{4221193B-5F6C-4818-9EF9-FE729456C6C5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3" creationId="{D6BBD973-D9B3-46AD-971B-ABACB1F537F1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5" creationId="{91A573F1-FDE2-46B6-B0C7-2567178F6DFE}"/>
          </ac:spMkLst>
        </pc:spChg>
        <pc:spChg chg="add mod">
          <ac:chgData name="SERGIO SPANO'" userId="3abdd0b9-513e-40ac-aad4-56920065037d" providerId="ADAL" clId="{2DCFDF45-1F6B-4A47-892B-C9094FDD5642}" dt="2022-03-22T09:19:27.627" v="4816" actId="1036"/>
          <ac:spMkLst>
            <pc:docMk/>
            <pc:sldMk cId="3853571047" sldId="279"/>
            <ac:spMk id="27" creationId="{D8FF50C2-59AB-4BE6-AFA4-7985B6BBEB03}"/>
          </ac:spMkLst>
        </pc:spChg>
        <pc:spChg chg="add mod">
          <ac:chgData name="SERGIO SPANO'" userId="3abdd0b9-513e-40ac-aad4-56920065037d" providerId="ADAL" clId="{2DCFDF45-1F6B-4A47-892B-C9094FDD5642}" dt="2022-03-22T09:42:14.282" v="5221" actId="1076"/>
          <ac:spMkLst>
            <pc:docMk/>
            <pc:sldMk cId="3853571047" sldId="279"/>
            <ac:spMk id="28" creationId="{C15FB347-C3D1-41B7-8695-396B40AAE73C}"/>
          </ac:spMkLst>
        </pc:spChg>
        <pc:spChg chg="add del mod">
          <ac:chgData name="SERGIO SPANO'" userId="3abdd0b9-513e-40ac-aad4-56920065037d" providerId="ADAL" clId="{2DCFDF45-1F6B-4A47-892B-C9094FDD5642}" dt="2022-03-22T09:38:02.566" v="4927" actId="478"/>
          <ac:spMkLst>
            <pc:docMk/>
            <pc:sldMk cId="3853571047" sldId="279"/>
            <ac:spMk id="33" creationId="{5683200A-9435-4625-ACC8-49ED1D413AC8}"/>
          </ac:spMkLst>
        </pc:spChg>
        <pc:spChg chg="add del">
          <ac:chgData name="SERGIO SPANO'" userId="3abdd0b9-513e-40ac-aad4-56920065037d" providerId="ADAL" clId="{2DCFDF45-1F6B-4A47-892B-C9094FDD5642}" dt="2022-03-22T09:38:13.658" v="4930" actId="22"/>
          <ac:spMkLst>
            <pc:docMk/>
            <pc:sldMk cId="3853571047" sldId="279"/>
            <ac:spMk id="35" creationId="{26112EBC-D787-4A8D-ADF9-4CA525161BA5}"/>
          </ac:spMkLst>
        </pc:spChg>
        <pc:spChg chg="add mod">
          <ac:chgData name="SERGIO SPANO'" userId="3abdd0b9-513e-40ac-aad4-56920065037d" providerId="ADAL" clId="{2DCFDF45-1F6B-4A47-892B-C9094FDD5642}" dt="2022-03-22T09:39:15.944" v="5086" actId="1076"/>
          <ac:spMkLst>
            <pc:docMk/>
            <pc:sldMk cId="3853571047" sldId="279"/>
            <ac:spMk id="36" creationId="{B88FA66B-78A5-4440-AFCA-A88FC01570DE}"/>
          </ac:spMkLst>
        </pc:spChg>
        <pc:grpChg chg="add mod">
          <ac:chgData name="SERGIO SPANO'" userId="3abdd0b9-513e-40ac-aad4-56920065037d" providerId="ADAL" clId="{2DCFDF45-1F6B-4A47-892B-C9094FDD5642}" dt="2022-03-22T09:36:53.402" v="4886" actId="1076"/>
          <ac:grpSpMkLst>
            <pc:docMk/>
            <pc:sldMk cId="3853571047" sldId="279"/>
            <ac:grpSpMk id="17" creationId="{2B7FE361-4690-4098-92FB-53852E6387A2}"/>
          </ac:grpSpMkLst>
        </pc:grpChg>
        <pc:picChg chg="add mod">
          <ac:chgData name="SERGIO SPANO'" userId="3abdd0b9-513e-40ac-aad4-56920065037d" providerId="ADAL" clId="{2DCFDF45-1F6B-4A47-892B-C9094FDD5642}" dt="2022-03-22T09:19:27.627" v="4816" actId="1036"/>
          <ac:picMkLst>
            <pc:docMk/>
            <pc:sldMk cId="3853571047" sldId="279"/>
            <ac:picMk id="8" creationId="{81131D43-6810-47DB-9330-85E4600B3F0F}"/>
          </ac:picMkLst>
        </pc:picChg>
        <pc:picChg chg="del">
          <ac:chgData name="SERGIO SPANO'" userId="3abdd0b9-513e-40ac-aad4-56920065037d" providerId="ADAL" clId="{2DCFDF45-1F6B-4A47-892B-C9094FDD5642}" dt="2022-03-22T09:09:56.639" v="4675" actId="478"/>
          <ac:picMkLst>
            <pc:docMk/>
            <pc:sldMk cId="3853571047" sldId="279"/>
            <ac:picMk id="11" creationId="{E48C769E-B577-4392-B6D5-FBEEFA72BFC1}"/>
          </ac:picMkLst>
        </pc:picChg>
        <pc:picChg chg="del">
          <ac:chgData name="SERGIO SPANO'" userId="3abdd0b9-513e-40ac-aad4-56920065037d" providerId="ADAL" clId="{2DCFDF45-1F6B-4A47-892B-C9094FDD5642}" dt="2022-03-22T09:09:56.189" v="4674" actId="478"/>
          <ac:picMkLst>
            <pc:docMk/>
            <pc:sldMk cId="3853571047" sldId="279"/>
            <ac:picMk id="12" creationId="{9B4BA5EB-2993-48D2-B45C-37C3252EFD1B}"/>
          </ac:picMkLst>
        </pc:picChg>
        <pc:picChg chg="add mod">
          <ac:chgData name="SERGIO SPANO'" userId="3abdd0b9-513e-40ac-aad4-56920065037d" providerId="ADAL" clId="{2DCFDF45-1F6B-4A47-892B-C9094FDD5642}" dt="2022-03-22T09:46:13.423" v="5277" actId="1076"/>
          <ac:picMkLst>
            <pc:docMk/>
            <pc:sldMk cId="3853571047" sldId="279"/>
            <ac:picMk id="16" creationId="{C545B012-9626-49A6-9700-1DE6CD02B86C}"/>
          </ac:picMkLst>
        </pc:picChg>
        <pc:picChg chg="add mod">
          <ac:chgData name="SERGIO SPANO'" userId="3abdd0b9-513e-40ac-aad4-56920065037d" providerId="ADAL" clId="{2DCFDF45-1F6B-4A47-892B-C9094FDD5642}" dt="2022-03-22T09:27:34.531" v="4879" actId="164"/>
          <ac:picMkLst>
            <pc:docMk/>
            <pc:sldMk cId="3853571047" sldId="279"/>
            <ac:picMk id="20" creationId="{59B7E75D-67F5-4B58-96BA-2FD5D2D849E2}"/>
          </ac:picMkLst>
        </pc:picChg>
        <pc:picChg chg="add del mod">
          <ac:chgData name="SERGIO SPANO'" userId="3abdd0b9-513e-40ac-aad4-56920065037d" providerId="ADAL" clId="{2DCFDF45-1F6B-4A47-892B-C9094FDD5642}" dt="2022-03-22T09:38:01.568" v="4926" actId="478"/>
          <ac:picMkLst>
            <pc:docMk/>
            <pc:sldMk cId="3853571047" sldId="279"/>
            <ac:picMk id="29" creationId="{07D7230B-5AF0-41A2-ABBD-A2528BAD3F95}"/>
          </ac:picMkLst>
        </pc:picChg>
        <pc:picChg chg="add del mod">
          <ac:chgData name="SERGIO SPANO'" userId="3abdd0b9-513e-40ac-aad4-56920065037d" providerId="ADAL" clId="{2DCFDF45-1F6B-4A47-892B-C9094FDD5642}" dt="2022-03-22T09:18:24.257" v="4744" actId="478"/>
          <ac:picMkLst>
            <pc:docMk/>
            <pc:sldMk cId="3853571047" sldId="279"/>
            <ac:picMk id="1026" creationId="{3B79CDA5-4F3A-474B-BDE7-8354E68456E9}"/>
          </ac:picMkLst>
        </pc:picChg>
        <pc:picChg chg="del">
          <ac:chgData name="SERGIO SPANO'" userId="3abdd0b9-513e-40ac-aad4-56920065037d" providerId="ADAL" clId="{2DCFDF45-1F6B-4A47-892B-C9094FDD5642}" dt="2022-03-22T09:09:59.164" v="4679" actId="478"/>
          <ac:picMkLst>
            <pc:docMk/>
            <pc:sldMk cId="3853571047" sldId="279"/>
            <ac:picMk id="1028" creationId="{369F4586-A5EB-4416-8345-BF672B9BE833}"/>
          </ac:picMkLst>
        </pc:picChg>
        <pc:picChg chg="del">
          <ac:chgData name="SERGIO SPANO'" userId="3abdd0b9-513e-40ac-aad4-56920065037d" providerId="ADAL" clId="{2DCFDF45-1F6B-4A47-892B-C9094FDD5642}" dt="2022-03-22T09:09:58.688" v="4678" actId="478"/>
          <ac:picMkLst>
            <pc:docMk/>
            <pc:sldMk cId="3853571047" sldId="279"/>
            <ac:picMk id="1030" creationId="{DB2F0F3E-3431-48E2-A0FE-76D990B2E69A}"/>
          </ac:picMkLst>
        </pc:picChg>
        <pc:cxnChg chg="add mod">
          <ac:chgData name="SERGIO SPANO'" userId="3abdd0b9-513e-40ac-aad4-56920065037d" providerId="ADAL" clId="{2DCFDF45-1F6B-4A47-892B-C9094FDD5642}" dt="2022-03-22T09:27:34.531" v="4879" actId="164"/>
          <ac:cxnSpMkLst>
            <pc:docMk/>
            <pc:sldMk cId="3853571047" sldId="279"/>
            <ac:cxnSpMk id="24" creationId="{7246239A-DB00-462A-8CA8-C87A7D2C2082}"/>
          </ac:cxnSpMkLst>
        </pc:cxnChg>
        <pc:cxnChg chg="add mod">
          <ac:chgData name="SERGIO SPANO'" userId="3abdd0b9-513e-40ac-aad4-56920065037d" providerId="ADAL" clId="{2DCFDF45-1F6B-4A47-892B-C9094FDD5642}" dt="2022-03-22T09:27:34.531" v="4879" actId="164"/>
          <ac:cxnSpMkLst>
            <pc:docMk/>
            <pc:sldMk cId="3853571047" sldId="279"/>
            <ac:cxnSpMk id="26" creationId="{FC8E9FB7-35A3-428A-87CA-E4DE58031D23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849533706" sldId="280"/>
        </pc:sldMkLst>
        <pc:spChg chg="del mod">
          <ac:chgData name="SERGIO SPANO'" userId="3abdd0b9-513e-40ac-aad4-56920065037d" providerId="ADAL" clId="{2DCFDF45-1F6B-4A47-892B-C9094FDD5642}" dt="2022-03-22T09:39:33.996" v="5105" actId="478"/>
          <ac:spMkLst>
            <pc:docMk/>
            <pc:sldMk cId="2849533706" sldId="280"/>
            <ac:spMk id="3" creationId="{C555F03E-A0BB-4F7F-876E-E3229C24E868}"/>
          </ac:spMkLst>
        </pc:spChg>
        <pc:spChg chg="add del mod">
          <ac:chgData name="SERGIO SPANO'" userId="3abdd0b9-513e-40ac-aad4-56920065037d" providerId="ADAL" clId="{2DCFDF45-1F6B-4A47-892B-C9094FDD5642}" dt="2022-03-22T09:39:39.733" v="5108" actId="478"/>
          <ac:spMkLst>
            <pc:docMk/>
            <pc:sldMk cId="2849533706" sldId="280"/>
            <ac:spMk id="9" creationId="{FC7F0329-FAA1-45C7-A6FA-027A93DCA401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18" creationId="{015038D2-88DA-4ACD-826F-04D0F5D8D3C5}"/>
          </ac:spMkLst>
        </pc:spChg>
        <pc:spChg chg="mod">
          <ac:chgData name="SERGIO SPANO'" userId="3abdd0b9-513e-40ac-aad4-56920065037d" providerId="ADAL" clId="{2DCFDF45-1F6B-4A47-892B-C9094FDD5642}" dt="2022-03-22T09:39:40.621" v="5109" actId="6549"/>
          <ac:spMkLst>
            <pc:docMk/>
            <pc:sldMk cId="2849533706" sldId="280"/>
            <ac:spMk id="25" creationId="{91A573F1-FDE2-46B6-B0C7-2567178F6DFE}"/>
          </ac:spMkLst>
        </pc:spChg>
        <pc:spChg chg="del">
          <ac:chgData name="SERGIO SPANO'" userId="3abdd0b9-513e-40ac-aad4-56920065037d" providerId="ADAL" clId="{2DCFDF45-1F6B-4A47-892B-C9094FDD5642}" dt="2022-03-22T09:39:43.924" v="5111" actId="478"/>
          <ac:spMkLst>
            <pc:docMk/>
            <pc:sldMk cId="2849533706" sldId="280"/>
            <ac:spMk id="27" creationId="{D8FF50C2-59AB-4BE6-AFA4-7985B6BBEB03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28" creationId="{C15FB347-C3D1-41B7-8695-396B40AAE73C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36" creationId="{B88FA66B-78A5-4440-AFCA-A88FC01570DE}"/>
          </ac:spMkLst>
        </pc:spChg>
        <pc:grpChg chg="del">
          <ac:chgData name="SERGIO SPANO'" userId="3abdd0b9-513e-40ac-aad4-56920065037d" providerId="ADAL" clId="{2DCFDF45-1F6B-4A47-892B-C9094FDD5642}" dt="2022-03-22T09:39:41.374" v="5110" actId="478"/>
          <ac:grpSpMkLst>
            <pc:docMk/>
            <pc:sldMk cId="2849533706" sldId="280"/>
            <ac:grpSpMk id="17" creationId="{2B7FE361-4690-4098-92FB-53852E6387A2}"/>
          </ac:grpSpMkLst>
        </pc:grpChg>
        <pc:picChg chg="del">
          <ac:chgData name="SERGIO SPANO'" userId="3abdd0b9-513e-40ac-aad4-56920065037d" providerId="ADAL" clId="{2DCFDF45-1F6B-4A47-892B-C9094FDD5642}" dt="2022-03-22T09:39:36.847" v="5106" actId="478"/>
          <ac:picMkLst>
            <pc:docMk/>
            <pc:sldMk cId="2849533706" sldId="280"/>
            <ac:picMk id="8" creationId="{81131D43-6810-47DB-9330-85E4600B3F0F}"/>
          </ac:picMkLst>
        </pc:picChg>
        <pc:picChg chg="add mod">
          <ac:chgData name="SERGIO SPANO'" userId="3abdd0b9-513e-40ac-aad4-56920065037d" providerId="ADAL" clId="{2DCFDF45-1F6B-4A47-892B-C9094FDD5642}" dt="2022-03-22T09:44:25.760" v="5247" actId="1076"/>
          <ac:picMkLst>
            <pc:docMk/>
            <pc:sldMk cId="2849533706" sldId="280"/>
            <ac:picMk id="11" creationId="{6E8DF4DB-F4CD-460F-B30E-8F0DADAE4E17}"/>
          </ac:picMkLst>
        </pc:picChg>
        <pc:picChg chg="add mod">
          <ac:chgData name="SERGIO SPANO'" userId="3abdd0b9-513e-40ac-aad4-56920065037d" providerId="ADAL" clId="{2DCFDF45-1F6B-4A47-892B-C9094FDD5642}" dt="2022-03-22T09:44:22.193" v="5245" actId="1076"/>
          <ac:picMkLst>
            <pc:docMk/>
            <pc:sldMk cId="2849533706" sldId="280"/>
            <ac:picMk id="13" creationId="{C1F3BE76-1F7A-4B89-880C-25F4604DFA76}"/>
          </ac:picMkLst>
        </pc:picChg>
        <pc:picChg chg="del">
          <ac:chgData name="SERGIO SPANO'" userId="3abdd0b9-513e-40ac-aad4-56920065037d" providerId="ADAL" clId="{2DCFDF45-1F6B-4A47-892B-C9094FDD5642}" dt="2022-03-22T09:39:32.389" v="5104" actId="478"/>
          <ac:picMkLst>
            <pc:docMk/>
            <pc:sldMk cId="2849533706" sldId="280"/>
            <ac:picMk id="16" creationId="{C545B012-9626-49A6-9700-1DE6CD02B86C}"/>
          </ac:picMkLst>
        </pc:picChg>
        <pc:picChg chg="add mod">
          <ac:chgData name="SERGIO SPANO'" userId="3abdd0b9-513e-40ac-aad4-56920065037d" providerId="ADAL" clId="{2DCFDF45-1F6B-4A47-892B-C9094FDD5642}" dt="2022-03-22T09:44:33.139" v="5251" actId="1076"/>
          <ac:picMkLst>
            <pc:docMk/>
            <pc:sldMk cId="2849533706" sldId="280"/>
            <ac:picMk id="2050" creationId="{BBD66855-1B4E-4225-8CE8-7D52F63AE40B}"/>
          </ac:picMkLst>
        </pc:picChg>
        <pc:picChg chg="add mod">
          <ac:chgData name="SERGIO SPANO'" userId="3abdd0b9-513e-40ac-aad4-56920065037d" providerId="ADAL" clId="{2DCFDF45-1F6B-4A47-892B-C9094FDD5642}" dt="2022-03-22T09:44:29.393" v="5249" actId="1076"/>
          <ac:picMkLst>
            <pc:docMk/>
            <pc:sldMk cId="2849533706" sldId="280"/>
            <ac:picMk id="2052" creationId="{6C20F3C9-A579-4480-857C-722C8A6170DB}"/>
          </ac:picMkLst>
        </pc:picChg>
        <pc:picChg chg="add mod">
          <ac:chgData name="SERGIO SPANO'" userId="3abdd0b9-513e-40ac-aad4-56920065037d" providerId="ADAL" clId="{2DCFDF45-1F6B-4A47-892B-C9094FDD5642}" dt="2022-03-22T09:44:23.599" v="5246" actId="1076"/>
          <ac:picMkLst>
            <pc:docMk/>
            <pc:sldMk cId="2849533706" sldId="280"/>
            <ac:picMk id="2054" creationId="{3856E80C-C9D9-49EB-AAF7-75FE96F5BFA6}"/>
          </ac:picMkLst>
        </pc:picChg>
        <pc:picChg chg="add mod">
          <ac:chgData name="SERGIO SPANO'" userId="3abdd0b9-513e-40ac-aad4-56920065037d" providerId="ADAL" clId="{2DCFDF45-1F6B-4A47-892B-C9094FDD5642}" dt="2022-03-22T09:44:20.539" v="5244" actId="1076"/>
          <ac:picMkLst>
            <pc:docMk/>
            <pc:sldMk cId="2849533706" sldId="280"/>
            <ac:picMk id="2056" creationId="{C221F12C-DBF0-473E-A4D3-A5B9A47B3A3B}"/>
          </ac:picMkLst>
        </pc:picChg>
        <pc:picChg chg="add del mod">
          <ac:chgData name="SERGIO SPANO'" userId="3abdd0b9-513e-40ac-aad4-56920065037d" providerId="ADAL" clId="{2DCFDF45-1F6B-4A47-892B-C9094FDD5642}" dt="2022-03-22T09:44:10.666" v="5243" actId="478"/>
          <ac:picMkLst>
            <pc:docMk/>
            <pc:sldMk cId="2849533706" sldId="280"/>
            <ac:picMk id="2058" creationId="{CF69186A-6FCE-43FF-B3BD-CBFE0995193E}"/>
          </ac:picMkLst>
        </pc:picChg>
        <pc:cxnChg chg="add mod">
          <ac:chgData name="SERGIO SPANO'" userId="3abdd0b9-513e-40ac-aad4-56920065037d" providerId="ADAL" clId="{2DCFDF45-1F6B-4A47-892B-C9094FDD5642}" dt="2022-03-22T09:45:04.067" v="5261" actId="14100"/>
          <ac:cxnSpMkLst>
            <pc:docMk/>
            <pc:sldMk cId="2849533706" sldId="280"/>
            <ac:cxnSpMk id="19" creationId="{0C481168-D914-4A29-9EBC-7FF883DAE18E}"/>
          </ac:cxnSpMkLst>
        </pc:cxnChg>
        <pc:cxnChg chg="mod">
          <ac:chgData name="SERGIO SPANO'" userId="3abdd0b9-513e-40ac-aad4-56920065037d" providerId="ADAL" clId="{2DCFDF45-1F6B-4A47-892B-C9094FDD5642}" dt="2022-03-22T09:39:41.374" v="5110" actId="478"/>
          <ac:cxnSpMkLst>
            <pc:docMk/>
            <pc:sldMk cId="2849533706" sldId="280"/>
            <ac:cxnSpMk id="24" creationId="{7246239A-DB00-462A-8CA8-C87A7D2C2082}"/>
          </ac:cxnSpMkLst>
        </pc:cxnChg>
        <pc:cxnChg chg="add mod">
          <ac:chgData name="SERGIO SPANO'" userId="3abdd0b9-513e-40ac-aad4-56920065037d" providerId="ADAL" clId="{2DCFDF45-1F6B-4A47-892B-C9094FDD5642}" dt="2022-03-22T09:45:06.902" v="5262" actId="14100"/>
          <ac:cxnSpMkLst>
            <pc:docMk/>
            <pc:sldMk cId="2849533706" sldId="280"/>
            <ac:cxnSpMk id="37" creationId="{DB9D5A1B-715E-404A-910E-95EC22307974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574026564" sldId="281"/>
        </pc:sldMkLst>
        <pc:spChg chg="add mod">
          <ac:chgData name="SERGIO SPANO'" userId="3abdd0b9-513e-40ac-aad4-56920065037d" providerId="ADAL" clId="{2DCFDF45-1F6B-4A47-892B-C9094FDD5642}" dt="2022-03-22T09:48:29.360" v="5365" actId="20577"/>
          <ac:spMkLst>
            <pc:docMk/>
            <pc:sldMk cId="1574026564" sldId="281"/>
            <ac:spMk id="16" creationId="{AF3279C9-10FD-41DC-B551-5905388976EE}"/>
          </ac:spMkLst>
        </pc:spChg>
        <pc:spChg chg="add mod">
          <ac:chgData name="SERGIO SPANO'" userId="3abdd0b9-513e-40ac-aad4-56920065037d" providerId="ADAL" clId="{2DCFDF45-1F6B-4A47-892B-C9094FDD5642}" dt="2022-03-22T09:48:01.199" v="5363" actId="1076"/>
          <ac:spMkLst>
            <pc:docMk/>
            <pc:sldMk cId="1574026564" sldId="281"/>
            <ac:spMk id="20" creationId="{7CDBBC2F-D431-4322-B343-BA17D020F381}"/>
          </ac:spMkLst>
        </pc:spChg>
        <pc:spChg chg="add mod">
          <ac:chgData name="SERGIO SPANO'" userId="3abdd0b9-513e-40ac-aad4-56920065037d" providerId="ADAL" clId="{2DCFDF45-1F6B-4A47-892B-C9094FDD5642}" dt="2022-03-22T09:49:34.239" v="5431" actId="1076"/>
          <ac:spMkLst>
            <pc:docMk/>
            <pc:sldMk cId="1574026564" sldId="281"/>
            <ac:spMk id="21" creationId="{F11D51CE-9378-46EB-8FAB-9B4D68FFE60A}"/>
          </ac:spMkLst>
        </pc:spChg>
        <pc:picChg chg="del">
          <ac:chgData name="SERGIO SPANO'" userId="3abdd0b9-513e-40ac-aad4-56920065037d" providerId="ADAL" clId="{2DCFDF45-1F6B-4A47-892B-C9094FDD5642}" dt="2022-03-22T09:45:42.732" v="5270" actId="478"/>
          <ac:picMkLst>
            <pc:docMk/>
            <pc:sldMk cId="1574026564" sldId="281"/>
            <ac:picMk id="11" creationId="{6E8DF4DB-F4CD-460F-B30E-8F0DADAE4E17}"/>
          </ac:picMkLst>
        </pc:picChg>
        <pc:picChg chg="del">
          <ac:chgData name="SERGIO SPANO'" userId="3abdd0b9-513e-40ac-aad4-56920065037d" providerId="ADAL" clId="{2DCFDF45-1F6B-4A47-892B-C9094FDD5642}" dt="2022-03-22T09:45:36.969" v="5265" actId="478"/>
          <ac:picMkLst>
            <pc:docMk/>
            <pc:sldMk cId="1574026564" sldId="281"/>
            <ac:picMk id="13" creationId="{C1F3BE76-1F7A-4B89-880C-25F4604DFA76}"/>
          </ac:picMkLst>
        </pc:picChg>
        <pc:picChg chg="del">
          <ac:chgData name="SERGIO SPANO'" userId="3abdd0b9-513e-40ac-aad4-56920065037d" providerId="ADAL" clId="{2DCFDF45-1F6B-4A47-892B-C9094FDD5642}" dt="2022-03-22T09:45:36.475" v="5264" actId="478"/>
          <ac:picMkLst>
            <pc:docMk/>
            <pc:sldMk cId="1574026564" sldId="281"/>
            <ac:picMk id="2050" creationId="{BBD66855-1B4E-4225-8CE8-7D52F63AE40B}"/>
          </ac:picMkLst>
        </pc:picChg>
        <pc:picChg chg="del mod">
          <ac:chgData name="SERGIO SPANO'" userId="3abdd0b9-513e-40ac-aad4-56920065037d" providerId="ADAL" clId="{2DCFDF45-1F6B-4A47-892B-C9094FDD5642}" dt="2022-03-22T09:45:43.158" v="5272" actId="478"/>
          <ac:picMkLst>
            <pc:docMk/>
            <pc:sldMk cId="1574026564" sldId="281"/>
            <ac:picMk id="2052" creationId="{6C20F3C9-A579-4480-857C-722C8A6170DB}"/>
          </ac:picMkLst>
        </pc:picChg>
        <pc:picChg chg="del">
          <ac:chgData name="SERGIO SPANO'" userId="3abdd0b9-513e-40ac-aad4-56920065037d" providerId="ADAL" clId="{2DCFDF45-1F6B-4A47-892B-C9094FDD5642}" dt="2022-03-22T09:45:42.145" v="5269" actId="478"/>
          <ac:picMkLst>
            <pc:docMk/>
            <pc:sldMk cId="1574026564" sldId="281"/>
            <ac:picMk id="2054" creationId="{3856E80C-C9D9-49EB-AAF7-75FE96F5BFA6}"/>
          </ac:picMkLst>
        </pc:picChg>
        <pc:picChg chg="del">
          <ac:chgData name="SERGIO SPANO'" userId="3abdd0b9-513e-40ac-aad4-56920065037d" providerId="ADAL" clId="{2DCFDF45-1F6B-4A47-892B-C9094FDD5642}" dt="2022-03-22T09:45:41.269" v="5268" actId="478"/>
          <ac:picMkLst>
            <pc:docMk/>
            <pc:sldMk cId="1574026564" sldId="281"/>
            <ac:picMk id="2056" creationId="{C221F12C-DBF0-473E-A4D3-A5B9A47B3A3B}"/>
          </ac:picMkLst>
        </pc:picChg>
        <pc:picChg chg="add mod">
          <ac:chgData name="SERGIO SPANO'" userId="3abdd0b9-513e-40ac-aad4-56920065037d" providerId="ADAL" clId="{2DCFDF45-1F6B-4A47-892B-C9094FDD5642}" dt="2022-03-22T09:48:10.875" v="5364" actId="1076"/>
          <ac:picMkLst>
            <pc:docMk/>
            <pc:sldMk cId="1574026564" sldId="281"/>
            <ac:picMk id="3074" creationId="{253799D8-2677-4074-8923-845AF4F829E0}"/>
          </ac:picMkLst>
        </pc:picChg>
        <pc:picChg chg="add mod">
          <ac:chgData name="SERGIO SPANO'" userId="3abdd0b9-513e-40ac-aad4-56920065037d" providerId="ADAL" clId="{2DCFDF45-1F6B-4A47-892B-C9094FDD5642}" dt="2022-03-22T09:49:32.226" v="5430" actId="1076"/>
          <ac:picMkLst>
            <pc:docMk/>
            <pc:sldMk cId="1574026564" sldId="281"/>
            <ac:picMk id="3076" creationId="{8B51047F-553A-40E0-8E72-23B6F4B54A48}"/>
          </ac:picMkLst>
        </pc:picChg>
        <pc:picChg chg="add mod">
          <ac:chgData name="SERGIO SPANO'" userId="3abdd0b9-513e-40ac-aad4-56920065037d" providerId="ADAL" clId="{2DCFDF45-1F6B-4A47-892B-C9094FDD5642}" dt="2022-03-22T09:47:45.258" v="5310" actId="1076"/>
          <ac:picMkLst>
            <pc:docMk/>
            <pc:sldMk cId="1574026564" sldId="281"/>
            <ac:picMk id="3078" creationId="{460BFB21-6F05-43E4-9066-5C626CD576F5}"/>
          </ac:picMkLst>
        </pc:picChg>
        <pc:cxnChg chg="del">
          <ac:chgData name="SERGIO SPANO'" userId="3abdd0b9-513e-40ac-aad4-56920065037d" providerId="ADAL" clId="{2DCFDF45-1F6B-4A47-892B-C9094FDD5642}" dt="2022-03-22T09:45:39.552" v="5266" actId="478"/>
          <ac:cxnSpMkLst>
            <pc:docMk/>
            <pc:sldMk cId="1574026564" sldId="281"/>
            <ac:cxnSpMk id="19" creationId="{0C481168-D914-4A29-9EBC-7FF883DAE18E}"/>
          </ac:cxnSpMkLst>
        </pc:cxnChg>
        <pc:cxnChg chg="del">
          <ac:chgData name="SERGIO SPANO'" userId="3abdd0b9-513e-40ac-aad4-56920065037d" providerId="ADAL" clId="{2DCFDF45-1F6B-4A47-892B-C9094FDD5642}" dt="2022-03-22T09:45:40.794" v="5267" actId="478"/>
          <ac:cxnSpMkLst>
            <pc:docMk/>
            <pc:sldMk cId="1574026564" sldId="281"/>
            <ac:cxnSpMk id="37" creationId="{DB9D5A1B-715E-404A-910E-95EC22307974}"/>
          </ac:cxnSpMkLst>
        </pc:cxn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723104691" sldId="282"/>
        </pc:sldMkLst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2" creationId="{2AF05FAE-1F5E-4229-863D-BC8C40B76B2C}"/>
          </ac:spMkLst>
        </pc:spChg>
        <pc:spChg chg="add mod ord">
          <ac:chgData name="SERGIO SPANO'" userId="3abdd0b9-513e-40ac-aad4-56920065037d" providerId="ADAL" clId="{2DCFDF45-1F6B-4A47-892B-C9094FDD5642}" dt="2022-03-22T09:59:30.498" v="5560" actId="20577"/>
          <ac:spMkLst>
            <pc:docMk/>
            <pc:sldMk cId="3723104691" sldId="282"/>
            <ac:spMk id="3" creationId="{2192FCF3-8F3C-4A9A-9EE3-62C6D0A8F6C6}"/>
          </ac:spMkLst>
        </pc:spChg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5" creationId="{E5BCDBC7-8058-43A8-8293-39778DA77FC9}"/>
          </ac:spMkLst>
        </pc:spChg>
        <pc:spChg chg="mod">
          <ac:chgData name="SERGIO SPANO'" userId="3abdd0b9-513e-40ac-aad4-56920065037d" providerId="ADAL" clId="{2DCFDF45-1F6B-4A47-892B-C9094FDD5642}" dt="2022-03-22T09:53:00.712" v="5493" actId="1076"/>
          <ac:spMkLst>
            <pc:docMk/>
            <pc:sldMk cId="3723104691" sldId="282"/>
            <ac:spMk id="15" creationId="{741FA5E8-9712-4046-B86A-9BA1B33A76EC}"/>
          </ac:spMkLst>
        </pc:spChg>
        <pc:spChg chg="del">
          <ac:chgData name="SERGIO SPANO'" userId="3abdd0b9-513e-40ac-aad4-56920065037d" providerId="ADAL" clId="{2DCFDF45-1F6B-4A47-892B-C9094FDD5642}" dt="2022-03-22T09:51:27.571" v="5438" actId="478"/>
          <ac:spMkLst>
            <pc:docMk/>
            <pc:sldMk cId="3723104691" sldId="282"/>
            <ac:spMk id="16" creationId="{AF3279C9-10FD-41DC-B551-5905388976EE}"/>
          </ac:spMkLst>
        </pc:spChg>
        <pc:spChg chg="add mod">
          <ac:chgData name="SERGIO SPANO'" userId="3abdd0b9-513e-40ac-aad4-56920065037d" providerId="ADAL" clId="{2DCFDF45-1F6B-4A47-892B-C9094FDD5642}" dt="2022-03-22T10:00:16.881" v="5581" actId="1076"/>
          <ac:spMkLst>
            <pc:docMk/>
            <pc:sldMk cId="3723104691" sldId="282"/>
            <ac:spMk id="17" creationId="{828B9EF5-9C32-4479-998F-E6D8370084F8}"/>
          </ac:spMkLst>
        </pc:spChg>
        <pc:spChg chg="del">
          <ac:chgData name="SERGIO SPANO'" userId="3abdd0b9-513e-40ac-aad4-56920065037d" providerId="ADAL" clId="{2DCFDF45-1F6B-4A47-892B-C9094FDD5642}" dt="2022-03-22T09:51:28.451" v="5439" actId="478"/>
          <ac:spMkLst>
            <pc:docMk/>
            <pc:sldMk cId="3723104691" sldId="282"/>
            <ac:spMk id="20" creationId="{7CDBBC2F-D431-4322-B343-BA17D020F381}"/>
          </ac:spMkLst>
        </pc:spChg>
        <pc:spChg chg="del">
          <ac:chgData name="SERGIO SPANO'" userId="3abdd0b9-513e-40ac-aad4-56920065037d" providerId="ADAL" clId="{2DCFDF45-1F6B-4A47-892B-C9094FDD5642}" dt="2022-03-22T09:51:26.011" v="5436" actId="478"/>
          <ac:spMkLst>
            <pc:docMk/>
            <pc:sldMk cId="3723104691" sldId="282"/>
            <ac:spMk id="21" creationId="{F11D51CE-9378-46EB-8FAB-9B4D68FFE60A}"/>
          </ac:spMkLst>
        </pc:spChg>
        <pc:spChg chg="add mod">
          <ac:chgData name="SERGIO SPANO'" userId="3abdd0b9-513e-40ac-aad4-56920065037d" providerId="ADAL" clId="{2DCFDF45-1F6B-4A47-892B-C9094FDD5642}" dt="2022-03-22T10:02:09.575" v="5598" actId="1076"/>
          <ac:spMkLst>
            <pc:docMk/>
            <pc:sldMk cId="3723104691" sldId="282"/>
            <ac:spMk id="26" creationId="{7D07D2E2-F79B-43A1-8AAB-CB1EBC67CDB3}"/>
          </ac:spMkLst>
        </pc:spChg>
        <pc:picChg chg="add mod">
          <ac:chgData name="SERGIO SPANO'" userId="3abdd0b9-513e-40ac-aad4-56920065037d" providerId="ADAL" clId="{2DCFDF45-1F6B-4A47-892B-C9094FDD5642}" dt="2022-03-22T09:59:55.168" v="5563" actId="1076"/>
          <ac:picMkLst>
            <pc:docMk/>
            <pc:sldMk cId="3723104691" sldId="282"/>
            <ac:picMk id="14" creationId="{809AAD55-261F-4959-B6FE-DD2878F353B8}"/>
          </ac:picMkLst>
        </pc:picChg>
        <pc:picChg chg="add mod">
          <ac:chgData name="SERGIO SPANO'" userId="3abdd0b9-513e-40ac-aad4-56920065037d" providerId="ADAL" clId="{2DCFDF45-1F6B-4A47-892B-C9094FDD5642}" dt="2022-03-22T10:00:48.418" v="5583" actId="1076"/>
          <ac:picMkLst>
            <pc:docMk/>
            <pc:sldMk cId="3723104691" sldId="282"/>
            <ac:picMk id="18" creationId="{6522DC3E-AC4D-449F-AE6E-07D6E74C28C0}"/>
          </ac:picMkLst>
        </pc:picChg>
        <pc:picChg chg="add mod">
          <ac:chgData name="SERGIO SPANO'" userId="3abdd0b9-513e-40ac-aad4-56920065037d" providerId="ADAL" clId="{2DCFDF45-1F6B-4A47-892B-C9094FDD5642}" dt="2022-03-22T10:01:34.430" v="5589" actId="1076"/>
          <ac:picMkLst>
            <pc:docMk/>
            <pc:sldMk cId="3723104691" sldId="282"/>
            <ac:picMk id="22" creationId="{5A2272C1-30F0-4D8E-AF86-2C7BB276337D}"/>
          </ac:picMkLst>
        </pc:picChg>
        <pc:picChg chg="del">
          <ac:chgData name="SERGIO SPANO'" userId="3abdd0b9-513e-40ac-aad4-56920065037d" providerId="ADAL" clId="{2DCFDF45-1F6B-4A47-892B-C9094FDD5642}" dt="2022-03-22T09:51:24.495" v="5434" actId="478"/>
          <ac:picMkLst>
            <pc:docMk/>
            <pc:sldMk cId="3723104691" sldId="282"/>
            <ac:picMk id="3074" creationId="{253799D8-2677-4074-8923-845AF4F829E0}"/>
          </ac:picMkLst>
        </pc:picChg>
        <pc:picChg chg="del">
          <ac:chgData name="SERGIO SPANO'" userId="3abdd0b9-513e-40ac-aad4-56920065037d" providerId="ADAL" clId="{2DCFDF45-1F6B-4A47-892B-C9094FDD5642}" dt="2022-03-22T09:51:24.895" v="5435" actId="478"/>
          <ac:picMkLst>
            <pc:docMk/>
            <pc:sldMk cId="3723104691" sldId="282"/>
            <ac:picMk id="3076" creationId="{8B51047F-553A-40E0-8E72-23B6F4B54A48}"/>
          </ac:picMkLst>
        </pc:picChg>
        <pc:picChg chg="del">
          <ac:chgData name="SERGIO SPANO'" userId="3abdd0b9-513e-40ac-aad4-56920065037d" providerId="ADAL" clId="{2DCFDF45-1F6B-4A47-892B-C9094FDD5642}" dt="2022-03-22T09:51:26.463" v="5437" actId="478"/>
          <ac:picMkLst>
            <pc:docMk/>
            <pc:sldMk cId="3723104691" sldId="282"/>
            <ac:picMk id="3078" creationId="{460BFB21-6F05-43E4-9066-5C626CD576F5}"/>
          </ac:picMkLst>
        </pc:picChg>
        <pc:cxnChg chg="add mod">
          <ac:chgData name="SERGIO SPANO'" userId="3abdd0b9-513e-40ac-aad4-56920065037d" providerId="ADAL" clId="{2DCFDF45-1F6B-4A47-892B-C9094FDD5642}" dt="2022-03-22T10:01:52.046" v="5595" actId="14100"/>
          <ac:cxnSpMkLst>
            <pc:docMk/>
            <pc:sldMk cId="3723104691" sldId="282"/>
            <ac:cxnSpMk id="8" creationId="{0CD525C7-869D-497B-9FD8-CA7FED52B63C}"/>
          </ac:cxnSpMkLst>
        </pc:cxnChg>
        <pc:cxnChg chg="add mod">
          <ac:chgData name="SERGIO SPANO'" userId="3abdd0b9-513e-40ac-aad4-56920065037d" providerId="ADAL" clId="{2DCFDF45-1F6B-4A47-892B-C9094FDD5642}" dt="2022-03-22T10:01:55.488" v="5596" actId="14100"/>
          <ac:cxnSpMkLst>
            <pc:docMk/>
            <pc:sldMk cId="3723104691" sldId="282"/>
            <ac:cxnSpMk id="23" creationId="{3A416F29-618F-4788-9CA9-D9DF13F5DE02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834009282" sldId="283"/>
        </pc:sldMkLst>
        <pc:spChg chg="del">
          <ac:chgData name="SERGIO SPANO'" userId="3abdd0b9-513e-40ac-aad4-56920065037d" providerId="ADAL" clId="{2DCFDF45-1F6B-4A47-892B-C9094FDD5642}" dt="2022-03-22T10:02:35.545" v="5601" actId="478"/>
          <ac:spMkLst>
            <pc:docMk/>
            <pc:sldMk cId="3834009282" sldId="283"/>
            <ac:spMk id="3" creationId="{2192FCF3-8F3C-4A9A-9EE3-62C6D0A8F6C6}"/>
          </ac:spMkLst>
        </pc:spChg>
        <pc:spChg chg="add del mod">
          <ac:chgData name="SERGIO SPANO'" userId="3abdd0b9-513e-40ac-aad4-56920065037d" providerId="ADAL" clId="{2DCFDF45-1F6B-4A47-892B-C9094FDD5642}" dt="2022-03-22T10:02:38.615" v="5602" actId="478"/>
          <ac:spMkLst>
            <pc:docMk/>
            <pc:sldMk cId="3834009282" sldId="283"/>
            <ac:spMk id="9" creationId="{FD27FF32-2973-4D2B-8186-1B02A7C979A8}"/>
          </ac:spMkLst>
        </pc:spChg>
        <pc:spChg chg="del">
          <ac:chgData name="SERGIO SPANO'" userId="3abdd0b9-513e-40ac-aad4-56920065037d" providerId="ADAL" clId="{2DCFDF45-1F6B-4A47-892B-C9094FDD5642}" dt="2022-03-22T10:02:43.777" v="5608" actId="478"/>
          <ac:spMkLst>
            <pc:docMk/>
            <pc:sldMk cId="3834009282" sldId="283"/>
            <ac:spMk id="17" creationId="{828B9EF5-9C32-4479-998F-E6D8370084F8}"/>
          </ac:spMkLst>
        </pc:spChg>
        <pc:spChg chg="add mod">
          <ac:chgData name="SERGIO SPANO'" userId="3abdd0b9-513e-40ac-aad4-56920065037d" providerId="ADAL" clId="{2DCFDF45-1F6B-4A47-892B-C9094FDD5642}" dt="2022-03-22T10:04:05.819" v="5653" actId="1076"/>
          <ac:spMkLst>
            <pc:docMk/>
            <pc:sldMk cId="3834009282" sldId="283"/>
            <ac:spMk id="21" creationId="{508217E1-7E16-4F61-82FD-7A7845715362}"/>
          </ac:spMkLst>
        </pc:spChg>
        <pc:spChg chg="add mod">
          <ac:chgData name="SERGIO SPANO'" userId="3abdd0b9-513e-40ac-aad4-56920065037d" providerId="ADAL" clId="{2DCFDF45-1F6B-4A47-892B-C9094FDD5642}" dt="2022-03-22T10:04:32.966" v="5666" actId="20577"/>
          <ac:spMkLst>
            <pc:docMk/>
            <pc:sldMk cId="3834009282" sldId="283"/>
            <ac:spMk id="24" creationId="{F8ACDDBC-01E5-489C-8183-6D05022C490F}"/>
          </ac:spMkLst>
        </pc:spChg>
        <pc:spChg chg="add mod">
          <ac:chgData name="SERGIO SPANO'" userId="3abdd0b9-513e-40ac-aad4-56920065037d" providerId="ADAL" clId="{2DCFDF45-1F6B-4A47-892B-C9094FDD5642}" dt="2022-03-22T10:06:12.316" v="5760" actId="1076"/>
          <ac:spMkLst>
            <pc:docMk/>
            <pc:sldMk cId="3834009282" sldId="283"/>
            <ac:spMk id="25" creationId="{5B623B3E-65D1-4F13-8820-A60D592BC7DB}"/>
          </ac:spMkLst>
        </pc:spChg>
        <pc:spChg chg="del">
          <ac:chgData name="SERGIO SPANO'" userId="3abdd0b9-513e-40ac-aad4-56920065037d" providerId="ADAL" clId="{2DCFDF45-1F6B-4A47-892B-C9094FDD5642}" dt="2022-03-22T10:02:42.579" v="5607" actId="478"/>
          <ac:spMkLst>
            <pc:docMk/>
            <pc:sldMk cId="3834009282" sldId="283"/>
            <ac:spMk id="26" creationId="{7D07D2E2-F79B-43A1-8AAB-CB1EBC67CDB3}"/>
          </ac:spMkLst>
        </pc:spChg>
        <pc:picChg chg="add mod">
          <ac:chgData name="SERGIO SPANO'" userId="3abdd0b9-513e-40ac-aad4-56920065037d" providerId="ADAL" clId="{2DCFDF45-1F6B-4A47-892B-C9094FDD5642}" dt="2022-03-22T10:04:02.479" v="5651" actId="1076"/>
          <ac:picMkLst>
            <pc:docMk/>
            <pc:sldMk cId="3834009282" sldId="283"/>
            <ac:picMk id="11" creationId="{4889B6C1-DFCF-4F76-9A1A-4C72E922BE3B}"/>
          </ac:picMkLst>
        </pc:picChg>
        <pc:picChg chg="del">
          <ac:chgData name="SERGIO SPANO'" userId="3abdd0b9-513e-40ac-aad4-56920065037d" providerId="ADAL" clId="{2DCFDF45-1F6B-4A47-892B-C9094FDD5642}" dt="2022-03-22T10:02:33.348" v="5600" actId="478"/>
          <ac:picMkLst>
            <pc:docMk/>
            <pc:sldMk cId="3834009282" sldId="283"/>
            <ac:picMk id="14" creationId="{809AAD55-261F-4959-B6FE-DD2878F353B8}"/>
          </ac:picMkLst>
        </pc:picChg>
        <pc:picChg chg="del">
          <ac:chgData name="SERGIO SPANO'" userId="3abdd0b9-513e-40ac-aad4-56920065037d" providerId="ADAL" clId="{2DCFDF45-1F6B-4A47-892B-C9094FDD5642}" dt="2022-03-22T10:02:39.856" v="5603" actId="478"/>
          <ac:picMkLst>
            <pc:docMk/>
            <pc:sldMk cId="3834009282" sldId="283"/>
            <ac:picMk id="18" creationId="{6522DC3E-AC4D-449F-AE6E-07D6E74C28C0}"/>
          </ac:picMkLst>
        </pc:picChg>
        <pc:picChg chg="add mod">
          <ac:chgData name="SERGIO SPANO'" userId="3abdd0b9-513e-40ac-aad4-56920065037d" providerId="ADAL" clId="{2DCFDF45-1F6B-4A47-892B-C9094FDD5642}" dt="2022-03-22T10:04:12.119" v="5656" actId="1076"/>
          <ac:picMkLst>
            <pc:docMk/>
            <pc:sldMk cId="3834009282" sldId="283"/>
            <ac:picMk id="19" creationId="{141209DC-D41F-45B3-8303-0F5F4E43DEBA}"/>
          </ac:picMkLst>
        </pc:picChg>
        <pc:picChg chg="add mod">
          <ac:chgData name="SERGIO SPANO'" userId="3abdd0b9-513e-40ac-aad4-56920065037d" providerId="ADAL" clId="{2DCFDF45-1F6B-4A47-892B-C9094FDD5642}" dt="2022-03-22T10:04:03.267" v="5652" actId="1076"/>
          <ac:picMkLst>
            <pc:docMk/>
            <pc:sldMk cId="3834009282" sldId="283"/>
            <ac:picMk id="20" creationId="{7DB46C86-1065-4A08-8451-CA347E7F5991}"/>
          </ac:picMkLst>
        </pc:picChg>
        <pc:picChg chg="del">
          <ac:chgData name="SERGIO SPANO'" userId="3abdd0b9-513e-40ac-aad4-56920065037d" providerId="ADAL" clId="{2DCFDF45-1F6B-4A47-892B-C9094FDD5642}" dt="2022-03-22T10:02:41.268" v="5605" actId="478"/>
          <ac:picMkLst>
            <pc:docMk/>
            <pc:sldMk cId="3834009282" sldId="283"/>
            <ac:picMk id="22" creationId="{5A2272C1-30F0-4D8E-AF86-2C7BB276337D}"/>
          </ac:picMkLst>
        </pc:picChg>
        <pc:cxnChg chg="del">
          <ac:chgData name="SERGIO SPANO'" userId="3abdd0b9-513e-40ac-aad4-56920065037d" providerId="ADAL" clId="{2DCFDF45-1F6B-4A47-892B-C9094FDD5642}" dt="2022-03-22T10:02:40.732" v="5604" actId="478"/>
          <ac:cxnSpMkLst>
            <pc:docMk/>
            <pc:sldMk cId="3834009282" sldId="283"/>
            <ac:cxnSpMk id="8" creationId="{0CD525C7-869D-497B-9FD8-CA7FED52B63C}"/>
          </ac:cxnSpMkLst>
        </pc:cxnChg>
        <pc:cxnChg chg="del">
          <ac:chgData name="SERGIO SPANO'" userId="3abdd0b9-513e-40ac-aad4-56920065037d" providerId="ADAL" clId="{2DCFDF45-1F6B-4A47-892B-C9094FDD5642}" dt="2022-03-22T10:02:41.996" v="5606" actId="478"/>
          <ac:cxnSpMkLst>
            <pc:docMk/>
            <pc:sldMk cId="3834009282" sldId="283"/>
            <ac:cxnSpMk id="23" creationId="{3A416F29-618F-4788-9CA9-D9DF13F5DE02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548083134" sldId="284"/>
        </pc:sldMkLst>
        <pc:spChg chg="add del mod">
          <ac:chgData name="SERGIO SPANO'" userId="3abdd0b9-513e-40ac-aad4-56920065037d" providerId="ADAL" clId="{2DCFDF45-1F6B-4A47-892B-C9094FDD5642}" dt="2022-03-22T10:08:14.896" v="5766" actId="478"/>
          <ac:spMkLst>
            <pc:docMk/>
            <pc:sldMk cId="3548083134" sldId="284"/>
            <ac:spMk id="7" creationId="{A22AC266-CAAC-436C-8F8D-3CD803E59305}"/>
          </ac:spMkLst>
        </pc:spChg>
        <pc:spChg chg="del">
          <ac:chgData name="SERGIO SPANO'" userId="3abdd0b9-513e-40ac-aad4-56920065037d" providerId="ADAL" clId="{2DCFDF45-1F6B-4A47-892B-C9094FDD5642}" dt="2022-03-22T10:08:06.017" v="5764" actId="478"/>
          <ac:spMkLst>
            <pc:docMk/>
            <pc:sldMk cId="3548083134" sldId="284"/>
            <ac:spMk id="21" creationId="{508217E1-7E16-4F61-82FD-7A7845715362}"/>
          </ac:spMkLst>
        </pc:spChg>
        <pc:spChg chg="add mod">
          <ac:chgData name="SERGIO SPANO'" userId="3abdd0b9-513e-40ac-aad4-56920065037d" providerId="ADAL" clId="{2DCFDF45-1F6B-4A47-892B-C9094FDD5642}" dt="2022-03-22T10:10:08.479" v="5828" actId="1076"/>
          <ac:spMkLst>
            <pc:docMk/>
            <pc:sldMk cId="3548083134" sldId="284"/>
            <ac:spMk id="22" creationId="{AF520F20-0C18-4102-B7A0-E9B0351A2577}"/>
          </ac:spMkLst>
        </pc:spChg>
        <pc:spChg chg="add mod">
          <ac:chgData name="SERGIO SPANO'" userId="3abdd0b9-513e-40ac-aad4-56920065037d" providerId="ADAL" clId="{2DCFDF45-1F6B-4A47-892B-C9094FDD5642}" dt="2022-03-22T10:11:17.175" v="5933" actId="1076"/>
          <ac:spMkLst>
            <pc:docMk/>
            <pc:sldMk cId="3548083134" sldId="284"/>
            <ac:spMk id="23" creationId="{C8F8E1CB-E652-47B4-A833-F7DDBDAA3B0A}"/>
          </ac:spMkLst>
        </pc:spChg>
        <pc:spChg chg="del">
          <ac:chgData name="SERGIO SPANO'" userId="3abdd0b9-513e-40ac-aad4-56920065037d" providerId="ADAL" clId="{2DCFDF45-1F6B-4A47-892B-C9094FDD5642}" dt="2022-03-22T10:08:16.023" v="5767" actId="478"/>
          <ac:spMkLst>
            <pc:docMk/>
            <pc:sldMk cId="3548083134" sldId="284"/>
            <ac:spMk id="24" creationId="{F8ACDDBC-01E5-489C-8183-6D05022C490F}"/>
          </ac:spMkLst>
        </pc:spChg>
        <pc:spChg chg="del">
          <ac:chgData name="SERGIO SPANO'" userId="3abdd0b9-513e-40ac-aad4-56920065037d" providerId="ADAL" clId="{2DCFDF45-1F6B-4A47-892B-C9094FDD5642}" dt="2022-03-22T10:08:07.225" v="5765" actId="478"/>
          <ac:spMkLst>
            <pc:docMk/>
            <pc:sldMk cId="3548083134" sldId="284"/>
            <ac:spMk id="25" creationId="{5B623B3E-65D1-4F13-8820-A60D592BC7DB}"/>
          </ac:spMkLst>
        </pc:spChg>
        <pc:picChg chg="add mod">
          <ac:chgData name="SERGIO SPANO'" userId="3abdd0b9-513e-40ac-aad4-56920065037d" providerId="ADAL" clId="{2DCFDF45-1F6B-4A47-892B-C9094FDD5642}" dt="2022-03-22T10:10:16.859" v="5832" actId="1076"/>
          <ac:picMkLst>
            <pc:docMk/>
            <pc:sldMk cId="3548083134" sldId="284"/>
            <ac:picMk id="9" creationId="{BE485D07-C544-4AF4-8848-95977FB24AF3}"/>
          </ac:picMkLst>
        </pc:picChg>
        <pc:picChg chg="del">
          <ac:chgData name="SERGIO SPANO'" userId="3abdd0b9-513e-40ac-aad4-56920065037d" providerId="ADAL" clId="{2DCFDF45-1F6B-4A47-892B-C9094FDD5642}" dt="2022-03-22T10:08:05.003" v="5762" actId="478"/>
          <ac:picMkLst>
            <pc:docMk/>
            <pc:sldMk cId="3548083134" sldId="284"/>
            <ac:picMk id="11" creationId="{4889B6C1-DFCF-4F76-9A1A-4C72E922BE3B}"/>
          </ac:picMkLst>
        </pc:picChg>
        <pc:picChg chg="add mod">
          <ac:chgData name="SERGIO SPANO'" userId="3abdd0b9-513e-40ac-aad4-56920065037d" providerId="ADAL" clId="{2DCFDF45-1F6B-4A47-892B-C9094FDD5642}" dt="2022-03-22T10:10:18.513" v="5833" actId="1076"/>
          <ac:picMkLst>
            <pc:docMk/>
            <pc:sldMk cId="3548083134" sldId="284"/>
            <ac:picMk id="12" creationId="{F51B14B0-B88A-4D7F-A8D0-814410EB70D8}"/>
          </ac:picMkLst>
        </pc:picChg>
        <pc:picChg chg="add mod">
          <ac:chgData name="SERGIO SPANO'" userId="3abdd0b9-513e-40ac-aad4-56920065037d" providerId="ADAL" clId="{2DCFDF45-1F6B-4A47-892B-C9094FDD5642}" dt="2022-03-22T10:09:30.284" v="5788" actId="1076"/>
          <ac:picMkLst>
            <pc:docMk/>
            <pc:sldMk cId="3548083134" sldId="284"/>
            <ac:picMk id="14" creationId="{12E85EFF-A0BF-46CE-83FB-BF893C5473A6}"/>
          </ac:picMkLst>
        </pc:picChg>
        <pc:picChg chg="del">
          <ac:chgData name="SERGIO SPANO'" userId="3abdd0b9-513e-40ac-aad4-56920065037d" providerId="ADAL" clId="{2DCFDF45-1F6B-4A47-892B-C9094FDD5642}" dt="2022-03-22T10:08:16.565" v="5768" actId="478"/>
          <ac:picMkLst>
            <pc:docMk/>
            <pc:sldMk cId="3548083134" sldId="284"/>
            <ac:picMk id="19" creationId="{141209DC-D41F-45B3-8303-0F5F4E43DEBA}"/>
          </ac:picMkLst>
        </pc:picChg>
        <pc:picChg chg="del">
          <ac:chgData name="SERGIO SPANO'" userId="3abdd0b9-513e-40ac-aad4-56920065037d" providerId="ADAL" clId="{2DCFDF45-1F6B-4A47-892B-C9094FDD5642}" dt="2022-03-22T10:08:05.391" v="5763" actId="478"/>
          <ac:picMkLst>
            <pc:docMk/>
            <pc:sldMk cId="3548083134" sldId="284"/>
            <ac:picMk id="20" creationId="{7DB46C86-1065-4A08-8451-CA347E7F5991}"/>
          </ac:picMkLst>
        </pc:picChg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327913782" sldId="285"/>
        </pc:sldMkLst>
        <pc:spChg chg="mod">
          <ac:chgData name="SERGIO SPANO'" userId="3abdd0b9-513e-40ac-aad4-56920065037d" providerId="ADAL" clId="{2DCFDF45-1F6B-4A47-892B-C9094FDD5642}" dt="2022-03-22T10:11:35.230" v="5945" actId="20577"/>
          <ac:spMkLst>
            <pc:docMk/>
            <pc:sldMk cId="2327913782" sldId="285"/>
            <ac:spMk id="2" creationId="{1BC0E471-138B-4C28-9B06-FD585B4AE3C3}"/>
          </ac:spMkLst>
        </pc:spChg>
      </pc:sldChg>
      <pc:sldChg chg="addSp delSp modSp new mod modTransition modClrScheme chgLayout">
        <pc:chgData name="SERGIO SPANO'" userId="3abdd0b9-513e-40ac-aad4-56920065037d" providerId="ADAL" clId="{2DCFDF45-1F6B-4A47-892B-C9094FDD5642}" dt="2022-03-29T15:09:18.552" v="6977"/>
        <pc:sldMkLst>
          <pc:docMk/>
          <pc:sldMk cId="921774571" sldId="286"/>
        </pc:sldMkLst>
        <pc:spChg chg="del 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2" creationId="{C2891326-BF93-4BAB-BFBE-DD1D2559CC5C}"/>
          </ac:spMkLst>
        </pc:spChg>
        <pc:spChg chg="del 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3" creationId="{EC87FECB-75E2-4A92-85C3-AAAB37611EBF}"/>
          </ac:spMkLst>
        </pc:spChg>
        <pc:spChg chg="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4" creationId="{AA1D6F2E-E827-43AA-826B-3A9FB31A6619}"/>
          </ac:spMkLst>
        </pc:spChg>
        <pc:spChg chg="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5" creationId="{936199A7-D18C-495A-83E5-7EB7E74A06EA}"/>
          </ac:spMkLst>
        </pc:spChg>
        <pc:spChg chg="add mod ord">
          <ac:chgData name="SERGIO SPANO'" userId="3abdd0b9-513e-40ac-aad4-56920065037d" providerId="ADAL" clId="{2DCFDF45-1F6B-4A47-892B-C9094FDD5642}" dt="2022-03-22T10:11:44.043" v="5959" actId="20577"/>
          <ac:spMkLst>
            <pc:docMk/>
            <pc:sldMk cId="921774571" sldId="286"/>
            <ac:spMk id="6" creationId="{004E621A-A2AB-4E46-B354-8D84ABF3AE43}"/>
          </ac:spMkLst>
        </pc:spChg>
        <pc:spChg chg="add mod ord">
          <ac:chgData name="SERGIO SPANO'" userId="3abdd0b9-513e-40ac-aad4-56920065037d" providerId="ADAL" clId="{2DCFDF45-1F6B-4A47-892B-C9094FDD5642}" dt="2022-03-23T10:55:19.455" v="6752" actId="207"/>
          <ac:spMkLst>
            <pc:docMk/>
            <pc:sldMk cId="921774571" sldId="286"/>
            <ac:spMk id="7" creationId="{A0E486A5-8D97-41B5-A61A-560E5A490528}"/>
          </ac:spMkLst>
        </pc:spChg>
      </pc:sldChg>
      <pc:sldChg chg="add modTransition">
        <pc:chgData name="SERGIO SPANO'" userId="3abdd0b9-513e-40ac-aad4-56920065037d" providerId="ADAL" clId="{2DCFDF45-1F6B-4A47-892B-C9094FDD5642}" dt="2022-03-29T15:09:18.552" v="6977"/>
        <pc:sldMkLst>
          <pc:docMk/>
          <pc:sldMk cId="288709285" sldId="287"/>
        </pc:sldMkLst>
      </pc:sldChg>
      <pc:sldMasterChg chg="delSp mod modTransition modSldLayout">
        <pc:chgData name="SERGIO SPANO'" userId="3abdd0b9-513e-40ac-aad4-56920065037d" providerId="ADAL" clId="{2DCFDF45-1F6B-4A47-892B-C9094FDD5642}" dt="2022-03-29T15:09:18.552" v="6977"/>
        <pc:sldMasterMkLst>
          <pc:docMk/>
          <pc:sldMasterMk cId="2117844949" sldId="2147483648"/>
        </pc:sldMasterMkLst>
        <pc:picChg chg="del">
          <ac:chgData name="SERGIO SPANO'" userId="3abdd0b9-513e-40ac-aad4-56920065037d" providerId="ADAL" clId="{2DCFDF45-1F6B-4A47-892B-C9094FDD5642}" dt="2022-03-18T13:54:58.125" v="14" actId="478"/>
          <ac:picMkLst>
            <pc:docMk/>
            <pc:sldMasterMk cId="2117844949" sldId="2147483648"/>
            <ac:picMk id="11" creationId="{691F592A-D320-4879-B8DA-C414E6D36C34}"/>
          </ac:picMkLst>
        </pc:pic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638397118" sldId="2147483649"/>
          </pc:sldLayoutMkLst>
        </pc:sldLayoutChg>
        <pc:sldLayoutChg chg="modSp 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468147844" sldId="2147483650"/>
          </pc:sldLayoutMkLst>
          <pc:spChg chg="mod">
            <ac:chgData name="SERGIO SPANO'" userId="3abdd0b9-513e-40ac-aad4-56920065037d" providerId="ADAL" clId="{2DCFDF45-1F6B-4A47-892B-C9094FDD5642}" dt="2022-03-21T14:24:12.677" v="3381" actId="113"/>
            <ac:spMkLst>
              <pc:docMk/>
              <pc:sldMasterMk cId="2117844949" sldId="2147483648"/>
              <pc:sldLayoutMk cId="1468147844" sldId="2147483650"/>
              <ac:spMk id="2" creationId="{2BE5BC59-9EE5-454B-8731-458C5A4ADF9E}"/>
            </ac:spMkLst>
          </pc:spChg>
        </pc:sldLayoutChg>
        <pc:sldLayoutChg chg="addSp modSp mod 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484314592" sldId="2147483651"/>
          </pc:sldLayoutMkLst>
          <pc:spChg chg="add mod ord">
            <ac:chgData name="SERGIO SPANO'" userId="3abdd0b9-513e-40ac-aad4-56920065037d" providerId="ADAL" clId="{2DCFDF45-1F6B-4A47-892B-C9094FDD5642}" dt="2022-03-21T11:12:12.868" v="1481" actId="14100"/>
            <ac:spMkLst>
              <pc:docMk/>
              <pc:sldMasterMk cId="2117844949" sldId="2147483648"/>
              <pc:sldLayoutMk cId="484314592" sldId="2147483651"/>
              <ac:spMk id="7" creationId="{AF223CD9-C9ED-4CF0-B204-CAF3B15E86E9}"/>
            </ac:spMkLst>
          </pc:spChg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127178419" sldId="2147483652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3277322425" sldId="2147483653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438592927" sldId="2147483654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338396061" sldId="2147483655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86306287" sldId="2147483656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3515321370" sldId="2147483657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825112441" sldId="2147483658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943013309" sldId="2147483659"/>
          </pc:sldLayoutMkLst>
        </pc:sldLayoutChg>
      </pc:sldMasterChg>
    </pc:docChg>
  </pc:docChgLst>
  <pc:docChgLst>
    <pc:chgData name="SERGIO SPANO'" userId="3abdd0b9-513e-40ac-aad4-56920065037d" providerId="ADAL" clId="{F9F9A9FE-68DD-4380-A19A-C3E2E9A14DEB}"/>
    <pc:docChg chg="undo custSel modMainMaster">
      <pc:chgData name="SERGIO SPANO'" userId="3abdd0b9-513e-40ac-aad4-56920065037d" providerId="ADAL" clId="{F9F9A9FE-68DD-4380-A19A-C3E2E9A14DEB}" dt="2022-02-08T10:42:59.216" v="86" actId="14100"/>
      <pc:docMkLst>
        <pc:docMk/>
      </pc:docMkLst>
      <pc:sldMasterChg chg="addSp delSp modSp mod modSldLayout">
        <pc:chgData name="SERGIO SPANO'" userId="3abdd0b9-513e-40ac-aad4-56920065037d" providerId="ADAL" clId="{F9F9A9FE-68DD-4380-A19A-C3E2E9A14DEB}" dt="2022-02-08T10:42:59.216" v="86" actId="14100"/>
        <pc:sldMasterMkLst>
          <pc:docMk/>
          <pc:sldMasterMk cId="2117844949" sldId="2147483648"/>
        </pc:sldMasterMkLst>
        <pc:spChg chg="mod">
          <ac:chgData name="SERGIO SPANO'" userId="3abdd0b9-513e-40ac-aad4-56920065037d" providerId="ADAL" clId="{F9F9A9FE-68DD-4380-A19A-C3E2E9A14DEB}" dt="2022-02-08T10:37:29.192" v="27" actId="14100"/>
          <ac:spMkLst>
            <pc:docMk/>
            <pc:sldMasterMk cId="2117844949" sldId="2147483648"/>
            <ac:spMk id="2" creationId="{F6A7BD6A-2E1D-4EE9-9550-3278CC20D11B}"/>
          </ac:spMkLst>
        </pc:spChg>
        <pc:spChg chg="mod">
          <ac:chgData name="SERGIO SPANO'" userId="3abdd0b9-513e-40ac-aad4-56920065037d" providerId="ADAL" clId="{F9F9A9FE-68DD-4380-A19A-C3E2E9A14DEB}" dt="2022-02-08T10:37:35.335" v="29" actId="14100"/>
          <ac:spMkLst>
            <pc:docMk/>
            <pc:sldMasterMk cId="2117844949" sldId="2147483648"/>
            <ac:spMk id="3" creationId="{4A5DA657-DDD8-4A05-9088-B977D6547C9B}"/>
          </ac:spMkLst>
        </pc:spChg>
        <pc:spChg chg="mod">
          <ac:chgData name="SERGIO SPANO'" userId="3abdd0b9-513e-40ac-aad4-56920065037d" providerId="ADAL" clId="{F9F9A9FE-68DD-4380-A19A-C3E2E9A14DEB}" dt="2022-02-08T10:42:46.741" v="83" actId="14100"/>
          <ac:spMkLst>
            <pc:docMk/>
            <pc:sldMasterMk cId="2117844949" sldId="2147483648"/>
            <ac:spMk id="4" creationId="{3CA61BD2-CA09-4BEB-B08B-4B0A8533DEC8}"/>
          </ac:spMkLst>
        </pc:spChg>
        <pc:spChg chg="mod">
          <ac:chgData name="SERGIO SPANO'" userId="3abdd0b9-513e-40ac-aad4-56920065037d" providerId="ADAL" clId="{F9F9A9FE-68DD-4380-A19A-C3E2E9A14DEB}" dt="2022-02-08T10:42:59.216" v="86" actId="14100"/>
          <ac:spMkLst>
            <pc:docMk/>
            <pc:sldMasterMk cId="2117844949" sldId="2147483648"/>
            <ac:spMk id="5" creationId="{26C1109A-83E1-4943-908E-29C1D523D264}"/>
          </ac:spMkLst>
        </pc:spChg>
        <pc:spChg chg="mod">
          <ac:chgData name="SERGIO SPANO'" userId="3abdd0b9-513e-40ac-aad4-56920065037d" providerId="ADAL" clId="{F9F9A9FE-68DD-4380-A19A-C3E2E9A14DEB}" dt="2022-02-08T10:42:55.098" v="85" actId="14100"/>
          <ac:spMkLst>
            <pc:docMk/>
            <pc:sldMasterMk cId="2117844949" sldId="2147483648"/>
            <ac:spMk id="6" creationId="{3A1501F7-399C-4A0A-8183-EF9F4C72DD54}"/>
          </ac:spMkLst>
        </pc:spChg>
        <pc:spChg chg="mod">
          <ac:chgData name="SERGIO SPANO'" userId="3abdd0b9-513e-40ac-aad4-56920065037d" providerId="ADAL" clId="{F9F9A9FE-68DD-4380-A19A-C3E2E9A14DEB}" dt="2022-02-08T10:36:52.743" v="6" actId="14100"/>
          <ac:spMkLst>
            <pc:docMk/>
            <pc:sldMasterMk cId="2117844949" sldId="2147483648"/>
            <ac:spMk id="9" creationId="{23DA7761-B638-4C8B-BC2F-3D04149752EA}"/>
          </ac:spMkLst>
        </pc:spChg>
        <pc:spChg chg="add del mod">
          <ac:chgData name="SERGIO SPANO'" userId="3abdd0b9-513e-40ac-aad4-56920065037d" providerId="ADAL" clId="{F9F9A9FE-68DD-4380-A19A-C3E2E9A14DEB}" dt="2022-02-08T10:40:19.534" v="70" actId="478"/>
          <ac:spMkLst>
            <pc:docMk/>
            <pc:sldMasterMk cId="2117844949" sldId="2147483648"/>
            <ac:spMk id="11" creationId="{DE5BD3E4-F1B8-4FA1-B5D8-D9BECA20DBD1}"/>
          </ac:spMkLst>
        </pc:spChg>
        <pc:spChg chg="add del mod">
          <ac:chgData name="SERGIO SPANO'" userId="3abdd0b9-513e-40ac-aad4-56920065037d" providerId="ADAL" clId="{F9F9A9FE-68DD-4380-A19A-C3E2E9A14DEB}" dt="2022-02-08T10:42:17.889" v="82"/>
          <ac:spMkLst>
            <pc:docMk/>
            <pc:sldMasterMk cId="2117844949" sldId="2147483648"/>
            <ac:spMk id="12" creationId="{422EBADD-EB73-42EE-A99A-10EE3AD16BBC}"/>
          </ac:spMkLst>
        </pc:spChg>
        <pc:picChg chg="add mod">
          <ac:chgData name="SERGIO SPANO'" userId="3abdd0b9-513e-40ac-aad4-56920065037d" providerId="ADAL" clId="{F9F9A9FE-68DD-4380-A19A-C3E2E9A14DEB}" dt="2022-02-08T10:37:07.398" v="18" actId="1037"/>
          <ac:picMkLst>
            <pc:docMk/>
            <pc:sldMasterMk cId="2117844949" sldId="2147483648"/>
            <ac:picMk id="10" creationId="{D20E3174-B741-4DA8-98A9-60C537AE3499}"/>
          </ac:picMkLst>
        </pc:picChg>
        <pc:sldLayoutChg chg="addSp delSp modSp mod">
          <pc:chgData name="SERGIO SPANO'" userId="3abdd0b9-513e-40ac-aad4-56920065037d" providerId="ADAL" clId="{F9F9A9FE-68DD-4380-A19A-C3E2E9A14DEB}" dt="2022-02-08T10:40:45.602" v="78" actId="1036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F9F9A9FE-68DD-4380-A19A-C3E2E9A14DEB}" dt="2022-02-08T10:39:08.090" v="59" actId="14100"/>
            <ac:spMkLst>
              <pc:docMk/>
              <pc:sldMasterMk cId="2117844949" sldId="2147483648"/>
              <pc:sldLayoutMk cId="638397118" sldId="2147483649"/>
              <ac:spMk id="3" creationId="{0520775B-C623-4491-81E1-F48B53652264}"/>
            </ac:spMkLst>
          </pc:spChg>
          <pc:spChg chg="del">
            <ac:chgData name="SERGIO SPANO'" userId="3abdd0b9-513e-40ac-aad4-56920065037d" providerId="ADAL" clId="{F9F9A9FE-68DD-4380-A19A-C3E2E9A14DEB}" dt="2022-02-08T10:40:15.722" v="69" actId="478"/>
            <ac:spMkLst>
              <pc:docMk/>
              <pc:sldMasterMk cId="2117844949" sldId="2147483648"/>
              <pc:sldLayoutMk cId="638397118" sldId="2147483649"/>
              <ac:spMk id="9" creationId="{73530198-8189-4449-A1AC-78983AC216D3}"/>
            </ac:spMkLst>
          </pc:spChg>
          <pc:spChg chg="add mod">
            <ac:chgData name="SERGIO SPANO'" userId="3abdd0b9-513e-40ac-aad4-56920065037d" providerId="ADAL" clId="{F9F9A9FE-68DD-4380-A19A-C3E2E9A14DEB}" dt="2022-02-08T10:40:45.602" v="78" actId="1036"/>
            <ac:spMkLst>
              <pc:docMk/>
              <pc:sldMasterMk cId="2117844949" sldId="2147483648"/>
              <pc:sldLayoutMk cId="638397118" sldId="2147483649"/>
              <ac:spMk id="12" creationId="{97D68861-15CF-45CE-801C-70DD06C46F7E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7:46.697" v="31" actId="14100"/>
          <pc:sldLayoutMkLst>
            <pc:docMk/>
            <pc:sldMasterMk cId="2117844949" sldId="2147483648"/>
            <pc:sldLayoutMk cId="1127178419" sldId="2147483652"/>
          </pc:sldLayoutMkLst>
          <pc:spChg chg="mod">
            <ac:chgData name="SERGIO SPANO'" userId="3abdd0b9-513e-40ac-aad4-56920065037d" providerId="ADAL" clId="{F9F9A9FE-68DD-4380-A19A-C3E2E9A14DEB}" dt="2022-02-08T10:37:43.063" v="30" actId="14100"/>
            <ac:spMkLst>
              <pc:docMk/>
              <pc:sldMasterMk cId="2117844949" sldId="2147483648"/>
              <pc:sldLayoutMk cId="1127178419" sldId="2147483652"/>
              <ac:spMk id="3" creationId="{489F5267-AD86-4D32-944C-03F3ED38DE9D}"/>
            </ac:spMkLst>
          </pc:spChg>
          <pc:spChg chg="mod">
            <ac:chgData name="SERGIO SPANO'" userId="3abdd0b9-513e-40ac-aad4-56920065037d" providerId="ADAL" clId="{F9F9A9FE-68DD-4380-A19A-C3E2E9A14DEB}" dt="2022-02-08T10:37:46.697" v="31" actId="14100"/>
            <ac:spMkLst>
              <pc:docMk/>
              <pc:sldMasterMk cId="2117844949" sldId="2147483648"/>
              <pc:sldLayoutMk cId="1127178419" sldId="2147483652"/>
              <ac:spMk id="4" creationId="{2288A62B-98DA-4E63-A89D-B7A2FD1344C6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59.416" v="58" actId="14100"/>
          <pc:sldLayoutMkLst>
            <pc:docMk/>
            <pc:sldMasterMk cId="2117844949" sldId="2147483648"/>
            <pc:sldLayoutMk cId="3277322425" sldId="2147483653"/>
          </pc:sldLayoutMkLst>
          <pc:spChg chg="mod">
            <ac:chgData name="SERGIO SPANO'" userId="3abdd0b9-513e-40ac-aad4-56920065037d" providerId="ADAL" clId="{F9F9A9FE-68DD-4380-A19A-C3E2E9A14DEB}" dt="2022-02-08T10:38:46.851" v="53" actId="14100"/>
            <ac:spMkLst>
              <pc:docMk/>
              <pc:sldMasterMk cId="2117844949" sldId="2147483648"/>
              <pc:sldLayoutMk cId="3277322425" sldId="2147483653"/>
              <ac:spMk id="2" creationId="{5E1D8EA1-9C49-465B-BADE-8BD2C192ADCE}"/>
            </ac:spMkLst>
          </pc:spChg>
          <pc:spChg chg="mod">
            <ac:chgData name="SERGIO SPANO'" userId="3abdd0b9-513e-40ac-aad4-56920065037d" providerId="ADAL" clId="{F9F9A9FE-68DD-4380-A19A-C3E2E9A14DEB}" dt="2022-02-08T10:38:56.536" v="57" actId="14100"/>
            <ac:spMkLst>
              <pc:docMk/>
              <pc:sldMasterMk cId="2117844949" sldId="2147483648"/>
              <pc:sldLayoutMk cId="3277322425" sldId="2147483653"/>
              <ac:spMk id="3" creationId="{303B0D27-A200-4420-A47D-C5E6827F90FB}"/>
            </ac:spMkLst>
          </pc:spChg>
          <pc:spChg chg="mod">
            <ac:chgData name="SERGIO SPANO'" userId="3abdd0b9-513e-40ac-aad4-56920065037d" providerId="ADAL" clId="{F9F9A9FE-68DD-4380-A19A-C3E2E9A14DEB}" dt="2022-02-08T10:38:59.416" v="58" actId="14100"/>
            <ac:spMkLst>
              <pc:docMk/>
              <pc:sldMasterMk cId="2117844949" sldId="2147483648"/>
              <pc:sldLayoutMk cId="3277322425" sldId="2147483653"/>
              <ac:spMk id="4" creationId="{76D52593-7A57-42B3-A2DE-96B6662C08B5}"/>
            </ac:spMkLst>
          </pc:spChg>
          <pc:spChg chg="mod">
            <ac:chgData name="SERGIO SPANO'" userId="3abdd0b9-513e-40ac-aad4-56920065037d" providerId="ADAL" clId="{F9F9A9FE-68DD-4380-A19A-C3E2E9A14DEB}" dt="2022-02-08T10:38:50.405" v="55" actId="14100"/>
            <ac:spMkLst>
              <pc:docMk/>
              <pc:sldMasterMk cId="2117844949" sldId="2147483648"/>
              <pc:sldLayoutMk cId="3277322425" sldId="2147483653"/>
              <ac:spMk id="5" creationId="{0D1156F2-1FD9-4D4B-8C64-92B0A8DD40B8}"/>
            </ac:spMkLst>
          </pc:spChg>
          <pc:spChg chg="mod">
            <ac:chgData name="SERGIO SPANO'" userId="3abdd0b9-513e-40ac-aad4-56920065037d" providerId="ADAL" clId="{F9F9A9FE-68DD-4380-A19A-C3E2E9A14DEB}" dt="2022-02-08T10:38:52.982" v="56" actId="14100"/>
            <ac:spMkLst>
              <pc:docMk/>
              <pc:sldMasterMk cId="2117844949" sldId="2147483648"/>
              <pc:sldLayoutMk cId="3277322425" sldId="2147483653"/>
              <ac:spMk id="6" creationId="{8190BA44-D273-408B-922F-FD483788162C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05.675" v="34" actId="14100"/>
          <pc:sldLayoutMkLst>
            <pc:docMk/>
            <pc:sldMasterMk cId="2117844949" sldId="2147483648"/>
            <pc:sldLayoutMk cId="286306287" sldId="2147483656"/>
          </pc:sldLayoutMkLst>
          <pc:spChg chg="mod">
            <ac:chgData name="SERGIO SPANO'" userId="3abdd0b9-513e-40ac-aad4-56920065037d" providerId="ADAL" clId="{F9F9A9FE-68DD-4380-A19A-C3E2E9A14DEB}" dt="2022-02-08T10:37:58.442" v="32" actId="14100"/>
            <ac:spMkLst>
              <pc:docMk/>
              <pc:sldMasterMk cId="2117844949" sldId="2147483648"/>
              <pc:sldLayoutMk cId="286306287" sldId="2147483656"/>
              <ac:spMk id="2" creationId="{45DA3055-73C1-4452-AD08-3F132219BC62}"/>
            </ac:spMkLst>
          </pc:spChg>
          <pc:spChg chg="mod">
            <ac:chgData name="SERGIO SPANO'" userId="3abdd0b9-513e-40ac-aad4-56920065037d" providerId="ADAL" clId="{F9F9A9FE-68DD-4380-A19A-C3E2E9A14DEB}" dt="2022-02-08T10:38:05.675" v="34" actId="14100"/>
            <ac:spMkLst>
              <pc:docMk/>
              <pc:sldMasterMk cId="2117844949" sldId="2147483648"/>
              <pc:sldLayoutMk cId="286306287" sldId="2147483656"/>
              <ac:spMk id="3" creationId="{CDE47ECA-CF77-41FB-A124-4B8E5178D906}"/>
            </ac:spMkLst>
          </pc:spChg>
          <pc:spChg chg="mod">
            <ac:chgData name="SERGIO SPANO'" userId="3abdd0b9-513e-40ac-aad4-56920065037d" providerId="ADAL" clId="{F9F9A9FE-68DD-4380-A19A-C3E2E9A14DEB}" dt="2022-02-08T10:38:00.839" v="33" actId="14100"/>
            <ac:spMkLst>
              <pc:docMk/>
              <pc:sldMasterMk cId="2117844949" sldId="2147483648"/>
              <pc:sldLayoutMk cId="286306287" sldId="2147483656"/>
              <ac:spMk id="4" creationId="{FA2AA623-AEAD-49A2-8860-3288F950BB8D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16.700" v="37" actId="14100"/>
          <pc:sldLayoutMkLst>
            <pc:docMk/>
            <pc:sldMasterMk cId="2117844949" sldId="2147483648"/>
            <pc:sldLayoutMk cId="3515321370" sldId="2147483657"/>
          </pc:sldLayoutMkLst>
          <pc:spChg chg="mod">
            <ac:chgData name="SERGIO SPANO'" userId="3abdd0b9-513e-40ac-aad4-56920065037d" providerId="ADAL" clId="{F9F9A9FE-68DD-4380-A19A-C3E2E9A14DEB}" dt="2022-02-08T10:38:10.052" v="35" actId="14100"/>
            <ac:spMkLst>
              <pc:docMk/>
              <pc:sldMasterMk cId="2117844949" sldId="2147483648"/>
              <pc:sldLayoutMk cId="3515321370" sldId="2147483657"/>
              <ac:spMk id="2" creationId="{550DE0DC-F059-4028-8042-9C0A19FE975C}"/>
            </ac:spMkLst>
          </pc:spChg>
          <pc:spChg chg="mod">
            <ac:chgData name="SERGIO SPANO'" userId="3abdd0b9-513e-40ac-aad4-56920065037d" providerId="ADAL" clId="{F9F9A9FE-68DD-4380-A19A-C3E2E9A14DEB}" dt="2022-02-08T10:38:16.700" v="37" actId="14100"/>
            <ac:spMkLst>
              <pc:docMk/>
              <pc:sldMasterMk cId="2117844949" sldId="2147483648"/>
              <pc:sldLayoutMk cId="3515321370" sldId="2147483657"/>
              <ac:spMk id="3" creationId="{7FEA735F-D21D-4609-B4A3-0339F6156B4F}"/>
            </ac:spMkLst>
          </pc:spChg>
          <pc:spChg chg="mod">
            <ac:chgData name="SERGIO SPANO'" userId="3abdd0b9-513e-40ac-aad4-56920065037d" providerId="ADAL" clId="{F9F9A9FE-68DD-4380-A19A-C3E2E9A14DEB}" dt="2022-02-08T10:38:12.044" v="36" actId="14100"/>
            <ac:spMkLst>
              <pc:docMk/>
              <pc:sldMasterMk cId="2117844949" sldId="2147483648"/>
              <pc:sldLayoutMk cId="3515321370" sldId="2147483657"/>
              <ac:spMk id="4" creationId="{D992C9CE-CDA0-4229-B2B6-52C5DA42B359}"/>
            </ac:spMkLst>
          </pc:spChg>
        </pc:sldLayoutChg>
      </pc:sldMasterChg>
    </pc:docChg>
  </pc:docChgLst>
  <pc:docChgLst>
    <pc:chgData name="SERGIO SPANO'" userId="3abdd0b9-513e-40ac-aad4-56920065037d" providerId="ADAL" clId="{A04F6209-C852-4D0D-AABD-D7CE25CBB79B}"/>
    <pc:docChg chg="undo redo custSel addSld delSld modSld addMainMaster delMainMaster modMainMaster">
      <pc:chgData name="SERGIO SPANO'" userId="3abdd0b9-513e-40ac-aad4-56920065037d" providerId="ADAL" clId="{A04F6209-C852-4D0D-AABD-D7CE25CBB79B}" dt="2022-02-09T15:29:52.140" v="1701" actId="2696"/>
      <pc:docMkLst>
        <pc:docMk/>
      </pc:docMkLst>
      <pc:sldChg chg="addSp delSp modSp mod">
        <pc:chgData name="SERGIO SPANO'" userId="3abdd0b9-513e-40ac-aad4-56920065037d" providerId="ADAL" clId="{A04F6209-C852-4D0D-AABD-D7CE25CBB79B}" dt="2022-02-08T11:18:09.999" v="528" actId="1036"/>
        <pc:sldMkLst>
          <pc:docMk/>
          <pc:sldMk cId="3676927149" sldId="256"/>
        </pc:sldMkLst>
        <pc:spChg chg="mod">
          <ac:chgData name="SERGIO SPANO'" userId="3abdd0b9-513e-40ac-aad4-56920065037d" providerId="ADAL" clId="{A04F6209-C852-4D0D-AABD-D7CE25CBB79B}" dt="2022-02-08T10:54:51.611" v="117" actId="20577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A04F6209-C852-4D0D-AABD-D7CE25CBB79B}" dt="2022-02-08T10:55:57.298" v="151" actId="14100"/>
          <ac:spMkLst>
            <pc:docMk/>
            <pc:sldMk cId="3676927149" sldId="256"/>
            <ac:spMk id="3" creationId="{9DAC625A-2F47-4E94-ABBC-7F67DDCC72AE}"/>
          </ac:spMkLst>
        </pc:spChg>
        <pc:spChg chg="del">
          <ac:chgData name="SERGIO SPANO'" userId="3abdd0b9-513e-40ac-aad4-56920065037d" providerId="ADAL" clId="{A04F6209-C852-4D0D-AABD-D7CE25CBB79B}" dt="2022-02-08T11:05:02.573" v="422" actId="478"/>
          <ac:spMkLst>
            <pc:docMk/>
            <pc:sldMk cId="3676927149" sldId="256"/>
            <ac:spMk id="4" creationId="{F1E012E0-B33A-4608-8A34-844CBC93A0C6}"/>
          </ac:spMkLst>
        </pc:spChg>
        <pc:spChg chg="add del">
          <ac:chgData name="SERGIO SPANO'" userId="3abdd0b9-513e-40ac-aad4-56920065037d" providerId="ADAL" clId="{A04F6209-C852-4D0D-AABD-D7CE25CBB79B}" dt="2022-02-08T10:55:32.218" v="144" actId="478"/>
          <ac:spMkLst>
            <pc:docMk/>
            <pc:sldMk cId="3676927149" sldId="256"/>
            <ac:spMk id="8" creationId="{8E3CABD1-75E7-4CC5-9091-543C1C7C47A8}"/>
          </ac:spMkLst>
        </pc:spChg>
        <pc:spChg chg="add mod">
          <ac:chgData name="SERGIO SPANO'" userId="3abdd0b9-513e-40ac-aad4-56920065037d" providerId="ADAL" clId="{A04F6209-C852-4D0D-AABD-D7CE25CBB79B}" dt="2022-02-08T11:01:19.250" v="372" actId="20577"/>
          <ac:spMkLst>
            <pc:docMk/>
            <pc:sldMk cId="3676927149" sldId="256"/>
            <ac:spMk id="9" creationId="{318439EC-548D-4D8A-A188-8D14B752B73D}"/>
          </ac:spMkLst>
        </pc:spChg>
        <pc:spChg chg="add mod">
          <ac:chgData name="SERGIO SPANO'" userId="3abdd0b9-513e-40ac-aad4-56920065037d" providerId="ADAL" clId="{A04F6209-C852-4D0D-AABD-D7CE25CBB79B}" dt="2022-02-08T11:01:31.741" v="374" actId="113"/>
          <ac:spMkLst>
            <pc:docMk/>
            <pc:sldMk cId="3676927149" sldId="256"/>
            <ac:spMk id="10" creationId="{1C28BD56-FEA0-4AD1-A103-B45E0AC86A2B}"/>
          </ac:spMkLst>
        </pc:spChg>
        <pc:spChg chg="del">
          <ac:chgData name="SERGIO SPANO'" userId="3abdd0b9-513e-40ac-aad4-56920065037d" providerId="ADAL" clId="{A04F6209-C852-4D0D-AABD-D7CE25CBB79B}" dt="2022-02-08T11:05:01.200" v="421" actId="478"/>
          <ac:spMkLst>
            <pc:docMk/>
            <pc:sldMk cId="3676927149" sldId="256"/>
            <ac:spMk id="11" creationId="{E8EACAF0-786F-466C-B23D-7B23D144F75A}"/>
          </ac:spMkLst>
        </pc:spChg>
        <pc:spChg chg="add mod">
          <ac:chgData name="SERGIO SPANO'" userId="3abdd0b9-513e-40ac-aad4-56920065037d" providerId="ADAL" clId="{A04F6209-C852-4D0D-AABD-D7CE25CBB79B}" dt="2022-02-08T11:18:09.999" v="528" actId="1036"/>
          <ac:spMkLst>
            <pc:docMk/>
            <pc:sldMk cId="3676927149" sldId="256"/>
            <ac:spMk id="12" creationId="{8040EDA3-6872-4ECF-8CB6-CC5146A39550}"/>
          </ac:spMkLst>
        </pc:spChg>
        <pc:picChg chg="add mod modCrop">
          <ac:chgData name="SERGIO SPANO'" userId="3abdd0b9-513e-40ac-aad4-56920065037d" providerId="ADAL" clId="{A04F6209-C852-4D0D-AABD-D7CE25CBB79B}" dt="2022-02-08T11:05:50.153" v="426" actId="14100"/>
          <ac:picMkLst>
            <pc:docMk/>
            <pc:sldMk cId="3676927149" sldId="256"/>
            <ac:picMk id="6" creationId="{126A9E0D-5C69-4CAA-AA33-76FF1ABC5F6F}"/>
          </ac:picMkLst>
        </pc:picChg>
      </pc:sldChg>
      <pc:sldChg chg="addSp delSp modSp new mod modClrScheme chgLayout">
        <pc:chgData name="SERGIO SPANO'" userId="3abdd0b9-513e-40ac-aad4-56920065037d" providerId="ADAL" clId="{A04F6209-C852-4D0D-AABD-D7CE25CBB79B}" dt="2022-02-08T11:30:13.904" v="914" actId="27636"/>
        <pc:sldMkLst>
          <pc:docMk/>
          <pc:sldMk cId="1057790455" sldId="257"/>
        </pc:sldMkLst>
        <pc:spChg chg="mod ord">
          <ac:chgData name="SERGIO SPANO'" userId="3abdd0b9-513e-40ac-aad4-56920065037d" providerId="ADAL" clId="{A04F6209-C852-4D0D-AABD-D7CE25CBB79B}" dt="2022-02-08T11:27:27.286" v="748" actId="27636"/>
          <ac:spMkLst>
            <pc:docMk/>
            <pc:sldMk cId="1057790455" sldId="257"/>
            <ac:spMk id="2" creationId="{6827C538-B230-4D60-BE01-2CE5117965C8}"/>
          </ac:spMkLst>
        </pc:spChg>
        <pc:spChg chg="del">
          <ac:chgData name="SERGIO SPANO'" userId="3abdd0b9-513e-40ac-aad4-56920065037d" providerId="ADAL" clId="{A04F6209-C852-4D0D-AABD-D7CE25CBB79B}" dt="2022-02-08T11:06:32.167" v="427" actId="700"/>
          <ac:spMkLst>
            <pc:docMk/>
            <pc:sldMk cId="1057790455" sldId="257"/>
            <ac:spMk id="3" creationId="{D515C019-CE26-4C31-9386-5F85B758CCE9}"/>
          </ac:spMkLst>
        </pc:spChg>
        <pc:spChg chg="mod ord">
          <ac:chgData name="SERGIO SPANO'" userId="3abdd0b9-513e-40ac-aad4-56920065037d" providerId="ADAL" clId="{A04F6209-C852-4D0D-AABD-D7CE25CBB79B}" dt="2022-02-08T11:18:13.106" v="529" actId="700"/>
          <ac:spMkLst>
            <pc:docMk/>
            <pc:sldMk cId="1057790455" sldId="257"/>
            <ac:spMk id="4" creationId="{B7A21A2F-3234-4E9A-A450-CCDD10A6F17B}"/>
          </ac:spMkLst>
        </pc:spChg>
        <pc:spChg chg="mod ord">
          <ac:chgData name="SERGIO SPANO'" userId="3abdd0b9-513e-40ac-aad4-56920065037d" providerId="ADAL" clId="{A04F6209-C852-4D0D-AABD-D7CE25CBB79B}" dt="2022-02-08T11:18:13.106" v="529" actId="700"/>
          <ac:spMkLst>
            <pc:docMk/>
            <pc:sldMk cId="1057790455" sldId="257"/>
            <ac:spMk id="5" creationId="{F6A65043-8FDC-418D-9410-81C8C9BB8EB4}"/>
          </ac:spMkLst>
        </pc:spChg>
        <pc:spChg chg="add del mod">
          <ac:chgData name="SERGIO SPANO'" userId="3abdd0b9-513e-40ac-aad4-56920065037d" providerId="ADAL" clId="{A04F6209-C852-4D0D-AABD-D7CE25CBB79B}" dt="2022-02-08T11:06:45.127" v="429" actId="478"/>
          <ac:spMkLst>
            <pc:docMk/>
            <pc:sldMk cId="1057790455" sldId="257"/>
            <ac:spMk id="6" creationId="{5B612A94-D894-4C5C-8C71-A83974BF68F3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7" creationId="{C335B4E5-0FDB-4B9C-8A8E-A059D55E9CBB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8" creationId="{0280CC2E-658D-4852-90EC-9B4C815A5714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9" creationId="{D5AA91AF-6A70-4742-98B8-77F8C706DBA6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10" creationId="{7801837F-96A6-4004-ADE6-63E80EDF1A11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11" creationId="{C76270BD-C670-470A-AADE-AA528FD39654}"/>
          </ac:spMkLst>
        </pc:spChg>
        <pc:spChg chg="add mod ord">
          <ac:chgData name="SERGIO SPANO'" userId="3abdd0b9-513e-40ac-aad4-56920065037d" providerId="ADAL" clId="{A04F6209-C852-4D0D-AABD-D7CE25CBB79B}" dt="2022-02-08T11:22:52.219" v="714" actId="313"/>
          <ac:spMkLst>
            <pc:docMk/>
            <pc:sldMk cId="1057790455" sldId="257"/>
            <ac:spMk id="12" creationId="{A6BCF31B-D9A1-4A52-AF84-AAAFF37C2EC6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3" creationId="{3A342365-8D27-4114-82EA-E2876C1FCDB0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4" creationId="{4ED03273-2CF5-4B3A-A6FF-8AB6BEE0BDEE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5" creationId="{F99021AB-BCAB-439A-A101-5CD1361FEDC4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6" creationId="{80E36E5B-BADE-404A-A3B4-F6A8B585D0CF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7" creationId="{7FB1A49B-9E31-42D8-9EB8-3F3F53099CFC}"/>
          </ac:spMkLst>
        </pc:spChg>
        <pc:spChg chg="add mod">
          <ac:chgData name="SERGIO SPANO'" userId="3abdd0b9-513e-40ac-aad4-56920065037d" providerId="ADAL" clId="{A04F6209-C852-4D0D-AABD-D7CE25CBB79B}" dt="2022-02-08T11:29:43.298" v="887" actId="14100"/>
          <ac:spMkLst>
            <pc:docMk/>
            <pc:sldMk cId="1057790455" sldId="257"/>
            <ac:spMk id="18" creationId="{820264D0-3374-4D82-94DC-2903A858A186}"/>
          </ac:spMkLst>
        </pc:spChg>
        <pc:spChg chg="add mod">
          <ac:chgData name="SERGIO SPANO'" userId="3abdd0b9-513e-40ac-aad4-56920065037d" providerId="ADAL" clId="{A04F6209-C852-4D0D-AABD-D7CE25CBB79B}" dt="2022-02-08T11:30:13.904" v="914" actId="27636"/>
          <ac:spMkLst>
            <pc:docMk/>
            <pc:sldMk cId="1057790455" sldId="257"/>
            <ac:spMk id="19" creationId="{4F1E078B-295C-4CDA-8F27-68251FE9E3A7}"/>
          </ac:spMkLst>
        </pc:spChg>
      </pc:sldChg>
      <pc:sldChg chg="new del">
        <pc:chgData name="SERGIO SPANO'" userId="3abdd0b9-513e-40ac-aad4-56920065037d" providerId="ADAL" clId="{A04F6209-C852-4D0D-AABD-D7CE25CBB79B}" dt="2022-02-08T10:53:48.076" v="59" actId="47"/>
        <pc:sldMkLst>
          <pc:docMk/>
          <pc:sldMk cId="2680682753" sldId="257"/>
        </pc:sldMkLst>
      </pc:sldChg>
      <pc:sldChg chg="addSp delSp modSp add mod">
        <pc:chgData name="SERGIO SPANO'" userId="3abdd0b9-513e-40ac-aad4-56920065037d" providerId="ADAL" clId="{A04F6209-C852-4D0D-AABD-D7CE25CBB79B}" dt="2022-02-08T11:50:47.746" v="956" actId="207"/>
        <pc:sldMkLst>
          <pc:docMk/>
          <pc:sldMk cId="1990872283" sldId="258"/>
        </pc:sldMkLst>
        <pc:spChg chg="add mod">
          <ac:chgData name="SERGIO SPANO'" userId="3abdd0b9-513e-40ac-aad4-56920065037d" providerId="ADAL" clId="{A04F6209-C852-4D0D-AABD-D7CE25CBB79B}" dt="2022-02-08T11:50:45.710" v="955" actId="207"/>
          <ac:spMkLst>
            <pc:docMk/>
            <pc:sldMk cId="1990872283" sldId="258"/>
            <ac:spMk id="6" creationId="{980FE79C-9B06-4339-9ECB-6DF75A435249}"/>
          </ac:spMkLst>
        </pc:spChg>
        <pc:spChg chg="add mod">
          <ac:chgData name="SERGIO SPANO'" userId="3abdd0b9-513e-40ac-aad4-56920065037d" providerId="ADAL" clId="{A04F6209-C852-4D0D-AABD-D7CE25CBB79B}" dt="2022-02-08T11:50:38.610" v="954" actId="1036"/>
          <ac:spMkLst>
            <pc:docMk/>
            <pc:sldMk cId="1990872283" sldId="258"/>
            <ac:spMk id="7" creationId="{36C05B16-DE17-4520-BD01-390EFE774350}"/>
          </ac:spMkLst>
        </pc:spChg>
        <pc:spChg chg="add mod">
          <ac:chgData name="SERGIO SPANO'" userId="3abdd0b9-513e-40ac-aad4-56920065037d" providerId="ADAL" clId="{A04F6209-C852-4D0D-AABD-D7CE25CBB79B}" dt="2022-02-08T11:50:45.710" v="955" actId="207"/>
          <ac:spMkLst>
            <pc:docMk/>
            <pc:sldMk cId="1990872283" sldId="258"/>
            <ac:spMk id="8" creationId="{53430D70-C800-473D-AE38-933781675EFE}"/>
          </ac:spMkLst>
        </pc:spChg>
        <pc:spChg chg="add mod">
          <ac:chgData name="SERGIO SPANO'" userId="3abdd0b9-513e-40ac-aad4-56920065037d" providerId="ADAL" clId="{A04F6209-C852-4D0D-AABD-D7CE25CBB79B}" dt="2022-02-08T11:50:29.084" v="932" actId="1076"/>
          <ac:spMkLst>
            <pc:docMk/>
            <pc:sldMk cId="1990872283" sldId="258"/>
            <ac:spMk id="9" creationId="{7D955C67-C6A3-49B8-BB42-171F4072CF1A}"/>
          </ac:spMkLst>
        </pc:spChg>
        <pc:spChg chg="add mod">
          <ac:chgData name="SERGIO SPANO'" userId="3abdd0b9-513e-40ac-aad4-56920065037d" providerId="ADAL" clId="{A04F6209-C852-4D0D-AABD-D7CE25CBB79B}" dt="2022-02-08T11:50:29.084" v="932" actId="1076"/>
          <ac:spMkLst>
            <pc:docMk/>
            <pc:sldMk cId="1990872283" sldId="258"/>
            <ac:spMk id="10" creationId="{7F71B4A0-0BD8-4C84-9AD8-BDC839DAF1CB}"/>
          </ac:spMkLst>
        </pc:spChg>
        <pc:spChg chg="add mod">
          <ac:chgData name="SERGIO SPANO'" userId="3abdd0b9-513e-40ac-aad4-56920065037d" providerId="ADAL" clId="{A04F6209-C852-4D0D-AABD-D7CE25CBB79B}" dt="2022-02-08T11:50:47.746" v="956" actId="207"/>
          <ac:spMkLst>
            <pc:docMk/>
            <pc:sldMk cId="1990872283" sldId="258"/>
            <ac:spMk id="11" creationId="{C847B313-8C34-46AC-84B6-4963257AD1BA}"/>
          </ac:spMkLst>
        </pc:spChg>
        <pc:spChg chg="mod">
          <ac:chgData name="SERGIO SPANO'" userId="3abdd0b9-513e-40ac-aad4-56920065037d" providerId="ADAL" clId="{A04F6209-C852-4D0D-AABD-D7CE25CBB79B}" dt="2022-02-08T11:31:23.151" v="930" actId="20577"/>
          <ac:spMkLst>
            <pc:docMk/>
            <pc:sldMk cId="1990872283" sldId="258"/>
            <ac:spMk id="12" creationId="{A6BCF31B-D9A1-4A52-AF84-AAAFF37C2EC6}"/>
          </ac:spMkLst>
        </pc:spChg>
        <pc:spChg chg="del">
          <ac:chgData name="SERGIO SPANO'" userId="3abdd0b9-513e-40ac-aad4-56920065037d" providerId="ADAL" clId="{A04F6209-C852-4D0D-AABD-D7CE25CBB79B}" dt="2022-02-08T11:30:52.552" v="918" actId="478"/>
          <ac:spMkLst>
            <pc:docMk/>
            <pc:sldMk cId="1990872283" sldId="258"/>
            <ac:spMk id="18" creationId="{820264D0-3374-4D82-94DC-2903A858A186}"/>
          </ac:spMkLst>
        </pc:spChg>
        <pc:spChg chg="del">
          <ac:chgData name="SERGIO SPANO'" userId="3abdd0b9-513e-40ac-aad4-56920065037d" providerId="ADAL" clId="{A04F6209-C852-4D0D-AABD-D7CE25CBB79B}" dt="2022-02-08T11:30:53.941" v="919" actId="478"/>
          <ac:spMkLst>
            <pc:docMk/>
            <pc:sldMk cId="1990872283" sldId="258"/>
            <ac:spMk id="19" creationId="{4F1E078B-295C-4CDA-8F27-68251FE9E3A7}"/>
          </ac:spMkLst>
        </pc:spChg>
      </pc:sldChg>
      <pc:sldChg chg="new del">
        <pc:chgData name="SERGIO SPANO'" userId="3abdd0b9-513e-40ac-aad4-56920065037d" providerId="ADAL" clId="{A04F6209-C852-4D0D-AABD-D7CE25CBB79B}" dt="2022-02-08T11:25:45.590" v="737" actId="680"/>
        <pc:sldMkLst>
          <pc:docMk/>
          <pc:sldMk cId="3120832413" sldId="258"/>
        </pc:sldMkLst>
      </pc:sldChg>
      <pc:sldChg chg="new del">
        <pc:chgData name="SERGIO SPANO'" userId="3abdd0b9-513e-40ac-aad4-56920065037d" providerId="ADAL" clId="{A04F6209-C852-4D0D-AABD-D7CE25CBB79B}" dt="2022-02-08T11:27:12.062" v="746" actId="680"/>
        <pc:sldMkLst>
          <pc:docMk/>
          <pc:sldMk cId="3274510398" sldId="258"/>
        </pc:sldMkLst>
      </pc:sldChg>
      <pc:sldChg chg="addSp delSp modSp new mod">
        <pc:chgData name="SERGIO SPANO'" userId="3abdd0b9-513e-40ac-aad4-56920065037d" providerId="ADAL" clId="{A04F6209-C852-4D0D-AABD-D7CE25CBB79B}" dt="2022-02-08T11:57:25.415" v="1111" actId="1035"/>
        <pc:sldMkLst>
          <pc:docMk/>
          <pc:sldMk cId="2819488547" sldId="259"/>
        </pc:sldMkLst>
        <pc:spChg chg="mod">
          <ac:chgData name="SERGIO SPANO'" userId="3abdd0b9-513e-40ac-aad4-56920065037d" providerId="ADAL" clId="{A04F6209-C852-4D0D-AABD-D7CE25CBB79B}" dt="2022-02-08T11:51:40.572" v="989" actId="20577"/>
          <ac:spMkLst>
            <pc:docMk/>
            <pc:sldMk cId="2819488547" sldId="259"/>
            <ac:spMk id="2" creationId="{19B253CA-D372-4143-A86C-3F42E8AB218F}"/>
          </ac:spMkLst>
        </pc:spChg>
        <pc:spChg chg="mod">
          <ac:chgData name="SERGIO SPANO'" userId="3abdd0b9-513e-40ac-aad4-56920065037d" providerId="ADAL" clId="{A04F6209-C852-4D0D-AABD-D7CE25CBB79B}" dt="2022-02-08T11:55:19.840" v="1024" actId="14100"/>
          <ac:spMkLst>
            <pc:docMk/>
            <pc:sldMk cId="2819488547" sldId="259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1:57:25.415" v="1111" actId="1035"/>
          <ac:spMkLst>
            <pc:docMk/>
            <pc:sldMk cId="2819488547" sldId="259"/>
            <ac:spMk id="6" creationId="{694D52C7-AEFE-4E0E-A048-9C5D398A0790}"/>
          </ac:spMkLst>
        </pc:spChg>
        <pc:spChg chg="add del mod">
          <ac:chgData name="SERGIO SPANO'" userId="3abdd0b9-513e-40ac-aad4-56920065037d" providerId="ADAL" clId="{A04F6209-C852-4D0D-AABD-D7CE25CBB79B}" dt="2022-02-08T11:52:59.003" v="1005" actId="478"/>
          <ac:spMkLst>
            <pc:docMk/>
            <pc:sldMk cId="2819488547" sldId="259"/>
            <ac:spMk id="8" creationId="{5875E264-39A4-45A4-9F71-8ABA8A5C8A2B}"/>
          </ac:spMkLst>
        </pc:spChg>
        <pc:spChg chg="add mod">
          <ac:chgData name="SERGIO SPANO'" userId="3abdd0b9-513e-40ac-aad4-56920065037d" providerId="ADAL" clId="{A04F6209-C852-4D0D-AABD-D7CE25CBB79B}" dt="2022-02-08T11:57:13.364" v="1085" actId="1076"/>
          <ac:spMkLst>
            <pc:docMk/>
            <pc:sldMk cId="2819488547" sldId="259"/>
            <ac:spMk id="9" creationId="{2DB301DE-7052-4DE4-B441-DEEA9E7BED9A}"/>
          </ac:spMkLst>
        </pc:spChg>
        <pc:picChg chg="add mod modCrop">
          <ac:chgData name="SERGIO SPANO'" userId="3abdd0b9-513e-40ac-aad4-56920065037d" providerId="ADAL" clId="{A04F6209-C852-4D0D-AABD-D7CE25CBB79B}" dt="2022-02-08T11:57:25.415" v="1111" actId="1035"/>
          <ac:picMkLst>
            <pc:docMk/>
            <pc:sldMk cId="2819488547" sldId="259"/>
            <ac:picMk id="7" creationId="{FA5D388C-6AF7-4198-8ED3-F294F2EFC1AB}"/>
          </ac:picMkLst>
        </pc:picChg>
      </pc:sldChg>
      <pc:sldChg chg="delSp modSp add mod">
        <pc:chgData name="SERGIO SPANO'" userId="3abdd0b9-513e-40ac-aad4-56920065037d" providerId="ADAL" clId="{A04F6209-C852-4D0D-AABD-D7CE25CBB79B}" dt="2022-02-08T14:13:47.019" v="1216" actId="20577"/>
        <pc:sldMkLst>
          <pc:docMk/>
          <pc:sldMk cId="3685782682" sldId="260"/>
        </pc:sldMkLst>
        <pc:spChg chg="mod">
          <ac:chgData name="SERGIO SPANO'" userId="3abdd0b9-513e-40ac-aad4-56920065037d" providerId="ADAL" clId="{A04F6209-C852-4D0D-AABD-D7CE25CBB79B}" dt="2022-02-08T14:13:47.019" v="1216" actId="20577"/>
          <ac:spMkLst>
            <pc:docMk/>
            <pc:sldMk cId="3685782682" sldId="260"/>
            <ac:spMk id="3" creationId="{ED07BFD6-689E-4A64-8830-80A9EA8FBF0A}"/>
          </ac:spMkLst>
        </pc:spChg>
        <pc:spChg chg="del">
          <ac:chgData name="SERGIO SPANO'" userId="3abdd0b9-513e-40ac-aad4-56920065037d" providerId="ADAL" clId="{A04F6209-C852-4D0D-AABD-D7CE25CBB79B}" dt="2022-02-08T14:10:11.323" v="1138" actId="478"/>
          <ac:spMkLst>
            <pc:docMk/>
            <pc:sldMk cId="3685782682" sldId="260"/>
            <ac:spMk id="6" creationId="{694D52C7-AEFE-4E0E-A048-9C5D398A0790}"/>
          </ac:spMkLst>
        </pc:spChg>
        <pc:spChg chg="del">
          <ac:chgData name="SERGIO SPANO'" userId="3abdd0b9-513e-40ac-aad4-56920065037d" providerId="ADAL" clId="{A04F6209-C852-4D0D-AABD-D7CE25CBB79B}" dt="2022-02-08T14:10:14.046" v="1140" actId="478"/>
          <ac:spMkLst>
            <pc:docMk/>
            <pc:sldMk cId="3685782682" sldId="260"/>
            <ac:spMk id="9" creationId="{2DB301DE-7052-4DE4-B441-DEEA9E7BED9A}"/>
          </ac:spMkLst>
        </pc:spChg>
        <pc:picChg chg="del">
          <ac:chgData name="SERGIO SPANO'" userId="3abdd0b9-513e-40ac-aad4-56920065037d" providerId="ADAL" clId="{A04F6209-C852-4D0D-AABD-D7CE25CBB79B}" dt="2022-02-08T14:10:12.041" v="1139" actId="478"/>
          <ac:picMkLst>
            <pc:docMk/>
            <pc:sldMk cId="3685782682" sldId="260"/>
            <ac:picMk id="7" creationId="{FA5D388C-6AF7-4198-8ED3-F294F2EFC1AB}"/>
          </ac:picMkLst>
        </pc:picChg>
      </pc:sldChg>
      <pc:sldChg chg="addSp modSp add mod">
        <pc:chgData name="SERGIO SPANO'" userId="3abdd0b9-513e-40ac-aad4-56920065037d" providerId="ADAL" clId="{A04F6209-C852-4D0D-AABD-D7CE25CBB79B}" dt="2022-02-08T14:18:00.713" v="1296" actId="1076"/>
        <pc:sldMkLst>
          <pc:docMk/>
          <pc:sldMk cId="1863524637" sldId="261"/>
        </pc:sldMkLst>
        <pc:spChg chg="mod">
          <ac:chgData name="SERGIO SPANO'" userId="3abdd0b9-513e-40ac-aad4-56920065037d" providerId="ADAL" clId="{A04F6209-C852-4D0D-AABD-D7CE25CBB79B}" dt="2022-02-08T14:17:56.127" v="1295" actId="1076"/>
          <ac:spMkLst>
            <pc:docMk/>
            <pc:sldMk cId="1863524637" sldId="261"/>
            <ac:spMk id="3" creationId="{ED07BFD6-689E-4A64-8830-80A9EA8FBF0A}"/>
          </ac:spMkLst>
        </pc:spChg>
        <pc:spChg chg="mod">
          <ac:chgData name="SERGIO SPANO'" userId="3abdd0b9-513e-40ac-aad4-56920065037d" providerId="ADAL" clId="{A04F6209-C852-4D0D-AABD-D7CE25CBB79B}" dt="2022-02-08T14:15:15.532" v="1233" actId="207"/>
          <ac:spMkLst>
            <pc:docMk/>
            <pc:sldMk cId="1863524637" sldId="261"/>
            <ac:spMk id="8" creationId="{BBBC6467-97CC-4777-B3D8-7ACF3AD35BF8}"/>
          </ac:spMkLst>
        </pc:spChg>
        <pc:spChg chg="mod">
          <ac:chgData name="SERGIO SPANO'" userId="3abdd0b9-513e-40ac-aad4-56920065037d" providerId="ADAL" clId="{A04F6209-C852-4D0D-AABD-D7CE25CBB79B}" dt="2022-02-08T14:15:51.710" v="1260" actId="1076"/>
          <ac:spMkLst>
            <pc:docMk/>
            <pc:sldMk cId="1863524637" sldId="261"/>
            <ac:spMk id="10" creationId="{14D906FF-46E0-4DA5-808F-2E4DD800F8C1}"/>
          </ac:spMkLst>
        </pc:spChg>
        <pc:spChg chg="mod">
          <ac:chgData name="SERGIO SPANO'" userId="3abdd0b9-513e-40ac-aad4-56920065037d" providerId="ADAL" clId="{A04F6209-C852-4D0D-AABD-D7CE25CBB79B}" dt="2022-02-08T14:15:26.771" v="1251" actId="20577"/>
          <ac:spMkLst>
            <pc:docMk/>
            <pc:sldMk cId="1863524637" sldId="261"/>
            <ac:spMk id="11" creationId="{228C5950-9E0A-4815-83A9-96712BF3781E}"/>
          </ac:spMkLst>
        </pc:spChg>
        <pc:spChg chg="mod">
          <ac:chgData name="SERGIO SPANO'" userId="3abdd0b9-513e-40ac-aad4-56920065037d" providerId="ADAL" clId="{A04F6209-C852-4D0D-AABD-D7CE25CBB79B}" dt="2022-02-08T14:17:19.935" v="1291" actId="6549"/>
          <ac:spMkLst>
            <pc:docMk/>
            <pc:sldMk cId="1863524637" sldId="261"/>
            <ac:spMk id="14" creationId="{5B3B4D00-7145-4DAF-98FB-E24866A51D9A}"/>
          </ac:spMkLst>
        </pc:spChg>
        <pc:spChg chg="mod">
          <ac:chgData name="SERGIO SPANO'" userId="3abdd0b9-513e-40ac-aad4-56920065037d" providerId="ADAL" clId="{A04F6209-C852-4D0D-AABD-D7CE25CBB79B}" dt="2022-02-08T14:16:52.518" v="1280" actId="208"/>
          <ac:spMkLst>
            <pc:docMk/>
            <pc:sldMk cId="1863524637" sldId="261"/>
            <ac:spMk id="15" creationId="{F72AE901-D624-45AD-B2D9-C110964351F8}"/>
          </ac:spMkLst>
        </pc:spChg>
        <pc:grpChg chg="add mod">
          <ac:chgData name="SERGIO SPANO'" userId="3abdd0b9-513e-40ac-aad4-56920065037d" providerId="ADAL" clId="{A04F6209-C852-4D0D-AABD-D7CE25CBB79B}" dt="2022-02-08T14:18:00.713" v="1296" actId="1076"/>
          <ac:grpSpMkLst>
            <pc:docMk/>
            <pc:sldMk cId="1863524637" sldId="261"/>
            <ac:grpSpMk id="6" creationId="{780D1274-D9C1-41B5-88F5-67D497BCB354}"/>
          </ac:grpSpMkLst>
        </pc:grpChg>
        <pc:grpChg chg="add mod">
          <ac:chgData name="SERGIO SPANO'" userId="3abdd0b9-513e-40ac-aad4-56920065037d" providerId="ADAL" clId="{A04F6209-C852-4D0D-AABD-D7CE25CBB79B}" dt="2022-02-08T14:18:00.713" v="1296" actId="1076"/>
          <ac:grpSpMkLst>
            <pc:docMk/>
            <pc:sldMk cId="1863524637" sldId="261"/>
            <ac:grpSpMk id="9" creationId="{99DD414F-599D-4969-8D98-DFE6063CB41B}"/>
          </ac:grpSpMkLst>
        </pc:grpChg>
        <pc:grpChg chg="add mod">
          <ac:chgData name="SERGIO SPANO'" userId="3abdd0b9-513e-40ac-aad4-56920065037d" providerId="ADAL" clId="{A04F6209-C852-4D0D-AABD-D7CE25CBB79B}" dt="2022-02-08T14:17:53.614" v="1293" actId="1076"/>
          <ac:grpSpMkLst>
            <pc:docMk/>
            <pc:sldMk cId="1863524637" sldId="261"/>
            <ac:grpSpMk id="12" creationId="{DC686362-BE4C-4E1A-9850-539BB537BB20}"/>
          </ac:grpSpMkLst>
        </pc:grpChg>
        <pc:picChg chg="mod">
          <ac:chgData name="SERGIO SPANO'" userId="3abdd0b9-513e-40ac-aad4-56920065037d" providerId="ADAL" clId="{A04F6209-C852-4D0D-AABD-D7CE25CBB79B}" dt="2022-02-08T14:15:08.515" v="1231"/>
          <ac:picMkLst>
            <pc:docMk/>
            <pc:sldMk cId="1863524637" sldId="261"/>
            <ac:picMk id="7" creationId="{2B0A9813-07E3-442C-B15D-9859A08A7295}"/>
          </ac:picMkLst>
        </pc:picChg>
        <pc:picChg chg="mod">
          <ac:chgData name="SERGIO SPANO'" userId="3abdd0b9-513e-40ac-aad4-56920065037d" providerId="ADAL" clId="{A04F6209-C852-4D0D-AABD-D7CE25CBB79B}" dt="2022-02-08T14:16:49.695" v="1279" actId="208"/>
          <ac:picMkLst>
            <pc:docMk/>
            <pc:sldMk cId="1863524637" sldId="261"/>
            <ac:picMk id="13" creationId="{98939417-3B57-4EAF-84B0-244CC3A026DB}"/>
          </ac:picMkLst>
        </pc:picChg>
      </pc:sldChg>
      <pc:sldChg chg="addSp delSp modSp add mod">
        <pc:chgData name="SERGIO SPANO'" userId="3abdd0b9-513e-40ac-aad4-56920065037d" providerId="ADAL" clId="{A04F6209-C852-4D0D-AABD-D7CE25CBB79B}" dt="2022-02-08T14:20:10.548" v="1327" actId="1076"/>
        <pc:sldMkLst>
          <pc:docMk/>
          <pc:sldMk cId="1970257463" sldId="262"/>
        </pc:sldMkLst>
        <pc:spChg chg="mod">
          <ac:chgData name="SERGIO SPANO'" userId="3abdd0b9-513e-40ac-aad4-56920065037d" providerId="ADAL" clId="{A04F6209-C852-4D0D-AABD-D7CE25CBB79B}" dt="2022-02-08T14:19:11.223" v="1310"/>
          <ac:spMkLst>
            <pc:docMk/>
            <pc:sldMk cId="1970257463" sldId="262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4:19:52.886" v="1322" actId="1076"/>
          <ac:spMkLst>
            <pc:docMk/>
            <pc:sldMk cId="1970257463" sldId="262"/>
            <ac:spMk id="18" creationId="{2309C5A0-D65A-498E-8B7B-EA272D2CE2F5}"/>
          </ac:spMkLst>
        </pc:spChg>
        <pc:grpChg chg="del">
          <ac:chgData name="SERGIO SPANO'" userId="3abdd0b9-513e-40ac-aad4-56920065037d" providerId="ADAL" clId="{A04F6209-C852-4D0D-AABD-D7CE25CBB79B}" dt="2022-02-08T14:19:13.590" v="1312" actId="478"/>
          <ac:grpSpMkLst>
            <pc:docMk/>
            <pc:sldMk cId="1970257463" sldId="262"/>
            <ac:grpSpMk id="6" creationId="{780D1274-D9C1-41B5-88F5-67D497BCB354}"/>
          </ac:grpSpMkLst>
        </pc:grpChg>
        <pc:grpChg chg="del">
          <ac:chgData name="SERGIO SPANO'" userId="3abdd0b9-513e-40ac-aad4-56920065037d" providerId="ADAL" clId="{A04F6209-C852-4D0D-AABD-D7CE25CBB79B}" dt="2022-02-08T14:19:14.348" v="1313" actId="478"/>
          <ac:grpSpMkLst>
            <pc:docMk/>
            <pc:sldMk cId="1970257463" sldId="262"/>
            <ac:grpSpMk id="9" creationId="{99DD414F-599D-4969-8D98-DFE6063CB41B}"/>
          </ac:grpSpMkLst>
        </pc:grpChg>
        <pc:grpChg chg="del">
          <ac:chgData name="SERGIO SPANO'" userId="3abdd0b9-513e-40ac-aad4-56920065037d" providerId="ADAL" clId="{A04F6209-C852-4D0D-AABD-D7CE25CBB79B}" dt="2022-02-08T14:19:12.936" v="1311" actId="478"/>
          <ac:grpSpMkLst>
            <pc:docMk/>
            <pc:sldMk cId="1970257463" sldId="262"/>
            <ac:grpSpMk id="12" creationId="{DC686362-BE4C-4E1A-9850-539BB537BB20}"/>
          </ac:grpSpMkLst>
        </pc:grpChg>
        <pc:picChg chg="add mod">
          <ac:chgData name="SERGIO SPANO'" userId="3abdd0b9-513e-40ac-aad4-56920065037d" providerId="ADAL" clId="{A04F6209-C852-4D0D-AABD-D7CE25CBB79B}" dt="2022-02-08T14:20:10.548" v="1327" actId="1076"/>
          <ac:picMkLst>
            <pc:docMk/>
            <pc:sldMk cId="1970257463" sldId="262"/>
            <ac:picMk id="16" creationId="{05AFB90C-9A87-4E2D-B5EE-B36C62AF40BA}"/>
          </ac:picMkLst>
        </pc:picChg>
        <pc:picChg chg="add mod">
          <ac:chgData name="SERGIO SPANO'" userId="3abdd0b9-513e-40ac-aad4-56920065037d" providerId="ADAL" clId="{A04F6209-C852-4D0D-AABD-D7CE25CBB79B}" dt="2022-02-08T14:20:05.768" v="1325" actId="1076"/>
          <ac:picMkLst>
            <pc:docMk/>
            <pc:sldMk cId="1970257463" sldId="262"/>
            <ac:picMk id="17" creationId="{79F8A5BC-59C8-4546-B88C-8EB700759950}"/>
          </ac:picMkLst>
        </pc:picChg>
      </pc:sldChg>
      <pc:sldChg chg="delSp modSp add mod">
        <pc:chgData name="SERGIO SPANO'" userId="3abdd0b9-513e-40ac-aad4-56920065037d" providerId="ADAL" clId="{A04F6209-C852-4D0D-AABD-D7CE25CBB79B}" dt="2022-02-08T14:36:32.548" v="1700" actId="20577"/>
        <pc:sldMkLst>
          <pc:docMk/>
          <pc:sldMk cId="3652673721" sldId="263"/>
        </pc:sldMkLst>
        <pc:spChg chg="mod">
          <ac:chgData name="SERGIO SPANO'" userId="3abdd0b9-513e-40ac-aad4-56920065037d" providerId="ADAL" clId="{A04F6209-C852-4D0D-AABD-D7CE25CBB79B}" dt="2022-02-08T14:36:32.548" v="1700" actId="20577"/>
          <ac:spMkLst>
            <pc:docMk/>
            <pc:sldMk cId="3652673721" sldId="263"/>
            <ac:spMk id="3" creationId="{ED07BFD6-689E-4A64-8830-80A9EA8FBF0A}"/>
          </ac:spMkLst>
        </pc:spChg>
        <pc:spChg chg="del">
          <ac:chgData name="SERGIO SPANO'" userId="3abdd0b9-513e-40ac-aad4-56920065037d" providerId="ADAL" clId="{A04F6209-C852-4D0D-AABD-D7CE25CBB79B}" dt="2022-02-08T14:21:02.865" v="1332" actId="478"/>
          <ac:spMkLst>
            <pc:docMk/>
            <pc:sldMk cId="3652673721" sldId="263"/>
            <ac:spMk id="18" creationId="{2309C5A0-D65A-498E-8B7B-EA272D2CE2F5}"/>
          </ac:spMkLst>
        </pc:spChg>
        <pc:picChg chg="del">
          <ac:chgData name="SERGIO SPANO'" userId="3abdd0b9-513e-40ac-aad4-56920065037d" providerId="ADAL" clId="{A04F6209-C852-4D0D-AABD-D7CE25CBB79B}" dt="2022-02-08T14:20:58.700" v="1331" actId="478"/>
          <ac:picMkLst>
            <pc:docMk/>
            <pc:sldMk cId="3652673721" sldId="263"/>
            <ac:picMk id="16" creationId="{05AFB90C-9A87-4E2D-B5EE-B36C62AF40BA}"/>
          </ac:picMkLst>
        </pc:picChg>
        <pc:picChg chg="del">
          <ac:chgData name="SERGIO SPANO'" userId="3abdd0b9-513e-40ac-aad4-56920065037d" providerId="ADAL" clId="{A04F6209-C852-4D0D-AABD-D7CE25CBB79B}" dt="2022-02-08T14:21:03.365" v="1333" actId="478"/>
          <ac:picMkLst>
            <pc:docMk/>
            <pc:sldMk cId="3652673721" sldId="263"/>
            <ac:picMk id="17" creationId="{79F8A5BC-59C8-4546-B88C-8EB700759950}"/>
          </ac:picMkLst>
        </pc:picChg>
      </pc:sldChg>
      <pc:sldChg chg="addSp delSp modSp add del mod">
        <pc:chgData name="SERGIO SPANO'" userId="3abdd0b9-513e-40ac-aad4-56920065037d" providerId="ADAL" clId="{A04F6209-C852-4D0D-AABD-D7CE25CBB79B}" dt="2022-02-09T15:29:52.140" v="1701" actId="2696"/>
        <pc:sldMkLst>
          <pc:docMk/>
          <pc:sldMk cId="3125779800" sldId="264"/>
        </pc:sldMkLst>
        <pc:spChg chg="mod">
          <ac:chgData name="SERGIO SPANO'" userId="3abdd0b9-513e-40ac-aad4-56920065037d" providerId="ADAL" clId="{A04F6209-C852-4D0D-AABD-D7CE25CBB79B}" dt="2022-02-08T14:22:49.369" v="1392"/>
          <ac:spMkLst>
            <pc:docMk/>
            <pc:sldMk cId="3125779800" sldId="264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4:23:49.059" v="1413" actId="1076"/>
          <ac:spMkLst>
            <pc:docMk/>
            <pc:sldMk cId="3125779800" sldId="264"/>
            <ac:spMk id="18" creationId="{4EDC715D-A19D-48C1-A645-47D6FAF7FF82}"/>
          </ac:spMkLst>
        </pc:spChg>
        <pc:grpChg chg="del">
          <ac:chgData name="SERGIO SPANO'" userId="3abdd0b9-513e-40ac-aad4-56920065037d" providerId="ADAL" clId="{A04F6209-C852-4D0D-AABD-D7CE25CBB79B}" dt="2022-02-08T14:22:04.230" v="1353" actId="478"/>
          <ac:grpSpMkLst>
            <pc:docMk/>
            <pc:sldMk cId="3125779800" sldId="264"/>
            <ac:grpSpMk id="6" creationId="{780D1274-D9C1-41B5-88F5-67D497BCB354}"/>
          </ac:grpSpMkLst>
        </pc:grpChg>
        <pc:grpChg chg="del">
          <ac:chgData name="SERGIO SPANO'" userId="3abdd0b9-513e-40ac-aad4-56920065037d" providerId="ADAL" clId="{A04F6209-C852-4D0D-AABD-D7CE25CBB79B}" dt="2022-02-08T14:22:05.426" v="1354" actId="478"/>
          <ac:grpSpMkLst>
            <pc:docMk/>
            <pc:sldMk cId="3125779800" sldId="264"/>
            <ac:grpSpMk id="9" creationId="{99DD414F-599D-4969-8D98-DFE6063CB41B}"/>
          </ac:grpSpMkLst>
        </pc:grpChg>
        <pc:grpChg chg="del">
          <ac:chgData name="SERGIO SPANO'" userId="3abdd0b9-513e-40ac-aad4-56920065037d" providerId="ADAL" clId="{A04F6209-C852-4D0D-AABD-D7CE25CBB79B}" dt="2022-02-08T14:22:03.784" v="1352" actId="478"/>
          <ac:grpSpMkLst>
            <pc:docMk/>
            <pc:sldMk cId="3125779800" sldId="264"/>
            <ac:grpSpMk id="12" creationId="{DC686362-BE4C-4E1A-9850-539BB537BB20}"/>
          </ac:grpSpMkLst>
        </pc:grpChg>
        <pc:picChg chg="add mod">
          <ac:chgData name="SERGIO SPANO'" userId="3abdd0b9-513e-40ac-aad4-56920065037d" providerId="ADAL" clId="{A04F6209-C852-4D0D-AABD-D7CE25CBB79B}" dt="2022-02-08T14:22:37.958" v="1372" actId="1076"/>
          <ac:picMkLst>
            <pc:docMk/>
            <pc:sldMk cId="3125779800" sldId="264"/>
            <ac:picMk id="16" creationId="{F815A66F-D6B2-48C4-A2BD-5EFAF889C734}"/>
          </ac:picMkLst>
        </pc:picChg>
        <pc:picChg chg="add mod">
          <ac:chgData name="SERGIO SPANO'" userId="3abdd0b9-513e-40ac-aad4-56920065037d" providerId="ADAL" clId="{A04F6209-C852-4D0D-AABD-D7CE25CBB79B}" dt="2022-02-08T14:23:04.396" v="1398" actId="1076"/>
          <ac:picMkLst>
            <pc:docMk/>
            <pc:sldMk cId="3125779800" sldId="264"/>
            <ac:picMk id="17" creationId="{19F81637-5254-4FBB-B8CC-394957E2416E}"/>
          </ac:picMkLst>
        </pc:picChg>
      </pc:sldChg>
      <pc:sldChg chg="addSp delSp modSp add del mod">
        <pc:chgData name="SERGIO SPANO'" userId="3abdd0b9-513e-40ac-aad4-56920065037d" providerId="ADAL" clId="{A04F6209-C852-4D0D-AABD-D7CE25CBB79B}" dt="2022-02-09T15:29:52.140" v="1701" actId="2696"/>
        <pc:sldMkLst>
          <pc:docMk/>
          <pc:sldMk cId="2488555029" sldId="265"/>
        </pc:sldMkLst>
        <pc:spChg chg="mod">
          <ac:chgData name="SERGIO SPANO'" userId="3abdd0b9-513e-40ac-aad4-56920065037d" providerId="ADAL" clId="{A04F6209-C852-4D0D-AABD-D7CE25CBB79B}" dt="2022-02-08T14:24:24.440" v="1418" actId="20577"/>
          <ac:spMkLst>
            <pc:docMk/>
            <pc:sldMk cId="2488555029" sldId="265"/>
            <ac:spMk id="3" creationId="{ED07BFD6-689E-4A64-8830-80A9EA8FBF0A}"/>
          </ac:spMkLst>
        </pc:spChg>
        <pc:spChg chg="mod">
          <ac:chgData name="SERGIO SPANO'" userId="3abdd0b9-513e-40ac-aad4-56920065037d" providerId="ADAL" clId="{A04F6209-C852-4D0D-AABD-D7CE25CBB79B}" dt="2022-02-08T14:24:56.933" v="1426" actId="1076"/>
          <ac:spMkLst>
            <pc:docMk/>
            <pc:sldMk cId="2488555029" sldId="265"/>
            <ac:spMk id="18" creationId="{4EDC715D-A19D-48C1-A645-47D6FAF7FF82}"/>
          </ac:spMkLst>
        </pc:spChg>
        <pc:picChg chg="add mod">
          <ac:chgData name="SERGIO SPANO'" userId="3abdd0b9-513e-40ac-aad4-56920065037d" providerId="ADAL" clId="{A04F6209-C852-4D0D-AABD-D7CE25CBB79B}" dt="2022-02-08T14:24:45.166" v="1422" actId="1076"/>
          <ac:picMkLst>
            <pc:docMk/>
            <pc:sldMk cId="2488555029" sldId="265"/>
            <ac:picMk id="9" creationId="{91976E8D-1897-486B-9582-A7BBAE4130CC}"/>
          </ac:picMkLst>
        </pc:picChg>
        <pc:picChg chg="add mod">
          <ac:chgData name="SERGIO SPANO'" userId="3abdd0b9-513e-40ac-aad4-56920065037d" providerId="ADAL" clId="{A04F6209-C852-4D0D-AABD-D7CE25CBB79B}" dt="2022-02-08T14:24:59.069" v="1427" actId="1076"/>
          <ac:picMkLst>
            <pc:docMk/>
            <pc:sldMk cId="2488555029" sldId="265"/>
            <ac:picMk id="10" creationId="{B61405DE-D87B-4EDE-87B7-AD8351C2B1A0}"/>
          </ac:picMkLst>
        </pc:picChg>
        <pc:picChg chg="del">
          <ac:chgData name="SERGIO SPANO'" userId="3abdd0b9-513e-40ac-aad4-56920065037d" providerId="ADAL" clId="{A04F6209-C852-4D0D-AABD-D7CE25CBB79B}" dt="2022-02-08T14:24:41.950" v="1420" actId="478"/>
          <ac:picMkLst>
            <pc:docMk/>
            <pc:sldMk cId="2488555029" sldId="265"/>
            <ac:picMk id="16" creationId="{F815A66F-D6B2-48C4-A2BD-5EFAF889C734}"/>
          </ac:picMkLst>
        </pc:picChg>
        <pc:picChg chg="del">
          <ac:chgData name="SERGIO SPANO'" userId="3abdd0b9-513e-40ac-aad4-56920065037d" providerId="ADAL" clId="{A04F6209-C852-4D0D-AABD-D7CE25CBB79B}" dt="2022-02-08T14:24:46.929" v="1423" actId="478"/>
          <ac:picMkLst>
            <pc:docMk/>
            <pc:sldMk cId="2488555029" sldId="265"/>
            <ac:picMk id="17" creationId="{19F81637-5254-4FBB-B8CC-394957E2416E}"/>
          </ac:picMkLst>
        </pc:picChg>
      </pc:sldChg>
      <pc:sldMasterChg chg="addSp delSp modSp mod modSldLayout">
        <pc:chgData name="SERGIO SPANO'" userId="3abdd0b9-513e-40ac-aad4-56920065037d" providerId="ADAL" clId="{A04F6209-C852-4D0D-AABD-D7CE25CBB79B}" dt="2022-02-08T11:28:28.236" v="785" actId="14100"/>
        <pc:sldMasterMkLst>
          <pc:docMk/>
          <pc:sldMasterMk cId="2117844949" sldId="2147483648"/>
        </pc:sldMasterMkLst>
        <pc:spChg chg="mod">
          <ac:chgData name="SERGIO SPANO'" userId="3abdd0b9-513e-40ac-aad4-56920065037d" providerId="ADAL" clId="{A04F6209-C852-4D0D-AABD-D7CE25CBB79B}" dt="2022-02-08T11:26:54.759" v="743" actId="14100"/>
          <ac:spMkLst>
            <pc:docMk/>
            <pc:sldMasterMk cId="2117844949" sldId="2147483648"/>
            <ac:spMk id="2" creationId="{F6A7BD6A-2E1D-4EE9-9550-3278CC20D11B}"/>
          </ac:spMkLst>
        </pc:spChg>
        <pc:spChg chg="mod">
          <ac:chgData name="SERGIO SPANO'" userId="3abdd0b9-513e-40ac-aad4-56920065037d" providerId="ADAL" clId="{A04F6209-C852-4D0D-AABD-D7CE25CBB79B}" dt="2022-02-08T11:26:57.797" v="744" actId="14100"/>
          <ac:spMkLst>
            <pc:docMk/>
            <pc:sldMasterMk cId="2117844949" sldId="2147483648"/>
            <ac:spMk id="3" creationId="{4A5DA657-DDD8-4A05-9088-B977D6547C9B}"/>
          </ac:spMkLst>
        </pc:spChg>
        <pc:spChg chg="mod">
          <ac:chgData name="SERGIO SPANO'" userId="3abdd0b9-513e-40ac-aad4-56920065037d" providerId="ADAL" clId="{A04F6209-C852-4D0D-AABD-D7CE25CBB79B}" dt="2022-02-08T11:04:16.570" v="418" actId="1036"/>
          <ac:spMkLst>
            <pc:docMk/>
            <pc:sldMasterMk cId="2117844949" sldId="2147483648"/>
            <ac:spMk id="4" creationId="{3CA61BD2-CA09-4BEB-B08B-4B0A8533DEC8}"/>
          </ac:spMkLst>
        </pc:spChg>
        <pc:spChg chg="mod">
          <ac:chgData name="SERGIO SPANO'" userId="3abdd0b9-513e-40ac-aad4-56920065037d" providerId="ADAL" clId="{A04F6209-C852-4D0D-AABD-D7CE25CBB79B}" dt="2022-02-08T11:04:22.077" v="419" actId="14100"/>
          <ac:spMkLst>
            <pc:docMk/>
            <pc:sldMasterMk cId="2117844949" sldId="2147483648"/>
            <ac:spMk id="5" creationId="{26C1109A-83E1-4943-908E-29C1D523D264}"/>
          </ac:spMkLst>
        </pc:spChg>
        <pc:spChg chg="mod">
          <ac:chgData name="SERGIO SPANO'" userId="3abdd0b9-513e-40ac-aad4-56920065037d" providerId="ADAL" clId="{A04F6209-C852-4D0D-AABD-D7CE25CBB79B}" dt="2022-02-08T11:04:06.714" v="414" actId="1035"/>
          <ac:spMkLst>
            <pc:docMk/>
            <pc:sldMasterMk cId="2117844949" sldId="2147483648"/>
            <ac:spMk id="6" creationId="{3A1501F7-399C-4A0A-8183-EF9F4C72DD54}"/>
          </ac:spMkLst>
        </pc:spChg>
        <pc:spChg chg="mod">
          <ac:chgData name="SERGIO SPANO'" userId="3abdd0b9-513e-40ac-aad4-56920065037d" providerId="ADAL" clId="{A04F6209-C852-4D0D-AABD-D7CE25CBB79B}" dt="2022-02-08T11:04:48.898" v="420" actId="1076"/>
          <ac:spMkLst>
            <pc:docMk/>
            <pc:sldMasterMk cId="2117844949" sldId="2147483648"/>
            <ac:spMk id="8" creationId="{A3AC1E41-574B-4706-A1F7-FE8C4D963D8A}"/>
          </ac:spMkLst>
        </pc:spChg>
        <pc:picChg chg="add mod modCrop">
          <ac:chgData name="SERGIO SPANO'" userId="3abdd0b9-513e-40ac-aad4-56920065037d" providerId="ADAL" clId="{A04F6209-C852-4D0D-AABD-D7CE25CBB79B}" dt="2022-02-08T10:52:11.443" v="36" actId="1076"/>
          <ac:picMkLst>
            <pc:docMk/>
            <pc:sldMasterMk cId="2117844949" sldId="2147483648"/>
            <ac:picMk id="11" creationId="{691F592A-D320-4879-B8DA-C414E6D36C34}"/>
          </ac:picMkLst>
        </pc:picChg>
        <pc:picChg chg="add del mod">
          <ac:chgData name="SERGIO SPANO'" userId="3abdd0b9-513e-40ac-aad4-56920065037d" providerId="ADAL" clId="{A04F6209-C852-4D0D-AABD-D7CE25CBB79B}" dt="2022-02-08T10:51:50.980" v="28" actId="478"/>
          <ac:picMkLst>
            <pc:docMk/>
            <pc:sldMasterMk cId="2117844949" sldId="2147483648"/>
            <ac:picMk id="1026" creationId="{72DA61AA-B479-4F8C-9657-B87AC8A26E66}"/>
          </ac:picMkLst>
        </pc:picChg>
        <pc:sldLayoutChg chg="modSp mod">
          <pc:chgData name="SERGIO SPANO'" userId="3abdd0b9-513e-40ac-aad4-56920065037d" providerId="ADAL" clId="{A04F6209-C852-4D0D-AABD-D7CE25CBB79B}" dt="2022-02-08T11:05:32.232" v="424" actId="14100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A04F6209-C852-4D0D-AABD-D7CE25CBB79B}" dt="2022-02-08T11:05:32.232" v="424" actId="14100"/>
            <ac:spMkLst>
              <pc:docMk/>
              <pc:sldMasterMk cId="2117844949" sldId="2147483648"/>
              <pc:sldLayoutMk cId="638397118" sldId="2147483649"/>
              <ac:spMk id="11" creationId="{25F9DEEE-4CB7-4A0F-950C-148A6085C071}"/>
            </ac:spMkLst>
          </pc:spChg>
          <pc:spChg chg="mod">
            <ac:chgData name="SERGIO SPANO'" userId="3abdd0b9-513e-40ac-aad4-56920065037d" providerId="ADAL" clId="{A04F6209-C852-4D0D-AABD-D7CE25CBB79B}" dt="2022-02-08T10:56:48.489" v="156" actId="1036"/>
            <ac:spMkLst>
              <pc:docMk/>
              <pc:sldMasterMk cId="2117844949" sldId="2147483648"/>
              <pc:sldLayoutMk cId="638397118" sldId="2147483649"/>
              <ac:spMk id="12" creationId="{97D68861-15CF-45CE-801C-70DD06C46F7E}"/>
            </ac:spMkLst>
          </pc:spChg>
        </pc:sldLayoutChg>
        <pc:sldLayoutChg chg="modSp mod">
          <pc:chgData name="SERGIO SPANO'" userId="3abdd0b9-513e-40ac-aad4-56920065037d" providerId="ADAL" clId="{A04F6209-C852-4D0D-AABD-D7CE25CBB79B}" dt="2022-02-08T11:27:29.330" v="749" actId="14100"/>
          <pc:sldLayoutMkLst>
            <pc:docMk/>
            <pc:sldMasterMk cId="2117844949" sldId="2147483648"/>
            <pc:sldLayoutMk cId="1468147844" sldId="2147483650"/>
          </pc:sldLayoutMkLst>
          <pc:spChg chg="mod">
            <ac:chgData name="SERGIO SPANO'" userId="3abdd0b9-513e-40ac-aad4-56920065037d" providerId="ADAL" clId="{A04F6209-C852-4D0D-AABD-D7CE25CBB79B}" dt="2022-02-08T11:27:27.114" v="747" actId="14100"/>
            <ac:spMkLst>
              <pc:docMk/>
              <pc:sldMasterMk cId="2117844949" sldId="2147483648"/>
              <pc:sldLayoutMk cId="1468147844" sldId="2147483650"/>
              <ac:spMk id="2" creationId="{2BE5BC59-9EE5-454B-8731-458C5A4ADF9E}"/>
            </ac:spMkLst>
          </pc:spChg>
          <pc:spChg chg="mod">
            <ac:chgData name="SERGIO SPANO'" userId="3abdd0b9-513e-40ac-aad4-56920065037d" providerId="ADAL" clId="{A04F6209-C852-4D0D-AABD-D7CE25CBB79B}" dt="2022-02-08T11:27:29.330" v="749" actId="14100"/>
            <ac:spMkLst>
              <pc:docMk/>
              <pc:sldMasterMk cId="2117844949" sldId="2147483648"/>
              <pc:sldLayoutMk cId="1468147844" sldId="2147483650"/>
              <ac:spMk id="3" creationId="{C8D96458-0AB6-462F-A722-F5069EFC3FCA}"/>
            </ac:spMkLst>
          </pc:spChg>
        </pc:sldLayoutChg>
        <pc:sldLayoutChg chg="addSp delSp modSp mod">
          <pc:chgData name="SERGIO SPANO'" userId="3abdd0b9-513e-40ac-aad4-56920065037d" providerId="ADAL" clId="{A04F6209-C852-4D0D-AABD-D7CE25CBB79B}" dt="2022-02-08T11:28:28.236" v="785" actId="14100"/>
          <pc:sldLayoutMkLst>
            <pc:docMk/>
            <pc:sldMasterMk cId="2117844949" sldId="2147483648"/>
            <pc:sldLayoutMk cId="1127178419" sldId="2147483652"/>
          </pc:sldLayoutMkLst>
          <pc:spChg chg="del">
            <ac:chgData name="SERGIO SPANO'" userId="3abdd0b9-513e-40ac-aad4-56920065037d" providerId="ADAL" clId="{A04F6209-C852-4D0D-AABD-D7CE25CBB79B}" dt="2022-02-08T11:27:44.873" v="750" actId="478"/>
            <ac:spMkLst>
              <pc:docMk/>
              <pc:sldMasterMk cId="2117844949" sldId="2147483648"/>
              <pc:sldLayoutMk cId="1127178419" sldId="2147483652"/>
              <ac:spMk id="2" creationId="{5F6997AA-10C8-478B-A0F8-97F1FB861335}"/>
            </ac:spMkLst>
          </pc:spChg>
          <pc:spChg chg="mod">
            <ac:chgData name="SERGIO SPANO'" userId="3abdd0b9-513e-40ac-aad4-56920065037d" providerId="ADAL" clId="{A04F6209-C852-4D0D-AABD-D7CE25CBB79B}" dt="2022-02-08T11:28:28.236" v="785" actId="14100"/>
            <ac:spMkLst>
              <pc:docMk/>
              <pc:sldMasterMk cId="2117844949" sldId="2147483648"/>
              <pc:sldLayoutMk cId="1127178419" sldId="2147483652"/>
              <ac:spMk id="3" creationId="{489F5267-AD86-4D32-944C-03F3ED38DE9D}"/>
            </ac:spMkLst>
          </pc:spChg>
          <pc:spChg chg="mod">
            <ac:chgData name="SERGIO SPANO'" userId="3abdd0b9-513e-40ac-aad4-56920065037d" providerId="ADAL" clId="{A04F6209-C852-4D0D-AABD-D7CE25CBB79B}" dt="2022-02-08T11:28:28.236" v="785" actId="14100"/>
            <ac:spMkLst>
              <pc:docMk/>
              <pc:sldMasterMk cId="2117844949" sldId="2147483648"/>
              <pc:sldLayoutMk cId="1127178419" sldId="2147483652"/>
              <ac:spMk id="4" creationId="{2288A62B-98DA-4E63-A89D-B7A2FD1344C6}"/>
            </ac:spMkLst>
          </pc:spChg>
          <pc:spChg chg="add mod">
            <ac:chgData name="SERGIO SPANO'" userId="3abdd0b9-513e-40ac-aad4-56920065037d" providerId="ADAL" clId="{A04F6209-C852-4D0D-AABD-D7CE25CBB79B}" dt="2022-02-08T11:27:45.215" v="751"/>
            <ac:spMkLst>
              <pc:docMk/>
              <pc:sldMasterMk cId="2117844949" sldId="2147483648"/>
              <pc:sldLayoutMk cId="1127178419" sldId="2147483652"/>
              <ac:spMk id="8" creationId="{67776211-7E7A-4D51-BC4B-F861FB8091AB}"/>
            </ac:spMkLst>
          </pc:spChg>
        </pc:sldLayoutChg>
        <pc:sldLayoutChg chg="addSp delSp modSp mod">
          <pc:chgData name="SERGIO SPANO'" userId="3abdd0b9-513e-40ac-aad4-56920065037d" providerId="ADAL" clId="{A04F6209-C852-4D0D-AABD-D7CE25CBB79B}" dt="2022-02-08T11:28:23.532" v="784" actId="14100"/>
          <pc:sldLayoutMkLst>
            <pc:docMk/>
            <pc:sldMasterMk cId="2117844949" sldId="2147483648"/>
            <pc:sldLayoutMk cId="3277322425" sldId="2147483653"/>
          </pc:sldLayoutMkLst>
          <pc:spChg chg="del">
            <ac:chgData name="SERGIO SPANO'" userId="3abdd0b9-513e-40ac-aad4-56920065037d" providerId="ADAL" clId="{A04F6209-C852-4D0D-AABD-D7CE25CBB79B}" dt="2022-02-08T11:27:48.706" v="752" actId="478"/>
            <ac:spMkLst>
              <pc:docMk/>
              <pc:sldMasterMk cId="2117844949" sldId="2147483648"/>
              <pc:sldLayoutMk cId="3277322425" sldId="2147483653"/>
              <ac:spMk id="2" creationId="{5E1D8EA1-9C49-465B-BADE-8BD2C192ADCE}"/>
            </ac:spMkLst>
          </pc:spChg>
          <pc:spChg chg="mod">
            <ac:chgData name="SERGIO SPANO'" userId="3abdd0b9-513e-40ac-aad4-56920065037d" providerId="ADAL" clId="{A04F6209-C852-4D0D-AABD-D7CE25CBB79B}" dt="2022-02-08T11:28:20.151" v="783" actId="1036"/>
            <ac:spMkLst>
              <pc:docMk/>
              <pc:sldMasterMk cId="2117844949" sldId="2147483648"/>
              <pc:sldLayoutMk cId="3277322425" sldId="2147483653"/>
              <ac:spMk id="3" creationId="{303B0D27-A200-4420-A47D-C5E6827F90FB}"/>
            </ac:spMkLst>
          </pc:spChg>
          <pc:spChg chg="mod">
            <ac:chgData name="SERGIO SPANO'" userId="3abdd0b9-513e-40ac-aad4-56920065037d" providerId="ADAL" clId="{A04F6209-C852-4D0D-AABD-D7CE25CBB79B}" dt="2022-02-08T11:28:23.532" v="784" actId="14100"/>
            <ac:spMkLst>
              <pc:docMk/>
              <pc:sldMasterMk cId="2117844949" sldId="2147483648"/>
              <pc:sldLayoutMk cId="3277322425" sldId="2147483653"/>
              <ac:spMk id="4" creationId="{76D52593-7A57-42B3-A2DE-96B6662C08B5}"/>
            </ac:spMkLst>
          </pc:spChg>
          <pc:spChg chg="mod">
            <ac:chgData name="SERGIO SPANO'" userId="3abdd0b9-513e-40ac-aad4-56920065037d" providerId="ADAL" clId="{A04F6209-C852-4D0D-AABD-D7CE25CBB79B}" dt="2022-02-08T11:28:20.151" v="783" actId="1036"/>
            <ac:spMkLst>
              <pc:docMk/>
              <pc:sldMasterMk cId="2117844949" sldId="2147483648"/>
              <pc:sldLayoutMk cId="3277322425" sldId="2147483653"/>
              <ac:spMk id="5" creationId="{0D1156F2-1FD9-4D4B-8C64-92B0A8DD40B8}"/>
            </ac:spMkLst>
          </pc:spChg>
          <pc:spChg chg="mod">
            <ac:chgData name="SERGIO SPANO'" userId="3abdd0b9-513e-40ac-aad4-56920065037d" providerId="ADAL" clId="{A04F6209-C852-4D0D-AABD-D7CE25CBB79B}" dt="2022-02-08T11:28:23.532" v="784" actId="14100"/>
            <ac:spMkLst>
              <pc:docMk/>
              <pc:sldMasterMk cId="2117844949" sldId="2147483648"/>
              <pc:sldLayoutMk cId="3277322425" sldId="2147483653"/>
              <ac:spMk id="6" creationId="{8190BA44-D273-408B-922F-FD483788162C}"/>
            </ac:spMkLst>
          </pc:spChg>
          <pc:spChg chg="add mod">
            <ac:chgData name="SERGIO SPANO'" userId="3abdd0b9-513e-40ac-aad4-56920065037d" providerId="ADAL" clId="{A04F6209-C852-4D0D-AABD-D7CE25CBB79B}" dt="2022-02-08T11:27:49.043" v="753"/>
            <ac:spMkLst>
              <pc:docMk/>
              <pc:sldMasterMk cId="2117844949" sldId="2147483648"/>
              <pc:sldLayoutMk cId="3277322425" sldId="2147483653"/>
              <ac:spMk id="10" creationId="{A8F6C17E-282B-471C-8A6A-1732C05C21B7}"/>
            </ac:spMkLst>
          </pc:spChg>
        </pc:sldLayoutChg>
      </pc:sldMasterChg>
      <pc:sldMasterChg chg="new del mod addSldLayout delSldLayout">
        <pc:chgData name="SERGIO SPANO'" userId="3abdd0b9-513e-40ac-aad4-56920065037d" providerId="ADAL" clId="{A04F6209-C852-4D0D-AABD-D7CE25CBB79B}" dt="2022-02-08T11:26:29.517" v="741" actId="6938"/>
        <pc:sldMasterMkLst>
          <pc:docMk/>
          <pc:sldMasterMk cId="2177974319" sldId="2147483660"/>
        </pc:sldMasterMkLst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667871096" sldId="2147483661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840901277" sldId="2147483662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172030084" sldId="2147483663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4032976318" sldId="2147483664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3407117195" sldId="2147483665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104806343" sldId="2147483666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3710623891" sldId="2147483667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1076801329" sldId="2147483668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423349767" sldId="2147483669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852625107" sldId="2147483670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1771743731" sldId="2147483671"/>
          </pc:sldLayoutMkLst>
        </pc:sldLayoutChg>
      </pc:sldMasterChg>
    </pc:docChg>
  </pc:docChgLst>
  <pc:docChgLst>
    <pc:chgData name="SERGIO SPANO'" userId="3abdd0b9-513e-40ac-aad4-56920065037d" providerId="ADAL" clId="{B78B99D7-F70B-4A45-821A-0876B1104A6B}"/>
    <pc:docChg chg="undo custSel addSld modSld">
      <pc:chgData name="SERGIO SPANO'" userId="3abdd0b9-513e-40ac-aad4-56920065037d" providerId="ADAL" clId="{B78B99D7-F70B-4A45-821A-0876B1104A6B}" dt="2023-05-17T13:34:55.135" v="733" actId="115"/>
      <pc:docMkLst>
        <pc:docMk/>
      </pc:docMkLst>
      <pc:sldChg chg="modSp mod">
        <pc:chgData name="SERGIO SPANO'" userId="3abdd0b9-513e-40ac-aad4-56920065037d" providerId="ADAL" clId="{B78B99D7-F70B-4A45-821A-0876B1104A6B}" dt="2022-05-11T11:08:35.391" v="722" actId="20577"/>
        <pc:sldMkLst>
          <pc:docMk/>
          <pc:sldMk cId="3189614810" sldId="258"/>
        </pc:sldMkLst>
        <pc:spChg chg="mod">
          <ac:chgData name="SERGIO SPANO'" userId="3abdd0b9-513e-40ac-aad4-56920065037d" providerId="ADAL" clId="{B78B99D7-F70B-4A45-821A-0876B1104A6B}" dt="2022-05-11T11:08:35.391" v="722" actId="20577"/>
          <ac:spMkLst>
            <pc:docMk/>
            <pc:sldMk cId="3189614810" sldId="258"/>
            <ac:spMk id="3" creationId="{E30FBE24-3806-4871-998C-39837E7D0E7A}"/>
          </ac:spMkLst>
        </pc:spChg>
      </pc:sldChg>
      <pc:sldChg chg="addSp modSp new mod">
        <pc:chgData name="SERGIO SPANO'" userId="3abdd0b9-513e-40ac-aad4-56920065037d" providerId="ADAL" clId="{B78B99D7-F70B-4A45-821A-0876B1104A6B}" dt="2022-04-01T09:54:39.905" v="20" actId="1076"/>
        <pc:sldMkLst>
          <pc:docMk/>
          <pc:sldMk cId="1294299585" sldId="259"/>
        </pc:sldMkLst>
        <pc:spChg chg="mod">
          <ac:chgData name="SERGIO SPANO'" userId="3abdd0b9-513e-40ac-aad4-56920065037d" providerId="ADAL" clId="{B78B99D7-F70B-4A45-821A-0876B1104A6B}" dt="2022-04-01T09:53:55.430" v="4" actId="20577"/>
          <ac:spMkLst>
            <pc:docMk/>
            <pc:sldMk cId="1294299585" sldId="259"/>
            <ac:spMk id="2" creationId="{0E07CEB4-FB87-441B-ADD5-CA076E509768}"/>
          </ac:spMkLst>
        </pc:spChg>
        <pc:spChg chg="mod">
          <ac:chgData name="SERGIO SPANO'" userId="3abdd0b9-513e-40ac-aad4-56920065037d" providerId="ADAL" clId="{B78B99D7-F70B-4A45-821A-0876B1104A6B}" dt="2022-04-01T09:54:30.362" v="16" actId="255"/>
          <ac:spMkLst>
            <pc:docMk/>
            <pc:sldMk cId="1294299585" sldId="259"/>
            <ac:spMk id="3" creationId="{DAC5F3BF-7D9B-4F2B-B986-CE37B965B185}"/>
          </ac:spMkLst>
        </pc:spChg>
        <pc:picChg chg="add mod">
          <ac:chgData name="SERGIO SPANO'" userId="3abdd0b9-513e-40ac-aad4-56920065037d" providerId="ADAL" clId="{B78B99D7-F70B-4A45-821A-0876B1104A6B}" dt="2022-04-01T09:54:39.905" v="20" actId="1076"/>
          <ac:picMkLst>
            <pc:docMk/>
            <pc:sldMk cId="1294299585" sldId="259"/>
            <ac:picMk id="6" creationId="{0F06A4E2-3A4F-45F8-8F3C-AE4CAC6AB57D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09:55:59.161" v="40" actId="1076"/>
        <pc:sldMkLst>
          <pc:docMk/>
          <pc:sldMk cId="3198250" sldId="260"/>
        </pc:sldMkLst>
        <pc:spChg chg="mod">
          <ac:chgData name="SERGIO SPANO'" userId="3abdd0b9-513e-40ac-aad4-56920065037d" providerId="ADAL" clId="{B78B99D7-F70B-4A45-821A-0876B1104A6B}" dt="2022-04-01T09:54:54.129" v="25" actId="20577"/>
          <ac:spMkLst>
            <pc:docMk/>
            <pc:sldMk cId="3198250" sldId="260"/>
            <ac:spMk id="2" creationId="{9982F85B-51A3-47DD-8275-C70852B6BD27}"/>
          </ac:spMkLst>
        </pc:spChg>
        <pc:spChg chg="mod">
          <ac:chgData name="SERGIO SPANO'" userId="3abdd0b9-513e-40ac-aad4-56920065037d" providerId="ADAL" clId="{B78B99D7-F70B-4A45-821A-0876B1104A6B}" dt="2022-04-01T09:55:20.211" v="31" actId="1076"/>
          <ac:spMkLst>
            <pc:docMk/>
            <pc:sldMk cId="3198250" sldId="260"/>
            <ac:spMk id="3" creationId="{9B3282F1-927F-4AEB-B2DC-42A133A1460B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7" creationId="{A8EFFF44-051F-42F4-824B-AFD128C142FC}"/>
          </ac:spMkLst>
        </pc:spChg>
        <pc:spChg chg="mod">
          <ac:chgData name="SERGIO SPANO'" userId="3abdd0b9-513e-40ac-aad4-56920065037d" providerId="ADAL" clId="{B78B99D7-F70B-4A45-821A-0876B1104A6B}" dt="2022-04-01T09:55:18.256" v="29"/>
          <ac:spMkLst>
            <pc:docMk/>
            <pc:sldMk cId="3198250" sldId="260"/>
            <ac:spMk id="9" creationId="{7A5BB30E-EB24-4CD5-9FD0-1CAF8DEBD25F}"/>
          </ac:spMkLst>
        </pc:spChg>
        <pc:spChg chg="mod">
          <ac:chgData name="SERGIO SPANO'" userId="3abdd0b9-513e-40ac-aad4-56920065037d" providerId="ADAL" clId="{B78B99D7-F70B-4A45-821A-0876B1104A6B}" dt="2022-04-01T09:55:18.256" v="29"/>
          <ac:spMkLst>
            <pc:docMk/>
            <pc:sldMk cId="3198250" sldId="260"/>
            <ac:spMk id="10" creationId="{C6FCA81D-4484-41F8-9C78-F6E3ADF79B7A}"/>
          </ac:spMkLst>
        </pc:spChg>
        <pc:spChg chg="mod">
          <ac:chgData name="SERGIO SPANO'" userId="3abdd0b9-513e-40ac-aad4-56920065037d" providerId="ADAL" clId="{B78B99D7-F70B-4A45-821A-0876B1104A6B}" dt="2022-04-01T09:55:18.256" v="29"/>
          <ac:spMkLst>
            <pc:docMk/>
            <pc:sldMk cId="3198250" sldId="260"/>
            <ac:spMk id="11" creationId="{86D23B86-886C-49C5-B2A5-A278C0D0BCEE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2" creationId="{D509423D-52B4-418E-BB25-07F8020DF8A3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3" creationId="{82EAA5A9-8788-4B62-BDF2-CA26420960E5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4" creationId="{D3A22DD8-CC28-40FF-A992-F9E881031C59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5" creationId="{8EC708EA-B604-4F27-8A3F-B3859720C94D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6" creationId="{141E1145-F418-4A4D-8DFC-F7937CDD0FB3}"/>
          </ac:spMkLst>
        </pc:spChg>
        <pc:grpChg chg="add del mod">
          <ac:chgData name="SERGIO SPANO'" userId="3abdd0b9-513e-40ac-aad4-56920065037d" providerId="ADAL" clId="{B78B99D7-F70B-4A45-821A-0876B1104A6B}" dt="2022-04-01T09:55:21.410" v="32"/>
          <ac:grpSpMkLst>
            <pc:docMk/>
            <pc:sldMk cId="3198250" sldId="260"/>
            <ac:grpSpMk id="8" creationId="{5547375B-A964-46E5-B8F3-5536DCF371BF}"/>
          </ac:grpSpMkLst>
        </pc:grpChg>
        <pc:graphicFrameChg chg="add del mod">
          <ac:chgData name="SERGIO SPANO'" userId="3abdd0b9-513e-40ac-aad4-56920065037d" providerId="ADAL" clId="{B78B99D7-F70B-4A45-821A-0876B1104A6B}" dt="2022-04-01T09:55:21.410" v="32"/>
          <ac:graphicFrameMkLst>
            <pc:docMk/>
            <pc:sldMk cId="3198250" sldId="260"/>
            <ac:graphicFrameMk id="6" creationId="{633BA3B6-DB5C-4D28-ADBC-47F1B41C6B3C}"/>
          </ac:graphicFrameMkLst>
        </pc:graphicFrameChg>
        <pc:picChg chg="add del mod">
          <ac:chgData name="SERGIO SPANO'" userId="3abdd0b9-513e-40ac-aad4-56920065037d" providerId="ADAL" clId="{B78B99D7-F70B-4A45-821A-0876B1104A6B}" dt="2022-04-01T09:55:39.440" v="36" actId="478"/>
          <ac:picMkLst>
            <pc:docMk/>
            <pc:sldMk cId="3198250" sldId="260"/>
            <ac:picMk id="17" creationId="{34BC14A3-D693-4D29-8D4A-2B874BDF6E1A}"/>
          </ac:picMkLst>
        </pc:picChg>
        <pc:picChg chg="add mod">
          <ac:chgData name="SERGIO SPANO'" userId="3abdd0b9-513e-40ac-aad4-56920065037d" providerId="ADAL" clId="{B78B99D7-F70B-4A45-821A-0876B1104A6B}" dt="2022-04-01T09:55:59.161" v="40" actId="1076"/>
          <ac:picMkLst>
            <pc:docMk/>
            <pc:sldMk cId="3198250" sldId="260"/>
            <ac:picMk id="18" creationId="{555DC3BB-98BF-4673-AFC9-F9CFCFCE8673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0:11:49.585" v="107" actId="6549"/>
        <pc:sldMkLst>
          <pc:docMk/>
          <pc:sldMk cId="2396655221" sldId="261"/>
        </pc:sldMkLst>
        <pc:spChg chg="mod">
          <ac:chgData name="SERGIO SPANO'" userId="3abdd0b9-513e-40ac-aad4-56920065037d" providerId="ADAL" clId="{B78B99D7-F70B-4A45-821A-0876B1104A6B}" dt="2022-04-01T10:00:25.382" v="44" actId="20577"/>
          <ac:spMkLst>
            <pc:docMk/>
            <pc:sldMk cId="2396655221" sldId="261"/>
            <ac:spMk id="2" creationId="{63C5917C-C102-48FE-AF5F-CD0F019F34B1}"/>
          </ac:spMkLst>
        </pc:spChg>
        <pc:spChg chg="mod">
          <ac:chgData name="SERGIO SPANO'" userId="3abdd0b9-513e-40ac-aad4-56920065037d" providerId="ADAL" clId="{B78B99D7-F70B-4A45-821A-0876B1104A6B}" dt="2022-04-01T10:11:49.585" v="107" actId="6549"/>
          <ac:spMkLst>
            <pc:docMk/>
            <pc:sldMk cId="2396655221" sldId="261"/>
            <ac:spMk id="3" creationId="{8565C69B-793D-43B2-8AC9-C8FCB59BD334}"/>
          </ac:spMkLst>
        </pc:spChg>
        <pc:spChg chg="add del">
          <ac:chgData name="SERGIO SPANO'" userId="3abdd0b9-513e-40ac-aad4-56920065037d" providerId="ADAL" clId="{B78B99D7-F70B-4A45-821A-0876B1104A6B}" dt="2022-04-01T10:01:28.432" v="65" actId="22"/>
          <ac:spMkLst>
            <pc:docMk/>
            <pc:sldMk cId="2396655221" sldId="261"/>
            <ac:spMk id="9" creationId="{C3C77863-B913-4D3A-8599-2CCAD26637F0}"/>
          </ac:spMkLst>
        </pc:spChg>
        <pc:graphicFrameChg chg="add del mod">
          <ac:chgData name="SERGIO SPANO'" userId="3abdd0b9-513e-40ac-aad4-56920065037d" providerId="ADAL" clId="{B78B99D7-F70B-4A45-821A-0876B1104A6B}" dt="2022-04-01T10:01:23.026" v="63"/>
          <ac:graphicFrameMkLst>
            <pc:docMk/>
            <pc:sldMk cId="2396655221" sldId="261"/>
            <ac:graphicFrameMk id="7" creationId="{8AC7A7C2-BD4E-4EE3-9129-BFE83AF04D86}"/>
          </ac:graphicFrameMkLst>
        </pc:graphicFrameChg>
        <pc:picChg chg="add mod">
          <ac:chgData name="SERGIO SPANO'" userId="3abdd0b9-513e-40ac-aad4-56920065037d" providerId="ADAL" clId="{B78B99D7-F70B-4A45-821A-0876B1104A6B}" dt="2022-04-01T10:01:50.516" v="71" actId="1076"/>
          <ac:picMkLst>
            <pc:docMk/>
            <pc:sldMk cId="2396655221" sldId="261"/>
            <ac:picMk id="6" creationId="{4D2FCD85-1E36-48C6-B51A-FECA473C8B2A}"/>
          </ac:picMkLst>
        </pc:picChg>
        <pc:picChg chg="add mod">
          <ac:chgData name="SERGIO SPANO'" userId="3abdd0b9-513e-40ac-aad4-56920065037d" providerId="ADAL" clId="{B78B99D7-F70B-4A45-821A-0876B1104A6B}" dt="2022-04-01T10:01:52.482" v="72" actId="1076"/>
          <ac:picMkLst>
            <pc:docMk/>
            <pc:sldMk cId="2396655221" sldId="261"/>
            <ac:picMk id="10" creationId="{FCD0AA14-E41F-48F8-AEA9-614420A359C1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12:30.891" v="128" actId="1076"/>
        <pc:sldMkLst>
          <pc:docMk/>
          <pc:sldMk cId="195901539" sldId="262"/>
        </pc:sldMkLst>
        <pc:spChg chg="mod">
          <ac:chgData name="SERGIO SPANO'" userId="3abdd0b9-513e-40ac-aad4-56920065037d" providerId="ADAL" clId="{B78B99D7-F70B-4A45-821A-0876B1104A6B}" dt="2022-04-01T10:05:16.082" v="81" actId="20577"/>
          <ac:spMkLst>
            <pc:docMk/>
            <pc:sldMk cId="195901539" sldId="262"/>
            <ac:spMk id="2" creationId="{5AFD0FDB-8BFC-4DB5-9565-77BD64F93249}"/>
          </ac:spMkLst>
        </pc:spChg>
        <pc:spChg chg="mod">
          <ac:chgData name="SERGIO SPANO'" userId="3abdd0b9-513e-40ac-aad4-56920065037d" providerId="ADAL" clId="{B78B99D7-F70B-4A45-821A-0876B1104A6B}" dt="2022-04-01T10:12:27.472" v="127" actId="20577"/>
          <ac:spMkLst>
            <pc:docMk/>
            <pc:sldMk cId="195901539" sldId="262"/>
            <ac:spMk id="3" creationId="{6637AE3C-056F-471C-8F6E-BC08BF083A7C}"/>
          </ac:spMkLst>
        </pc:spChg>
        <pc:picChg chg="add mod">
          <ac:chgData name="SERGIO SPANO'" userId="3abdd0b9-513e-40ac-aad4-56920065037d" providerId="ADAL" clId="{B78B99D7-F70B-4A45-821A-0876B1104A6B}" dt="2022-04-01T10:12:30.891" v="128" actId="1076"/>
          <ac:picMkLst>
            <pc:docMk/>
            <pc:sldMk cId="195901539" sldId="262"/>
            <ac:picMk id="6" creationId="{C11F284F-AA1E-401E-9B3A-11E7C4F12729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14:06.939" v="153" actId="6549"/>
        <pc:sldMkLst>
          <pc:docMk/>
          <pc:sldMk cId="4246449681" sldId="263"/>
        </pc:sldMkLst>
        <pc:spChg chg="mod">
          <ac:chgData name="SERGIO SPANO'" userId="3abdd0b9-513e-40ac-aad4-56920065037d" providerId="ADAL" clId="{B78B99D7-F70B-4A45-821A-0876B1104A6B}" dt="2022-04-01T10:12:55.069" v="136" actId="20577"/>
          <ac:spMkLst>
            <pc:docMk/>
            <pc:sldMk cId="4246449681" sldId="263"/>
            <ac:spMk id="2" creationId="{9EFECF7F-392B-408C-A0C9-B29059030B16}"/>
          </ac:spMkLst>
        </pc:spChg>
        <pc:spChg chg="mod">
          <ac:chgData name="SERGIO SPANO'" userId="3abdd0b9-513e-40ac-aad4-56920065037d" providerId="ADAL" clId="{B78B99D7-F70B-4A45-821A-0876B1104A6B}" dt="2022-04-01T10:14:06.939" v="153" actId="6549"/>
          <ac:spMkLst>
            <pc:docMk/>
            <pc:sldMk cId="4246449681" sldId="263"/>
            <ac:spMk id="3" creationId="{EF041B6D-D8F7-4040-AE44-77CEF9AC1E92}"/>
          </ac:spMkLst>
        </pc:spChg>
        <pc:picChg chg="add mod">
          <ac:chgData name="SERGIO SPANO'" userId="3abdd0b9-513e-40ac-aad4-56920065037d" providerId="ADAL" clId="{B78B99D7-F70B-4A45-821A-0876B1104A6B}" dt="2022-04-01T10:13:38.661" v="144" actId="1076"/>
          <ac:picMkLst>
            <pc:docMk/>
            <pc:sldMk cId="4246449681" sldId="263"/>
            <ac:picMk id="6" creationId="{B1874090-374E-4515-BE86-B8E2F1D46FC5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18:36.182" v="202" actId="1076"/>
        <pc:sldMkLst>
          <pc:docMk/>
          <pc:sldMk cId="2365388969" sldId="264"/>
        </pc:sldMkLst>
        <pc:spChg chg="mod">
          <ac:chgData name="SERGIO SPANO'" userId="3abdd0b9-513e-40ac-aad4-56920065037d" providerId="ADAL" clId="{B78B99D7-F70B-4A45-821A-0876B1104A6B}" dt="2022-04-01T10:16:54.426" v="160" actId="20577"/>
          <ac:spMkLst>
            <pc:docMk/>
            <pc:sldMk cId="2365388969" sldId="264"/>
            <ac:spMk id="2" creationId="{40976114-0228-4778-81DE-220AF060D34B}"/>
          </ac:spMkLst>
        </pc:spChg>
        <pc:spChg chg="mod">
          <ac:chgData name="SERGIO SPANO'" userId="3abdd0b9-513e-40ac-aad4-56920065037d" providerId="ADAL" clId="{B78B99D7-F70B-4A45-821A-0876B1104A6B}" dt="2022-04-01T10:18:24.886" v="197" actId="207"/>
          <ac:spMkLst>
            <pc:docMk/>
            <pc:sldMk cId="2365388969" sldId="264"/>
            <ac:spMk id="3" creationId="{CF818F10-5484-40B5-9EA8-59B3D9C56C1A}"/>
          </ac:spMkLst>
        </pc:spChg>
        <pc:picChg chg="add mod">
          <ac:chgData name="SERGIO SPANO'" userId="3abdd0b9-513e-40ac-aad4-56920065037d" providerId="ADAL" clId="{B78B99D7-F70B-4A45-821A-0876B1104A6B}" dt="2022-04-01T10:18:36.182" v="202" actId="1076"/>
          <ac:picMkLst>
            <pc:docMk/>
            <pc:sldMk cId="2365388969" sldId="264"/>
            <ac:picMk id="6" creationId="{ACBDC711-0FF1-48A7-8DD8-172A04D6BD22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25:21.035" v="221" actId="1076"/>
        <pc:sldMkLst>
          <pc:docMk/>
          <pc:sldMk cId="2117260882" sldId="265"/>
        </pc:sldMkLst>
        <pc:spChg chg="mod">
          <ac:chgData name="SERGIO SPANO'" userId="3abdd0b9-513e-40ac-aad4-56920065037d" providerId="ADAL" clId="{B78B99D7-F70B-4A45-821A-0876B1104A6B}" dt="2022-04-01T10:24:56.019" v="212" actId="20577"/>
          <ac:spMkLst>
            <pc:docMk/>
            <pc:sldMk cId="2117260882" sldId="265"/>
            <ac:spMk id="2" creationId="{57762CDF-683D-41C1-A60F-C93C05BE2BED}"/>
          </ac:spMkLst>
        </pc:spChg>
        <pc:spChg chg="mod">
          <ac:chgData name="SERGIO SPANO'" userId="3abdd0b9-513e-40ac-aad4-56920065037d" providerId="ADAL" clId="{B78B99D7-F70B-4A45-821A-0876B1104A6B}" dt="2022-04-01T10:25:13.838" v="217" actId="404"/>
          <ac:spMkLst>
            <pc:docMk/>
            <pc:sldMk cId="2117260882" sldId="265"/>
            <ac:spMk id="3" creationId="{D62398FF-F72B-46C9-93E7-ACC44F9F914E}"/>
          </ac:spMkLst>
        </pc:spChg>
        <pc:picChg chg="add mod">
          <ac:chgData name="SERGIO SPANO'" userId="3abdd0b9-513e-40ac-aad4-56920065037d" providerId="ADAL" clId="{B78B99D7-F70B-4A45-821A-0876B1104A6B}" dt="2022-04-01T10:25:21.035" v="221" actId="1076"/>
          <ac:picMkLst>
            <pc:docMk/>
            <pc:sldMk cId="2117260882" sldId="265"/>
            <ac:picMk id="6" creationId="{CBDA6630-0E20-42D3-936C-20A1C31A81D5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25:59.939" v="246" actId="1076"/>
        <pc:sldMkLst>
          <pc:docMk/>
          <pc:sldMk cId="1235647079" sldId="266"/>
        </pc:sldMkLst>
        <pc:spChg chg="mod">
          <ac:chgData name="SERGIO SPANO'" userId="3abdd0b9-513e-40ac-aad4-56920065037d" providerId="ADAL" clId="{B78B99D7-F70B-4A45-821A-0876B1104A6B}" dt="2022-04-01T10:25:34.952" v="228" actId="20577"/>
          <ac:spMkLst>
            <pc:docMk/>
            <pc:sldMk cId="1235647079" sldId="266"/>
            <ac:spMk id="2" creationId="{0B9FF15C-40EF-4E62-B789-54730EAD7E0A}"/>
          </ac:spMkLst>
        </pc:spChg>
        <pc:spChg chg="mod">
          <ac:chgData name="SERGIO SPANO'" userId="3abdd0b9-513e-40ac-aad4-56920065037d" providerId="ADAL" clId="{B78B99D7-F70B-4A45-821A-0876B1104A6B}" dt="2022-04-01T10:25:52.364" v="243" actId="20577"/>
          <ac:spMkLst>
            <pc:docMk/>
            <pc:sldMk cId="1235647079" sldId="266"/>
            <ac:spMk id="3" creationId="{FD452D60-DBD2-486D-8117-7A5A1514EC8A}"/>
          </ac:spMkLst>
        </pc:spChg>
        <pc:picChg chg="add mod">
          <ac:chgData name="SERGIO SPANO'" userId="3abdd0b9-513e-40ac-aad4-56920065037d" providerId="ADAL" clId="{B78B99D7-F70B-4A45-821A-0876B1104A6B}" dt="2022-04-01T10:25:59.939" v="246" actId="1076"/>
          <ac:picMkLst>
            <pc:docMk/>
            <pc:sldMk cId="1235647079" sldId="266"/>
            <ac:picMk id="6" creationId="{F7E5948C-430D-44AB-9A4B-13BA87260A07}"/>
          </ac:picMkLst>
        </pc:picChg>
      </pc:sldChg>
      <pc:sldChg chg="modSp new mod">
        <pc:chgData name="SERGIO SPANO'" userId="3abdd0b9-513e-40ac-aad4-56920065037d" providerId="ADAL" clId="{B78B99D7-F70B-4A45-821A-0876B1104A6B}" dt="2022-04-01T10:37:21.889" v="273" actId="20577"/>
        <pc:sldMkLst>
          <pc:docMk/>
          <pc:sldMk cId="3690434877" sldId="267"/>
        </pc:sldMkLst>
        <pc:spChg chg="mod">
          <ac:chgData name="SERGIO SPANO'" userId="3abdd0b9-513e-40ac-aad4-56920065037d" providerId="ADAL" clId="{B78B99D7-F70B-4A45-821A-0876B1104A6B}" dt="2022-04-01T10:29:18.112" v="256" actId="20577"/>
          <ac:spMkLst>
            <pc:docMk/>
            <pc:sldMk cId="3690434877" sldId="267"/>
            <ac:spMk id="2" creationId="{BA5F39F6-5DE8-47C8-AEDB-ECFDCEB26A63}"/>
          </ac:spMkLst>
        </pc:spChg>
        <pc:spChg chg="mod">
          <ac:chgData name="SERGIO SPANO'" userId="3abdd0b9-513e-40ac-aad4-56920065037d" providerId="ADAL" clId="{B78B99D7-F70B-4A45-821A-0876B1104A6B}" dt="2022-04-01T10:37:21.889" v="273" actId="20577"/>
          <ac:spMkLst>
            <pc:docMk/>
            <pc:sldMk cId="3690434877" sldId="267"/>
            <ac:spMk id="3" creationId="{3F5743E3-059C-4470-B19C-615FDAF18C9B}"/>
          </ac:spMkLst>
        </pc:spChg>
      </pc:sldChg>
      <pc:sldChg chg="addSp modSp new mod">
        <pc:chgData name="SERGIO SPANO'" userId="3abdd0b9-513e-40ac-aad4-56920065037d" providerId="ADAL" clId="{B78B99D7-F70B-4A45-821A-0876B1104A6B}" dt="2022-04-01T10:44:39.049" v="328" actId="1076"/>
        <pc:sldMkLst>
          <pc:docMk/>
          <pc:sldMk cId="1097354484" sldId="268"/>
        </pc:sldMkLst>
        <pc:spChg chg="mod">
          <ac:chgData name="SERGIO SPANO'" userId="3abdd0b9-513e-40ac-aad4-56920065037d" providerId="ADAL" clId="{B78B99D7-F70B-4A45-821A-0876B1104A6B}" dt="2022-04-01T10:39:38.961" v="299" actId="20577"/>
          <ac:spMkLst>
            <pc:docMk/>
            <pc:sldMk cId="1097354484" sldId="268"/>
            <ac:spMk id="2" creationId="{51C34505-9DC2-4A54-AADB-1D7281B40B74}"/>
          </ac:spMkLst>
        </pc:spChg>
        <pc:spChg chg="mod">
          <ac:chgData name="SERGIO SPANO'" userId="3abdd0b9-513e-40ac-aad4-56920065037d" providerId="ADAL" clId="{B78B99D7-F70B-4A45-821A-0876B1104A6B}" dt="2022-04-01T10:39:59.734" v="311" actId="20577"/>
          <ac:spMkLst>
            <pc:docMk/>
            <pc:sldMk cId="1097354484" sldId="268"/>
            <ac:spMk id="3" creationId="{E95D1C37-2E3B-4A99-A898-430D6764A8EE}"/>
          </ac:spMkLst>
        </pc:spChg>
        <pc:picChg chg="add mod ord">
          <ac:chgData name="SERGIO SPANO'" userId="3abdd0b9-513e-40ac-aad4-56920065037d" providerId="ADAL" clId="{B78B99D7-F70B-4A45-821A-0876B1104A6B}" dt="2022-04-01T10:44:36.721" v="327" actId="1076"/>
          <ac:picMkLst>
            <pc:docMk/>
            <pc:sldMk cId="1097354484" sldId="268"/>
            <ac:picMk id="6" creationId="{D1CDBE47-599A-4254-843B-4D0B7DE086E7}"/>
          </ac:picMkLst>
        </pc:picChg>
        <pc:picChg chg="add mod">
          <ac:chgData name="SERGIO SPANO'" userId="3abdd0b9-513e-40ac-aad4-56920065037d" providerId="ADAL" clId="{B78B99D7-F70B-4A45-821A-0876B1104A6B}" dt="2022-04-01T10:44:39.049" v="328" actId="1076"/>
          <ac:picMkLst>
            <pc:docMk/>
            <pc:sldMk cId="1097354484" sldId="268"/>
            <ac:picMk id="7" creationId="{1005A4A9-96E5-4456-9917-D40BECDE9AB1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50:12.647" v="381" actId="1076"/>
        <pc:sldMkLst>
          <pc:docMk/>
          <pc:sldMk cId="16956515" sldId="269"/>
        </pc:sldMkLst>
        <pc:spChg chg="mod">
          <ac:chgData name="SERGIO SPANO'" userId="3abdd0b9-513e-40ac-aad4-56920065037d" providerId="ADAL" clId="{B78B99D7-F70B-4A45-821A-0876B1104A6B}" dt="2022-04-01T10:45:29.815" v="355" actId="20577"/>
          <ac:spMkLst>
            <pc:docMk/>
            <pc:sldMk cId="16956515" sldId="269"/>
            <ac:spMk id="2" creationId="{0C189DFA-DC4E-4AE1-AEF1-ED7568B58932}"/>
          </ac:spMkLst>
        </pc:spChg>
        <pc:spChg chg="mod">
          <ac:chgData name="SERGIO SPANO'" userId="3abdd0b9-513e-40ac-aad4-56920065037d" providerId="ADAL" clId="{B78B99D7-F70B-4A45-821A-0876B1104A6B}" dt="2022-04-01T10:45:59.214" v="365" actId="20577"/>
          <ac:spMkLst>
            <pc:docMk/>
            <pc:sldMk cId="16956515" sldId="269"/>
            <ac:spMk id="3" creationId="{5DE39091-A163-491C-B3C3-5C81C855AC44}"/>
          </ac:spMkLst>
        </pc:spChg>
        <pc:spChg chg="add mod">
          <ac:chgData name="SERGIO SPANO'" userId="3abdd0b9-513e-40ac-aad4-56920065037d" providerId="ADAL" clId="{B78B99D7-F70B-4A45-821A-0876B1104A6B}" dt="2022-04-01T10:50:12.647" v="381" actId="1076"/>
          <ac:spMkLst>
            <pc:docMk/>
            <pc:sldMk cId="16956515" sldId="269"/>
            <ac:spMk id="6" creationId="{4B12F256-B8FC-4548-99C0-B4D3EA868AC4}"/>
          </ac:spMkLst>
        </pc:spChg>
        <pc:picChg chg="add mod">
          <ac:chgData name="SERGIO SPANO'" userId="3abdd0b9-513e-40ac-aad4-56920065037d" providerId="ADAL" clId="{B78B99D7-F70B-4A45-821A-0876B1104A6B}" dt="2022-04-01T10:50:07.360" v="379" actId="1076"/>
          <ac:picMkLst>
            <pc:docMk/>
            <pc:sldMk cId="16956515" sldId="269"/>
            <ac:picMk id="7" creationId="{4C12C087-DDEC-427B-9B4A-8DFF506DBEDF}"/>
          </ac:picMkLst>
        </pc:picChg>
      </pc:sldChg>
      <pc:sldChg chg="modSp new mod">
        <pc:chgData name="SERGIO SPANO'" userId="3abdd0b9-513e-40ac-aad4-56920065037d" providerId="ADAL" clId="{B78B99D7-F70B-4A45-821A-0876B1104A6B}" dt="2023-05-17T13:34:55.135" v="733" actId="115"/>
        <pc:sldMkLst>
          <pc:docMk/>
          <pc:sldMk cId="3923275502" sldId="270"/>
        </pc:sldMkLst>
        <pc:spChg chg="mod">
          <ac:chgData name="SERGIO SPANO'" userId="3abdd0b9-513e-40ac-aad4-56920065037d" providerId="ADAL" clId="{B78B99D7-F70B-4A45-821A-0876B1104A6B}" dt="2022-04-01T10:51:38.235" v="390" actId="20577"/>
          <ac:spMkLst>
            <pc:docMk/>
            <pc:sldMk cId="3923275502" sldId="270"/>
            <ac:spMk id="2" creationId="{52B6AD35-8820-479A-BE57-E811E7A007A7}"/>
          </ac:spMkLst>
        </pc:spChg>
        <pc:spChg chg="mod">
          <ac:chgData name="SERGIO SPANO'" userId="3abdd0b9-513e-40ac-aad4-56920065037d" providerId="ADAL" clId="{B78B99D7-F70B-4A45-821A-0876B1104A6B}" dt="2023-05-17T13:34:55.135" v="733" actId="115"/>
          <ac:spMkLst>
            <pc:docMk/>
            <pc:sldMk cId="3923275502" sldId="270"/>
            <ac:spMk id="3" creationId="{BF419B96-F29B-44A8-AC77-04665B8C0874}"/>
          </ac:spMkLst>
        </pc:spChg>
      </pc:sldChg>
      <pc:sldChg chg="addSp modSp new mod">
        <pc:chgData name="SERGIO SPANO'" userId="3abdd0b9-513e-40ac-aad4-56920065037d" providerId="ADAL" clId="{B78B99D7-F70B-4A45-821A-0876B1104A6B}" dt="2022-04-01T10:57:51.089" v="513" actId="1076"/>
        <pc:sldMkLst>
          <pc:docMk/>
          <pc:sldMk cId="2916414287" sldId="271"/>
        </pc:sldMkLst>
        <pc:spChg chg="mod">
          <ac:chgData name="SERGIO SPANO'" userId="3abdd0b9-513e-40ac-aad4-56920065037d" providerId="ADAL" clId="{B78B99D7-F70B-4A45-821A-0876B1104A6B}" dt="2022-04-01T10:56:08.102" v="457" actId="20577"/>
          <ac:spMkLst>
            <pc:docMk/>
            <pc:sldMk cId="2916414287" sldId="271"/>
            <ac:spMk id="2" creationId="{1564B15D-F0F1-422A-8B1C-882AAB732A55}"/>
          </ac:spMkLst>
        </pc:spChg>
        <pc:spChg chg="mod">
          <ac:chgData name="SERGIO SPANO'" userId="3abdd0b9-513e-40ac-aad4-56920065037d" providerId="ADAL" clId="{B78B99D7-F70B-4A45-821A-0876B1104A6B}" dt="2022-04-01T10:57:35.989" v="503" actId="20577"/>
          <ac:spMkLst>
            <pc:docMk/>
            <pc:sldMk cId="2916414287" sldId="271"/>
            <ac:spMk id="3" creationId="{50C81CA1-0896-4E32-845D-18D8416A353E}"/>
          </ac:spMkLst>
        </pc:spChg>
        <pc:spChg chg="add mod">
          <ac:chgData name="SERGIO SPANO'" userId="3abdd0b9-513e-40ac-aad4-56920065037d" providerId="ADAL" clId="{B78B99D7-F70B-4A45-821A-0876B1104A6B}" dt="2022-04-01T10:57:51.089" v="513" actId="1076"/>
          <ac:spMkLst>
            <pc:docMk/>
            <pc:sldMk cId="2916414287" sldId="271"/>
            <ac:spMk id="6" creationId="{D6A1B18B-DE39-40B1-A415-87BBA4595E03}"/>
          </ac:spMkLst>
        </pc:spChg>
        <pc:picChg chg="add mod">
          <ac:chgData name="SERGIO SPANO'" userId="3abdd0b9-513e-40ac-aad4-56920065037d" providerId="ADAL" clId="{B78B99D7-F70B-4A45-821A-0876B1104A6B}" dt="2022-04-01T10:57:46.883" v="512" actId="1076"/>
          <ac:picMkLst>
            <pc:docMk/>
            <pc:sldMk cId="2916414287" sldId="271"/>
            <ac:picMk id="7" creationId="{0072D4BE-CA2B-4CD0-9D0D-89B983823E78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0:29.580" v="550" actId="1076"/>
        <pc:sldMkLst>
          <pc:docMk/>
          <pc:sldMk cId="2503590128" sldId="272"/>
        </pc:sldMkLst>
        <pc:spChg chg="mod">
          <ac:chgData name="SERGIO SPANO'" userId="3abdd0b9-513e-40ac-aad4-56920065037d" providerId="ADAL" clId="{B78B99D7-F70B-4A45-821A-0876B1104A6B}" dt="2022-04-01T10:58:31.099" v="517" actId="20577"/>
          <ac:spMkLst>
            <pc:docMk/>
            <pc:sldMk cId="2503590128" sldId="272"/>
            <ac:spMk id="2" creationId="{D9C37AC2-FC1C-496B-940B-99BE26B55D53}"/>
          </ac:spMkLst>
        </pc:spChg>
        <pc:spChg chg="mod">
          <ac:chgData name="SERGIO SPANO'" userId="3abdd0b9-513e-40ac-aad4-56920065037d" providerId="ADAL" clId="{B78B99D7-F70B-4A45-821A-0876B1104A6B}" dt="2022-04-01T10:59:37.011" v="531" actId="14100"/>
          <ac:spMkLst>
            <pc:docMk/>
            <pc:sldMk cId="2503590128" sldId="272"/>
            <ac:spMk id="3" creationId="{630AF50C-44A9-45C4-AC8B-A1B3449AA076}"/>
          </ac:spMkLst>
        </pc:spChg>
        <pc:spChg chg="add del">
          <ac:chgData name="SERGIO SPANO'" userId="3abdd0b9-513e-40ac-aad4-56920065037d" providerId="ADAL" clId="{B78B99D7-F70B-4A45-821A-0876B1104A6B}" dt="2022-04-01T10:59:26.325" v="528" actId="22"/>
          <ac:spMkLst>
            <pc:docMk/>
            <pc:sldMk cId="2503590128" sldId="272"/>
            <ac:spMk id="7" creationId="{355F1D6E-0651-406F-A56D-0DEDE63ABA46}"/>
          </ac:spMkLst>
        </pc:spChg>
        <pc:spChg chg="add mod">
          <ac:chgData name="SERGIO SPANO'" userId="3abdd0b9-513e-40ac-aad4-56920065037d" providerId="ADAL" clId="{B78B99D7-F70B-4A45-821A-0876B1104A6B}" dt="2022-04-01T10:59:57.519" v="542" actId="403"/>
          <ac:spMkLst>
            <pc:docMk/>
            <pc:sldMk cId="2503590128" sldId="272"/>
            <ac:spMk id="9" creationId="{7A5048F6-070B-4EAD-BFE7-D4CCBB4FAB9B}"/>
          </ac:spMkLst>
        </pc:spChg>
        <pc:spChg chg="add mod">
          <ac:chgData name="SERGIO SPANO'" userId="3abdd0b9-513e-40ac-aad4-56920065037d" providerId="ADAL" clId="{B78B99D7-F70B-4A45-821A-0876B1104A6B}" dt="2022-04-01T11:00:00.139" v="543" actId="1076"/>
          <ac:spMkLst>
            <pc:docMk/>
            <pc:sldMk cId="2503590128" sldId="272"/>
            <ac:spMk id="10" creationId="{0647C9FB-21BC-47CA-ADF6-CB05E221BBDD}"/>
          </ac:spMkLst>
        </pc:spChg>
        <pc:spChg chg="add mod">
          <ac:chgData name="SERGIO SPANO'" userId="3abdd0b9-513e-40ac-aad4-56920065037d" providerId="ADAL" clId="{B78B99D7-F70B-4A45-821A-0876B1104A6B}" dt="2022-04-01T11:00:08.711" v="548" actId="1076"/>
          <ac:spMkLst>
            <pc:docMk/>
            <pc:sldMk cId="2503590128" sldId="272"/>
            <ac:spMk id="11" creationId="{658B9110-829A-4512-AC97-482BBB038F8B}"/>
          </ac:spMkLst>
        </pc:spChg>
        <pc:picChg chg="add mod">
          <ac:chgData name="SERGIO SPANO'" userId="3abdd0b9-513e-40ac-aad4-56920065037d" providerId="ADAL" clId="{B78B99D7-F70B-4A45-821A-0876B1104A6B}" dt="2022-04-01T11:00:29.580" v="550" actId="1076"/>
          <ac:picMkLst>
            <pc:docMk/>
            <pc:sldMk cId="2503590128" sldId="272"/>
            <ac:picMk id="8" creationId="{C4C50CE0-DAAF-4A85-B54F-55D243DA2065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4:52.803" v="556" actId="1076"/>
        <pc:sldMkLst>
          <pc:docMk/>
          <pc:sldMk cId="3168054203" sldId="273"/>
        </pc:sldMkLst>
        <pc:spChg chg="mod">
          <ac:chgData name="SERGIO SPANO'" userId="3abdd0b9-513e-40ac-aad4-56920065037d" providerId="ADAL" clId="{B78B99D7-F70B-4A45-821A-0876B1104A6B}" dt="2022-04-01T11:04:26.027" v="553" actId="27636"/>
          <ac:spMkLst>
            <pc:docMk/>
            <pc:sldMk cId="3168054203" sldId="273"/>
            <ac:spMk id="2" creationId="{D4B2B063-753D-449C-B6EA-2E72B1BF44C4}"/>
          </ac:spMkLst>
        </pc:spChg>
        <pc:spChg chg="del">
          <ac:chgData name="SERGIO SPANO'" userId="3abdd0b9-513e-40ac-aad4-56920065037d" providerId="ADAL" clId="{B78B99D7-F70B-4A45-821A-0876B1104A6B}" dt="2022-04-01T11:04:45.218" v="555" actId="478"/>
          <ac:spMkLst>
            <pc:docMk/>
            <pc:sldMk cId="3168054203" sldId="273"/>
            <ac:spMk id="3" creationId="{3B012EA9-4C45-42D6-AEE3-20B23EC4A2F8}"/>
          </ac:spMkLst>
        </pc:spChg>
        <pc:spChg chg="add mod">
          <ac:chgData name="SERGIO SPANO'" userId="3abdd0b9-513e-40ac-aad4-56920065037d" providerId="ADAL" clId="{B78B99D7-F70B-4A45-821A-0876B1104A6B}" dt="2022-04-01T11:04:52.803" v="556" actId="1076"/>
          <ac:spMkLst>
            <pc:docMk/>
            <pc:sldMk cId="3168054203" sldId="273"/>
            <ac:spMk id="6" creationId="{78DE024A-457C-4F9C-8968-EC2F7BFDF0C5}"/>
          </ac:spMkLst>
        </pc:spChg>
        <pc:spChg chg="add mod">
          <ac:chgData name="SERGIO SPANO'" userId="3abdd0b9-513e-40ac-aad4-56920065037d" providerId="ADAL" clId="{B78B99D7-F70B-4A45-821A-0876B1104A6B}" dt="2022-04-01T11:04:52.803" v="556" actId="1076"/>
          <ac:spMkLst>
            <pc:docMk/>
            <pc:sldMk cId="3168054203" sldId="273"/>
            <ac:spMk id="7" creationId="{E544DF97-ADBF-4FE1-A7A1-928E2DF274EA}"/>
          </ac:spMkLst>
        </pc:spChg>
        <pc:spChg chg="add mod">
          <ac:chgData name="SERGIO SPANO'" userId="3abdd0b9-513e-40ac-aad4-56920065037d" providerId="ADAL" clId="{B78B99D7-F70B-4A45-821A-0876B1104A6B}" dt="2022-04-01T11:04:52.803" v="556" actId="1076"/>
          <ac:spMkLst>
            <pc:docMk/>
            <pc:sldMk cId="3168054203" sldId="273"/>
            <ac:spMk id="8" creationId="{D77E509A-FFB9-4517-B371-B5B3E82ACB1E}"/>
          </ac:spMkLst>
        </pc:spChg>
        <pc:spChg chg="add mod">
          <ac:chgData name="SERGIO SPANO'" userId="3abdd0b9-513e-40ac-aad4-56920065037d" providerId="ADAL" clId="{B78B99D7-F70B-4A45-821A-0876B1104A6B}" dt="2022-04-01T11:04:42.768" v="554"/>
          <ac:spMkLst>
            <pc:docMk/>
            <pc:sldMk cId="3168054203" sldId="273"/>
            <ac:spMk id="9" creationId="{623B5AC6-34C2-4CB0-B0A7-F48AA2601045}"/>
          </ac:spMkLst>
        </pc:spChg>
      </pc:sldChg>
      <pc:sldChg chg="addSp delSp modSp new mod">
        <pc:chgData name="SERGIO SPANO'" userId="3abdd0b9-513e-40ac-aad4-56920065037d" providerId="ADAL" clId="{B78B99D7-F70B-4A45-821A-0876B1104A6B}" dt="2022-04-01T11:08:54.253" v="660" actId="478"/>
        <pc:sldMkLst>
          <pc:docMk/>
          <pc:sldMk cId="3798802901" sldId="274"/>
        </pc:sldMkLst>
        <pc:spChg chg="mod">
          <ac:chgData name="SERGIO SPANO'" userId="3abdd0b9-513e-40ac-aad4-56920065037d" providerId="ADAL" clId="{B78B99D7-F70B-4A45-821A-0876B1104A6B}" dt="2022-04-01T11:05:18.810" v="559" actId="27636"/>
          <ac:spMkLst>
            <pc:docMk/>
            <pc:sldMk cId="3798802901" sldId="274"/>
            <ac:spMk id="2" creationId="{896C5AF1-083C-4C3C-B227-DEA895C6F9BD}"/>
          </ac:spMkLst>
        </pc:spChg>
        <pc:spChg chg="del">
          <ac:chgData name="SERGIO SPANO'" userId="3abdd0b9-513e-40ac-aad4-56920065037d" providerId="ADAL" clId="{B78B99D7-F70B-4A45-821A-0876B1104A6B}" dt="2022-04-01T11:08:54.253" v="660" actId="478"/>
          <ac:spMkLst>
            <pc:docMk/>
            <pc:sldMk cId="3798802901" sldId="274"/>
            <ac:spMk id="3" creationId="{617CA19C-CE88-4631-A3D4-BEFE300A4B23}"/>
          </ac:spMkLst>
        </pc:spChg>
        <pc:picChg chg="add mod">
          <ac:chgData name="SERGIO SPANO'" userId="3abdd0b9-513e-40ac-aad4-56920065037d" providerId="ADAL" clId="{B78B99D7-F70B-4A45-821A-0876B1104A6B}" dt="2022-04-01T11:05:28.779" v="562" actId="1076"/>
          <ac:picMkLst>
            <pc:docMk/>
            <pc:sldMk cId="3798802901" sldId="274"/>
            <ac:picMk id="6" creationId="{C1EF92F2-83D1-4C43-9191-0BAE7350BBF5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8:52.397" v="659" actId="478"/>
        <pc:sldMkLst>
          <pc:docMk/>
          <pc:sldMk cId="394788787" sldId="275"/>
        </pc:sldMkLst>
        <pc:spChg chg="mod">
          <ac:chgData name="SERGIO SPANO'" userId="3abdd0b9-513e-40ac-aad4-56920065037d" providerId="ADAL" clId="{B78B99D7-F70B-4A45-821A-0876B1104A6B}" dt="2022-04-01T11:05:45.030" v="565" actId="27636"/>
          <ac:spMkLst>
            <pc:docMk/>
            <pc:sldMk cId="394788787" sldId="275"/>
            <ac:spMk id="2" creationId="{3F0B1F4F-99A1-441B-B950-F954EF612FA4}"/>
          </ac:spMkLst>
        </pc:spChg>
        <pc:spChg chg="del">
          <ac:chgData name="SERGIO SPANO'" userId="3abdd0b9-513e-40ac-aad4-56920065037d" providerId="ADAL" clId="{B78B99D7-F70B-4A45-821A-0876B1104A6B}" dt="2022-04-01T11:08:52.397" v="659" actId="478"/>
          <ac:spMkLst>
            <pc:docMk/>
            <pc:sldMk cId="394788787" sldId="275"/>
            <ac:spMk id="3" creationId="{261155C2-5102-408E-9FAB-4DA632ED5CD3}"/>
          </ac:spMkLst>
        </pc:spChg>
        <pc:picChg chg="add mod">
          <ac:chgData name="SERGIO SPANO'" userId="3abdd0b9-513e-40ac-aad4-56920065037d" providerId="ADAL" clId="{B78B99D7-F70B-4A45-821A-0876B1104A6B}" dt="2022-04-01T11:05:54.610" v="568" actId="1076"/>
          <ac:picMkLst>
            <pc:docMk/>
            <pc:sldMk cId="394788787" sldId="275"/>
            <ac:picMk id="6" creationId="{AF587C4C-09F0-4256-A552-1EDDE84BB57C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8:49.866" v="658" actId="478"/>
        <pc:sldMkLst>
          <pc:docMk/>
          <pc:sldMk cId="1250271747" sldId="276"/>
        </pc:sldMkLst>
        <pc:spChg chg="mod">
          <ac:chgData name="SERGIO SPANO'" userId="3abdd0b9-513e-40ac-aad4-56920065037d" providerId="ADAL" clId="{B78B99D7-F70B-4A45-821A-0876B1104A6B}" dt="2022-04-01T11:06:18.315" v="571" actId="27636"/>
          <ac:spMkLst>
            <pc:docMk/>
            <pc:sldMk cId="1250271747" sldId="276"/>
            <ac:spMk id="2" creationId="{320C5C1E-72D1-4E03-8027-538FE65AEA92}"/>
          </ac:spMkLst>
        </pc:spChg>
        <pc:spChg chg="del">
          <ac:chgData name="SERGIO SPANO'" userId="3abdd0b9-513e-40ac-aad4-56920065037d" providerId="ADAL" clId="{B78B99D7-F70B-4A45-821A-0876B1104A6B}" dt="2022-04-01T11:08:49.866" v="658" actId="478"/>
          <ac:spMkLst>
            <pc:docMk/>
            <pc:sldMk cId="1250271747" sldId="276"/>
            <ac:spMk id="3" creationId="{9FE4F4C1-7B09-4962-B2D4-C0435E005BA4}"/>
          </ac:spMkLst>
        </pc:spChg>
        <pc:spChg chg="add mod">
          <ac:chgData name="SERGIO SPANO'" userId="3abdd0b9-513e-40ac-aad4-56920065037d" providerId="ADAL" clId="{B78B99D7-F70B-4A45-821A-0876B1104A6B}" dt="2022-04-01T11:06:36.112" v="577" actId="1076"/>
          <ac:spMkLst>
            <pc:docMk/>
            <pc:sldMk cId="1250271747" sldId="276"/>
            <ac:spMk id="7" creationId="{0EE7EECD-CB49-4C70-9AE8-30FC86F6262A}"/>
          </ac:spMkLst>
        </pc:spChg>
        <pc:picChg chg="add mod">
          <ac:chgData name="SERGIO SPANO'" userId="3abdd0b9-513e-40ac-aad4-56920065037d" providerId="ADAL" clId="{B78B99D7-F70B-4A45-821A-0876B1104A6B}" dt="2022-04-01T11:06:30.026" v="575" actId="1076"/>
          <ac:picMkLst>
            <pc:docMk/>
            <pc:sldMk cId="1250271747" sldId="276"/>
            <ac:picMk id="6" creationId="{5286A11F-C5E6-4A78-AFC7-F8536C32BBA9}"/>
          </ac:picMkLst>
        </pc:picChg>
      </pc:sldChg>
      <pc:sldChg chg="addSp delSp modSp new mod">
        <pc:chgData name="SERGIO SPANO'" userId="3abdd0b9-513e-40ac-aad4-56920065037d" providerId="ADAL" clId="{B78B99D7-F70B-4A45-821A-0876B1104A6B}" dt="2023-05-17T13:34:27.928" v="726" actId="478"/>
        <pc:sldMkLst>
          <pc:docMk/>
          <pc:sldMk cId="1221387922" sldId="277"/>
        </pc:sldMkLst>
        <pc:spChg chg="mod">
          <ac:chgData name="SERGIO SPANO'" userId="3abdd0b9-513e-40ac-aad4-56920065037d" providerId="ADAL" clId="{B78B99D7-F70B-4A45-821A-0876B1104A6B}" dt="2022-04-01T11:09:29.389" v="715" actId="1076"/>
          <ac:spMkLst>
            <pc:docMk/>
            <pc:sldMk cId="1221387922" sldId="277"/>
            <ac:spMk id="2" creationId="{6C958D35-81A6-4EB5-BE5E-5A603A994DCE}"/>
          </ac:spMkLst>
        </pc:spChg>
        <pc:spChg chg="add del mod">
          <ac:chgData name="SERGIO SPANO'" userId="3abdd0b9-513e-40ac-aad4-56920065037d" providerId="ADAL" clId="{B78B99D7-F70B-4A45-821A-0876B1104A6B}" dt="2023-05-17T13:34:24.505" v="725" actId="478"/>
          <ac:spMkLst>
            <pc:docMk/>
            <pc:sldMk cId="1221387922" sldId="277"/>
            <ac:spMk id="3" creationId="{A75E1943-B590-4C65-81EE-698EDBDDADCD}"/>
          </ac:spMkLst>
        </pc:spChg>
        <pc:spChg chg="add mod">
          <ac:chgData name="SERGIO SPANO'" userId="3abdd0b9-513e-40ac-aad4-56920065037d" providerId="ADAL" clId="{B78B99D7-F70B-4A45-821A-0876B1104A6B}" dt="2022-04-01T11:07:37.247" v="582" actId="1076"/>
          <ac:spMkLst>
            <pc:docMk/>
            <pc:sldMk cId="1221387922" sldId="277"/>
            <ac:spMk id="6" creationId="{C115B692-32CB-447A-8D37-769439893B2D}"/>
          </ac:spMkLst>
        </pc:spChg>
        <pc:spChg chg="add del mod">
          <ac:chgData name="SERGIO SPANO'" userId="3abdd0b9-513e-40ac-aad4-56920065037d" providerId="ADAL" clId="{B78B99D7-F70B-4A45-821A-0876B1104A6B}" dt="2022-04-01T11:08:46.643" v="657" actId="478"/>
          <ac:spMkLst>
            <pc:docMk/>
            <pc:sldMk cId="1221387922" sldId="277"/>
            <ac:spMk id="8" creationId="{F5C4D91F-A0FD-4691-8C08-296C4E4FBB0B}"/>
          </ac:spMkLst>
        </pc:spChg>
        <pc:spChg chg="add del mod">
          <ac:chgData name="SERGIO SPANO'" userId="3abdd0b9-513e-40ac-aad4-56920065037d" providerId="ADAL" clId="{B78B99D7-F70B-4A45-821A-0876B1104A6B}" dt="2023-05-17T13:34:23.305" v="724" actId="478"/>
          <ac:spMkLst>
            <pc:docMk/>
            <pc:sldMk cId="1221387922" sldId="277"/>
            <ac:spMk id="9" creationId="{B9AA605F-006B-B4F6-4A45-FCE199DE7DBE}"/>
          </ac:spMkLst>
        </pc:spChg>
        <pc:spChg chg="add del mod">
          <ac:chgData name="SERGIO SPANO'" userId="3abdd0b9-513e-40ac-aad4-56920065037d" providerId="ADAL" clId="{B78B99D7-F70B-4A45-821A-0876B1104A6B}" dt="2023-05-17T13:34:27.928" v="726" actId="478"/>
          <ac:spMkLst>
            <pc:docMk/>
            <pc:sldMk cId="1221387922" sldId="277"/>
            <ac:spMk id="11" creationId="{EB094839-4C27-8528-605A-6B5AB13077B1}"/>
          </ac:spMkLst>
        </pc:spChg>
        <pc:picChg chg="add mod">
          <ac:chgData name="SERGIO SPANO'" userId="3abdd0b9-513e-40ac-aad4-56920065037d" providerId="ADAL" clId="{B78B99D7-F70B-4A45-821A-0876B1104A6B}" dt="2022-04-01T11:09:34.397" v="716" actId="1076"/>
          <ac:picMkLst>
            <pc:docMk/>
            <pc:sldMk cId="1221387922" sldId="277"/>
            <ac:picMk id="7" creationId="{9D5B6AB0-9759-4539-BACC-AD8428901556}"/>
          </ac:picMkLst>
        </pc:picChg>
      </pc:sldChg>
    </pc:docChg>
  </pc:docChgLst>
  <pc:docChgLst>
    <pc:chgData name="SERGIO SPANO'" userId="3abdd0b9-513e-40ac-aad4-56920065037d" providerId="ADAL" clId="{99CAF51D-0A50-4BFE-9378-781BB971E0EB}"/>
    <pc:docChg chg="undo custSel addSld delSld modSld">
      <pc:chgData name="SERGIO SPANO'" userId="3abdd0b9-513e-40ac-aad4-56920065037d" providerId="ADAL" clId="{99CAF51D-0A50-4BFE-9378-781BB971E0EB}" dt="2022-04-01T09:48:30.323" v="67" actId="1076"/>
      <pc:docMkLst>
        <pc:docMk/>
      </pc:docMkLst>
      <pc:sldChg chg="modSp add del mod">
        <pc:chgData name="SERGIO SPANO'" userId="3abdd0b9-513e-40ac-aad4-56920065037d" providerId="ADAL" clId="{99CAF51D-0A50-4BFE-9378-781BB971E0EB}" dt="2022-04-01T09:45:43.646" v="45" actId="20577"/>
        <pc:sldMkLst>
          <pc:docMk/>
          <pc:sldMk cId="3676927149" sldId="256"/>
        </pc:sldMkLst>
        <pc:spChg chg="mod">
          <ac:chgData name="SERGIO SPANO'" userId="3abdd0b9-513e-40ac-aad4-56920065037d" providerId="ADAL" clId="{99CAF51D-0A50-4BFE-9378-781BB971E0EB}" dt="2022-04-01T09:45:43.646" v="45" actId="20577"/>
          <ac:spMkLst>
            <pc:docMk/>
            <pc:sldMk cId="3676927149" sldId="256"/>
            <ac:spMk id="2" creationId="{AE5A0156-FA44-4B5E-AA95-BA26FE319EEF}"/>
          </ac:spMkLst>
        </pc:spChg>
      </pc:sldChg>
      <pc:sldChg chg="addSp modSp new mod">
        <pc:chgData name="SERGIO SPANO'" userId="3abdd0b9-513e-40ac-aad4-56920065037d" providerId="ADAL" clId="{99CAF51D-0A50-4BFE-9378-781BB971E0EB}" dt="2022-04-01T09:46:36.853" v="55" actId="1076"/>
        <pc:sldMkLst>
          <pc:docMk/>
          <pc:sldMk cId="2336464834" sldId="257"/>
        </pc:sldMkLst>
        <pc:spChg chg="mod">
          <ac:chgData name="SERGIO SPANO'" userId="3abdd0b9-513e-40ac-aad4-56920065037d" providerId="ADAL" clId="{99CAF51D-0A50-4BFE-9378-781BB971E0EB}" dt="2022-04-01T09:46:15.595" v="48" actId="27636"/>
          <ac:spMkLst>
            <pc:docMk/>
            <pc:sldMk cId="2336464834" sldId="257"/>
            <ac:spMk id="2" creationId="{B8823F1D-6D8D-40BE-9BC7-BF55A94DD1FC}"/>
          </ac:spMkLst>
        </pc:spChg>
        <pc:spChg chg="mod">
          <ac:chgData name="SERGIO SPANO'" userId="3abdd0b9-513e-40ac-aad4-56920065037d" providerId="ADAL" clId="{99CAF51D-0A50-4BFE-9378-781BB971E0EB}" dt="2022-04-01T09:46:25.599" v="51" actId="15"/>
          <ac:spMkLst>
            <pc:docMk/>
            <pc:sldMk cId="2336464834" sldId="257"/>
            <ac:spMk id="3" creationId="{2EEFEE4D-B764-41AC-8F4C-3C74B9E4C767}"/>
          </ac:spMkLst>
        </pc:spChg>
        <pc:picChg chg="add mod">
          <ac:chgData name="SERGIO SPANO'" userId="3abdd0b9-513e-40ac-aad4-56920065037d" providerId="ADAL" clId="{99CAF51D-0A50-4BFE-9378-781BB971E0EB}" dt="2022-04-01T09:46:36.853" v="55" actId="1076"/>
          <ac:picMkLst>
            <pc:docMk/>
            <pc:sldMk cId="2336464834" sldId="257"/>
            <ac:picMk id="6" creationId="{E4321D2E-2C41-4BDC-94DC-C9D30DF5D808}"/>
          </ac:picMkLst>
        </pc:picChg>
      </pc:sldChg>
      <pc:sldChg chg="del">
        <pc:chgData name="SERGIO SPANO'" userId="3abdd0b9-513e-40ac-aad4-56920065037d" providerId="ADAL" clId="{99CAF51D-0A50-4BFE-9378-781BB971E0EB}" dt="2022-04-01T09:45:31.982" v="0" actId="47"/>
        <pc:sldMkLst>
          <pc:docMk/>
          <pc:sldMk cId="2510750969" sldId="257"/>
        </pc:sldMkLst>
      </pc:sldChg>
      <pc:sldChg chg="addSp modSp new mod">
        <pc:chgData name="SERGIO SPANO'" userId="3abdd0b9-513e-40ac-aad4-56920065037d" providerId="ADAL" clId="{99CAF51D-0A50-4BFE-9378-781BB971E0EB}" dt="2022-04-01T09:48:30.323" v="67" actId="1076"/>
        <pc:sldMkLst>
          <pc:docMk/>
          <pc:sldMk cId="3189614810" sldId="258"/>
        </pc:sldMkLst>
        <pc:spChg chg="mod">
          <ac:chgData name="SERGIO SPANO'" userId="3abdd0b9-513e-40ac-aad4-56920065037d" providerId="ADAL" clId="{99CAF51D-0A50-4BFE-9378-781BB971E0EB}" dt="2022-04-01T09:47:58.686" v="58" actId="27636"/>
          <ac:spMkLst>
            <pc:docMk/>
            <pc:sldMk cId="3189614810" sldId="258"/>
            <ac:spMk id="2" creationId="{C36B1B8B-6869-4C59-8E63-5B0AB301663A}"/>
          </ac:spMkLst>
        </pc:spChg>
        <pc:spChg chg="mod">
          <ac:chgData name="SERGIO SPANO'" userId="3abdd0b9-513e-40ac-aad4-56920065037d" providerId="ADAL" clId="{99CAF51D-0A50-4BFE-9378-781BB971E0EB}" dt="2022-04-01T09:48:13.394" v="61" actId="15"/>
          <ac:spMkLst>
            <pc:docMk/>
            <pc:sldMk cId="3189614810" sldId="258"/>
            <ac:spMk id="3" creationId="{E30FBE24-3806-4871-998C-39837E7D0E7A}"/>
          </ac:spMkLst>
        </pc:spChg>
        <pc:picChg chg="add mod">
          <ac:chgData name="SERGIO SPANO'" userId="3abdd0b9-513e-40ac-aad4-56920065037d" providerId="ADAL" clId="{99CAF51D-0A50-4BFE-9378-781BB971E0EB}" dt="2022-04-01T09:48:30.323" v="67" actId="1076"/>
          <ac:picMkLst>
            <pc:docMk/>
            <pc:sldMk cId="3189614810" sldId="258"/>
            <ac:picMk id="6" creationId="{B89D471D-2C78-4737-A12B-F1120A839950}"/>
          </ac:picMkLst>
        </pc:picChg>
      </pc:sldChg>
      <pc:sldChg chg="del">
        <pc:chgData name="SERGIO SPANO'" userId="3abdd0b9-513e-40ac-aad4-56920065037d" providerId="ADAL" clId="{99CAF51D-0A50-4BFE-9378-781BB971E0EB}" dt="2022-04-01T09:45:32.196" v="1" actId="47"/>
        <pc:sldMkLst>
          <pc:docMk/>
          <pc:sldMk cId="4020902438" sldId="258"/>
        </pc:sldMkLst>
      </pc:sldChg>
      <pc:sldChg chg="del">
        <pc:chgData name="SERGIO SPANO'" userId="3abdd0b9-513e-40ac-aad4-56920065037d" providerId="ADAL" clId="{99CAF51D-0A50-4BFE-9378-781BB971E0EB}" dt="2022-04-01T09:45:32.438" v="2" actId="47"/>
        <pc:sldMkLst>
          <pc:docMk/>
          <pc:sldMk cId="3209245327" sldId="259"/>
        </pc:sldMkLst>
      </pc:sldChg>
      <pc:sldChg chg="del">
        <pc:chgData name="SERGIO SPANO'" userId="3abdd0b9-513e-40ac-aad4-56920065037d" providerId="ADAL" clId="{99CAF51D-0A50-4BFE-9378-781BB971E0EB}" dt="2022-04-01T09:45:32.610" v="3" actId="47"/>
        <pc:sldMkLst>
          <pc:docMk/>
          <pc:sldMk cId="2767171798" sldId="260"/>
        </pc:sldMkLst>
      </pc:sldChg>
      <pc:sldChg chg="del">
        <pc:chgData name="SERGIO SPANO'" userId="3abdd0b9-513e-40ac-aad4-56920065037d" providerId="ADAL" clId="{99CAF51D-0A50-4BFE-9378-781BB971E0EB}" dt="2022-04-01T09:45:32.796" v="4" actId="47"/>
        <pc:sldMkLst>
          <pc:docMk/>
          <pc:sldMk cId="2813340949" sldId="261"/>
        </pc:sldMkLst>
      </pc:sldChg>
      <pc:sldChg chg="del">
        <pc:chgData name="SERGIO SPANO'" userId="3abdd0b9-513e-40ac-aad4-56920065037d" providerId="ADAL" clId="{99CAF51D-0A50-4BFE-9378-781BB971E0EB}" dt="2022-04-01T09:45:32.956" v="5" actId="47"/>
        <pc:sldMkLst>
          <pc:docMk/>
          <pc:sldMk cId="2029537201" sldId="262"/>
        </pc:sldMkLst>
      </pc:sldChg>
      <pc:sldChg chg="del">
        <pc:chgData name="SERGIO SPANO'" userId="3abdd0b9-513e-40ac-aad4-56920065037d" providerId="ADAL" clId="{99CAF51D-0A50-4BFE-9378-781BB971E0EB}" dt="2022-04-01T09:45:33.139" v="6" actId="47"/>
        <pc:sldMkLst>
          <pc:docMk/>
          <pc:sldMk cId="107627399" sldId="263"/>
        </pc:sldMkLst>
      </pc:sldChg>
      <pc:sldChg chg="del">
        <pc:chgData name="SERGIO SPANO'" userId="3abdd0b9-513e-40ac-aad4-56920065037d" providerId="ADAL" clId="{99CAF51D-0A50-4BFE-9378-781BB971E0EB}" dt="2022-04-01T09:45:33.713" v="7" actId="47"/>
        <pc:sldMkLst>
          <pc:docMk/>
          <pc:sldMk cId="4139437653" sldId="264"/>
        </pc:sldMkLst>
      </pc:sldChg>
      <pc:sldChg chg="del">
        <pc:chgData name="SERGIO SPANO'" userId="3abdd0b9-513e-40ac-aad4-56920065037d" providerId="ADAL" clId="{99CAF51D-0A50-4BFE-9378-781BB971E0EB}" dt="2022-04-01T09:45:33.896" v="8" actId="47"/>
        <pc:sldMkLst>
          <pc:docMk/>
          <pc:sldMk cId="2875466469" sldId="265"/>
        </pc:sldMkLst>
      </pc:sldChg>
      <pc:sldChg chg="del">
        <pc:chgData name="SERGIO SPANO'" userId="3abdd0b9-513e-40ac-aad4-56920065037d" providerId="ADAL" clId="{99CAF51D-0A50-4BFE-9378-781BB971E0EB}" dt="2022-04-01T09:45:33.915" v="9" actId="47"/>
        <pc:sldMkLst>
          <pc:docMk/>
          <pc:sldMk cId="2456961451" sldId="266"/>
        </pc:sldMkLst>
      </pc:sldChg>
      <pc:sldChg chg="del">
        <pc:chgData name="SERGIO SPANO'" userId="3abdd0b9-513e-40ac-aad4-56920065037d" providerId="ADAL" clId="{99CAF51D-0A50-4BFE-9378-781BB971E0EB}" dt="2022-04-01T09:45:33.939" v="10" actId="47"/>
        <pc:sldMkLst>
          <pc:docMk/>
          <pc:sldMk cId="156885306" sldId="267"/>
        </pc:sldMkLst>
      </pc:sldChg>
      <pc:sldChg chg="del">
        <pc:chgData name="SERGIO SPANO'" userId="3abdd0b9-513e-40ac-aad4-56920065037d" providerId="ADAL" clId="{99CAF51D-0A50-4BFE-9378-781BB971E0EB}" dt="2022-04-01T09:45:33.959" v="11" actId="47"/>
        <pc:sldMkLst>
          <pc:docMk/>
          <pc:sldMk cId="1254998778" sldId="268"/>
        </pc:sldMkLst>
      </pc:sldChg>
      <pc:sldChg chg="del">
        <pc:chgData name="SERGIO SPANO'" userId="3abdd0b9-513e-40ac-aad4-56920065037d" providerId="ADAL" clId="{99CAF51D-0A50-4BFE-9378-781BB971E0EB}" dt="2022-04-01T09:45:33.998" v="12" actId="47"/>
        <pc:sldMkLst>
          <pc:docMk/>
          <pc:sldMk cId="4101812665" sldId="269"/>
        </pc:sldMkLst>
      </pc:sldChg>
      <pc:sldChg chg="del">
        <pc:chgData name="SERGIO SPANO'" userId="3abdd0b9-513e-40ac-aad4-56920065037d" providerId="ADAL" clId="{99CAF51D-0A50-4BFE-9378-781BB971E0EB}" dt="2022-04-01T09:45:34.027" v="13" actId="47"/>
        <pc:sldMkLst>
          <pc:docMk/>
          <pc:sldMk cId="1588936678" sldId="270"/>
        </pc:sldMkLst>
      </pc:sldChg>
      <pc:sldChg chg="del">
        <pc:chgData name="SERGIO SPANO'" userId="3abdd0b9-513e-40ac-aad4-56920065037d" providerId="ADAL" clId="{99CAF51D-0A50-4BFE-9378-781BB971E0EB}" dt="2022-04-01T09:45:34.062" v="14" actId="47"/>
        <pc:sldMkLst>
          <pc:docMk/>
          <pc:sldMk cId="3003810364" sldId="271"/>
        </pc:sldMkLst>
      </pc:sldChg>
      <pc:sldChg chg="del">
        <pc:chgData name="SERGIO SPANO'" userId="3abdd0b9-513e-40ac-aad4-56920065037d" providerId="ADAL" clId="{99CAF51D-0A50-4BFE-9378-781BB971E0EB}" dt="2022-04-01T09:45:34.096" v="15" actId="47"/>
        <pc:sldMkLst>
          <pc:docMk/>
          <pc:sldMk cId="2331242970" sldId="272"/>
        </pc:sldMkLst>
      </pc:sldChg>
      <pc:sldChg chg="del">
        <pc:chgData name="SERGIO SPANO'" userId="3abdd0b9-513e-40ac-aad4-56920065037d" providerId="ADAL" clId="{99CAF51D-0A50-4BFE-9378-781BB971E0EB}" dt="2022-04-01T09:45:34.136" v="16" actId="47"/>
        <pc:sldMkLst>
          <pc:docMk/>
          <pc:sldMk cId="3942099409" sldId="273"/>
        </pc:sldMkLst>
      </pc:sldChg>
      <pc:sldChg chg="del">
        <pc:chgData name="SERGIO SPANO'" userId="3abdd0b9-513e-40ac-aad4-56920065037d" providerId="ADAL" clId="{99CAF51D-0A50-4BFE-9378-781BB971E0EB}" dt="2022-04-01T09:45:34.194" v="17" actId="47"/>
        <pc:sldMkLst>
          <pc:docMk/>
          <pc:sldMk cId="762601299" sldId="274"/>
        </pc:sldMkLst>
      </pc:sldChg>
      <pc:sldChg chg="del">
        <pc:chgData name="SERGIO SPANO'" userId="3abdd0b9-513e-40ac-aad4-56920065037d" providerId="ADAL" clId="{99CAF51D-0A50-4BFE-9378-781BB971E0EB}" dt="2022-04-01T09:45:34.224" v="18" actId="47"/>
        <pc:sldMkLst>
          <pc:docMk/>
          <pc:sldMk cId="174399053" sldId="275"/>
        </pc:sldMkLst>
      </pc:sldChg>
      <pc:sldChg chg="del">
        <pc:chgData name="SERGIO SPANO'" userId="3abdd0b9-513e-40ac-aad4-56920065037d" providerId="ADAL" clId="{99CAF51D-0A50-4BFE-9378-781BB971E0EB}" dt="2022-04-01T09:45:34.263" v="19" actId="47"/>
        <pc:sldMkLst>
          <pc:docMk/>
          <pc:sldMk cId="901720352" sldId="276"/>
        </pc:sldMkLst>
      </pc:sldChg>
      <pc:sldChg chg="del">
        <pc:chgData name="SERGIO SPANO'" userId="3abdd0b9-513e-40ac-aad4-56920065037d" providerId="ADAL" clId="{99CAF51D-0A50-4BFE-9378-781BB971E0EB}" dt="2022-04-01T09:45:34.292" v="20" actId="47"/>
        <pc:sldMkLst>
          <pc:docMk/>
          <pc:sldMk cId="4029004925" sldId="277"/>
        </pc:sldMkLst>
      </pc:sldChg>
    </pc:docChg>
  </pc:docChgLst>
  <pc:docChgLst>
    <pc:chgData name="SERGIO SPANO'" userId="3abdd0b9-513e-40ac-aad4-56920065037d" providerId="ADAL" clId="{EF38FB83-84DE-44DD-A1FE-F6045F02048F}"/>
    <pc:docChg chg="undo custSel addSld delSld modSld modMainMaster">
      <pc:chgData name="SERGIO SPANO'" userId="3abdd0b9-513e-40ac-aad4-56920065037d" providerId="ADAL" clId="{EF38FB83-84DE-44DD-A1FE-F6045F02048F}" dt="2022-03-31T12:21:36.799" v="2643" actId="20577"/>
      <pc:docMkLst>
        <pc:docMk/>
      </pc:docMkLst>
      <pc:sldChg chg="delSp modSp mod modTransition">
        <pc:chgData name="SERGIO SPANO'" userId="3abdd0b9-513e-40ac-aad4-56920065037d" providerId="ADAL" clId="{EF38FB83-84DE-44DD-A1FE-F6045F02048F}" dt="2022-03-31T09:39:04.490" v="195" actId="1036"/>
        <pc:sldMkLst>
          <pc:docMk/>
          <pc:sldMk cId="3676927149" sldId="256"/>
        </pc:sldMkLst>
        <pc:spChg chg="mod">
          <ac:chgData name="SERGIO SPANO'" userId="3abdd0b9-513e-40ac-aad4-56920065037d" providerId="ADAL" clId="{EF38FB83-84DE-44DD-A1FE-F6045F02048F}" dt="2022-03-31T09:37:08.109" v="100" actId="1037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EF38FB83-84DE-44DD-A1FE-F6045F02048F}" dt="2022-03-31T09:37:12.034" v="105" actId="1038"/>
          <ac:spMkLst>
            <pc:docMk/>
            <pc:sldMk cId="3676927149" sldId="256"/>
            <ac:spMk id="3" creationId="{9DAC625A-2F47-4E94-ABBC-7F67DDCC72AE}"/>
          </ac:spMkLst>
        </pc:spChg>
        <pc:spChg chg="mod">
          <ac:chgData name="SERGIO SPANO'" userId="3abdd0b9-513e-40ac-aad4-56920065037d" providerId="ADAL" clId="{EF38FB83-84DE-44DD-A1FE-F6045F02048F}" dt="2022-03-31T09:39:04.490" v="195" actId="1036"/>
          <ac:spMkLst>
            <pc:docMk/>
            <pc:sldMk cId="3676927149" sldId="256"/>
            <ac:spMk id="10" creationId="{1C28BD56-FEA0-4AD1-A103-B45E0AC86A2B}"/>
          </ac:spMkLst>
        </pc:spChg>
        <pc:spChg chg="del">
          <ac:chgData name="SERGIO SPANO'" userId="3abdd0b9-513e-40ac-aad4-56920065037d" providerId="ADAL" clId="{EF38FB83-84DE-44DD-A1FE-F6045F02048F}" dt="2022-03-31T09:36:46.227" v="89" actId="478"/>
          <ac:spMkLst>
            <pc:docMk/>
            <pc:sldMk cId="3676927149" sldId="256"/>
            <ac:spMk id="11" creationId="{123B7B49-C8BB-4009-A2E6-0B54CF1F761A}"/>
          </ac:spMkLst>
        </pc:spChg>
        <pc:spChg chg="del">
          <ac:chgData name="SERGIO SPANO'" userId="3abdd0b9-513e-40ac-aad4-56920065037d" providerId="ADAL" clId="{EF38FB83-84DE-44DD-A1FE-F6045F02048F}" dt="2022-03-31T09:36:05.339" v="34" actId="478"/>
          <ac:spMkLst>
            <pc:docMk/>
            <pc:sldMk cId="3676927149" sldId="256"/>
            <ac:spMk id="13" creationId="{0BF8EE60-99FF-4EAC-B7A2-D59C05E19A25}"/>
          </ac:spMkLst>
        </pc:spChg>
        <pc:spChg chg="del">
          <ac:chgData name="SERGIO SPANO'" userId="3abdd0b9-513e-40ac-aad4-56920065037d" providerId="ADAL" clId="{EF38FB83-84DE-44DD-A1FE-F6045F02048F}" dt="2022-03-31T09:36:10.206" v="35" actId="478"/>
          <ac:spMkLst>
            <pc:docMk/>
            <pc:sldMk cId="3676927149" sldId="256"/>
            <ac:spMk id="14" creationId="{39EEDCDD-D4EE-46B3-B11D-3DFC26DC2D7E}"/>
          </ac:spMkLst>
        </pc:spChg>
      </pc:sldChg>
      <pc:sldChg chg="del">
        <pc:chgData name="SERGIO SPANO'" userId="3abdd0b9-513e-40ac-aad4-56920065037d" providerId="ADAL" clId="{EF38FB83-84DE-44DD-A1FE-F6045F02048F}" dt="2022-03-31T09:35:24.433" v="2" actId="47"/>
        <pc:sldMkLst>
          <pc:docMk/>
          <pc:sldMk cId="1423266225" sldId="257"/>
        </pc:sldMkLst>
      </pc:sldChg>
      <pc:sldChg chg="modSp new mod">
        <pc:chgData name="SERGIO SPANO'" userId="3abdd0b9-513e-40ac-aad4-56920065037d" providerId="ADAL" clId="{EF38FB83-84DE-44DD-A1FE-F6045F02048F}" dt="2022-03-31T10:04:32.945" v="507" actId="20577"/>
        <pc:sldMkLst>
          <pc:docMk/>
          <pc:sldMk cId="2510750969" sldId="257"/>
        </pc:sldMkLst>
        <pc:spChg chg="mod">
          <ac:chgData name="SERGIO SPANO'" userId="3abdd0b9-513e-40ac-aad4-56920065037d" providerId="ADAL" clId="{EF38FB83-84DE-44DD-A1FE-F6045F02048F}" dt="2022-03-31T09:59:26.260" v="257" actId="20577"/>
          <ac:spMkLst>
            <pc:docMk/>
            <pc:sldMk cId="2510750969" sldId="257"/>
            <ac:spMk id="2" creationId="{16208875-2910-49FE-8E86-F66C395DA678}"/>
          </ac:spMkLst>
        </pc:spChg>
        <pc:spChg chg="mod">
          <ac:chgData name="SERGIO SPANO'" userId="3abdd0b9-513e-40ac-aad4-56920065037d" providerId="ADAL" clId="{EF38FB83-84DE-44DD-A1FE-F6045F02048F}" dt="2022-03-31T10:04:32.945" v="507" actId="20577"/>
          <ac:spMkLst>
            <pc:docMk/>
            <pc:sldMk cId="2510750969" sldId="257"/>
            <ac:spMk id="3" creationId="{B6E36503-57A5-4B86-B2BA-80F47320999B}"/>
          </ac:spMkLst>
        </pc:spChg>
      </pc:sldChg>
      <pc:sldChg chg="delSp modSp new del mod">
        <pc:chgData name="SERGIO SPANO'" userId="3abdd0b9-513e-40ac-aad4-56920065037d" providerId="ADAL" clId="{EF38FB83-84DE-44DD-A1FE-F6045F02048F}" dt="2022-03-31T09:45:51.276" v="242" actId="47"/>
        <pc:sldMkLst>
          <pc:docMk/>
          <pc:sldMk cId="4185721268" sldId="257"/>
        </pc:sldMkLst>
        <pc:spChg chg="mod">
          <ac:chgData name="SERGIO SPANO'" userId="3abdd0b9-513e-40ac-aad4-56920065037d" providerId="ADAL" clId="{EF38FB83-84DE-44DD-A1FE-F6045F02048F}" dt="2022-03-31T09:40:43.636" v="199" actId="27636"/>
          <ac:spMkLst>
            <pc:docMk/>
            <pc:sldMk cId="4185721268" sldId="257"/>
            <ac:spMk id="2" creationId="{0BC05654-F00E-4A0F-88F7-FC65F0B33135}"/>
          </ac:spMkLst>
        </pc:spChg>
        <pc:spChg chg="del">
          <ac:chgData name="SERGIO SPANO'" userId="3abdd0b9-513e-40ac-aad4-56920065037d" providerId="ADAL" clId="{EF38FB83-84DE-44DD-A1FE-F6045F02048F}" dt="2022-03-31T09:40:43.594" v="198"/>
          <ac:spMkLst>
            <pc:docMk/>
            <pc:sldMk cId="4185721268" sldId="257"/>
            <ac:spMk id="4" creationId="{7C72D349-3CC4-4754-948D-7117B5F68A96}"/>
          </ac:spMkLst>
        </pc:spChg>
      </pc:sldChg>
      <pc:sldChg chg="del">
        <pc:chgData name="SERGIO SPANO'" userId="3abdd0b9-513e-40ac-aad4-56920065037d" providerId="ADAL" clId="{EF38FB83-84DE-44DD-A1FE-F6045F02048F}" dt="2022-03-31T09:35:24.833" v="3" actId="47"/>
        <pc:sldMkLst>
          <pc:docMk/>
          <pc:sldMk cId="1175821773" sldId="258"/>
        </pc:sldMkLst>
      </pc:sldChg>
      <pc:sldChg chg="addSp delSp modSp new mod">
        <pc:chgData name="SERGIO SPANO'" userId="3abdd0b9-513e-40ac-aad4-56920065037d" providerId="ADAL" clId="{EF38FB83-84DE-44DD-A1FE-F6045F02048F}" dt="2022-03-31T10:21:44.685" v="1052" actId="1076"/>
        <pc:sldMkLst>
          <pc:docMk/>
          <pc:sldMk cId="4020902438" sldId="258"/>
        </pc:sldMkLst>
        <pc:spChg chg="mod">
          <ac:chgData name="SERGIO SPANO'" userId="3abdd0b9-513e-40ac-aad4-56920065037d" providerId="ADAL" clId="{EF38FB83-84DE-44DD-A1FE-F6045F02048F}" dt="2022-03-31T10:15:07.539" v="983" actId="20577"/>
          <ac:spMkLst>
            <pc:docMk/>
            <pc:sldMk cId="4020902438" sldId="258"/>
            <ac:spMk id="2" creationId="{9D227283-0859-4EF1-90BE-85A8641BA506}"/>
          </ac:spMkLst>
        </pc:spChg>
        <pc:spChg chg="mod">
          <ac:chgData name="SERGIO SPANO'" userId="3abdd0b9-513e-40ac-aad4-56920065037d" providerId="ADAL" clId="{EF38FB83-84DE-44DD-A1FE-F6045F02048F}" dt="2022-03-31T10:21:05.148" v="1045" actId="14100"/>
          <ac:spMkLst>
            <pc:docMk/>
            <pc:sldMk cId="4020902438" sldId="258"/>
            <ac:spMk id="3" creationId="{5A840D61-355E-4EA0-A8DC-CC59E442D64D}"/>
          </ac:spMkLst>
        </pc:spChg>
        <pc:spChg chg="add del">
          <ac:chgData name="SERGIO SPANO'" userId="3abdd0b9-513e-40ac-aad4-56920065037d" providerId="ADAL" clId="{EF38FB83-84DE-44DD-A1FE-F6045F02048F}" dt="2022-03-31T10:21:23.949" v="1048" actId="22"/>
          <ac:spMkLst>
            <pc:docMk/>
            <pc:sldMk cId="4020902438" sldId="258"/>
            <ac:spMk id="8" creationId="{3D0E90BC-65F2-47D2-8A41-C1BCB163B8EB}"/>
          </ac:spMkLst>
        </pc:spChg>
        <pc:picChg chg="add mod">
          <ac:chgData name="SERGIO SPANO'" userId="3abdd0b9-513e-40ac-aad4-56920065037d" providerId="ADAL" clId="{EF38FB83-84DE-44DD-A1FE-F6045F02048F}" dt="2022-03-31T10:21:06.880" v="1046" actId="1076"/>
          <ac:picMkLst>
            <pc:docMk/>
            <pc:sldMk cId="4020902438" sldId="258"/>
            <ac:picMk id="1026" creationId="{FB66E12D-E880-4AC0-AECA-30FD1071AE2D}"/>
          </ac:picMkLst>
        </pc:picChg>
        <pc:picChg chg="add mod">
          <ac:chgData name="SERGIO SPANO'" userId="3abdd0b9-513e-40ac-aad4-56920065037d" providerId="ADAL" clId="{EF38FB83-84DE-44DD-A1FE-F6045F02048F}" dt="2022-03-31T10:21:44.685" v="1052" actId="1076"/>
          <ac:picMkLst>
            <pc:docMk/>
            <pc:sldMk cId="4020902438" sldId="258"/>
            <ac:picMk id="1028" creationId="{448EB450-8473-4749-A8B9-C1F0F2D0BF23}"/>
          </ac:picMkLst>
        </pc:picChg>
      </pc:sldChg>
      <pc:sldChg chg="modSp new add del mod">
        <pc:chgData name="SERGIO SPANO'" userId="3abdd0b9-513e-40ac-aad4-56920065037d" providerId="ADAL" clId="{EF38FB83-84DE-44DD-A1FE-F6045F02048F}" dt="2022-03-31T10:30:37.021" v="1196" actId="20577"/>
        <pc:sldMkLst>
          <pc:docMk/>
          <pc:sldMk cId="3209245327" sldId="259"/>
        </pc:sldMkLst>
        <pc:spChg chg="mod">
          <ac:chgData name="SERGIO SPANO'" userId="3abdd0b9-513e-40ac-aad4-56920065037d" providerId="ADAL" clId="{EF38FB83-84DE-44DD-A1FE-F6045F02048F}" dt="2022-03-31T10:30:37.021" v="1196" actId="20577"/>
          <ac:spMkLst>
            <pc:docMk/>
            <pc:sldMk cId="3209245327" sldId="259"/>
            <ac:spMk id="2" creationId="{BD19C44F-DC38-4143-825E-F98622717941}"/>
          </ac:spMkLst>
        </pc:spChg>
      </pc:sldChg>
      <pc:sldChg chg="del">
        <pc:chgData name="SERGIO SPANO'" userId="3abdd0b9-513e-40ac-aad4-56920065037d" providerId="ADAL" clId="{EF38FB83-84DE-44DD-A1FE-F6045F02048F}" dt="2022-03-31T09:35:25.250" v="4" actId="47"/>
        <pc:sldMkLst>
          <pc:docMk/>
          <pc:sldMk cId="3996654517" sldId="259"/>
        </pc:sldMkLst>
      </pc:sldChg>
      <pc:sldChg chg="new del">
        <pc:chgData name="SERGIO SPANO'" userId="3abdd0b9-513e-40ac-aad4-56920065037d" providerId="ADAL" clId="{EF38FB83-84DE-44DD-A1FE-F6045F02048F}" dt="2022-03-31T10:17:05.672" v="987" actId="47"/>
        <pc:sldMkLst>
          <pc:docMk/>
          <pc:sldMk cId="4276107206" sldId="259"/>
        </pc:sldMkLst>
      </pc:sldChg>
      <pc:sldChg chg="addSp delSp modSp new mod modClrScheme chgLayout">
        <pc:chgData name="SERGIO SPANO'" userId="3abdd0b9-513e-40ac-aad4-56920065037d" providerId="ADAL" clId="{EF38FB83-84DE-44DD-A1FE-F6045F02048F}" dt="2022-03-31T10:25:54.609" v="1149" actId="20577"/>
        <pc:sldMkLst>
          <pc:docMk/>
          <pc:sldMk cId="2767171798" sldId="260"/>
        </pc:sldMkLst>
        <pc:spChg chg="del 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2" creationId="{4C974C27-C262-44AF-B5AF-7A5EA9BB4CE1}"/>
          </ac:spMkLst>
        </pc:spChg>
        <pc:spChg chg="del 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3" creationId="{2BBCF729-EA68-4FBC-BD9D-0957C772AE57}"/>
          </ac:spMkLst>
        </pc:spChg>
        <pc:spChg chg="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4" creationId="{78773885-6FCC-43BB-AA28-AF1333F6CBE0}"/>
          </ac:spMkLst>
        </pc:spChg>
        <pc:spChg chg="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5" creationId="{893D2CFF-5741-4F16-8EC2-2C1EBAB11AC6}"/>
          </ac:spMkLst>
        </pc:spChg>
        <pc:spChg chg="add mod ord">
          <ac:chgData name="SERGIO SPANO'" userId="3abdd0b9-513e-40ac-aad4-56920065037d" providerId="ADAL" clId="{EF38FB83-84DE-44DD-A1FE-F6045F02048F}" dt="2022-03-31T10:24:01.883" v="1101" actId="20577"/>
          <ac:spMkLst>
            <pc:docMk/>
            <pc:sldMk cId="2767171798" sldId="260"/>
            <ac:spMk id="6" creationId="{B223FCD0-0093-4969-839D-EFFF92642E2F}"/>
          </ac:spMkLst>
        </pc:spChg>
        <pc:spChg chg="add mod ord">
          <ac:chgData name="SERGIO SPANO'" userId="3abdd0b9-513e-40ac-aad4-56920065037d" providerId="ADAL" clId="{EF38FB83-84DE-44DD-A1FE-F6045F02048F}" dt="2022-03-31T10:25:54.609" v="1149" actId="20577"/>
          <ac:spMkLst>
            <pc:docMk/>
            <pc:sldMk cId="2767171798" sldId="260"/>
            <ac:spMk id="7" creationId="{D0D8ED3F-6F87-47CD-846A-492858074E26}"/>
          </ac:spMkLst>
        </pc:spChg>
      </pc:sldChg>
      <pc:sldChg chg="addSp modSp new mod">
        <pc:chgData name="SERGIO SPANO'" userId="3abdd0b9-513e-40ac-aad4-56920065037d" providerId="ADAL" clId="{EF38FB83-84DE-44DD-A1FE-F6045F02048F}" dt="2022-03-31T10:27:42.632" v="1168" actId="1076"/>
        <pc:sldMkLst>
          <pc:docMk/>
          <pc:sldMk cId="2813340949" sldId="261"/>
        </pc:sldMkLst>
        <pc:spChg chg="mod">
          <ac:chgData name="SERGIO SPANO'" userId="3abdd0b9-513e-40ac-aad4-56920065037d" providerId="ADAL" clId="{EF38FB83-84DE-44DD-A1FE-F6045F02048F}" dt="2022-03-31T10:26:29.524" v="1154" actId="20577"/>
          <ac:spMkLst>
            <pc:docMk/>
            <pc:sldMk cId="2813340949" sldId="261"/>
            <ac:spMk id="2" creationId="{EDA9C231-D5DA-465F-A0FE-7D2ADD2D8527}"/>
          </ac:spMkLst>
        </pc:spChg>
        <pc:spChg chg="mod">
          <ac:chgData name="SERGIO SPANO'" userId="3abdd0b9-513e-40ac-aad4-56920065037d" providerId="ADAL" clId="{EF38FB83-84DE-44DD-A1FE-F6045F02048F}" dt="2022-03-31T10:27:01.082" v="1161" actId="20577"/>
          <ac:spMkLst>
            <pc:docMk/>
            <pc:sldMk cId="2813340949" sldId="261"/>
            <ac:spMk id="3" creationId="{33EC4C5C-151B-40D5-9119-6BB4EBB2C632}"/>
          </ac:spMkLst>
        </pc:spChg>
        <pc:spChg chg="add mod">
          <ac:chgData name="SERGIO SPANO'" userId="3abdd0b9-513e-40ac-aad4-56920065037d" providerId="ADAL" clId="{EF38FB83-84DE-44DD-A1FE-F6045F02048F}" dt="2022-03-31T10:27:42.632" v="1168" actId="1076"/>
          <ac:spMkLst>
            <pc:docMk/>
            <pc:sldMk cId="2813340949" sldId="261"/>
            <ac:spMk id="7" creationId="{96828057-C231-4D04-9D4B-7639F125C842}"/>
          </ac:spMkLst>
        </pc:spChg>
        <pc:picChg chg="add mod">
          <ac:chgData name="SERGIO SPANO'" userId="3abdd0b9-513e-40ac-aad4-56920065037d" providerId="ADAL" clId="{EF38FB83-84DE-44DD-A1FE-F6045F02048F}" dt="2022-03-31T10:27:18.985" v="1165" actId="1076"/>
          <ac:picMkLst>
            <pc:docMk/>
            <pc:sldMk cId="2813340949" sldId="261"/>
            <ac:picMk id="6" creationId="{83DB7FB2-BD95-4D6F-A5A9-0FDCE89EFB8C}"/>
          </ac:picMkLst>
        </pc:picChg>
      </pc:sldChg>
      <pc:sldChg chg="del">
        <pc:chgData name="SERGIO SPANO'" userId="3abdd0b9-513e-40ac-aad4-56920065037d" providerId="ADAL" clId="{EF38FB83-84DE-44DD-A1FE-F6045F02048F}" dt="2022-03-31T09:35:25.599" v="5" actId="47"/>
        <pc:sldMkLst>
          <pc:docMk/>
          <pc:sldMk cId="3576546250" sldId="261"/>
        </pc:sldMkLst>
      </pc:sldChg>
      <pc:sldChg chg="addSp modSp new mod">
        <pc:chgData name="SERGIO SPANO'" userId="3abdd0b9-513e-40ac-aad4-56920065037d" providerId="ADAL" clId="{EF38FB83-84DE-44DD-A1FE-F6045F02048F}" dt="2022-03-31T10:39:11.177" v="1251" actId="20577"/>
        <pc:sldMkLst>
          <pc:docMk/>
          <pc:sldMk cId="2029537201" sldId="262"/>
        </pc:sldMkLst>
        <pc:spChg chg="mod">
          <ac:chgData name="SERGIO SPANO'" userId="3abdd0b9-513e-40ac-aad4-56920065037d" providerId="ADAL" clId="{EF38FB83-84DE-44DD-A1FE-F6045F02048F}" dt="2022-03-31T10:35:09.877" v="1200" actId="20577"/>
          <ac:spMkLst>
            <pc:docMk/>
            <pc:sldMk cId="2029537201" sldId="262"/>
            <ac:spMk id="2" creationId="{2E9EB870-3970-44D6-A31A-37B4BF6543E1}"/>
          </ac:spMkLst>
        </pc:spChg>
        <pc:spChg chg="mod">
          <ac:chgData name="SERGIO SPANO'" userId="3abdd0b9-513e-40ac-aad4-56920065037d" providerId="ADAL" clId="{EF38FB83-84DE-44DD-A1FE-F6045F02048F}" dt="2022-03-31T10:39:11.177" v="1251" actId="20577"/>
          <ac:spMkLst>
            <pc:docMk/>
            <pc:sldMk cId="2029537201" sldId="262"/>
            <ac:spMk id="3" creationId="{1E02DD1C-FB61-4F34-B04F-BE7BE7EEB7C1}"/>
          </ac:spMkLst>
        </pc:spChg>
        <pc:picChg chg="add mod">
          <ac:chgData name="SERGIO SPANO'" userId="3abdd0b9-513e-40ac-aad4-56920065037d" providerId="ADAL" clId="{EF38FB83-84DE-44DD-A1FE-F6045F02048F}" dt="2022-03-31T10:35:32.640" v="1205" actId="14100"/>
          <ac:picMkLst>
            <pc:docMk/>
            <pc:sldMk cId="2029537201" sldId="262"/>
            <ac:picMk id="6" creationId="{BE7C96E6-F003-4034-A57A-F530DAFD6EA0}"/>
          </ac:picMkLst>
        </pc:picChg>
      </pc:sldChg>
      <pc:sldChg chg="del">
        <pc:chgData name="SERGIO SPANO'" userId="3abdd0b9-513e-40ac-aad4-56920065037d" providerId="ADAL" clId="{EF38FB83-84DE-44DD-A1FE-F6045F02048F}" dt="2022-03-31T09:35:25.908" v="6" actId="47"/>
        <pc:sldMkLst>
          <pc:docMk/>
          <pc:sldMk cId="3844923861" sldId="262"/>
        </pc:sldMkLst>
      </pc:sldChg>
      <pc:sldChg chg="addSp modSp new mod">
        <pc:chgData name="SERGIO SPANO'" userId="3abdd0b9-513e-40ac-aad4-56920065037d" providerId="ADAL" clId="{EF38FB83-84DE-44DD-A1FE-F6045F02048F}" dt="2022-03-31T10:40:43.591" v="1281" actId="20577"/>
        <pc:sldMkLst>
          <pc:docMk/>
          <pc:sldMk cId="107627399" sldId="263"/>
        </pc:sldMkLst>
        <pc:spChg chg="mod">
          <ac:chgData name="SERGIO SPANO'" userId="3abdd0b9-513e-40ac-aad4-56920065037d" providerId="ADAL" clId="{EF38FB83-84DE-44DD-A1FE-F6045F02048F}" dt="2022-03-31T10:39:45.154" v="1256" actId="20577"/>
          <ac:spMkLst>
            <pc:docMk/>
            <pc:sldMk cId="107627399" sldId="263"/>
            <ac:spMk id="2" creationId="{B62E4978-493F-4A2E-93B7-32E776E3FD2F}"/>
          </ac:spMkLst>
        </pc:spChg>
        <pc:spChg chg="mod">
          <ac:chgData name="SERGIO SPANO'" userId="3abdd0b9-513e-40ac-aad4-56920065037d" providerId="ADAL" clId="{EF38FB83-84DE-44DD-A1FE-F6045F02048F}" dt="2022-03-31T10:40:43.591" v="1281" actId="20577"/>
          <ac:spMkLst>
            <pc:docMk/>
            <pc:sldMk cId="107627399" sldId="263"/>
            <ac:spMk id="3" creationId="{EE251109-20FA-41AC-B1AD-3840D720430E}"/>
          </ac:spMkLst>
        </pc:spChg>
        <pc:picChg chg="add mod">
          <ac:chgData name="SERGIO SPANO'" userId="3abdd0b9-513e-40ac-aad4-56920065037d" providerId="ADAL" clId="{EF38FB83-84DE-44DD-A1FE-F6045F02048F}" dt="2022-03-31T10:40:31.396" v="1270" actId="1076"/>
          <ac:picMkLst>
            <pc:docMk/>
            <pc:sldMk cId="107627399" sldId="263"/>
            <ac:picMk id="6" creationId="{776CC6A8-642E-4517-BF2A-8EC39CCD5C0C}"/>
          </ac:picMkLst>
        </pc:picChg>
      </pc:sldChg>
      <pc:sldChg chg="del">
        <pc:chgData name="SERGIO SPANO'" userId="3abdd0b9-513e-40ac-aad4-56920065037d" providerId="ADAL" clId="{EF38FB83-84DE-44DD-A1FE-F6045F02048F}" dt="2022-03-31T09:35:26.215" v="7" actId="47"/>
        <pc:sldMkLst>
          <pc:docMk/>
          <pc:sldMk cId="3302770588" sldId="263"/>
        </pc:sldMkLst>
      </pc:sldChg>
      <pc:sldChg chg="del">
        <pc:chgData name="SERGIO SPANO'" userId="3abdd0b9-513e-40ac-aad4-56920065037d" providerId="ADAL" clId="{EF38FB83-84DE-44DD-A1FE-F6045F02048F}" dt="2022-03-31T09:35:26.497" v="8" actId="47"/>
        <pc:sldMkLst>
          <pc:docMk/>
          <pc:sldMk cId="2266823141" sldId="264"/>
        </pc:sldMkLst>
      </pc:sldChg>
      <pc:sldChg chg="addSp modSp new mod">
        <pc:chgData name="SERGIO SPANO'" userId="3abdd0b9-513e-40ac-aad4-56920065037d" providerId="ADAL" clId="{EF38FB83-84DE-44DD-A1FE-F6045F02048F}" dt="2022-03-31T10:44:18.386" v="1379" actId="1076"/>
        <pc:sldMkLst>
          <pc:docMk/>
          <pc:sldMk cId="4139437653" sldId="264"/>
        </pc:sldMkLst>
        <pc:spChg chg="mod">
          <ac:chgData name="SERGIO SPANO'" userId="3abdd0b9-513e-40ac-aad4-56920065037d" providerId="ADAL" clId="{EF38FB83-84DE-44DD-A1FE-F6045F02048F}" dt="2022-03-31T10:42:33.105" v="1286" actId="20577"/>
          <ac:spMkLst>
            <pc:docMk/>
            <pc:sldMk cId="4139437653" sldId="264"/>
            <ac:spMk id="2" creationId="{E6CA47C5-1ABA-4B46-A56E-DD81B447401F}"/>
          </ac:spMkLst>
        </pc:spChg>
        <pc:spChg chg="mod">
          <ac:chgData name="SERGIO SPANO'" userId="3abdd0b9-513e-40ac-aad4-56920065037d" providerId="ADAL" clId="{EF38FB83-84DE-44DD-A1FE-F6045F02048F}" dt="2022-03-31T10:43:58.240" v="1374" actId="113"/>
          <ac:spMkLst>
            <pc:docMk/>
            <pc:sldMk cId="4139437653" sldId="264"/>
            <ac:spMk id="3" creationId="{D5C9DFBF-6798-4178-8ACC-E41CB33F1221}"/>
          </ac:spMkLst>
        </pc:spChg>
        <pc:picChg chg="add mod">
          <ac:chgData name="SERGIO SPANO'" userId="3abdd0b9-513e-40ac-aad4-56920065037d" providerId="ADAL" clId="{EF38FB83-84DE-44DD-A1FE-F6045F02048F}" dt="2022-03-31T10:44:18.386" v="1379" actId="1076"/>
          <ac:picMkLst>
            <pc:docMk/>
            <pc:sldMk cId="4139437653" sldId="264"/>
            <ac:picMk id="6" creationId="{D65A67E9-841B-4EF0-9432-252DC3B24CC8}"/>
          </ac:picMkLst>
        </pc:picChg>
      </pc:sldChg>
      <pc:sldChg chg="del">
        <pc:chgData name="SERGIO SPANO'" userId="3abdd0b9-513e-40ac-aad4-56920065037d" providerId="ADAL" clId="{EF38FB83-84DE-44DD-A1FE-F6045F02048F}" dt="2022-03-31T09:35:26.910" v="9" actId="47"/>
        <pc:sldMkLst>
          <pc:docMk/>
          <pc:sldMk cId="424410503" sldId="265"/>
        </pc:sldMkLst>
      </pc:sldChg>
      <pc:sldChg chg="addSp modSp new mod">
        <pc:chgData name="SERGIO SPANO'" userId="3abdd0b9-513e-40ac-aad4-56920065037d" providerId="ADAL" clId="{EF38FB83-84DE-44DD-A1FE-F6045F02048F}" dt="2022-03-31T10:58:48.569" v="2028" actId="114"/>
        <pc:sldMkLst>
          <pc:docMk/>
          <pc:sldMk cId="2875466469" sldId="265"/>
        </pc:sldMkLst>
        <pc:spChg chg="mod">
          <ac:chgData name="SERGIO SPANO'" userId="3abdd0b9-513e-40ac-aad4-56920065037d" providerId="ADAL" clId="{EF38FB83-84DE-44DD-A1FE-F6045F02048F}" dt="2022-03-31T10:44:35.402" v="1386" actId="20577"/>
          <ac:spMkLst>
            <pc:docMk/>
            <pc:sldMk cId="2875466469" sldId="265"/>
            <ac:spMk id="2" creationId="{CD94D38C-F682-4C1E-870F-60C8B98BD3A9}"/>
          </ac:spMkLst>
        </pc:spChg>
        <pc:spChg chg="mod">
          <ac:chgData name="SERGIO SPANO'" userId="3abdd0b9-513e-40ac-aad4-56920065037d" providerId="ADAL" clId="{EF38FB83-84DE-44DD-A1FE-F6045F02048F}" dt="2022-03-31T10:58:48.569" v="2028" actId="114"/>
          <ac:spMkLst>
            <pc:docMk/>
            <pc:sldMk cId="2875466469" sldId="265"/>
            <ac:spMk id="3" creationId="{AD26546F-010D-4A96-9A35-C7993813783C}"/>
          </ac:spMkLst>
        </pc:spChg>
        <pc:picChg chg="add mod">
          <ac:chgData name="SERGIO SPANO'" userId="3abdd0b9-513e-40ac-aad4-56920065037d" providerId="ADAL" clId="{EF38FB83-84DE-44DD-A1FE-F6045F02048F}" dt="2022-03-31T10:45:20.151" v="1413" actId="1076"/>
          <ac:picMkLst>
            <pc:docMk/>
            <pc:sldMk cId="2875466469" sldId="265"/>
            <ac:picMk id="6" creationId="{7B9E12B2-B9D2-4F3F-B497-B6D0C78E3737}"/>
          </ac:picMkLst>
        </pc:picChg>
        <pc:picChg chg="add mod">
          <ac:chgData name="SERGIO SPANO'" userId="3abdd0b9-513e-40ac-aad4-56920065037d" providerId="ADAL" clId="{EF38FB83-84DE-44DD-A1FE-F6045F02048F}" dt="2022-03-31T10:45:25.833" v="1415" actId="1076"/>
          <ac:picMkLst>
            <pc:docMk/>
            <pc:sldMk cId="2875466469" sldId="265"/>
            <ac:picMk id="7" creationId="{8A2521B7-20AF-416B-8211-9A2E15E6C537}"/>
          </ac:picMkLst>
        </pc:picChg>
      </pc:sldChg>
      <pc:sldChg chg="del">
        <pc:chgData name="SERGIO SPANO'" userId="3abdd0b9-513e-40ac-aad4-56920065037d" providerId="ADAL" clId="{EF38FB83-84DE-44DD-A1FE-F6045F02048F}" dt="2022-03-31T09:35:27.202" v="10" actId="47"/>
        <pc:sldMkLst>
          <pc:docMk/>
          <pc:sldMk cId="1798020056" sldId="266"/>
        </pc:sldMkLst>
      </pc:sldChg>
      <pc:sldChg chg="addSp modSp new mod">
        <pc:chgData name="SERGIO SPANO'" userId="3abdd0b9-513e-40ac-aad4-56920065037d" providerId="ADAL" clId="{EF38FB83-84DE-44DD-A1FE-F6045F02048F}" dt="2022-03-31T10:59:58.505" v="2052" actId="1076"/>
        <pc:sldMkLst>
          <pc:docMk/>
          <pc:sldMk cId="2456961451" sldId="266"/>
        </pc:sldMkLst>
        <pc:spChg chg="mod">
          <ac:chgData name="SERGIO SPANO'" userId="3abdd0b9-513e-40ac-aad4-56920065037d" providerId="ADAL" clId="{EF38FB83-84DE-44DD-A1FE-F6045F02048F}" dt="2022-03-31T10:59:25.842" v="2045"/>
          <ac:spMkLst>
            <pc:docMk/>
            <pc:sldMk cId="2456961451" sldId="266"/>
            <ac:spMk id="2" creationId="{F5EA5799-1371-4A89-834D-327F186763AA}"/>
          </ac:spMkLst>
        </pc:spChg>
        <pc:spChg chg="mod">
          <ac:chgData name="SERGIO SPANO'" userId="3abdd0b9-513e-40ac-aad4-56920065037d" providerId="ADAL" clId="{EF38FB83-84DE-44DD-A1FE-F6045F02048F}" dt="2022-03-31T10:59:42.241" v="2048" actId="12"/>
          <ac:spMkLst>
            <pc:docMk/>
            <pc:sldMk cId="2456961451" sldId="266"/>
            <ac:spMk id="3" creationId="{2A973F2D-FFE7-49AC-85FC-DC9191E427FF}"/>
          </ac:spMkLst>
        </pc:spChg>
        <pc:picChg chg="add mod">
          <ac:chgData name="SERGIO SPANO'" userId="3abdd0b9-513e-40ac-aad4-56920065037d" providerId="ADAL" clId="{EF38FB83-84DE-44DD-A1FE-F6045F02048F}" dt="2022-03-31T10:59:58.505" v="2052" actId="1076"/>
          <ac:picMkLst>
            <pc:docMk/>
            <pc:sldMk cId="2456961451" sldId="266"/>
            <ac:picMk id="6" creationId="{53AC18D7-2FD9-4CCF-A11F-5FF8E3F194E7}"/>
          </ac:picMkLst>
        </pc:picChg>
      </pc:sldChg>
      <pc:sldChg chg="modSp new mod">
        <pc:chgData name="SERGIO SPANO'" userId="3abdd0b9-513e-40ac-aad4-56920065037d" providerId="ADAL" clId="{EF38FB83-84DE-44DD-A1FE-F6045F02048F}" dt="2022-03-31T11:03:26.749" v="2222" actId="20577"/>
        <pc:sldMkLst>
          <pc:docMk/>
          <pc:sldMk cId="156885306" sldId="267"/>
        </pc:sldMkLst>
        <pc:spChg chg="mod">
          <ac:chgData name="SERGIO SPANO'" userId="3abdd0b9-513e-40ac-aad4-56920065037d" providerId="ADAL" clId="{EF38FB83-84DE-44DD-A1FE-F6045F02048F}" dt="2022-03-31T11:00:26.481" v="2068" actId="20577"/>
          <ac:spMkLst>
            <pc:docMk/>
            <pc:sldMk cId="156885306" sldId="267"/>
            <ac:spMk id="2" creationId="{779624DA-209E-4ECE-A2BB-23E273C28A0D}"/>
          </ac:spMkLst>
        </pc:spChg>
        <pc:spChg chg="mod">
          <ac:chgData name="SERGIO SPANO'" userId="3abdd0b9-513e-40ac-aad4-56920065037d" providerId="ADAL" clId="{EF38FB83-84DE-44DD-A1FE-F6045F02048F}" dt="2022-03-31T11:03:26.749" v="2222" actId="20577"/>
          <ac:spMkLst>
            <pc:docMk/>
            <pc:sldMk cId="156885306" sldId="267"/>
            <ac:spMk id="3" creationId="{C7D01ED0-DFB2-44FE-9E0F-0BC6632A8EBA}"/>
          </ac:spMkLst>
        </pc:spChg>
      </pc:sldChg>
      <pc:sldChg chg="del">
        <pc:chgData name="SERGIO SPANO'" userId="3abdd0b9-513e-40ac-aad4-56920065037d" providerId="ADAL" clId="{EF38FB83-84DE-44DD-A1FE-F6045F02048F}" dt="2022-03-31T09:35:27.335" v="11" actId="47"/>
        <pc:sldMkLst>
          <pc:docMk/>
          <pc:sldMk cId="3634457305" sldId="267"/>
        </pc:sldMkLst>
      </pc:sldChg>
      <pc:sldChg chg="addSp modSp new mod">
        <pc:chgData name="SERGIO SPANO'" userId="3abdd0b9-513e-40ac-aad4-56920065037d" providerId="ADAL" clId="{EF38FB83-84DE-44DD-A1FE-F6045F02048F}" dt="2022-03-31T11:15:25.794" v="2440" actId="20577"/>
        <pc:sldMkLst>
          <pc:docMk/>
          <pc:sldMk cId="1254998778" sldId="268"/>
        </pc:sldMkLst>
        <pc:spChg chg="mod">
          <ac:chgData name="SERGIO SPANO'" userId="3abdd0b9-513e-40ac-aad4-56920065037d" providerId="ADAL" clId="{EF38FB83-84DE-44DD-A1FE-F6045F02048F}" dt="2022-03-31T11:07:11.326" v="2227" actId="404"/>
          <ac:spMkLst>
            <pc:docMk/>
            <pc:sldMk cId="1254998778" sldId="268"/>
            <ac:spMk id="2" creationId="{BE78B258-502D-4645-AD84-266F7C0EC1E0}"/>
          </ac:spMkLst>
        </pc:spChg>
        <pc:spChg chg="mod">
          <ac:chgData name="SERGIO SPANO'" userId="3abdd0b9-513e-40ac-aad4-56920065037d" providerId="ADAL" clId="{EF38FB83-84DE-44DD-A1FE-F6045F02048F}" dt="2022-03-31T11:15:25.794" v="2440" actId="20577"/>
          <ac:spMkLst>
            <pc:docMk/>
            <pc:sldMk cId="1254998778" sldId="268"/>
            <ac:spMk id="3" creationId="{33781022-95CA-4871-9884-D1468154C3F8}"/>
          </ac:spMkLst>
        </pc:spChg>
        <pc:spChg chg="add mod">
          <ac:chgData name="SERGIO SPANO'" userId="3abdd0b9-513e-40ac-aad4-56920065037d" providerId="ADAL" clId="{EF38FB83-84DE-44DD-A1FE-F6045F02048F}" dt="2022-03-31T11:11:04.373" v="2420" actId="1076"/>
          <ac:spMkLst>
            <pc:docMk/>
            <pc:sldMk cId="1254998778" sldId="268"/>
            <ac:spMk id="7" creationId="{DC97674E-5BF6-4C03-AB3C-9EB0D1D3288D}"/>
          </ac:spMkLst>
        </pc:spChg>
        <pc:picChg chg="add mod">
          <ac:chgData name="SERGIO SPANO'" userId="3abdd0b9-513e-40ac-aad4-56920065037d" providerId="ADAL" clId="{EF38FB83-84DE-44DD-A1FE-F6045F02048F}" dt="2022-03-31T11:10:18.257" v="2349" actId="1076"/>
          <ac:picMkLst>
            <pc:docMk/>
            <pc:sldMk cId="1254998778" sldId="268"/>
            <ac:picMk id="6" creationId="{17118448-C66B-4E4B-A99F-3FFB327C6DE6}"/>
          </ac:picMkLst>
        </pc:picChg>
      </pc:sldChg>
      <pc:sldChg chg="del">
        <pc:chgData name="SERGIO SPANO'" userId="3abdd0b9-513e-40ac-aad4-56920065037d" providerId="ADAL" clId="{EF38FB83-84DE-44DD-A1FE-F6045F02048F}" dt="2022-03-31T09:35:27.801" v="12" actId="47"/>
        <pc:sldMkLst>
          <pc:docMk/>
          <pc:sldMk cId="3735658554" sldId="268"/>
        </pc:sldMkLst>
      </pc:sldChg>
      <pc:sldChg chg="del">
        <pc:chgData name="SERGIO SPANO'" userId="3abdd0b9-513e-40ac-aad4-56920065037d" providerId="ADAL" clId="{EF38FB83-84DE-44DD-A1FE-F6045F02048F}" dt="2022-03-31T09:35:28.056" v="13" actId="47"/>
        <pc:sldMkLst>
          <pc:docMk/>
          <pc:sldMk cId="3292532312" sldId="269"/>
        </pc:sldMkLst>
      </pc:sldChg>
      <pc:sldChg chg="modSp new mod">
        <pc:chgData name="SERGIO SPANO'" userId="3abdd0b9-513e-40ac-aad4-56920065037d" providerId="ADAL" clId="{EF38FB83-84DE-44DD-A1FE-F6045F02048F}" dt="2022-03-31T12:13:11.196" v="2601" actId="403"/>
        <pc:sldMkLst>
          <pc:docMk/>
          <pc:sldMk cId="4101812665" sldId="269"/>
        </pc:sldMkLst>
        <pc:spChg chg="mod">
          <ac:chgData name="SERGIO SPANO'" userId="3abdd0b9-513e-40ac-aad4-56920065037d" providerId="ADAL" clId="{EF38FB83-84DE-44DD-A1FE-F6045F02048F}" dt="2022-03-31T11:46:36.806" v="2443" actId="27636"/>
          <ac:spMkLst>
            <pc:docMk/>
            <pc:sldMk cId="4101812665" sldId="269"/>
            <ac:spMk id="2" creationId="{7F0CD9A1-922A-48C2-9725-EC895777DBCB}"/>
          </ac:spMkLst>
        </pc:spChg>
        <pc:spChg chg="mod">
          <ac:chgData name="SERGIO SPANO'" userId="3abdd0b9-513e-40ac-aad4-56920065037d" providerId="ADAL" clId="{EF38FB83-84DE-44DD-A1FE-F6045F02048F}" dt="2022-03-31T12:13:11.196" v="2601" actId="403"/>
          <ac:spMkLst>
            <pc:docMk/>
            <pc:sldMk cId="4101812665" sldId="269"/>
            <ac:spMk id="3" creationId="{9BC4714A-2EDF-40E7-8A0A-DB8DC74315B3}"/>
          </ac:spMkLst>
        </pc:spChg>
      </pc:sldChg>
      <pc:sldChg chg="addSp modSp new mod">
        <pc:chgData name="SERGIO SPANO'" userId="3abdd0b9-513e-40ac-aad4-56920065037d" providerId="ADAL" clId="{EF38FB83-84DE-44DD-A1FE-F6045F02048F}" dt="2022-03-31T11:49:07.605" v="2512" actId="1076"/>
        <pc:sldMkLst>
          <pc:docMk/>
          <pc:sldMk cId="1588936678" sldId="270"/>
        </pc:sldMkLst>
        <pc:spChg chg="mod">
          <ac:chgData name="SERGIO SPANO'" userId="3abdd0b9-513e-40ac-aad4-56920065037d" providerId="ADAL" clId="{EF38FB83-84DE-44DD-A1FE-F6045F02048F}" dt="2022-03-31T11:48:11.178" v="2472" actId="27636"/>
          <ac:spMkLst>
            <pc:docMk/>
            <pc:sldMk cId="1588936678" sldId="270"/>
            <ac:spMk id="2" creationId="{D72C6E11-8827-4DBD-9114-248703DF8A34}"/>
          </ac:spMkLst>
        </pc:spChg>
        <pc:spChg chg="mod">
          <ac:chgData name="SERGIO SPANO'" userId="3abdd0b9-513e-40ac-aad4-56920065037d" providerId="ADAL" clId="{EF38FB83-84DE-44DD-A1FE-F6045F02048F}" dt="2022-03-31T11:48:52.094" v="2502" actId="404"/>
          <ac:spMkLst>
            <pc:docMk/>
            <pc:sldMk cId="1588936678" sldId="270"/>
            <ac:spMk id="3" creationId="{A2A897D7-3843-4846-AE69-5490E7F8F14A}"/>
          </ac:spMkLst>
        </pc:spChg>
        <pc:picChg chg="add mod">
          <ac:chgData name="SERGIO SPANO'" userId="3abdd0b9-513e-40ac-aad4-56920065037d" providerId="ADAL" clId="{EF38FB83-84DE-44DD-A1FE-F6045F02048F}" dt="2022-03-31T11:49:07.605" v="2512" actId="1076"/>
          <ac:picMkLst>
            <pc:docMk/>
            <pc:sldMk cId="1588936678" sldId="270"/>
            <ac:picMk id="6" creationId="{0B9C45D8-E1F0-4712-AA5A-ABCC4F100041}"/>
          </ac:picMkLst>
        </pc:picChg>
        <pc:picChg chg="add mod">
          <ac:chgData name="SERGIO SPANO'" userId="3abdd0b9-513e-40ac-aad4-56920065037d" providerId="ADAL" clId="{EF38FB83-84DE-44DD-A1FE-F6045F02048F}" dt="2022-03-31T11:49:06.582" v="2511" actId="1076"/>
          <ac:picMkLst>
            <pc:docMk/>
            <pc:sldMk cId="1588936678" sldId="270"/>
            <ac:picMk id="7" creationId="{0131EBB9-44DB-455F-98C7-6073F209E7A9}"/>
          </ac:picMkLst>
        </pc:picChg>
      </pc:sldChg>
      <pc:sldChg chg="del">
        <pc:chgData name="SERGIO SPANO'" userId="3abdd0b9-513e-40ac-aad4-56920065037d" providerId="ADAL" clId="{EF38FB83-84DE-44DD-A1FE-F6045F02048F}" dt="2022-03-31T09:35:28.283" v="14" actId="47"/>
        <pc:sldMkLst>
          <pc:docMk/>
          <pc:sldMk cId="2345880812" sldId="270"/>
        </pc:sldMkLst>
      </pc:sldChg>
      <pc:sldChg chg="del">
        <pc:chgData name="SERGIO SPANO'" userId="3abdd0b9-513e-40ac-aad4-56920065037d" providerId="ADAL" clId="{EF38FB83-84DE-44DD-A1FE-F6045F02048F}" dt="2022-03-31T09:35:28.677" v="15" actId="47"/>
        <pc:sldMkLst>
          <pc:docMk/>
          <pc:sldMk cId="2932842921" sldId="271"/>
        </pc:sldMkLst>
      </pc:sldChg>
      <pc:sldChg chg="addSp modSp new mod">
        <pc:chgData name="SERGIO SPANO'" userId="3abdd0b9-513e-40ac-aad4-56920065037d" providerId="ADAL" clId="{EF38FB83-84DE-44DD-A1FE-F6045F02048F}" dt="2022-03-31T11:52:24.697" v="2523" actId="1076"/>
        <pc:sldMkLst>
          <pc:docMk/>
          <pc:sldMk cId="3003810364" sldId="271"/>
        </pc:sldMkLst>
        <pc:spChg chg="mod">
          <ac:chgData name="SERGIO SPANO'" userId="3abdd0b9-513e-40ac-aad4-56920065037d" providerId="ADAL" clId="{EF38FB83-84DE-44DD-A1FE-F6045F02048F}" dt="2022-03-31T11:52:01.672" v="2515" actId="27636"/>
          <ac:spMkLst>
            <pc:docMk/>
            <pc:sldMk cId="3003810364" sldId="271"/>
            <ac:spMk id="2" creationId="{BAA592A9-1042-4478-8815-547E04983083}"/>
          </ac:spMkLst>
        </pc:spChg>
        <pc:spChg chg="mod">
          <ac:chgData name="SERGIO SPANO'" userId="3abdd0b9-513e-40ac-aad4-56920065037d" providerId="ADAL" clId="{EF38FB83-84DE-44DD-A1FE-F6045F02048F}" dt="2022-03-31T11:52:10.334" v="2517" actId="5793"/>
          <ac:spMkLst>
            <pc:docMk/>
            <pc:sldMk cId="3003810364" sldId="271"/>
            <ac:spMk id="3" creationId="{0476B3F9-F2A8-43A6-8A77-303FCA696818}"/>
          </ac:spMkLst>
        </pc:spChg>
        <pc:picChg chg="add mod">
          <ac:chgData name="SERGIO SPANO'" userId="3abdd0b9-513e-40ac-aad4-56920065037d" providerId="ADAL" clId="{EF38FB83-84DE-44DD-A1FE-F6045F02048F}" dt="2022-03-31T11:52:24.697" v="2523" actId="1076"/>
          <ac:picMkLst>
            <pc:docMk/>
            <pc:sldMk cId="3003810364" sldId="271"/>
            <ac:picMk id="6" creationId="{7E5954B5-A16E-4C4B-91EA-4F9CB3723AE9}"/>
          </ac:picMkLst>
        </pc:picChg>
        <pc:picChg chg="add mod">
          <ac:chgData name="SERGIO SPANO'" userId="3abdd0b9-513e-40ac-aad4-56920065037d" providerId="ADAL" clId="{EF38FB83-84DE-44DD-A1FE-F6045F02048F}" dt="2022-03-31T11:52:21.963" v="2521" actId="1076"/>
          <ac:picMkLst>
            <pc:docMk/>
            <pc:sldMk cId="3003810364" sldId="271"/>
            <ac:picMk id="7" creationId="{6D70C5DF-8F3C-427D-AA63-74DFCA65A449}"/>
          </ac:picMkLst>
        </pc:picChg>
      </pc:sldChg>
      <pc:sldChg chg="addSp modSp new mod">
        <pc:chgData name="SERGIO SPANO'" userId="3abdd0b9-513e-40ac-aad4-56920065037d" providerId="ADAL" clId="{EF38FB83-84DE-44DD-A1FE-F6045F02048F}" dt="2022-03-31T11:53:12.983" v="2542" actId="113"/>
        <pc:sldMkLst>
          <pc:docMk/>
          <pc:sldMk cId="2331242970" sldId="272"/>
        </pc:sldMkLst>
        <pc:spChg chg="mod">
          <ac:chgData name="SERGIO SPANO'" userId="3abdd0b9-513e-40ac-aad4-56920065037d" providerId="ADAL" clId="{EF38FB83-84DE-44DD-A1FE-F6045F02048F}" dt="2022-03-31T11:52:32.363" v="2526" actId="27636"/>
          <ac:spMkLst>
            <pc:docMk/>
            <pc:sldMk cId="2331242970" sldId="272"/>
            <ac:spMk id="2" creationId="{F08C550F-6091-4D92-8C98-91DF3EB87300}"/>
          </ac:spMkLst>
        </pc:spChg>
        <pc:spChg chg="mod">
          <ac:chgData name="SERGIO SPANO'" userId="3abdd0b9-513e-40ac-aad4-56920065037d" providerId="ADAL" clId="{EF38FB83-84DE-44DD-A1FE-F6045F02048F}" dt="2022-03-31T11:52:53.803" v="2529" actId="15"/>
          <ac:spMkLst>
            <pc:docMk/>
            <pc:sldMk cId="2331242970" sldId="272"/>
            <ac:spMk id="3" creationId="{5CB4182A-EE8C-48FF-9F0F-94D2B2D84429}"/>
          </ac:spMkLst>
        </pc:spChg>
        <pc:spChg chg="add mod">
          <ac:chgData name="SERGIO SPANO'" userId="3abdd0b9-513e-40ac-aad4-56920065037d" providerId="ADAL" clId="{EF38FB83-84DE-44DD-A1FE-F6045F02048F}" dt="2022-03-31T11:53:12.983" v="2542" actId="113"/>
          <ac:spMkLst>
            <pc:docMk/>
            <pc:sldMk cId="2331242970" sldId="272"/>
            <ac:spMk id="7" creationId="{105A38B6-0F01-4253-9C72-D4188336DFEB}"/>
          </ac:spMkLst>
        </pc:spChg>
        <pc:picChg chg="add mod">
          <ac:chgData name="SERGIO SPANO'" userId="3abdd0b9-513e-40ac-aad4-56920065037d" providerId="ADAL" clId="{EF38FB83-84DE-44DD-A1FE-F6045F02048F}" dt="2022-03-31T11:53:00.742" v="2533" actId="1076"/>
          <ac:picMkLst>
            <pc:docMk/>
            <pc:sldMk cId="2331242970" sldId="272"/>
            <ac:picMk id="6" creationId="{9E671A3C-4317-4E17-A24C-9280E7F782DD}"/>
          </ac:picMkLst>
        </pc:picChg>
      </pc:sldChg>
      <pc:sldChg chg="del">
        <pc:chgData name="SERGIO SPANO'" userId="3abdd0b9-513e-40ac-aad4-56920065037d" providerId="ADAL" clId="{EF38FB83-84DE-44DD-A1FE-F6045F02048F}" dt="2022-03-31T09:35:29.076" v="17" actId="47"/>
        <pc:sldMkLst>
          <pc:docMk/>
          <pc:sldMk cId="2459133886" sldId="272"/>
        </pc:sldMkLst>
      </pc:sldChg>
      <pc:sldChg chg="del">
        <pc:chgData name="SERGIO SPANO'" userId="3abdd0b9-513e-40ac-aad4-56920065037d" providerId="ADAL" clId="{EF38FB83-84DE-44DD-A1FE-F6045F02048F}" dt="2022-03-31T09:35:29.053" v="16" actId="47"/>
        <pc:sldMkLst>
          <pc:docMk/>
          <pc:sldMk cId="1591051637" sldId="273"/>
        </pc:sldMkLst>
      </pc:sldChg>
      <pc:sldChg chg="addSp modSp new mod">
        <pc:chgData name="SERGIO SPANO'" userId="3abdd0b9-513e-40ac-aad4-56920065037d" providerId="ADAL" clId="{EF38FB83-84DE-44DD-A1FE-F6045F02048F}" dt="2022-03-31T12:10:46.396" v="2560" actId="20577"/>
        <pc:sldMkLst>
          <pc:docMk/>
          <pc:sldMk cId="3942099409" sldId="273"/>
        </pc:sldMkLst>
        <pc:spChg chg="mod">
          <ac:chgData name="SERGIO SPANO'" userId="3abdd0b9-513e-40ac-aad4-56920065037d" providerId="ADAL" clId="{EF38FB83-84DE-44DD-A1FE-F6045F02048F}" dt="2022-03-31T11:53:22.426" v="2545" actId="27636"/>
          <ac:spMkLst>
            <pc:docMk/>
            <pc:sldMk cId="3942099409" sldId="273"/>
            <ac:spMk id="2" creationId="{F724CFA9-5055-4073-BC8C-91403829AD3B}"/>
          </ac:spMkLst>
        </pc:spChg>
        <pc:spChg chg="mod">
          <ac:chgData name="SERGIO SPANO'" userId="3abdd0b9-513e-40ac-aad4-56920065037d" providerId="ADAL" clId="{EF38FB83-84DE-44DD-A1FE-F6045F02048F}" dt="2022-03-31T12:10:46.396" v="2560" actId="20577"/>
          <ac:spMkLst>
            <pc:docMk/>
            <pc:sldMk cId="3942099409" sldId="273"/>
            <ac:spMk id="3" creationId="{357F378C-ECE9-493F-80DB-E1983A3416A8}"/>
          </ac:spMkLst>
        </pc:spChg>
        <pc:picChg chg="add mod">
          <ac:chgData name="SERGIO SPANO'" userId="3abdd0b9-513e-40ac-aad4-56920065037d" providerId="ADAL" clId="{EF38FB83-84DE-44DD-A1FE-F6045F02048F}" dt="2022-03-31T11:53:51.333" v="2554" actId="1076"/>
          <ac:picMkLst>
            <pc:docMk/>
            <pc:sldMk cId="3942099409" sldId="273"/>
            <ac:picMk id="6" creationId="{FAB5456D-2455-433B-87E0-272977AA35CA}"/>
          </ac:picMkLst>
        </pc:picChg>
      </pc:sldChg>
      <pc:sldChg chg="del">
        <pc:chgData name="SERGIO SPANO'" userId="3abdd0b9-513e-40ac-aad4-56920065037d" providerId="ADAL" clId="{EF38FB83-84DE-44DD-A1FE-F6045F02048F}" dt="2022-03-31T09:35:29.317" v="18" actId="47"/>
        <pc:sldMkLst>
          <pc:docMk/>
          <pc:sldMk cId="305149232" sldId="274"/>
        </pc:sldMkLst>
      </pc:sldChg>
      <pc:sldChg chg="addSp modSp new mod">
        <pc:chgData name="SERGIO SPANO'" userId="3abdd0b9-513e-40ac-aad4-56920065037d" providerId="ADAL" clId="{EF38FB83-84DE-44DD-A1FE-F6045F02048F}" dt="2022-03-31T12:12:08.685" v="2577" actId="1076"/>
        <pc:sldMkLst>
          <pc:docMk/>
          <pc:sldMk cId="762601299" sldId="274"/>
        </pc:sldMkLst>
        <pc:spChg chg="mod">
          <ac:chgData name="SERGIO SPANO'" userId="3abdd0b9-513e-40ac-aad4-56920065037d" providerId="ADAL" clId="{EF38FB83-84DE-44DD-A1FE-F6045F02048F}" dt="2022-03-31T12:10:52.549" v="2562" actId="27636"/>
          <ac:spMkLst>
            <pc:docMk/>
            <pc:sldMk cId="762601299" sldId="274"/>
            <ac:spMk id="2" creationId="{51472CF7-2F78-4765-B27F-24D3695EC6DC}"/>
          </ac:spMkLst>
        </pc:spChg>
        <pc:spChg chg="mod">
          <ac:chgData name="SERGIO SPANO'" userId="3abdd0b9-513e-40ac-aad4-56920065037d" providerId="ADAL" clId="{EF38FB83-84DE-44DD-A1FE-F6045F02048F}" dt="2022-03-31T12:11:01.537" v="2564" actId="15"/>
          <ac:spMkLst>
            <pc:docMk/>
            <pc:sldMk cId="762601299" sldId="274"/>
            <ac:spMk id="3" creationId="{2BA72175-75FB-48AE-B00A-C6966DFA580C}"/>
          </ac:spMkLst>
        </pc:spChg>
        <pc:picChg chg="add mod">
          <ac:chgData name="SERGIO SPANO'" userId="3abdd0b9-513e-40ac-aad4-56920065037d" providerId="ADAL" clId="{EF38FB83-84DE-44DD-A1FE-F6045F02048F}" dt="2022-03-31T12:12:08.685" v="2577" actId="1076"/>
          <ac:picMkLst>
            <pc:docMk/>
            <pc:sldMk cId="762601299" sldId="274"/>
            <ac:picMk id="6" creationId="{14312837-7A43-441B-8FDB-172C737B7033}"/>
          </ac:picMkLst>
        </pc:picChg>
        <pc:picChg chg="add mod">
          <ac:chgData name="SERGIO SPANO'" userId="3abdd0b9-513e-40ac-aad4-56920065037d" providerId="ADAL" clId="{EF38FB83-84DE-44DD-A1FE-F6045F02048F}" dt="2022-03-31T12:12:06.188" v="2575" actId="1076"/>
          <ac:picMkLst>
            <pc:docMk/>
            <pc:sldMk cId="762601299" sldId="274"/>
            <ac:picMk id="1026" creationId="{CFB86743-C256-453F-B6CA-4D78AD4AA780}"/>
          </ac:picMkLst>
        </pc:picChg>
      </pc:sldChg>
      <pc:sldChg chg="addSp modSp new mod">
        <pc:chgData name="SERGIO SPANO'" userId="3abdd0b9-513e-40ac-aad4-56920065037d" providerId="ADAL" clId="{EF38FB83-84DE-44DD-A1FE-F6045F02048F}" dt="2022-03-31T12:13:42.750" v="2603" actId="20577"/>
        <pc:sldMkLst>
          <pc:docMk/>
          <pc:sldMk cId="174399053" sldId="275"/>
        </pc:sldMkLst>
        <pc:spChg chg="mod">
          <ac:chgData name="SERGIO SPANO'" userId="3abdd0b9-513e-40ac-aad4-56920065037d" providerId="ADAL" clId="{EF38FB83-84DE-44DD-A1FE-F6045F02048F}" dt="2022-03-31T12:12:23.080" v="2594" actId="20577"/>
          <ac:spMkLst>
            <pc:docMk/>
            <pc:sldMk cId="174399053" sldId="275"/>
            <ac:spMk id="2" creationId="{23B5562C-0DE2-4CB2-B497-BD2BECAE36BB}"/>
          </ac:spMkLst>
        </pc:spChg>
        <pc:spChg chg="mod">
          <ac:chgData name="SERGIO SPANO'" userId="3abdd0b9-513e-40ac-aad4-56920065037d" providerId="ADAL" clId="{EF38FB83-84DE-44DD-A1FE-F6045F02048F}" dt="2022-03-31T12:13:42.750" v="2603" actId="20577"/>
          <ac:spMkLst>
            <pc:docMk/>
            <pc:sldMk cId="174399053" sldId="275"/>
            <ac:spMk id="3" creationId="{10192159-DAF1-4718-8F47-68174F83E7D0}"/>
          </ac:spMkLst>
        </pc:spChg>
        <pc:picChg chg="add mod">
          <ac:chgData name="SERGIO SPANO'" userId="3abdd0b9-513e-40ac-aad4-56920065037d" providerId="ADAL" clId="{EF38FB83-84DE-44DD-A1FE-F6045F02048F}" dt="2022-03-31T12:12:43.662" v="2600" actId="1076"/>
          <ac:picMkLst>
            <pc:docMk/>
            <pc:sldMk cId="174399053" sldId="275"/>
            <ac:picMk id="6" creationId="{10FCDFC1-6FB0-4DCD-B2B0-A5598BFB4097}"/>
          </ac:picMkLst>
        </pc:picChg>
      </pc:sldChg>
      <pc:sldChg chg="del">
        <pc:chgData name="SERGIO SPANO'" userId="3abdd0b9-513e-40ac-aad4-56920065037d" providerId="ADAL" clId="{EF38FB83-84DE-44DD-A1FE-F6045F02048F}" dt="2022-03-31T09:35:29.597" v="19" actId="47"/>
        <pc:sldMkLst>
          <pc:docMk/>
          <pc:sldMk cId="3677888286" sldId="275"/>
        </pc:sldMkLst>
      </pc:sldChg>
      <pc:sldChg chg="addSp modSp new mod">
        <pc:chgData name="SERGIO SPANO'" userId="3abdd0b9-513e-40ac-aad4-56920065037d" providerId="ADAL" clId="{EF38FB83-84DE-44DD-A1FE-F6045F02048F}" dt="2022-03-31T12:21:04.235" v="2620" actId="1076"/>
        <pc:sldMkLst>
          <pc:docMk/>
          <pc:sldMk cId="901720352" sldId="276"/>
        </pc:sldMkLst>
        <pc:spChg chg="mod">
          <ac:chgData name="SERGIO SPANO'" userId="3abdd0b9-513e-40ac-aad4-56920065037d" providerId="ADAL" clId="{EF38FB83-84DE-44DD-A1FE-F6045F02048F}" dt="2022-03-31T12:20:41.314" v="2606" actId="27636"/>
          <ac:spMkLst>
            <pc:docMk/>
            <pc:sldMk cId="901720352" sldId="276"/>
            <ac:spMk id="2" creationId="{23AF8349-A31D-4DB5-BB42-43A461B9CA97}"/>
          </ac:spMkLst>
        </pc:spChg>
        <pc:spChg chg="mod">
          <ac:chgData name="SERGIO SPANO'" userId="3abdd0b9-513e-40ac-aad4-56920065037d" providerId="ADAL" clId="{EF38FB83-84DE-44DD-A1FE-F6045F02048F}" dt="2022-03-31T12:20:54.597" v="2616" actId="20577"/>
          <ac:spMkLst>
            <pc:docMk/>
            <pc:sldMk cId="901720352" sldId="276"/>
            <ac:spMk id="3" creationId="{35477BF6-AAC6-42D2-B0D8-40B34E818591}"/>
          </ac:spMkLst>
        </pc:spChg>
        <pc:picChg chg="add mod">
          <ac:chgData name="SERGIO SPANO'" userId="3abdd0b9-513e-40ac-aad4-56920065037d" providerId="ADAL" clId="{EF38FB83-84DE-44DD-A1FE-F6045F02048F}" dt="2022-03-31T12:21:04.235" v="2620" actId="1076"/>
          <ac:picMkLst>
            <pc:docMk/>
            <pc:sldMk cId="901720352" sldId="276"/>
            <ac:picMk id="6" creationId="{4CC98D56-479C-47C7-87C7-05E28E18C8D2}"/>
          </ac:picMkLst>
        </pc:picChg>
      </pc:sldChg>
      <pc:sldChg chg="del">
        <pc:chgData name="SERGIO SPANO'" userId="3abdd0b9-513e-40ac-aad4-56920065037d" providerId="ADAL" clId="{EF38FB83-84DE-44DD-A1FE-F6045F02048F}" dt="2022-03-31T09:35:29.932" v="20" actId="47"/>
        <pc:sldMkLst>
          <pc:docMk/>
          <pc:sldMk cId="4001204634" sldId="276"/>
        </pc:sldMkLst>
      </pc:sldChg>
      <pc:sldChg chg="del">
        <pc:chgData name="SERGIO SPANO'" userId="3abdd0b9-513e-40ac-aad4-56920065037d" providerId="ADAL" clId="{EF38FB83-84DE-44DD-A1FE-F6045F02048F}" dt="2022-03-31T09:35:30.106" v="21" actId="47"/>
        <pc:sldMkLst>
          <pc:docMk/>
          <pc:sldMk cId="3143984764" sldId="277"/>
        </pc:sldMkLst>
      </pc:sldChg>
      <pc:sldChg chg="modSp new mod">
        <pc:chgData name="SERGIO SPANO'" userId="3abdd0b9-513e-40ac-aad4-56920065037d" providerId="ADAL" clId="{EF38FB83-84DE-44DD-A1FE-F6045F02048F}" dt="2022-03-31T12:21:36.799" v="2643" actId="20577"/>
        <pc:sldMkLst>
          <pc:docMk/>
          <pc:sldMk cId="4029004925" sldId="277"/>
        </pc:sldMkLst>
        <pc:spChg chg="mod">
          <ac:chgData name="SERGIO SPANO'" userId="3abdd0b9-513e-40ac-aad4-56920065037d" providerId="ADAL" clId="{EF38FB83-84DE-44DD-A1FE-F6045F02048F}" dt="2022-03-31T12:21:10.548" v="2627" actId="20577"/>
          <ac:spMkLst>
            <pc:docMk/>
            <pc:sldMk cId="4029004925" sldId="277"/>
            <ac:spMk id="2" creationId="{B1B7F8BA-17A8-40F8-8DA5-1AA79A29290C}"/>
          </ac:spMkLst>
        </pc:spChg>
        <pc:spChg chg="mod">
          <ac:chgData name="SERGIO SPANO'" userId="3abdd0b9-513e-40ac-aad4-56920065037d" providerId="ADAL" clId="{EF38FB83-84DE-44DD-A1FE-F6045F02048F}" dt="2022-03-31T12:21:36.799" v="2643" actId="20577"/>
          <ac:spMkLst>
            <pc:docMk/>
            <pc:sldMk cId="4029004925" sldId="277"/>
            <ac:spMk id="3" creationId="{E4A1CED4-9BEE-4353-B220-63D94360B08C}"/>
          </ac:spMkLst>
        </pc:spChg>
      </pc:sldChg>
      <pc:sldChg chg="del">
        <pc:chgData name="SERGIO SPANO'" userId="3abdd0b9-513e-40ac-aad4-56920065037d" providerId="ADAL" clId="{EF38FB83-84DE-44DD-A1FE-F6045F02048F}" dt="2022-03-31T09:35:30.295" v="22" actId="47"/>
        <pc:sldMkLst>
          <pc:docMk/>
          <pc:sldMk cId="128687951" sldId="278"/>
        </pc:sldMkLst>
      </pc:sldChg>
      <pc:sldChg chg="del">
        <pc:chgData name="SERGIO SPANO'" userId="3abdd0b9-513e-40ac-aad4-56920065037d" providerId="ADAL" clId="{EF38FB83-84DE-44DD-A1FE-F6045F02048F}" dt="2022-03-31T09:35:30.502" v="23" actId="47"/>
        <pc:sldMkLst>
          <pc:docMk/>
          <pc:sldMk cId="3853571047" sldId="279"/>
        </pc:sldMkLst>
      </pc:sldChg>
      <pc:sldChg chg="del">
        <pc:chgData name="SERGIO SPANO'" userId="3abdd0b9-513e-40ac-aad4-56920065037d" providerId="ADAL" clId="{EF38FB83-84DE-44DD-A1FE-F6045F02048F}" dt="2022-03-31T09:35:30.736" v="24" actId="47"/>
        <pc:sldMkLst>
          <pc:docMk/>
          <pc:sldMk cId="2849533706" sldId="280"/>
        </pc:sldMkLst>
      </pc:sldChg>
      <pc:sldChg chg="del">
        <pc:chgData name="SERGIO SPANO'" userId="3abdd0b9-513e-40ac-aad4-56920065037d" providerId="ADAL" clId="{EF38FB83-84DE-44DD-A1FE-F6045F02048F}" dt="2022-03-31T09:35:30.979" v="25" actId="47"/>
        <pc:sldMkLst>
          <pc:docMk/>
          <pc:sldMk cId="1574026564" sldId="281"/>
        </pc:sldMkLst>
      </pc:sldChg>
      <pc:sldChg chg="del">
        <pc:chgData name="SERGIO SPANO'" userId="3abdd0b9-513e-40ac-aad4-56920065037d" providerId="ADAL" clId="{EF38FB83-84DE-44DD-A1FE-F6045F02048F}" dt="2022-03-31T09:35:31.241" v="26" actId="47"/>
        <pc:sldMkLst>
          <pc:docMk/>
          <pc:sldMk cId="3723104691" sldId="282"/>
        </pc:sldMkLst>
      </pc:sldChg>
      <pc:sldChg chg="del">
        <pc:chgData name="SERGIO SPANO'" userId="3abdd0b9-513e-40ac-aad4-56920065037d" providerId="ADAL" clId="{EF38FB83-84DE-44DD-A1FE-F6045F02048F}" dt="2022-03-31T09:35:31.455" v="27" actId="47"/>
        <pc:sldMkLst>
          <pc:docMk/>
          <pc:sldMk cId="3834009282" sldId="283"/>
        </pc:sldMkLst>
      </pc:sldChg>
      <pc:sldChg chg="del">
        <pc:chgData name="SERGIO SPANO'" userId="3abdd0b9-513e-40ac-aad4-56920065037d" providerId="ADAL" clId="{EF38FB83-84DE-44DD-A1FE-F6045F02048F}" dt="2022-03-31T09:35:31.654" v="28" actId="47"/>
        <pc:sldMkLst>
          <pc:docMk/>
          <pc:sldMk cId="3548083134" sldId="284"/>
        </pc:sldMkLst>
      </pc:sldChg>
      <pc:sldChg chg="del">
        <pc:chgData name="SERGIO SPANO'" userId="3abdd0b9-513e-40ac-aad4-56920065037d" providerId="ADAL" clId="{EF38FB83-84DE-44DD-A1FE-F6045F02048F}" dt="2022-03-31T09:35:31.854" v="29" actId="47"/>
        <pc:sldMkLst>
          <pc:docMk/>
          <pc:sldMk cId="2327913782" sldId="285"/>
        </pc:sldMkLst>
      </pc:sldChg>
      <pc:sldChg chg="del">
        <pc:chgData name="SERGIO SPANO'" userId="3abdd0b9-513e-40ac-aad4-56920065037d" providerId="ADAL" clId="{EF38FB83-84DE-44DD-A1FE-F6045F02048F}" dt="2022-03-31T09:35:32.061" v="30" actId="47"/>
        <pc:sldMkLst>
          <pc:docMk/>
          <pc:sldMk cId="921774571" sldId="286"/>
        </pc:sldMkLst>
      </pc:sldChg>
      <pc:sldChg chg="del">
        <pc:chgData name="SERGIO SPANO'" userId="3abdd0b9-513e-40ac-aad4-56920065037d" providerId="ADAL" clId="{EF38FB83-84DE-44DD-A1FE-F6045F02048F}" dt="2022-03-31T09:35:32.516" v="31" actId="47"/>
        <pc:sldMkLst>
          <pc:docMk/>
          <pc:sldMk cId="288709285" sldId="287"/>
        </pc:sldMkLst>
      </pc:sldChg>
      <pc:sldMasterChg chg="addSp delSp modSp mod modTransition modSldLayout">
        <pc:chgData name="SERGIO SPANO'" userId="3abdd0b9-513e-40ac-aad4-56920065037d" providerId="ADAL" clId="{EF38FB83-84DE-44DD-A1FE-F6045F02048F}" dt="2022-03-31T09:47:41.496" v="245" actId="113"/>
        <pc:sldMasterMkLst>
          <pc:docMk/>
          <pc:sldMasterMk cId="2117844949" sldId="2147483648"/>
        </pc:sldMasterMkLst>
        <pc:spChg chg="del">
          <ac:chgData name="SERGIO SPANO'" userId="3abdd0b9-513e-40ac-aad4-56920065037d" providerId="ADAL" clId="{EF38FB83-84DE-44DD-A1FE-F6045F02048F}" dt="2022-03-31T09:33:24.137" v="0" actId="478"/>
          <ac:spMkLst>
            <pc:docMk/>
            <pc:sldMasterMk cId="2117844949" sldId="2147483648"/>
            <ac:spMk id="4" creationId="{3CA61BD2-CA09-4BEB-B08B-4B0A8533DEC8}"/>
          </ac:spMkLst>
        </pc:spChg>
        <pc:spChg chg="del">
          <ac:chgData name="SERGIO SPANO'" userId="3abdd0b9-513e-40ac-aad4-56920065037d" providerId="ADAL" clId="{EF38FB83-84DE-44DD-A1FE-F6045F02048F}" dt="2022-03-31T09:34:53.227" v="1" actId="478"/>
          <ac:spMkLst>
            <pc:docMk/>
            <pc:sldMasterMk cId="2117844949" sldId="2147483648"/>
            <ac:spMk id="5" creationId="{26C1109A-83E1-4943-908E-29C1D523D264}"/>
          </ac:spMkLst>
        </pc:spChg>
        <pc:spChg chg="add mod">
          <ac:chgData name="SERGIO SPANO'" userId="3abdd0b9-513e-40ac-aad4-56920065037d" providerId="ADAL" clId="{EF38FB83-84DE-44DD-A1FE-F6045F02048F}" dt="2022-03-31T09:43:29.554" v="222" actId="20577"/>
          <ac:spMkLst>
            <pc:docMk/>
            <pc:sldMasterMk cId="2117844949" sldId="2147483648"/>
            <ac:spMk id="11" creationId="{103BC245-2134-4DA9-90F1-D1B50A8B16AA}"/>
          </ac:spMkLst>
        </pc:spChg>
        <pc:sldLayoutChg chg="modSp modTransition">
          <pc:chgData name="SERGIO SPANO'" userId="3abdd0b9-513e-40ac-aad4-56920065037d" providerId="ADAL" clId="{EF38FB83-84DE-44DD-A1FE-F6045F02048F}" dt="2022-03-31T09:47:41.496" v="245" actId="113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EF38FB83-84DE-44DD-A1FE-F6045F02048F}" dt="2022-03-31T09:47:41.496" v="245" actId="113"/>
            <ac:spMkLst>
              <pc:docMk/>
              <pc:sldMasterMk cId="2117844949" sldId="2147483648"/>
              <pc:sldLayoutMk cId="638397118" sldId="2147483649"/>
              <ac:spMk id="2" creationId="{D9F94409-3F2E-4581-8C18-FB31D2AE060C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1.294" v="224"/>
          <pc:sldLayoutMkLst>
            <pc:docMk/>
            <pc:sldMasterMk cId="2117844949" sldId="2147483648"/>
            <pc:sldLayoutMk cId="1468147844" sldId="2147483650"/>
          </pc:sldLayoutMkLst>
          <pc:spChg chg="del mod">
            <ac:chgData name="SERGIO SPANO'" userId="3abdd0b9-513e-40ac-aad4-56920065037d" providerId="ADAL" clId="{EF38FB83-84DE-44DD-A1FE-F6045F02048F}" dt="2022-03-31T09:43:12.252" v="218" actId="21"/>
            <ac:spMkLst>
              <pc:docMk/>
              <pc:sldMasterMk cId="2117844949" sldId="2147483648"/>
              <pc:sldLayoutMk cId="1468147844" sldId="2147483650"/>
              <ac:spMk id="5" creationId="{7C66973E-5BC7-4899-B35B-EEC192492182}"/>
            </ac:spMkLst>
          </pc:spChg>
          <pc:spChg chg="add mod">
            <ac:chgData name="SERGIO SPANO'" userId="3abdd0b9-513e-40ac-aad4-56920065037d" providerId="ADAL" clId="{EF38FB83-84DE-44DD-A1FE-F6045F02048F}" dt="2022-03-31T09:45:11.294" v="224"/>
            <ac:spMkLst>
              <pc:docMk/>
              <pc:sldMasterMk cId="2117844949" sldId="2147483648"/>
              <pc:sldLayoutMk cId="1468147844" sldId="2147483650"/>
              <ac:spMk id="7" creationId="{0DF4C78C-F4FD-4C3E-A779-2BA49F3A29B3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8.831" v="227"/>
          <pc:sldLayoutMkLst>
            <pc:docMk/>
            <pc:sldMasterMk cId="2117844949" sldId="2147483648"/>
            <pc:sldLayoutMk cId="484314592" sldId="2147483651"/>
          </pc:sldLayoutMkLst>
          <pc:spChg chg="del mod">
            <ac:chgData name="SERGIO SPANO'" userId="3abdd0b9-513e-40ac-aad4-56920065037d" providerId="ADAL" clId="{EF38FB83-84DE-44DD-A1FE-F6045F02048F}" dt="2022-03-31T09:44:29.664" v="223" actId="478"/>
            <ac:spMkLst>
              <pc:docMk/>
              <pc:sldMasterMk cId="2117844949" sldId="2147483648"/>
              <pc:sldLayoutMk cId="484314592" sldId="2147483651"/>
              <ac:spMk id="5" creationId="{71BD61D5-4812-471C-A277-2CCBA17F1BDB}"/>
            </ac:spMkLst>
          </pc:spChg>
          <pc:spChg chg="add mod">
            <ac:chgData name="SERGIO SPANO'" userId="3abdd0b9-513e-40ac-aad4-56920065037d" providerId="ADAL" clId="{EF38FB83-84DE-44DD-A1FE-F6045F02048F}" dt="2022-03-31T09:45:18.831" v="227"/>
            <ac:spMkLst>
              <pc:docMk/>
              <pc:sldMasterMk cId="2117844949" sldId="2147483648"/>
              <pc:sldLayoutMk cId="484314592" sldId="2147483651"/>
              <ac:spMk id="8" creationId="{CDA45A44-5E78-4B1D-976A-BDE9808B10F6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7.207" v="226"/>
          <pc:sldLayoutMkLst>
            <pc:docMk/>
            <pc:sldMasterMk cId="2117844949" sldId="2147483648"/>
            <pc:sldLayoutMk cId="1127178419" sldId="2147483652"/>
          </pc:sldLayoutMkLst>
          <pc:spChg chg="del">
            <ac:chgData name="SERGIO SPANO'" userId="3abdd0b9-513e-40ac-aad4-56920065037d" providerId="ADAL" clId="{EF38FB83-84DE-44DD-A1FE-F6045F02048F}" dt="2022-03-31T09:45:16.894" v="225" actId="478"/>
            <ac:spMkLst>
              <pc:docMk/>
              <pc:sldMasterMk cId="2117844949" sldId="2147483648"/>
              <pc:sldLayoutMk cId="1127178419" sldId="2147483652"/>
              <ac:spMk id="6" creationId="{1CDE3561-1D76-48B0-93A6-A298C9376744}"/>
            </ac:spMkLst>
          </pc:spChg>
          <pc:spChg chg="add mod">
            <ac:chgData name="SERGIO SPANO'" userId="3abdd0b9-513e-40ac-aad4-56920065037d" providerId="ADAL" clId="{EF38FB83-84DE-44DD-A1FE-F6045F02048F}" dt="2022-03-31T09:45:17.207" v="226"/>
            <ac:spMkLst>
              <pc:docMk/>
              <pc:sldMasterMk cId="2117844949" sldId="2147483648"/>
              <pc:sldLayoutMk cId="1127178419" sldId="2147483652"/>
              <ac:spMk id="9" creationId="{E6D1EDBF-DDAA-46E0-99D7-BB0378CA6CA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1.817" v="229"/>
          <pc:sldLayoutMkLst>
            <pc:docMk/>
            <pc:sldMasterMk cId="2117844949" sldId="2147483648"/>
            <pc:sldLayoutMk cId="3277322425" sldId="2147483653"/>
          </pc:sldLayoutMkLst>
          <pc:spChg chg="del">
            <ac:chgData name="SERGIO SPANO'" userId="3abdd0b9-513e-40ac-aad4-56920065037d" providerId="ADAL" clId="{EF38FB83-84DE-44DD-A1FE-F6045F02048F}" dt="2022-03-31T09:45:21.459" v="228" actId="478"/>
            <ac:spMkLst>
              <pc:docMk/>
              <pc:sldMasterMk cId="2117844949" sldId="2147483648"/>
              <pc:sldLayoutMk cId="3277322425" sldId="2147483653"/>
              <ac:spMk id="8" creationId="{42A007B5-EDB8-4389-A997-FEDD81643EE2}"/>
            </ac:spMkLst>
          </pc:spChg>
          <pc:spChg chg="add mod">
            <ac:chgData name="SERGIO SPANO'" userId="3abdd0b9-513e-40ac-aad4-56920065037d" providerId="ADAL" clId="{EF38FB83-84DE-44DD-A1FE-F6045F02048F}" dt="2022-03-31T09:45:21.817" v="229"/>
            <ac:spMkLst>
              <pc:docMk/>
              <pc:sldMasterMk cId="2117844949" sldId="2147483648"/>
              <pc:sldLayoutMk cId="3277322425" sldId="2147483653"/>
              <ac:spMk id="11" creationId="{8C43172B-58E9-455E-B45D-567A40732D27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5.808" v="231"/>
          <pc:sldLayoutMkLst>
            <pc:docMk/>
            <pc:sldMasterMk cId="2117844949" sldId="2147483648"/>
            <pc:sldLayoutMk cId="2438592927" sldId="2147483654"/>
          </pc:sldLayoutMkLst>
          <pc:spChg chg="del">
            <ac:chgData name="SERGIO SPANO'" userId="3abdd0b9-513e-40ac-aad4-56920065037d" providerId="ADAL" clId="{EF38FB83-84DE-44DD-A1FE-F6045F02048F}" dt="2022-03-31T09:45:25.606" v="230" actId="478"/>
            <ac:spMkLst>
              <pc:docMk/>
              <pc:sldMasterMk cId="2117844949" sldId="2147483648"/>
              <pc:sldLayoutMk cId="2438592927" sldId="2147483654"/>
              <ac:spMk id="4" creationId="{16F7E903-B5B7-4607-A0B0-882F064E3E10}"/>
            </ac:spMkLst>
          </pc:spChg>
          <pc:spChg chg="add mod">
            <ac:chgData name="SERGIO SPANO'" userId="3abdd0b9-513e-40ac-aad4-56920065037d" providerId="ADAL" clId="{EF38FB83-84DE-44DD-A1FE-F6045F02048F}" dt="2022-03-31T09:45:25.808" v="231"/>
            <ac:spMkLst>
              <pc:docMk/>
              <pc:sldMasterMk cId="2117844949" sldId="2147483648"/>
              <pc:sldLayoutMk cId="2438592927" sldId="2147483654"/>
              <ac:spMk id="6" creationId="{42DAB686-302C-41D1-8181-1C8263797034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9.050" v="233"/>
          <pc:sldLayoutMkLst>
            <pc:docMk/>
            <pc:sldMasterMk cId="2117844949" sldId="2147483648"/>
            <pc:sldLayoutMk cId="2338396061" sldId="2147483655"/>
          </pc:sldLayoutMkLst>
          <pc:spChg chg="del">
            <ac:chgData name="SERGIO SPANO'" userId="3abdd0b9-513e-40ac-aad4-56920065037d" providerId="ADAL" clId="{EF38FB83-84DE-44DD-A1FE-F6045F02048F}" dt="2022-03-31T09:45:28.820" v="232" actId="478"/>
            <ac:spMkLst>
              <pc:docMk/>
              <pc:sldMasterMk cId="2117844949" sldId="2147483648"/>
              <pc:sldLayoutMk cId="2338396061" sldId="2147483655"/>
              <ac:spMk id="3" creationId="{688FC84F-FF1D-4C1F-9ABA-CF5D864EEB71}"/>
            </ac:spMkLst>
          </pc:spChg>
          <pc:spChg chg="add mod">
            <ac:chgData name="SERGIO SPANO'" userId="3abdd0b9-513e-40ac-aad4-56920065037d" providerId="ADAL" clId="{EF38FB83-84DE-44DD-A1FE-F6045F02048F}" dt="2022-03-31T09:45:29.050" v="233"/>
            <ac:spMkLst>
              <pc:docMk/>
              <pc:sldMasterMk cId="2117844949" sldId="2147483648"/>
              <pc:sldLayoutMk cId="2338396061" sldId="2147483655"/>
              <ac:spMk id="5" creationId="{5568E39A-0457-4B64-9034-CD851FEBA4AC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2.200" v="235"/>
          <pc:sldLayoutMkLst>
            <pc:docMk/>
            <pc:sldMasterMk cId="2117844949" sldId="2147483648"/>
            <pc:sldLayoutMk cId="286306287" sldId="2147483656"/>
          </pc:sldLayoutMkLst>
          <pc:spChg chg="del">
            <ac:chgData name="SERGIO SPANO'" userId="3abdd0b9-513e-40ac-aad4-56920065037d" providerId="ADAL" clId="{EF38FB83-84DE-44DD-A1FE-F6045F02048F}" dt="2022-03-31T09:45:31.946" v="234" actId="478"/>
            <ac:spMkLst>
              <pc:docMk/>
              <pc:sldMasterMk cId="2117844949" sldId="2147483648"/>
              <pc:sldLayoutMk cId="286306287" sldId="2147483656"/>
              <ac:spMk id="6" creationId="{66BB0950-5860-4161-8A3D-AE1982CA2112}"/>
            </ac:spMkLst>
          </pc:spChg>
          <pc:spChg chg="add mod">
            <ac:chgData name="SERGIO SPANO'" userId="3abdd0b9-513e-40ac-aad4-56920065037d" providerId="ADAL" clId="{EF38FB83-84DE-44DD-A1FE-F6045F02048F}" dt="2022-03-31T09:45:32.200" v="235"/>
            <ac:spMkLst>
              <pc:docMk/>
              <pc:sldMasterMk cId="2117844949" sldId="2147483648"/>
              <pc:sldLayoutMk cId="286306287" sldId="2147483656"/>
              <ac:spMk id="8" creationId="{60F94B02-EB89-4095-B72F-A6BA47EE4FB2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5.061" v="237"/>
          <pc:sldLayoutMkLst>
            <pc:docMk/>
            <pc:sldMasterMk cId="2117844949" sldId="2147483648"/>
            <pc:sldLayoutMk cId="3515321370" sldId="2147483657"/>
          </pc:sldLayoutMkLst>
          <pc:spChg chg="del">
            <ac:chgData name="SERGIO SPANO'" userId="3abdd0b9-513e-40ac-aad4-56920065037d" providerId="ADAL" clId="{EF38FB83-84DE-44DD-A1FE-F6045F02048F}" dt="2022-03-31T09:45:34.850" v="236" actId="478"/>
            <ac:spMkLst>
              <pc:docMk/>
              <pc:sldMasterMk cId="2117844949" sldId="2147483648"/>
              <pc:sldLayoutMk cId="3515321370" sldId="2147483657"/>
              <ac:spMk id="6" creationId="{BC9E0D1C-67B8-4676-B21A-70272AFAD089}"/>
            </ac:spMkLst>
          </pc:spChg>
          <pc:spChg chg="add mod">
            <ac:chgData name="SERGIO SPANO'" userId="3abdd0b9-513e-40ac-aad4-56920065037d" providerId="ADAL" clId="{EF38FB83-84DE-44DD-A1FE-F6045F02048F}" dt="2022-03-31T09:45:35.061" v="237"/>
            <ac:spMkLst>
              <pc:docMk/>
              <pc:sldMasterMk cId="2117844949" sldId="2147483648"/>
              <pc:sldLayoutMk cId="3515321370" sldId="2147483657"/>
              <ac:spMk id="8" creationId="{B079BED6-C761-43C8-9B1C-71F4563384B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7.709" v="239"/>
          <pc:sldLayoutMkLst>
            <pc:docMk/>
            <pc:sldMasterMk cId="2117844949" sldId="2147483648"/>
            <pc:sldLayoutMk cId="1825112441" sldId="2147483658"/>
          </pc:sldLayoutMkLst>
          <pc:spChg chg="del">
            <ac:chgData name="SERGIO SPANO'" userId="3abdd0b9-513e-40ac-aad4-56920065037d" providerId="ADAL" clId="{EF38FB83-84DE-44DD-A1FE-F6045F02048F}" dt="2022-03-31T09:45:37.527" v="238" actId="478"/>
            <ac:spMkLst>
              <pc:docMk/>
              <pc:sldMasterMk cId="2117844949" sldId="2147483648"/>
              <pc:sldLayoutMk cId="1825112441" sldId="2147483658"/>
              <ac:spMk id="5" creationId="{3E7741BB-B2F7-445F-8AF3-C5CE49E22ADA}"/>
            </ac:spMkLst>
          </pc:spChg>
          <pc:spChg chg="add mod">
            <ac:chgData name="SERGIO SPANO'" userId="3abdd0b9-513e-40ac-aad4-56920065037d" providerId="ADAL" clId="{EF38FB83-84DE-44DD-A1FE-F6045F02048F}" dt="2022-03-31T09:45:37.709" v="239"/>
            <ac:spMkLst>
              <pc:docMk/>
              <pc:sldMasterMk cId="2117844949" sldId="2147483648"/>
              <pc:sldLayoutMk cId="1825112441" sldId="2147483658"/>
              <ac:spMk id="7" creationId="{8E52157C-35D4-4611-B922-3AB97B93030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40.324" v="241"/>
          <pc:sldLayoutMkLst>
            <pc:docMk/>
            <pc:sldMasterMk cId="2117844949" sldId="2147483648"/>
            <pc:sldLayoutMk cId="2943013309" sldId="2147483659"/>
          </pc:sldLayoutMkLst>
          <pc:spChg chg="del">
            <ac:chgData name="SERGIO SPANO'" userId="3abdd0b9-513e-40ac-aad4-56920065037d" providerId="ADAL" clId="{EF38FB83-84DE-44DD-A1FE-F6045F02048F}" dt="2022-03-31T09:45:40.140" v="240" actId="478"/>
            <ac:spMkLst>
              <pc:docMk/>
              <pc:sldMasterMk cId="2117844949" sldId="2147483648"/>
              <pc:sldLayoutMk cId="2943013309" sldId="2147483659"/>
              <ac:spMk id="5" creationId="{2A6965CD-425D-448C-AD55-5FB468AE6AD3}"/>
            </ac:spMkLst>
          </pc:spChg>
          <pc:spChg chg="add mod">
            <ac:chgData name="SERGIO SPANO'" userId="3abdd0b9-513e-40ac-aad4-56920065037d" providerId="ADAL" clId="{EF38FB83-84DE-44DD-A1FE-F6045F02048F}" dt="2022-03-31T09:45:40.324" v="241"/>
            <ac:spMkLst>
              <pc:docMk/>
              <pc:sldMasterMk cId="2117844949" sldId="2147483648"/>
              <pc:sldLayoutMk cId="2943013309" sldId="2147483659"/>
              <ac:spMk id="7" creationId="{EF9504E7-327C-4B66-ABC2-B355BEC6C009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96ED3-C9F6-4EB7-8F52-75F4112F7366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ED609-C74E-4A8A-9B32-C7AD515D1B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04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D609-C74E-4A8A-9B32-C7AD515D1B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65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F94409-3F2E-4581-8C18-FB31D2AE0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5664"/>
            <a:ext cx="9144000" cy="2715633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E07DC0-8E67-4188-AC59-9E3B50998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E47C96-F74E-4A40-98FC-BC73DA0B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1673" y="6578023"/>
            <a:ext cx="1010025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511D9E4-C1FE-49BA-8C48-DD38FC76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E86FA29-C6CC-4CBB-835F-82A79787E6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7" y="571120"/>
            <a:ext cx="4328498" cy="984584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2DA45F33-8275-429D-BB6B-96D23362ED0C}"/>
              </a:ext>
            </a:extLst>
          </p:cNvPr>
          <p:cNvSpPr/>
          <p:nvPr userDrawn="1"/>
        </p:nvSpPr>
        <p:spPr>
          <a:xfrm>
            <a:off x="0" y="6590581"/>
            <a:ext cx="12192000" cy="267419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25F548B-9389-4EC5-B40F-F2235B611BD7}"/>
              </a:ext>
            </a:extLst>
          </p:cNvPr>
          <p:cNvSpPr/>
          <p:nvPr userDrawn="1"/>
        </p:nvSpPr>
        <p:spPr>
          <a:xfrm>
            <a:off x="0" y="5576254"/>
            <a:ext cx="12192000" cy="646979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5F9DEEE-4CB7-4A0F-950C-148A6085C071}"/>
              </a:ext>
            </a:extLst>
          </p:cNvPr>
          <p:cNvSpPr/>
          <p:nvPr userDrawn="1"/>
        </p:nvSpPr>
        <p:spPr>
          <a:xfrm>
            <a:off x="-7908" y="4786939"/>
            <a:ext cx="12199908" cy="789315"/>
          </a:xfrm>
          <a:prstGeom prst="rect">
            <a:avLst/>
          </a:prstGeom>
          <a:solidFill>
            <a:srgbClr val="CCE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520775B-C623-4491-81E1-F48B53652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8" y="5068528"/>
            <a:ext cx="9144000" cy="50772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7D68861-15CF-45CE-801C-70DD06C46F7E}"/>
              </a:ext>
            </a:extLst>
          </p:cNvPr>
          <p:cNvSpPr/>
          <p:nvPr userDrawn="1"/>
        </p:nvSpPr>
        <p:spPr>
          <a:xfrm>
            <a:off x="0" y="-33479"/>
            <a:ext cx="2428875" cy="385906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9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E5BC59-9EE5-454B-8731-458C5A4A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555049"/>
          </a:xfrm>
        </p:spPr>
        <p:txBody>
          <a:bodyPr/>
          <a:lstStyle>
            <a:lvl1pPr>
              <a:defRPr b="1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D96458-0AB6-462F-A722-F5069EFC3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168400"/>
            <a:ext cx="11739418" cy="5091689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A45215-BB93-46B7-8BB4-457A5F86D3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391A43-FB97-4209-8476-EE529CE0D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03F7DB2-0A9C-4E37-9984-C435ED141F40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0DF4C78C-F4FD-4C3E-A779-2BA49F3A29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14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AF223CD9-C9ED-4CF0-B204-CAF3B15E86E9}"/>
              </a:ext>
            </a:extLst>
          </p:cNvPr>
          <p:cNvSpPr/>
          <p:nvPr userDrawn="1"/>
        </p:nvSpPr>
        <p:spPr>
          <a:xfrm>
            <a:off x="-7908" y="2792374"/>
            <a:ext cx="12199908" cy="1607098"/>
          </a:xfrm>
          <a:prstGeom prst="rect">
            <a:avLst/>
          </a:prstGeom>
          <a:solidFill>
            <a:srgbClr val="CCE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3662377-5E7C-4746-BEEA-44101FE2F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8CF7AA6-516D-4890-96C1-25EA2626A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AA3AA1-91D5-4AE9-9869-5F1247B86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2F534A-F93B-4A7E-B68B-DFEE280C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CDA45A44-5E78-4B1D-976A-BDE9808B1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314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9F5267-AD86-4D32-944C-03F3ED38D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1673" y="1346200"/>
            <a:ext cx="5798127" cy="483076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288A62B-98DA-4E63-A89D-B7A2FD134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6200"/>
            <a:ext cx="5798126" cy="4830763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AAEF42-9C74-43C0-96DA-5A219B3BA3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6A02F48-943E-448A-BB9A-F7E7BE8EC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67776211-7E7A-4D51-BC4B-F861FB809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E6D1EDBF-DDAA-46E0-99D7-BB0378CA6C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178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03B0D27-A200-4420-A47D-C5E6827F9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684" y="1335951"/>
            <a:ext cx="57888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6D52593-7A57-42B3-A2DE-96B6662C0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8684" y="2314714"/>
            <a:ext cx="5788891" cy="405043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D1156F2-1FD9-4D4B-8C64-92B0A8DD4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335951"/>
            <a:ext cx="57888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190BA44-D273-408B-922F-FD48378816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14714"/>
            <a:ext cx="5788890" cy="4050437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27F46DF-8370-4CFB-BB53-AB2B12669E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90BFC0D-2DB5-4D13-BF01-1490C81D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A8F6C17E-282B-471C-8A6A-1732C05C2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11" name="Segnaposto piè di pagina 4">
            <a:extLst>
              <a:ext uri="{FF2B5EF4-FFF2-40B4-BE49-F238E27FC236}">
                <a16:creationId xmlns:a16="http://schemas.microsoft.com/office/drawing/2014/main" id="{8C43172B-58E9-455E-B45D-567A40732D2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322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CA2023-3882-4DF2-985F-1D2A518E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027A47B-7183-47B4-9331-05DBB353F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9F1C133-A0C6-4D83-A156-C585D4E73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42DAB686-302C-41D1-8181-1C8263797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592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5B4895C-2CC3-498B-ADFC-C6C02FEBDA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19DC64B-E106-4E10-A9F0-C60E73E74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68E39A-0457-4B64-9034-CD851FEBA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396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DA3055-73C1-4452-AD08-3F132219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2" y="457200"/>
            <a:ext cx="449493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E47ECA-CF77-41FB-A124-4B8E5178D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73172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A2AA623-AEAD-49A2-8860-3288F950B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7092" y="2057400"/>
            <a:ext cx="449493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B69F0BB-427D-4BA0-8FB1-5876C8944C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64859EB-440C-4660-B1FD-23E292A7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60F94B02-EB89-4095-B72F-A6BA47EE4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06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0DE0DC-F059-4028-8042-9C0A19FE9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2" y="457200"/>
            <a:ext cx="449493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FEA735F-D21D-4609-B4A3-0339F6156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73172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992C9CE-CDA0-4229-B2B6-52C5DA42B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7092" y="2057400"/>
            <a:ext cx="449493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85672FB-097E-49C1-A03B-6CF58EAA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D3F4B7-AC83-4BA2-972A-41FECC06A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B079BED6-C761-43C8-9B1C-71F456338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321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5BF72F-2F5D-4488-8B7B-368D207CB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505EF10-54A2-441D-8FBF-71595CBF6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744A1F-7352-4066-B719-D1C0133443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CF5441-4410-4DA7-97E3-D83A711E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8E52157C-35D4-4611-B922-3AB97B930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11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279FF84-00C3-4149-B230-C1AAEDC92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D605FE9-1208-4837-93E0-8267C4F9E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654DAB-6D28-405C-8E9F-649D1A1CD3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9E4853-4A66-4FDE-9F78-D0225BA2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EF9504E7-327C-4B66-ABC2-B355BEC6C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013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6A7BD6A-2E1D-4EE9-9550-3278CC20D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A5DA657-DDD8-4A05-9088-B977D6547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1673" y="1409700"/>
            <a:ext cx="11739418" cy="4850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3AC1E41-574B-4706-A1F7-FE8C4D963D8A}"/>
              </a:ext>
            </a:extLst>
          </p:cNvPr>
          <p:cNvSpPr/>
          <p:nvPr userDrawn="1"/>
        </p:nvSpPr>
        <p:spPr>
          <a:xfrm>
            <a:off x="0" y="6616460"/>
            <a:ext cx="12192000" cy="241540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A1501F7-399C-4A0A-8183-EF9F4C72D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416" y="6575515"/>
            <a:ext cx="5934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03F7DB2-0A9C-4E37-9984-C435ED141F40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23DA7761-B638-4C8B-BC2F-3D04149752EA}"/>
              </a:ext>
            </a:extLst>
          </p:cNvPr>
          <p:cNvSpPr/>
          <p:nvPr userDrawn="1"/>
        </p:nvSpPr>
        <p:spPr>
          <a:xfrm>
            <a:off x="0" y="-31317"/>
            <a:ext cx="12192000" cy="396442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magine 9" descr="Immagine che contiene testo&#10;&#10;Descrizione generata automaticamente">
            <a:extLst>
              <a:ext uri="{FF2B5EF4-FFF2-40B4-BE49-F238E27FC236}">
                <a16:creationId xmlns:a16="http://schemas.microsoft.com/office/drawing/2014/main" id="{D20E3174-B741-4DA8-98A9-60C537AE349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2" y="28847"/>
            <a:ext cx="1270000" cy="288881"/>
          </a:xfrm>
          <a:prstGeom prst="rect">
            <a:avLst/>
          </a:prstGeom>
        </p:spPr>
      </p:pic>
      <p:sp>
        <p:nvSpPr>
          <p:cNvPr id="11" name="Segnaposto piè di pagina 4">
            <a:extLst>
              <a:ext uri="{FF2B5EF4-FFF2-40B4-BE49-F238E27FC236}">
                <a16:creationId xmlns:a16="http://schemas.microsoft.com/office/drawing/2014/main" id="{103BC245-2134-4DA9-90F1-D1B50A8B16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84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17840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5A0156-FA44-4B5E-AA95-BA26FE319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9682" y="1745664"/>
            <a:ext cx="9144000" cy="2715633"/>
          </a:xfrm>
        </p:spPr>
        <p:txBody>
          <a:bodyPr>
            <a:noAutofit/>
          </a:bodyPr>
          <a:lstStyle/>
          <a:p>
            <a:r>
              <a:rPr lang="en-US" dirty="0"/>
              <a:t>2. Combinational systems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DAC625A-2F47-4E94-ABBC-7F67DDCC7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6841" y="4992328"/>
            <a:ext cx="7494557" cy="507726"/>
          </a:xfrm>
        </p:spPr>
        <p:txBody>
          <a:bodyPr>
            <a:normAutofit/>
          </a:bodyPr>
          <a:lstStyle/>
          <a:p>
            <a:pPr algn="l"/>
            <a:r>
              <a:rPr lang="it-IT" sz="2800" dirty="0"/>
              <a:t>Fondamenti di Elettronica</a:t>
            </a:r>
            <a:endParaRPr lang="en-US"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8BD56-FEA0-4AD1-A103-B45E0AC86A2B}"/>
              </a:ext>
            </a:extLst>
          </p:cNvPr>
          <p:cNvSpPr txBox="1"/>
          <p:nvPr/>
        </p:nvSpPr>
        <p:spPr>
          <a:xfrm>
            <a:off x="1498744" y="5752842"/>
            <a:ext cx="4005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-45" dirty="0">
                <a:solidFill>
                  <a:schemeClr val="bg1"/>
                </a:solidFill>
                <a:latin typeface="Circe" panose="020B0502020203020203" pitchFamily="34" charset="0"/>
              </a:rPr>
              <a:t>Sergio Spanò – spano@ing.uniroma2.it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7692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823F1D-6D8D-40BE-9BC7-BF55A94DD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Digital System: generic architecture 1/2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EFEE4D-B764-41AC-8F4C-3C74B9E4C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digital system in composed by</a:t>
            </a:r>
          </a:p>
          <a:p>
            <a:pPr lvl="1"/>
            <a:r>
              <a:rPr lang="en-US" dirty="0"/>
              <a:t>Input Coding</a:t>
            </a:r>
          </a:p>
          <a:p>
            <a:pPr lvl="1"/>
            <a:r>
              <a:rPr lang="en-US" dirty="0"/>
              <a:t>Computation element</a:t>
            </a:r>
          </a:p>
          <a:p>
            <a:pPr lvl="1"/>
            <a:r>
              <a:rPr lang="en-US" dirty="0"/>
              <a:t>Output decoding</a:t>
            </a:r>
          </a:p>
          <a:p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6684B2-44DB-4083-BB38-0F93A7139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E4321D2E-2C41-4BDC-94DC-C9D30DF5D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42" y="3340092"/>
            <a:ext cx="10253768" cy="2663543"/>
          </a:xfrm>
          <a:prstGeom prst="rect">
            <a:avLst/>
          </a:prstGeom>
        </p:spPr>
      </p:pic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12D5AC8-461C-4806-A7E9-298781CE6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464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6B1B8B-6869-4C59-8E63-5B0AB3016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Digital System: generic architecture 2/2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30FBE24-3806-4871-998C-39837E7D0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automatic radiator manager</a:t>
            </a:r>
          </a:p>
          <a:p>
            <a:pPr lvl="1"/>
            <a:r>
              <a:rPr lang="en-US" dirty="0"/>
              <a:t>If the temperature is &lt;= 10°C =&gt;Radiator On else Radiator Off </a:t>
            </a:r>
          </a:p>
          <a:p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6E701E3-FBC5-4A23-8694-F01CF2207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89D471D-2C78-4737-A12B-F1120A839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526" y="3031940"/>
            <a:ext cx="10643348" cy="2769443"/>
          </a:xfrm>
          <a:prstGeom prst="rect">
            <a:avLst/>
          </a:prstGeom>
        </p:spPr>
      </p:pic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F3B0A84-B7EF-4F23-869C-827D5A3C5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614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07CEB4-FB87-441B-ADD5-CA076E509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Digital System: combinational system 1/2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C5F3BF-7D9B-4F2B-B986-CE37B965B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combinational systems the output is function only of the present input </a:t>
            </a:r>
          </a:p>
          <a:p>
            <a:pPr lvl="1"/>
            <a:r>
              <a:rPr lang="en-US" dirty="0"/>
              <a:t>	Z(t)=f(X(t))</a:t>
            </a:r>
          </a:p>
          <a:p>
            <a:r>
              <a:rPr lang="en-US" dirty="0"/>
              <a:t>In other words, the outputs don’t depend on the history of the system.</a:t>
            </a:r>
          </a:p>
          <a:p>
            <a:pPr lvl="1"/>
            <a:r>
              <a:rPr lang="en-US" dirty="0"/>
              <a:t>The system is without memory.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6985A33-7454-4488-A2A7-F537829B4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A80717-E52E-427C-AA6C-8B8FFEA88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F06A4E2-3A4F-45F8-8F3C-AE4CAC6AB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246" y="3243366"/>
            <a:ext cx="3419168" cy="2446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4299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82F85B-51A3-47DD-8275-C70852B6B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Digital System: combinational system 2/2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B3282F1-927F-4AEB-B2DC-42A133A14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Combinational system can be represented using different methods:</a:t>
            </a:r>
          </a:p>
          <a:p>
            <a:pPr lvl="1"/>
            <a:r>
              <a:rPr lang="en-US" dirty="0"/>
              <a:t>Tables</a:t>
            </a:r>
          </a:p>
          <a:p>
            <a:pPr lvl="1"/>
            <a:r>
              <a:rPr lang="en-US" dirty="0"/>
              <a:t>Arithmetic expressions</a:t>
            </a:r>
          </a:p>
          <a:p>
            <a:pPr lvl="1"/>
            <a:r>
              <a:rPr lang="en-US" dirty="0"/>
              <a:t>Conditional expressions</a:t>
            </a:r>
          </a:p>
          <a:p>
            <a:pPr lvl="1"/>
            <a:r>
              <a:rPr lang="en-US" dirty="0"/>
              <a:t>Logical expressions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4920DE3-0373-4F3A-B592-DBAAEC4BA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6F3E6FA-B2A8-4B44-B118-D697D994E9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555DC3BB-98BF-4673-AFC9-F9CFCFCE8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49" y="3734388"/>
            <a:ext cx="9183301" cy="195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C5917C-C102-48FE-AF5F-CD0F019F3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kern="0" dirty="0"/>
              <a:t>Boolean functions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565C69B-793D-43B2-8AC9-C8FCB59BD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Combinational system can be implemented using </a:t>
            </a:r>
            <a:r>
              <a:rPr lang="en-US" sz="2400" b="1" dirty="0"/>
              <a:t>Boolean functions </a:t>
            </a:r>
            <a:r>
              <a:rPr lang="en-US" sz="2400" dirty="0"/>
              <a:t>(Switching functions)</a:t>
            </a:r>
          </a:p>
          <a:p>
            <a:r>
              <a:rPr lang="en-US" sz="2400" dirty="0"/>
              <a:t>A Boolean function is a function which inputs and output can assume only the value 0 or 1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31D2443-BD9D-45AB-BC51-CAD6C4F29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5452C4E-6505-4E2D-B407-10CA813AC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D2FCD85-1E36-48C6-B51A-FECA473C8B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874" y="3596892"/>
            <a:ext cx="5176908" cy="1645639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FCD0AA14-E41F-48F8-AEA9-614420A35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777" y="2632587"/>
            <a:ext cx="3238149" cy="329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55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FD0FDB-8BFC-4DB5-9565-77BD64F93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Boolean functions: One input Boolean functions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37AE3C-056F-471C-8F6E-BC08BF083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Four</a:t>
            </a:r>
            <a:r>
              <a:rPr lang="en-US" sz="2800" dirty="0"/>
              <a:t> 1 bit Boolean functions can be defined:</a:t>
            </a:r>
          </a:p>
          <a:p>
            <a:pPr lvl="1"/>
            <a:r>
              <a:rPr lang="en-US" dirty="0"/>
              <a:t>Always 0</a:t>
            </a:r>
          </a:p>
          <a:p>
            <a:pPr lvl="1"/>
            <a:r>
              <a:rPr lang="en-US" dirty="0"/>
              <a:t>Equal to x (Buffer)</a:t>
            </a:r>
          </a:p>
          <a:p>
            <a:pPr lvl="1"/>
            <a:r>
              <a:rPr lang="en-US" dirty="0"/>
              <a:t>Not (Inverter)</a:t>
            </a:r>
          </a:p>
          <a:p>
            <a:pPr lvl="1"/>
            <a:r>
              <a:rPr lang="en-US" dirty="0"/>
              <a:t>Always 1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9DDBCEA-6F72-4AF2-BE7A-DD79684C7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74C5A87-7209-46D2-858C-5ABAEC7E8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11F284F-AA1E-401E-9B3A-11E7C4F12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6037" y="3286896"/>
            <a:ext cx="6799532" cy="164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01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FECF7F-392B-408C-A0C9-B2905903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Boolean functions: Two inputs Boolean function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F041B6D-D8F7-4040-AE44-77CEF9AC1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570182"/>
            <a:ext cx="5699293" cy="4689907"/>
          </a:xfrm>
        </p:spPr>
        <p:txBody>
          <a:bodyPr/>
          <a:lstStyle/>
          <a:p>
            <a:r>
              <a:rPr lang="en-US" sz="2800" b="1" dirty="0"/>
              <a:t>Sixteen</a:t>
            </a:r>
            <a:r>
              <a:rPr lang="en-US" sz="2800" dirty="0"/>
              <a:t> 2 bit Boolean functions are defined. Among these, only 6 are frequently used:</a:t>
            </a:r>
          </a:p>
          <a:p>
            <a:pPr lvl="1"/>
            <a:r>
              <a:rPr lang="en-US" dirty="0"/>
              <a:t>And</a:t>
            </a:r>
          </a:p>
          <a:p>
            <a:pPr lvl="1"/>
            <a:r>
              <a:rPr lang="en-US" dirty="0" err="1"/>
              <a:t>Xor</a:t>
            </a:r>
            <a:endParaRPr lang="en-US" dirty="0"/>
          </a:p>
          <a:p>
            <a:pPr lvl="1"/>
            <a:r>
              <a:rPr lang="en-US" dirty="0"/>
              <a:t>Or</a:t>
            </a:r>
          </a:p>
          <a:p>
            <a:pPr lvl="1"/>
            <a:r>
              <a:rPr lang="en-US" dirty="0"/>
              <a:t>Nor</a:t>
            </a:r>
          </a:p>
          <a:p>
            <a:pPr lvl="1"/>
            <a:r>
              <a:rPr lang="en-US" dirty="0" err="1"/>
              <a:t>Xnor</a:t>
            </a:r>
            <a:endParaRPr lang="en-US" dirty="0"/>
          </a:p>
          <a:p>
            <a:pPr lvl="1"/>
            <a:r>
              <a:rPr lang="en-US" dirty="0"/>
              <a:t>Nand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2481ACD-5204-4873-A5D4-89CBAFD7E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1017C81-CA2A-4838-9F5D-5B4B2DA714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1874090-374E-4515-BE86-B8E2F1D46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581" y="1168400"/>
            <a:ext cx="4858782" cy="495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49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976114-0228-4778-81DE-220AF060D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Boolean functions: Logic Gates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F818F10-5484-40B5-9EA8-59B3D9C56C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1673" y="1168400"/>
                <a:ext cx="5617812" cy="5091689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/>
                  <a:t>Boolean functions can be identified by a </a:t>
                </a:r>
                <a:r>
                  <a:rPr lang="en-US" sz="2800" b="1" dirty="0"/>
                  <a:t>switching expression</a:t>
                </a:r>
                <a:r>
                  <a:rPr lang="en-US" sz="2800" dirty="0"/>
                  <a:t> or by a symbol called </a:t>
                </a:r>
                <a:r>
                  <a:rPr lang="en-US" sz="2800" b="1" dirty="0"/>
                  <a:t>Logic gate</a:t>
                </a:r>
              </a:p>
              <a:p>
                <a:pPr lvl="1"/>
                <a:r>
                  <a:rPr lang="en-US" b="1" dirty="0"/>
                  <a:t>Logic gates </a:t>
                </a:r>
                <a:r>
                  <a:rPr lang="en-US" dirty="0"/>
                  <a:t>are circuits composed by electronic components that perform the relative switching expression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sz="2800" i="1" u="sng" dirty="0">
                    <a:solidFill>
                      <a:srgbClr val="017840"/>
                    </a:solidFill>
                  </a:rPr>
                  <a:t>Note: </a:t>
                </a:r>
              </a:p>
              <a:p>
                <a:pPr marL="0" indent="0">
                  <a:buNone/>
                </a:pPr>
                <a:r>
                  <a:rPr lang="en-US" sz="2800" i="1" dirty="0">
                    <a:solidFill>
                      <a:srgbClr val="017840"/>
                    </a:solidFill>
                  </a:rPr>
                  <a:t>Negation is also indicated as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dirty="0" smtClean="0">
                            <a:solidFill>
                              <a:srgbClr val="01784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2800" b="0" i="1" dirty="0" smtClean="0">
                            <a:solidFill>
                              <a:srgbClr val="0178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t-IT" sz="2800" b="0" i="1" dirty="0" smtClean="0">
                            <a:solidFill>
                              <a:srgbClr val="01784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it-IT" sz="2800" b="0" i="1" dirty="0" smtClean="0">
                        <a:solidFill>
                          <a:srgbClr val="01784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i="1" u="sng" dirty="0">
                    <a:solidFill>
                      <a:srgbClr val="017840"/>
                    </a:solidFill>
                  </a:rPr>
                  <a:t>instead of x’</a:t>
                </a:r>
              </a:p>
              <a:p>
                <a:endParaRPr 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F818F10-5484-40B5-9EA8-59B3D9C56C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1673" y="1168400"/>
                <a:ext cx="5617812" cy="5091689"/>
              </a:xfrm>
              <a:blipFill>
                <a:blip r:embed="rId2"/>
                <a:stretch>
                  <a:fillRect l="-2169" t="-2156" r="-759" b="-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0D0DDCD-7620-47D8-A922-926DB458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2D3AADA-6FA3-440D-9149-C4D0ABDB5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CBDC711-0FF1-48A7-8DD8-172A04D6B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347" y="1003300"/>
            <a:ext cx="3890580" cy="5300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5388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762CDF-683D-41C1-A60F-C93C05BE2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Boolean functions: N inputs Boolean function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2398FF-F72B-46C9-93E7-ACC44F9F9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Logic gates </a:t>
            </a:r>
            <a:r>
              <a:rPr lang="en-US" sz="2400" dirty="0"/>
              <a:t>can be generalized for N inputs </a:t>
            </a:r>
          </a:p>
          <a:p>
            <a:r>
              <a:rPr lang="en-US" sz="2400" dirty="0"/>
              <a:t>Usually for physical reasons N is limited (about 8)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D1E1450-49B7-463D-9976-CA158F5DB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572C144-F3FC-41FA-922D-8B40F35BF7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BDA6630-0E20-42D3-936C-20A1C31A8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779" y="2663305"/>
            <a:ext cx="4450441" cy="2499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7260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9FF15C-40EF-4E62-B789-54730EA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Boolean Algebra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452D60-DBD2-486D-8117-7A5A1514E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Properties: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4057515-A2A8-43E9-85D7-C01B9D0D5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600DF2E-BDEF-45B4-86F8-78E8DF452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7E5948C-430D-44AB-9A4B-13BA87260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799" y="1168400"/>
            <a:ext cx="6224444" cy="494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647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5F39F6-5DE8-47C8-AEDB-ECFDCEB26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Minterms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5743E3-059C-4470-B19C-615FDAF18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20040"/>
            <a:r>
              <a:rPr lang="en-US" b="1" dirty="0"/>
              <a:t>Literals: </a:t>
            </a:r>
            <a:r>
              <a:rPr lang="en-US" dirty="0"/>
              <a:t>A single </a:t>
            </a:r>
            <a:r>
              <a:rPr lang="en-US" dirty="0" err="1"/>
              <a:t>boolean</a:t>
            </a:r>
            <a:r>
              <a:rPr lang="en-US" dirty="0"/>
              <a:t> variable</a:t>
            </a:r>
          </a:p>
          <a:p>
            <a:pPr marL="640080" lvl="1"/>
            <a:r>
              <a:rPr lang="en-US" dirty="0"/>
              <a:t>x, x’, z, y’….		</a:t>
            </a:r>
          </a:p>
          <a:p>
            <a:pPr marL="320040"/>
            <a:r>
              <a:rPr lang="en-US" b="1" dirty="0"/>
              <a:t>Product terms: </a:t>
            </a:r>
            <a:r>
              <a:rPr lang="en-US" dirty="0"/>
              <a:t>product of </a:t>
            </a:r>
            <a:r>
              <a:rPr lang="en-US" dirty="0" err="1"/>
              <a:t>boolean</a:t>
            </a:r>
            <a:r>
              <a:rPr lang="en-US" dirty="0"/>
              <a:t> variables</a:t>
            </a:r>
          </a:p>
          <a:p>
            <a:pPr marL="640080" lvl="1"/>
            <a:r>
              <a:rPr lang="en-US" dirty="0"/>
              <a:t>x, x</a:t>
            </a:r>
            <a:r>
              <a:rPr lang="en-US" baseline="-25000" dirty="0"/>
              <a:t>0</a:t>
            </a: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 , x</a:t>
            </a:r>
            <a:r>
              <a:rPr lang="en-US" baseline="-25000" dirty="0"/>
              <a:t>0</a:t>
            </a: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’ …</a:t>
            </a:r>
          </a:p>
          <a:p>
            <a:pPr marL="320040"/>
            <a:r>
              <a:rPr lang="en-US" b="1" dirty="0"/>
              <a:t>Sum of Products:</a:t>
            </a:r>
          </a:p>
          <a:p>
            <a:pPr marL="640080" lvl="1"/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x</a:t>
            </a:r>
            <a:r>
              <a:rPr lang="en-US" baseline="-25000" dirty="0"/>
              <a:t>3</a:t>
            </a:r>
          </a:p>
          <a:p>
            <a:pPr marL="411480" lvl="1" indent="0">
              <a:buNone/>
            </a:pPr>
            <a:endParaRPr lang="en-US" dirty="0"/>
          </a:p>
          <a:p>
            <a:pPr marL="365760"/>
            <a:r>
              <a:rPr lang="en-US" b="1" dirty="0" err="1"/>
              <a:t>Minterm</a:t>
            </a:r>
            <a:r>
              <a:rPr lang="en-US" b="1" dirty="0"/>
              <a:t>: </a:t>
            </a:r>
            <a:r>
              <a:rPr lang="en-US" dirty="0"/>
              <a:t>A </a:t>
            </a:r>
            <a:r>
              <a:rPr lang="en-US" dirty="0" err="1"/>
              <a:t>minterm</a:t>
            </a:r>
            <a:r>
              <a:rPr lang="en-US" dirty="0"/>
              <a:t> of </a:t>
            </a:r>
            <a:r>
              <a:rPr lang="en-US" i="1" dirty="0"/>
              <a:t>n</a:t>
            </a:r>
            <a:r>
              <a:rPr lang="en-US" dirty="0"/>
              <a:t> variables is a product term of </a:t>
            </a:r>
            <a:r>
              <a:rPr lang="en-US" i="1" dirty="0"/>
              <a:t>n</a:t>
            </a:r>
            <a:r>
              <a:rPr lang="en-US" dirty="0"/>
              <a:t> literals containing </a:t>
            </a:r>
            <a:r>
              <a:rPr lang="en-US" u="sng" dirty="0"/>
              <a:t>each</a:t>
            </a:r>
            <a:r>
              <a:rPr lang="en-US" dirty="0"/>
              <a:t> variable once in it, both negated or not</a:t>
            </a:r>
          </a:p>
          <a:p>
            <a:pPr marL="1005840" lvl="1" indent="-457200"/>
            <a:r>
              <a:rPr lang="en-US" dirty="0"/>
              <a:t>Ex n=3 </a:t>
            </a:r>
            <a:r>
              <a:rPr lang="en-US" dirty="0">
                <a:sym typeface="Wingdings" panose="05000000000000000000" pitchFamily="2" charset="2"/>
              </a:rPr>
              <a:t> 8 </a:t>
            </a:r>
            <a:r>
              <a:rPr lang="en-US" dirty="0" err="1">
                <a:sym typeface="Wingdings" panose="05000000000000000000" pitchFamily="2" charset="2"/>
              </a:rPr>
              <a:t>minterms</a:t>
            </a:r>
            <a:r>
              <a:rPr lang="en-US" dirty="0">
                <a:sym typeface="Wingdings" panose="05000000000000000000" pitchFamily="2" charset="2"/>
              </a:rPr>
              <a:t> m</a:t>
            </a:r>
            <a:r>
              <a:rPr lang="en-US" baseline="-25000" dirty="0">
                <a:sym typeface="Wingdings" panose="05000000000000000000" pitchFamily="2" charset="2"/>
              </a:rPr>
              <a:t>0</a:t>
            </a:r>
            <a:r>
              <a:rPr lang="en-US" dirty="0">
                <a:sym typeface="Wingdings" panose="05000000000000000000" pitchFamily="2" charset="2"/>
              </a:rPr>
              <a:t>,m</a:t>
            </a:r>
            <a:r>
              <a:rPr lang="en-US" baseline="-25000" dirty="0">
                <a:sym typeface="Wingdings" panose="05000000000000000000" pitchFamily="2" charset="2"/>
              </a:rPr>
              <a:t>1</a:t>
            </a:r>
            <a:r>
              <a:rPr lang="en-US" dirty="0">
                <a:sym typeface="Wingdings" panose="05000000000000000000" pitchFamily="2" charset="2"/>
              </a:rPr>
              <a:t>..m</a:t>
            </a:r>
            <a:r>
              <a:rPr lang="en-US" baseline="-25000" dirty="0">
                <a:sym typeface="Wingdings" panose="05000000000000000000" pitchFamily="2" charset="2"/>
              </a:rPr>
              <a:t>7</a:t>
            </a:r>
            <a:endParaRPr lang="en-US" baseline="-25000" dirty="0"/>
          </a:p>
          <a:p>
            <a:pPr marL="365760" lvl="1" indent="0">
              <a:buNone/>
            </a:pPr>
            <a:endParaRPr lang="en-US" dirty="0"/>
          </a:p>
          <a:p>
            <a:pPr marL="365760" lvl="1" indent="0">
              <a:buNone/>
            </a:pP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x</a:t>
            </a:r>
            <a:r>
              <a:rPr lang="en-US" baseline="-25000" dirty="0"/>
              <a:t>0</a:t>
            </a:r>
            <a:r>
              <a:rPr lang="en-US" dirty="0"/>
              <a:t>   x</a:t>
            </a:r>
            <a:r>
              <a:rPr lang="en-US" baseline="-25000" dirty="0"/>
              <a:t>2</a:t>
            </a:r>
            <a:r>
              <a:rPr lang="en-US" dirty="0"/>
              <a:t>’x</a:t>
            </a:r>
            <a:r>
              <a:rPr lang="en-US" baseline="-25000" dirty="0"/>
              <a:t>1</a:t>
            </a:r>
            <a:r>
              <a:rPr lang="en-US" dirty="0"/>
              <a:t>x</a:t>
            </a:r>
            <a:r>
              <a:rPr lang="en-US" baseline="-25000" dirty="0"/>
              <a:t>0</a:t>
            </a:r>
            <a:r>
              <a:rPr lang="en-US" dirty="0"/>
              <a:t>   are </a:t>
            </a:r>
            <a:r>
              <a:rPr lang="en-US" dirty="0" err="1"/>
              <a:t>minterms</a:t>
            </a:r>
            <a:endParaRPr lang="en-US" dirty="0"/>
          </a:p>
          <a:p>
            <a:pPr marL="365760" lvl="1" indent="0">
              <a:buNone/>
            </a:pP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x</a:t>
            </a:r>
            <a:r>
              <a:rPr lang="en-US" baseline="-25000" dirty="0"/>
              <a:t>1   </a:t>
            </a:r>
            <a:r>
              <a:rPr lang="en-US" dirty="0"/>
              <a:t> x</a:t>
            </a:r>
            <a:r>
              <a:rPr lang="en-US" baseline="-25000" dirty="0"/>
              <a:t>0</a:t>
            </a:r>
            <a:r>
              <a:rPr lang="en-US" dirty="0"/>
              <a:t>x</a:t>
            </a:r>
            <a:r>
              <a:rPr lang="en-US" baseline="-25000" dirty="0"/>
              <a:t>2   </a:t>
            </a:r>
            <a:r>
              <a:rPr lang="en-US" dirty="0"/>
              <a:t>       are  not </a:t>
            </a:r>
            <a:r>
              <a:rPr lang="en-US" dirty="0" err="1"/>
              <a:t>minterms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67684B2-E7D1-4D04-8A74-FB70659C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2824136-5BB4-49A0-BCBD-C507749A1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434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D1CDBE47-599A-4254-843B-4D0B7DE08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704" y="1937727"/>
            <a:ext cx="3675988" cy="1269353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51C34505-9DC2-4A54-AADB-1D7281B40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Minterms</a:t>
            </a:r>
            <a:r>
              <a:rPr lang="en-US" dirty="0"/>
              <a:t>: m-notation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5D1C37-2E3B-4A99-A898-430D6764A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indent="-457200"/>
            <a:r>
              <a:rPr lang="en-US" dirty="0"/>
              <a:t>Each </a:t>
            </a:r>
            <a:r>
              <a:rPr lang="en-US" dirty="0" err="1"/>
              <a:t>minterm</a:t>
            </a:r>
            <a:r>
              <a:rPr lang="en-US" dirty="0"/>
              <a:t> has a 1 value only for one assignment of the variables</a:t>
            </a:r>
          </a:p>
          <a:p>
            <a:pPr marL="960120" lvl="1" indent="-457200"/>
            <a:r>
              <a:rPr lang="en-US" dirty="0"/>
              <a:t>Ex m</a:t>
            </a:r>
            <a:r>
              <a:rPr lang="en-US" baseline="-25000" dirty="0"/>
              <a:t>3 </a:t>
            </a:r>
            <a:r>
              <a:rPr lang="en-US" dirty="0">
                <a:sym typeface="Wingdings" panose="05000000000000000000" pitchFamily="2" charset="2"/>
              </a:rPr>
              <a:t>1  if </a:t>
            </a: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’x</a:t>
            </a:r>
            <a:r>
              <a:rPr lang="en-US" baseline="-25000" dirty="0"/>
              <a:t>1</a:t>
            </a:r>
            <a:r>
              <a:rPr lang="en-US" dirty="0"/>
              <a:t>x</a:t>
            </a:r>
            <a:r>
              <a:rPr lang="en-US" baseline="-25000" dirty="0"/>
              <a:t>0</a:t>
            </a:r>
            <a:r>
              <a:rPr lang="en-US" dirty="0"/>
              <a:t> =011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6FF9121-ABDA-46A2-A1B9-CBBDA6CC9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9F9516B-715B-408A-BADF-4280A30BD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005A4A9-96E5-4456-9917-D40BECDE9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574" y="3207080"/>
            <a:ext cx="7732278" cy="308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7354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189DFA-DC4E-4AE1-AEF1-ED7568B58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Minterms</a:t>
            </a:r>
            <a:r>
              <a:rPr lang="en-US" dirty="0"/>
              <a:t>: sum of </a:t>
            </a:r>
            <a:r>
              <a:rPr lang="en-US" dirty="0" err="1"/>
              <a:t>minterms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E39091-A163-491C-B3C3-5C81C855A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sum of </a:t>
            </a:r>
            <a:r>
              <a:rPr lang="en-US" b="1" dirty="0" err="1"/>
              <a:t>minterms</a:t>
            </a:r>
            <a:r>
              <a:rPr lang="en-US" b="1" dirty="0"/>
              <a:t> </a:t>
            </a:r>
            <a:r>
              <a:rPr lang="en-US" dirty="0"/>
              <a:t>contains only not repeated </a:t>
            </a:r>
            <a:r>
              <a:rPr lang="en-US" dirty="0" err="1"/>
              <a:t>minterms</a:t>
            </a:r>
            <a:endParaRPr lang="en-US" dirty="0"/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1BEE49B-4C75-42D6-83BA-6D5736932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55CA4DB-CC3D-4489-AEAC-075F125910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4B12F256-B8FC-4548-99C0-B4D3EA868AC4}"/>
                  </a:ext>
                </a:extLst>
              </p:cNvPr>
              <p:cNvSpPr txBox="1"/>
              <p:nvPr/>
            </p:nvSpPr>
            <p:spPr>
              <a:xfrm>
                <a:off x="2207337" y="3557405"/>
                <a:ext cx="2585849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i="1">
                          <a:latin typeface="Cambria Math"/>
                        </a:rPr>
                        <m:t>𝑧</m:t>
                      </m:r>
                      <m:r>
                        <a:rPr lang="it-IT" sz="20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it-IT" sz="2000" i="1">
                              <a:latin typeface="Cambria Math"/>
                            </a:rPr>
                            <m:t>𝑚</m:t>
                          </m:r>
                          <m:r>
                            <a:rPr lang="it-IT" sz="2000" i="1">
                              <a:latin typeface="Cambria Math"/>
                            </a:rPr>
                            <m:t>(1,3)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4B12F256-B8FC-4548-99C0-B4D3EA868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337" y="3557405"/>
                <a:ext cx="2585849" cy="837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>
            <a:extLst>
              <a:ext uri="{FF2B5EF4-FFF2-40B4-BE49-F238E27FC236}">
                <a16:creationId xmlns:a16="http://schemas.microsoft.com/office/drawing/2014/main" id="{4C12C087-DDEC-427B-9B4A-8DFF506DBE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443" y="2343490"/>
            <a:ext cx="4546220" cy="313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6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B6AD35-8820-479A-BE57-E811E7A0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Maxterm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F419B96-F29B-44A8-AC77-04665B8C0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20040"/>
            <a:r>
              <a:rPr lang="en-US" b="1" dirty="0"/>
              <a:t>Sum terms: </a:t>
            </a:r>
            <a:r>
              <a:rPr lang="en-US" dirty="0"/>
              <a:t>sum of </a:t>
            </a:r>
            <a:r>
              <a:rPr lang="en-US" dirty="0" err="1"/>
              <a:t>boolean</a:t>
            </a:r>
            <a:r>
              <a:rPr lang="en-US" dirty="0"/>
              <a:t> variables</a:t>
            </a:r>
          </a:p>
          <a:p>
            <a:pPr marL="640080" lvl="1"/>
            <a:r>
              <a:rPr lang="en-US" dirty="0"/>
              <a:t>x,  x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 , x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’ …</a:t>
            </a:r>
          </a:p>
          <a:p>
            <a:pPr marL="320040"/>
            <a:r>
              <a:rPr lang="en-US" b="1" dirty="0"/>
              <a:t>Products of Sum :</a:t>
            </a:r>
          </a:p>
          <a:p>
            <a:pPr marL="640080" lvl="1"/>
            <a:r>
              <a:rPr lang="en-US" dirty="0"/>
              <a:t>(x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)(x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3</a:t>
            </a:r>
            <a:r>
              <a:rPr lang="en-US" dirty="0"/>
              <a:t>)</a:t>
            </a:r>
          </a:p>
          <a:p>
            <a:pPr marL="411480" lvl="1" indent="0">
              <a:buNone/>
            </a:pPr>
            <a:endParaRPr lang="en-US" dirty="0"/>
          </a:p>
          <a:p>
            <a:pPr marL="365760"/>
            <a:r>
              <a:rPr lang="en-US" b="1" dirty="0"/>
              <a:t>Maxterm: </a:t>
            </a:r>
            <a:r>
              <a:rPr lang="en-US" dirty="0"/>
              <a:t>A maxterm of </a:t>
            </a:r>
            <a:r>
              <a:rPr lang="en-US" i="1" dirty="0"/>
              <a:t>n</a:t>
            </a:r>
            <a:r>
              <a:rPr lang="en-US" dirty="0"/>
              <a:t> variables is a sum of </a:t>
            </a:r>
            <a:r>
              <a:rPr lang="en-US" i="1" dirty="0"/>
              <a:t>n</a:t>
            </a:r>
            <a:r>
              <a:rPr lang="en-US" dirty="0"/>
              <a:t> literals containing each variable once, both negated or not negated</a:t>
            </a:r>
          </a:p>
          <a:p>
            <a:pPr marL="891540" lvl="1" indent="-342900"/>
            <a:r>
              <a:rPr lang="en-US" dirty="0"/>
              <a:t>Ex n=3 </a:t>
            </a:r>
            <a:r>
              <a:rPr lang="en-US" dirty="0">
                <a:sym typeface="Wingdings" panose="05000000000000000000" pitchFamily="2" charset="2"/>
              </a:rPr>
              <a:t> 8 </a:t>
            </a:r>
            <a:r>
              <a:rPr lang="en-US">
                <a:sym typeface="Wingdings" panose="05000000000000000000" pitchFamily="2" charset="2"/>
              </a:rPr>
              <a:t>maxterms M</a:t>
            </a:r>
            <a:r>
              <a:rPr lang="en-US" baseline="-25000">
                <a:sym typeface="Wingdings" panose="05000000000000000000" pitchFamily="2" charset="2"/>
              </a:rPr>
              <a:t>0</a:t>
            </a:r>
            <a:r>
              <a:rPr lang="en-US">
                <a:sym typeface="Wingdings" panose="05000000000000000000" pitchFamily="2" charset="2"/>
              </a:rPr>
              <a:t>,M</a:t>
            </a:r>
            <a:r>
              <a:rPr lang="en-US" baseline="-25000">
                <a:sym typeface="Wingdings" panose="05000000000000000000" pitchFamily="2" charset="2"/>
              </a:rPr>
              <a:t>1</a:t>
            </a:r>
            <a:r>
              <a:rPr lang="en-US">
                <a:sym typeface="Wingdings" panose="05000000000000000000" pitchFamily="2" charset="2"/>
              </a:rPr>
              <a:t>..</a:t>
            </a:r>
            <a:r>
              <a:rPr lang="en-US" u="sng">
                <a:sym typeface="Wingdings" panose="05000000000000000000" pitchFamily="2" charset="2"/>
              </a:rPr>
              <a:t>M</a:t>
            </a:r>
            <a:r>
              <a:rPr lang="en-US" u="sng" baseline="-25000">
                <a:sym typeface="Wingdings" panose="05000000000000000000" pitchFamily="2" charset="2"/>
              </a:rPr>
              <a:t>7</a:t>
            </a:r>
            <a:endParaRPr lang="en-US" u="sng" baseline="-25000" dirty="0"/>
          </a:p>
          <a:p>
            <a:pPr marL="365760" lvl="1" indent="0">
              <a:buNone/>
            </a:pPr>
            <a:endParaRPr lang="en-US" dirty="0"/>
          </a:p>
          <a:p>
            <a:pPr marL="365760" lvl="1" indent="0">
              <a:buNone/>
            </a:pPr>
            <a:r>
              <a:rPr lang="en-US" dirty="0"/>
              <a:t>(x</a:t>
            </a:r>
            <a:r>
              <a:rPr lang="en-US" baseline="-25000" dirty="0"/>
              <a:t>2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)  (x</a:t>
            </a:r>
            <a:r>
              <a:rPr lang="en-US" baseline="-25000" dirty="0"/>
              <a:t>2+</a:t>
            </a:r>
            <a:r>
              <a:rPr lang="en-US" dirty="0"/>
              <a:t>x</a:t>
            </a:r>
            <a:r>
              <a:rPr lang="en-US" baseline="-25000" dirty="0"/>
              <a:t>1+</a:t>
            </a:r>
            <a:r>
              <a:rPr lang="en-US" dirty="0"/>
              <a:t>x</a:t>
            </a:r>
            <a:r>
              <a:rPr lang="en-US" baseline="-25000" dirty="0"/>
              <a:t>0</a:t>
            </a:r>
            <a:r>
              <a:rPr lang="en-US" dirty="0"/>
              <a:t>) are maxterms</a:t>
            </a:r>
          </a:p>
          <a:p>
            <a:pPr marL="365760" lvl="1" indent="0">
              <a:buNone/>
            </a:pPr>
            <a:r>
              <a:rPr lang="en-US" dirty="0"/>
              <a:t>(x</a:t>
            </a:r>
            <a:r>
              <a:rPr lang="en-US" baseline="-25000" dirty="0"/>
              <a:t>2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)</a:t>
            </a:r>
            <a:r>
              <a:rPr lang="en-US" baseline="-25000" dirty="0"/>
              <a:t>   </a:t>
            </a:r>
            <a:r>
              <a:rPr lang="en-US" dirty="0"/>
              <a:t> (x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2</a:t>
            </a:r>
            <a:r>
              <a:rPr lang="en-US" dirty="0"/>
              <a:t>)</a:t>
            </a:r>
            <a:r>
              <a:rPr lang="en-US" baseline="-25000" dirty="0"/>
              <a:t>   </a:t>
            </a:r>
            <a:r>
              <a:rPr lang="en-US" dirty="0"/>
              <a:t>       are  not maxterms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2645C7B-08AD-482B-9C5A-09234AE39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B3F1CE-33D6-48F2-987D-E7FC459567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275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64B15D-F0F1-422A-8B1C-882AAB732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Maxterms: product of maxterms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0C81CA1-0896-4E32-845D-18D8416A3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</a:t>
            </a:r>
            <a:r>
              <a:rPr lang="en-US" dirty="0" err="1"/>
              <a:t>Mamxterms</a:t>
            </a:r>
            <a:r>
              <a:rPr lang="en-US" dirty="0"/>
              <a:t> have an M-notation, so  M</a:t>
            </a:r>
            <a:r>
              <a:rPr lang="en-US" baseline="-25000" dirty="0"/>
              <a:t>3 </a:t>
            </a:r>
            <a:r>
              <a:rPr lang="en-US" dirty="0">
                <a:sym typeface="Wingdings" panose="05000000000000000000" pitchFamily="2" charset="2"/>
              </a:rPr>
              <a:t>0  if </a:t>
            </a: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’+x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 =100 (complement of </a:t>
            </a:r>
            <a:r>
              <a:rPr lang="en-US" dirty="0" err="1"/>
              <a:t>minterm</a:t>
            </a:r>
            <a:r>
              <a:rPr lang="en-US" dirty="0"/>
              <a:t>)</a:t>
            </a:r>
          </a:p>
          <a:p>
            <a:r>
              <a:rPr lang="en-US" dirty="0"/>
              <a:t>A </a:t>
            </a:r>
            <a:r>
              <a:rPr lang="en-US" b="1" dirty="0"/>
              <a:t>product of Maxterms </a:t>
            </a:r>
            <a:r>
              <a:rPr lang="en-US" dirty="0"/>
              <a:t>contains only not repeated Maxterms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C46B11D-F48B-4B62-946E-9D3CF541C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6E59B51-995F-43BD-99E1-A84F08A867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D6A1B18B-DE39-40B1-A415-87BBA4595E03}"/>
                  </a:ext>
                </a:extLst>
              </p:cNvPr>
              <p:cNvSpPr txBox="1"/>
              <p:nvPr/>
            </p:nvSpPr>
            <p:spPr>
              <a:xfrm>
                <a:off x="1821889" y="3435790"/>
                <a:ext cx="1740028" cy="763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/>
                        </a:rPr>
                        <m:t>𝑧</m:t>
                      </m:r>
                      <m:r>
                        <a:rPr lang="it-IT" i="1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subHide m:val="on"/>
                          <m:supHide m:val="on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it-IT" i="1">
                              <a:latin typeface="Cambria Math"/>
                            </a:rPr>
                            <m:t>𝑀</m:t>
                          </m:r>
                          <m:r>
                            <a:rPr lang="it-IT" i="1">
                              <a:latin typeface="Cambria Math"/>
                            </a:rPr>
                            <m:t>(4,6)</m:t>
                          </m:r>
                        </m:e>
                      </m:nary>
                    </m:oMath>
                  </m:oMathPara>
                </a14:m>
                <a:endParaRPr lang="en-US" sz="112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D6A1B18B-DE39-40B1-A415-87BBA4595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889" y="3435790"/>
                <a:ext cx="1740028" cy="7630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>
            <a:extLst>
              <a:ext uri="{FF2B5EF4-FFF2-40B4-BE49-F238E27FC236}">
                <a16:creationId xmlns:a16="http://schemas.microsoft.com/office/drawing/2014/main" id="{0072D4BE-CA2B-4CD0-9D0D-89B983823E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046" y="2952226"/>
            <a:ext cx="3986888" cy="273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414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C37AC2-FC1C-496B-940B-99BE26B55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Terms and Switching functions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30AF50C-44A9-45C4-AC8B-A1B3449A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4" y="1168400"/>
            <a:ext cx="7176654" cy="5091689"/>
          </a:xfrm>
        </p:spPr>
        <p:txBody>
          <a:bodyPr/>
          <a:lstStyle/>
          <a:p>
            <a:pPr marL="502920" indent="-457200"/>
            <a:r>
              <a:rPr lang="en-US" dirty="0"/>
              <a:t>Functions can be represented using </a:t>
            </a:r>
            <a:r>
              <a:rPr lang="en-US" dirty="0" err="1"/>
              <a:t>Minterms</a:t>
            </a:r>
            <a:r>
              <a:rPr lang="en-US" dirty="0"/>
              <a:t> or Maxterms</a:t>
            </a:r>
          </a:p>
          <a:p>
            <a:pPr marL="960120" lvl="1" indent="-457200"/>
            <a:r>
              <a:rPr lang="en-US" dirty="0"/>
              <a:t>If a function is incomplete, it is possible to use the </a:t>
            </a:r>
            <a:r>
              <a:rPr lang="en-US" b="1" dirty="0"/>
              <a:t>don’t care  (-)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97015FF-6DC7-491D-86C5-DF55D9534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F9C23A3-5F72-4CE2-B410-69B9CAF90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4C50CE0-DAAF-4A85-B54F-55D243DA2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847" y="1765243"/>
            <a:ext cx="4163123" cy="33275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7A5048F6-070B-4EAD-BFE7-D4CCBB4FAB9B}"/>
                  </a:ext>
                </a:extLst>
              </p:cNvPr>
              <p:cNvSpPr txBox="1"/>
              <p:nvPr/>
            </p:nvSpPr>
            <p:spPr>
              <a:xfrm>
                <a:off x="4386790" y="3714244"/>
                <a:ext cx="2529090" cy="9866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i="1">
                          <a:latin typeface="Cambria Math"/>
                        </a:rPr>
                        <m:t>𝐹</m:t>
                      </m:r>
                      <m:r>
                        <a:rPr lang="it-IT" sz="2400" i="1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subHide m:val="on"/>
                          <m:supHide m:val="on"/>
                          <m:ctrlPr>
                            <a:rPr lang="it-IT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it-IT" sz="2400" i="1">
                              <a:latin typeface="Cambria Math"/>
                            </a:rPr>
                            <m:t>𝑀</m:t>
                          </m:r>
                          <m:r>
                            <a:rPr lang="it-IT" sz="2400" i="1">
                              <a:latin typeface="Cambria Math"/>
                            </a:rPr>
                            <m:t>(0,6,7)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7A5048F6-070B-4EAD-BFE7-D4CCBB4FA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790" y="3714244"/>
                <a:ext cx="2529090" cy="986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647C9FB-21BC-47CA-ADF6-CB05E221BBDD}"/>
                  </a:ext>
                </a:extLst>
              </p:cNvPr>
              <p:cNvSpPr txBox="1"/>
              <p:nvPr/>
            </p:nvSpPr>
            <p:spPr>
              <a:xfrm>
                <a:off x="754432" y="3714244"/>
                <a:ext cx="2467278" cy="9866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i="1">
                          <a:latin typeface="Cambria Math"/>
                        </a:rPr>
                        <m:t>𝐹</m:t>
                      </m:r>
                      <m:r>
                        <a:rPr lang="it-IT" sz="24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it-IT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it-IT" sz="2400" i="1">
                              <a:latin typeface="Cambria Math"/>
                            </a:rPr>
                            <m:t>𝑚</m:t>
                          </m:r>
                          <m:r>
                            <a:rPr lang="it-IT" sz="2400" i="1">
                              <a:latin typeface="Cambria Math"/>
                            </a:rPr>
                            <m:t>(2,4,5)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647C9FB-21BC-47CA-ADF6-CB05E221B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432" y="3714244"/>
                <a:ext cx="2467278" cy="9866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58B9110-829A-4512-AC97-482BBB038F8B}"/>
              </a:ext>
            </a:extLst>
          </p:cNvPr>
          <p:cNvSpPr txBox="1"/>
          <p:nvPr/>
        </p:nvSpPr>
        <p:spPr>
          <a:xfrm>
            <a:off x="3563643" y="4022918"/>
            <a:ext cx="681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503590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B2B063-753D-449C-B6EA-2E72B1BF4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Design example 1/5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0114429-4FE9-4389-AD22-F02D09BA8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C0BDEB-D27E-42C8-9BF4-1AF69B35D5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78DE024A-457C-4F9C-8968-EC2F7BFDF0C5}"/>
                  </a:ext>
                </a:extLst>
              </p:cNvPr>
              <p:cNvSpPr txBox="1"/>
              <p:nvPr/>
            </p:nvSpPr>
            <p:spPr>
              <a:xfrm>
                <a:off x="2513745" y="2317651"/>
                <a:ext cx="2866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1600" i="1">
                        <a:latin typeface="Cambria Math"/>
                      </a:rPr>
                      <m:t>𝑥</m:t>
                    </m:r>
                    <m:r>
                      <a:rPr lang="it-IT" sz="1600" i="1">
                        <a:latin typeface="Cambria Math"/>
                      </a:rPr>
                      <m:t>,</m:t>
                    </m:r>
                    <m:r>
                      <a:rPr lang="it-IT" sz="1600" i="1">
                        <a:latin typeface="Cambria Math"/>
                      </a:rPr>
                      <m:t>𝑦</m:t>
                    </m:r>
                    <m:r>
                      <a:rPr lang="it-IT" sz="1600" i="1"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it-IT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it-IT" sz="1600" i="1">
                            <a:latin typeface="Cambria Math"/>
                            <a:ea typeface="Cambria Math"/>
                          </a:rPr>
                          <m:t>0,1,2,3</m:t>
                        </m:r>
                      </m:e>
                    </m:d>
                  </m:oMath>
                </a14:m>
                <a:r>
                  <a:rPr lang="en-US" sz="1600" dirty="0"/>
                  <a:t>      </a:t>
                </a:r>
                <a14:m>
                  <m:oMath xmlns:m="http://schemas.openxmlformats.org/officeDocument/2006/math">
                    <m:r>
                      <a:rPr lang="it-IT" sz="1600" i="1">
                        <a:latin typeface="Cambria Math"/>
                      </a:rPr>
                      <m:t>𝑧</m:t>
                    </m:r>
                    <m:r>
                      <a:rPr lang="it-IT" sz="1600" i="1"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it-IT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it-IT" sz="1600" i="1">
                            <a:latin typeface="Cambria Math"/>
                            <a:ea typeface="Cambria Math"/>
                          </a:rPr>
                          <m:t>𝐺</m:t>
                        </m:r>
                        <m:r>
                          <a:rPr lang="it-IT" sz="1600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it-IT" sz="1600" i="1">
                            <a:latin typeface="Cambria Math"/>
                            <a:ea typeface="Cambria Math"/>
                          </a:rPr>
                          <m:t>𝐸</m:t>
                        </m:r>
                        <m:r>
                          <a:rPr lang="it-IT" sz="1600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it-IT" sz="1600" i="1">
                            <a:latin typeface="Cambria Math"/>
                            <a:ea typeface="Cambria Math"/>
                          </a:rPr>
                          <m:t>𝑆</m:t>
                        </m:r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78DE024A-457C-4F9C-8968-EC2F7BFDF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745" y="2317651"/>
                <a:ext cx="2866297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sellaDiTesto 6">
            <a:extLst>
              <a:ext uri="{FF2B5EF4-FFF2-40B4-BE49-F238E27FC236}">
                <a16:creationId xmlns:a16="http://schemas.microsoft.com/office/drawing/2014/main" id="{E544DF97-ADBF-4FE1-A7A1-928E2DF274EA}"/>
              </a:ext>
            </a:extLst>
          </p:cNvPr>
          <p:cNvSpPr txBox="1"/>
          <p:nvPr/>
        </p:nvSpPr>
        <p:spPr>
          <a:xfrm>
            <a:off x="6949440" y="2152265"/>
            <a:ext cx="14389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G=GREATER</a:t>
            </a:r>
          </a:p>
          <a:p>
            <a:r>
              <a:rPr lang="en-US" sz="1600" dirty="0"/>
              <a:t>E=EQUAL</a:t>
            </a:r>
          </a:p>
          <a:p>
            <a:r>
              <a:rPr lang="en-US" sz="1600" dirty="0"/>
              <a:t>S=SMALLER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D77E509A-FFB9-4517-B371-B5B3E82ACB1E}"/>
                  </a:ext>
                </a:extLst>
              </p:cNvPr>
              <p:cNvSpPr txBox="1"/>
              <p:nvPr/>
            </p:nvSpPr>
            <p:spPr>
              <a:xfrm>
                <a:off x="4119598" y="3444805"/>
                <a:ext cx="3300327" cy="1117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sz="1800" dirty="0"/>
                  <a:t>FUNCTION </a:t>
                </a:r>
                <a14:m>
                  <m:oMath xmlns:m="http://schemas.openxmlformats.org/officeDocument/2006/math">
                    <m:r>
                      <a:rPr lang="it-IT" sz="1800">
                        <a:latin typeface="Cambria Math"/>
                      </a:rPr>
                      <m:t>   </m:t>
                    </m:r>
                    <m:r>
                      <m:rPr>
                        <m:sty m:val="p"/>
                      </m:rPr>
                      <a:rPr lang="it-IT" sz="1800">
                        <a:latin typeface="Cambria Math"/>
                      </a:rPr>
                      <m:t>Z</m:t>
                    </m:r>
                    <m:r>
                      <a:rPr lang="it-IT" sz="180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it-IT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sz="1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it-IT" sz="1800" i="1">
                                <a:latin typeface="Cambria Math"/>
                              </a:rPr>
                              <m:t>𝐺</m:t>
                            </m:r>
                            <m:r>
                              <a:rPr lang="it-IT" sz="1800" i="1">
                                <a:latin typeface="Cambria Math"/>
                              </a:rPr>
                              <m:t> </m:t>
                            </m:r>
                            <m:r>
                              <a:rPr lang="it-IT" sz="1800" i="1">
                                <a:latin typeface="Cambria Math"/>
                              </a:rPr>
                              <m:t>𝑖𝑓</m:t>
                            </m:r>
                            <m:r>
                              <a:rPr lang="it-IT" sz="1800" i="1">
                                <a:latin typeface="Cambria Math"/>
                              </a:rPr>
                              <m:t> </m:t>
                            </m:r>
                            <m:r>
                              <a:rPr lang="it-IT" sz="1800" i="1">
                                <a:latin typeface="Cambria Math"/>
                              </a:rPr>
                              <m:t>𝑥</m:t>
                            </m:r>
                            <m:r>
                              <a:rPr lang="it-IT" sz="1800" i="1">
                                <a:latin typeface="Cambria Math"/>
                              </a:rPr>
                              <m:t>&gt;</m:t>
                            </m:r>
                            <m:r>
                              <a:rPr lang="it-IT" sz="1800" i="1">
                                <a:latin typeface="Cambria Math"/>
                              </a:rPr>
                              <m:t>𝑦</m:t>
                            </m:r>
                          </m:e>
                          <m:e>
                            <m:r>
                              <a:rPr lang="it-IT" sz="1800" i="1">
                                <a:latin typeface="Cambria Math"/>
                              </a:rPr>
                              <m:t> </m:t>
                            </m:r>
                            <m:r>
                              <a:rPr lang="it-IT" sz="1800" i="1">
                                <a:latin typeface="Cambria Math"/>
                              </a:rPr>
                              <m:t>𝐸</m:t>
                            </m:r>
                            <m:r>
                              <a:rPr lang="it-IT" sz="1800" i="1">
                                <a:latin typeface="Cambria Math"/>
                              </a:rPr>
                              <m:t> </m:t>
                            </m:r>
                            <m:r>
                              <a:rPr lang="it-IT" sz="1800" i="1">
                                <a:latin typeface="Cambria Math"/>
                              </a:rPr>
                              <m:t>𝑖𝑓</m:t>
                            </m:r>
                            <m:r>
                              <a:rPr lang="it-IT" sz="1800" i="1">
                                <a:latin typeface="Cambria Math"/>
                              </a:rPr>
                              <m:t> </m:t>
                            </m:r>
                            <m:r>
                              <a:rPr lang="it-IT" sz="1800" i="1">
                                <a:latin typeface="Cambria Math"/>
                              </a:rPr>
                              <m:t>𝑥</m:t>
                            </m:r>
                            <m:r>
                              <a:rPr lang="it-IT" sz="1800" i="1">
                                <a:latin typeface="Cambria Math"/>
                              </a:rPr>
                              <m:t>=</m:t>
                            </m:r>
                            <m:r>
                              <a:rPr lang="it-IT" sz="1800" i="1">
                                <a:latin typeface="Cambria Math"/>
                              </a:rPr>
                              <m:t>𝑦</m:t>
                            </m:r>
                            <m:r>
                              <a:rPr lang="it-IT" sz="1800" i="1">
                                <a:latin typeface="Cambria Math"/>
                              </a:rPr>
                              <m:t> </m:t>
                            </m:r>
                          </m:e>
                          <m:e>
                            <m:r>
                              <a:rPr lang="it-IT" sz="1800" i="1">
                                <a:latin typeface="Cambria Math"/>
                              </a:rPr>
                              <m:t>𝑆</m:t>
                            </m:r>
                            <m:r>
                              <a:rPr lang="it-IT" sz="1800" i="1">
                                <a:latin typeface="Cambria Math"/>
                              </a:rPr>
                              <m:t> </m:t>
                            </m:r>
                            <m:r>
                              <a:rPr lang="it-IT" sz="1800" i="1">
                                <a:latin typeface="Cambria Math"/>
                              </a:rPr>
                              <m:t>𝑖𝑓</m:t>
                            </m:r>
                            <m:r>
                              <a:rPr lang="it-IT" sz="1800" i="1">
                                <a:latin typeface="Cambria Math"/>
                              </a:rPr>
                              <m:t> </m:t>
                            </m:r>
                            <m:r>
                              <a:rPr lang="it-IT" sz="1800" i="1">
                                <a:latin typeface="Cambria Math"/>
                              </a:rPr>
                              <m:t>𝑥</m:t>
                            </m:r>
                            <m:r>
                              <a:rPr lang="it-IT" sz="1800" i="1">
                                <a:latin typeface="Cambria Math"/>
                              </a:rPr>
                              <m:t>&lt;</m:t>
                            </m:r>
                            <m:r>
                              <a:rPr lang="it-IT" sz="1800" i="1">
                                <a:latin typeface="Cambria Math"/>
                              </a:rPr>
                              <m:t>𝑦</m:t>
                            </m:r>
                          </m:e>
                        </m:eqArr>
                      </m:e>
                    </m:d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D77E509A-FFB9-4517-B371-B5B3E82AC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598" y="3444805"/>
                <a:ext cx="3300327" cy="1117998"/>
              </a:xfrm>
              <a:prstGeom prst="rect">
                <a:avLst/>
              </a:prstGeom>
              <a:blipFill>
                <a:blip r:embed="rId3"/>
                <a:stretch>
                  <a:fillRect l="-16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egnaposto contenuto 4">
            <a:extLst>
              <a:ext uri="{FF2B5EF4-FFF2-40B4-BE49-F238E27FC236}">
                <a16:creationId xmlns:a16="http://schemas.microsoft.com/office/drawing/2014/main" id="{623B5AC6-34C2-4CB0-B0A7-F48AA2601045}"/>
              </a:ext>
            </a:extLst>
          </p:cNvPr>
          <p:cNvSpPr txBox="1">
            <a:spLocks/>
          </p:cNvSpPr>
          <p:nvPr/>
        </p:nvSpPr>
        <p:spPr>
          <a:xfrm>
            <a:off x="365760" y="1280160"/>
            <a:ext cx="6583680" cy="3652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1784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1784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1784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1784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1784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Wingdings" panose="05000000000000000000" pitchFamily="2" charset="2"/>
              <a:buNone/>
            </a:pPr>
            <a:r>
              <a:rPr lang="en-US"/>
              <a:t>Design a digital comparator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168054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6C5AF1-083C-4C3C-B227-DEA895C6F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Design example 2/5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43AE6E9-4C19-4FA4-A3B1-A49F461A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859C7C7-2B13-4DB5-B9FE-122C7A70D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1EF92F2-83D1-4C43-9191-0BAE7350B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38" y="1347112"/>
            <a:ext cx="7894323" cy="455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802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0B1F4F-99A1-441B-B950-F954EF612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Design example 3/5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56E7CB8-6E92-49D8-8FF3-7B09B313A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EE02B0F-FC3F-4E61-8499-5740EACD8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F587C4C-09F0-4256-A552-1EDDE84BB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581" y="2226793"/>
            <a:ext cx="6582837" cy="289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88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0C5C1E-72D1-4E03-8027-538FE65AE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Design example 4/5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192AEBB-6539-4937-9B5A-22DC1B2E2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D9136F5-DED8-4773-AB92-9C0388429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5286A11F-C5E6-4A78-AFC7-F8536C32B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064" y="1863160"/>
            <a:ext cx="4310552" cy="237633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0EE7EECD-CB49-4C70-9AE8-30FC86F6262A}"/>
              </a:ext>
            </a:extLst>
          </p:cNvPr>
          <p:cNvSpPr txBox="1"/>
          <p:nvPr/>
        </p:nvSpPr>
        <p:spPr>
          <a:xfrm>
            <a:off x="533547" y="4520049"/>
            <a:ext cx="620342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  <a:r>
              <a:rPr lang="en-US" baseline="-25000" dirty="0"/>
              <a:t>2 </a:t>
            </a:r>
            <a:r>
              <a:rPr lang="en-US" dirty="0"/>
              <a:t>=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>
                <a:solidFill>
                  <a:srgbClr val="C00000"/>
                </a:solidFill>
              </a:rPr>
              <a:t>’X</a:t>
            </a:r>
            <a:r>
              <a:rPr lang="en-US" baseline="-25000" dirty="0">
                <a:solidFill>
                  <a:srgbClr val="C00000"/>
                </a:solidFill>
              </a:rPr>
              <a:t>0</a:t>
            </a:r>
            <a:r>
              <a:rPr lang="en-US" dirty="0">
                <a:solidFill>
                  <a:srgbClr val="C00000"/>
                </a:solidFill>
              </a:rPr>
              <a:t>Y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>
                <a:solidFill>
                  <a:srgbClr val="C00000"/>
                </a:solidFill>
              </a:rPr>
              <a:t>’Y</a:t>
            </a:r>
            <a:r>
              <a:rPr lang="en-US" baseline="-25000" dirty="0">
                <a:solidFill>
                  <a:srgbClr val="C00000"/>
                </a:solidFill>
              </a:rPr>
              <a:t>0</a:t>
            </a:r>
            <a:r>
              <a:rPr lang="en-US" dirty="0">
                <a:solidFill>
                  <a:srgbClr val="C00000"/>
                </a:solidFill>
              </a:rPr>
              <a:t>’</a:t>
            </a:r>
            <a:r>
              <a:rPr lang="en-US" dirty="0"/>
              <a:t>+</a:t>
            </a:r>
            <a:r>
              <a:rPr lang="en-US" dirty="0">
                <a:solidFill>
                  <a:srgbClr val="FF0000"/>
                </a:solidFill>
              </a:rPr>
              <a:t>X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X</a:t>
            </a:r>
            <a:r>
              <a:rPr lang="en-US" baseline="-25000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’Y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’Y</a:t>
            </a:r>
            <a:r>
              <a:rPr lang="en-US" baseline="-25000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’</a:t>
            </a:r>
            <a:r>
              <a:rPr lang="en-US" dirty="0"/>
              <a:t>+</a:t>
            </a:r>
            <a:r>
              <a:rPr lang="en-US" dirty="0">
                <a:solidFill>
                  <a:srgbClr val="7030A0"/>
                </a:solidFill>
              </a:rPr>
              <a:t>X</a:t>
            </a:r>
            <a:r>
              <a:rPr lang="en-US" baseline="-25000" dirty="0">
                <a:solidFill>
                  <a:srgbClr val="7030A0"/>
                </a:solidFill>
              </a:rPr>
              <a:t>1</a:t>
            </a:r>
            <a:r>
              <a:rPr lang="en-US" dirty="0">
                <a:solidFill>
                  <a:srgbClr val="7030A0"/>
                </a:solidFill>
              </a:rPr>
              <a:t>X</a:t>
            </a:r>
            <a:r>
              <a:rPr lang="en-US" baseline="-25000" dirty="0">
                <a:solidFill>
                  <a:srgbClr val="7030A0"/>
                </a:solidFill>
              </a:rPr>
              <a:t>0</a:t>
            </a:r>
            <a:r>
              <a:rPr lang="en-US" dirty="0">
                <a:solidFill>
                  <a:srgbClr val="7030A0"/>
                </a:solidFill>
              </a:rPr>
              <a:t>Y</a:t>
            </a:r>
            <a:r>
              <a:rPr lang="en-US" baseline="-25000" dirty="0">
                <a:solidFill>
                  <a:srgbClr val="7030A0"/>
                </a:solidFill>
              </a:rPr>
              <a:t>1</a:t>
            </a:r>
            <a:r>
              <a:rPr lang="en-US" dirty="0">
                <a:solidFill>
                  <a:srgbClr val="7030A0"/>
                </a:solidFill>
              </a:rPr>
              <a:t>’Y</a:t>
            </a:r>
            <a:r>
              <a:rPr lang="en-US" baseline="-25000" dirty="0">
                <a:solidFill>
                  <a:srgbClr val="7030A0"/>
                </a:solidFill>
              </a:rPr>
              <a:t>0</a:t>
            </a:r>
            <a:r>
              <a:rPr lang="en-US" dirty="0">
                <a:solidFill>
                  <a:srgbClr val="7030A0"/>
                </a:solidFill>
              </a:rPr>
              <a:t>’</a:t>
            </a:r>
            <a:r>
              <a:rPr lang="en-US" dirty="0"/>
              <a:t>+ </a:t>
            </a:r>
            <a:r>
              <a:rPr lang="en-US" dirty="0">
                <a:solidFill>
                  <a:srgbClr val="00B0F0"/>
                </a:solidFill>
              </a:rPr>
              <a:t>X</a:t>
            </a:r>
            <a:r>
              <a:rPr lang="en-US" baseline="-25000" dirty="0">
                <a:solidFill>
                  <a:srgbClr val="00B0F0"/>
                </a:solidFill>
              </a:rPr>
              <a:t>1</a:t>
            </a:r>
            <a:r>
              <a:rPr lang="en-US" dirty="0">
                <a:solidFill>
                  <a:srgbClr val="00B0F0"/>
                </a:solidFill>
              </a:rPr>
              <a:t>X</a:t>
            </a:r>
            <a:r>
              <a:rPr lang="en-US" baseline="-25000" dirty="0">
                <a:solidFill>
                  <a:srgbClr val="00B0F0"/>
                </a:solidFill>
              </a:rPr>
              <a:t>0</a:t>
            </a:r>
            <a:r>
              <a:rPr lang="en-US" dirty="0">
                <a:solidFill>
                  <a:srgbClr val="00B0F0"/>
                </a:solidFill>
              </a:rPr>
              <a:t>’Y</a:t>
            </a:r>
            <a:r>
              <a:rPr lang="en-US" baseline="-25000" dirty="0">
                <a:solidFill>
                  <a:srgbClr val="00B0F0"/>
                </a:solidFill>
              </a:rPr>
              <a:t>1</a:t>
            </a:r>
            <a:r>
              <a:rPr lang="en-US" dirty="0">
                <a:solidFill>
                  <a:srgbClr val="00B0F0"/>
                </a:solidFill>
              </a:rPr>
              <a:t>’Y</a:t>
            </a:r>
            <a:r>
              <a:rPr lang="en-US" baseline="-25000" dirty="0">
                <a:solidFill>
                  <a:srgbClr val="00B0F0"/>
                </a:solidFill>
              </a:rPr>
              <a:t>0</a:t>
            </a:r>
            <a:r>
              <a:rPr lang="en-US" baseline="-25000" dirty="0"/>
              <a:t> </a:t>
            </a:r>
            <a:r>
              <a:rPr lang="en-US" dirty="0">
                <a:solidFill>
                  <a:srgbClr val="92D050"/>
                </a:solidFill>
                <a:latin typeface="+mn-lt"/>
              </a:rPr>
              <a:t>+ X</a:t>
            </a:r>
            <a:r>
              <a:rPr lang="en-US" baseline="-25000" dirty="0">
                <a:solidFill>
                  <a:srgbClr val="92D050"/>
                </a:solidFill>
                <a:latin typeface="+mn-lt"/>
              </a:rPr>
              <a:t>1</a:t>
            </a:r>
            <a:r>
              <a:rPr lang="en-US" dirty="0">
                <a:solidFill>
                  <a:srgbClr val="92D050"/>
                </a:solidFill>
                <a:latin typeface="+mn-lt"/>
              </a:rPr>
              <a:t>X</a:t>
            </a:r>
            <a:r>
              <a:rPr lang="en-US" baseline="-25000" dirty="0">
                <a:solidFill>
                  <a:srgbClr val="92D050"/>
                </a:solidFill>
                <a:latin typeface="+mn-lt"/>
              </a:rPr>
              <a:t>0</a:t>
            </a:r>
            <a:r>
              <a:rPr lang="en-US" dirty="0">
                <a:solidFill>
                  <a:srgbClr val="92D050"/>
                </a:solidFill>
                <a:latin typeface="+mn-lt"/>
              </a:rPr>
              <a:t>Y</a:t>
            </a:r>
            <a:r>
              <a:rPr lang="en-US" baseline="-25000" dirty="0">
                <a:solidFill>
                  <a:srgbClr val="92D050"/>
                </a:solidFill>
                <a:latin typeface="+mn-lt"/>
              </a:rPr>
              <a:t>1</a:t>
            </a:r>
            <a:r>
              <a:rPr lang="en-US" dirty="0">
                <a:solidFill>
                  <a:srgbClr val="92D050"/>
                </a:solidFill>
                <a:latin typeface="+mn-lt"/>
              </a:rPr>
              <a:t>’Y</a:t>
            </a:r>
            <a:r>
              <a:rPr lang="en-US" baseline="-25000" dirty="0">
                <a:solidFill>
                  <a:srgbClr val="92D050"/>
                </a:solidFill>
                <a:latin typeface="+mn-lt"/>
              </a:rPr>
              <a:t>0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+X</a:t>
            </a:r>
            <a:r>
              <a:rPr lang="en-US" baseline="-250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X</a:t>
            </a:r>
            <a:r>
              <a:rPr lang="en-US" baseline="-25000" dirty="0">
                <a:solidFill>
                  <a:schemeClr val="bg1">
                    <a:lumMod val="50000"/>
                  </a:schemeClr>
                </a:solidFill>
              </a:rPr>
              <a:t>0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Y</a:t>
            </a:r>
            <a:r>
              <a:rPr lang="en-US" baseline="-250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Y</a:t>
            </a:r>
            <a:r>
              <a:rPr lang="en-US" baseline="-25000" dirty="0">
                <a:solidFill>
                  <a:schemeClr val="bg1">
                    <a:lumMod val="50000"/>
                  </a:schemeClr>
                </a:solidFill>
              </a:rPr>
              <a:t>0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’</a:t>
            </a:r>
            <a:endParaRPr lang="en-US" baseline="-250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/>
              <a:t>Z</a:t>
            </a:r>
            <a:r>
              <a:rPr lang="en-US" baseline="-25000" dirty="0"/>
              <a:t>1</a:t>
            </a:r>
            <a:r>
              <a:rPr lang="en-US" dirty="0"/>
              <a:t>=…….</a:t>
            </a:r>
          </a:p>
          <a:p>
            <a:r>
              <a:rPr lang="en-US" dirty="0"/>
              <a:t>Z</a:t>
            </a:r>
            <a:r>
              <a:rPr lang="en-US" baseline="-25000" dirty="0"/>
              <a:t>0</a:t>
            </a:r>
            <a:r>
              <a:rPr lang="en-US" dirty="0"/>
              <a:t>=…….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271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958D35-81A6-4EB5-BE5E-5A603A994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Design example 5/5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CBE02D-3937-45B5-BD54-EA03F292B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5B5E41E-E580-4963-9C8D-6CD804CE9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2. Combinational systems - Fondamenti di Elettronica - Sergio Spanò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C115B692-32CB-447A-8D37-769439893B2D}"/>
                  </a:ext>
                </a:extLst>
              </p:cNvPr>
              <p:cNvSpPr txBox="1"/>
              <p:nvPr/>
            </p:nvSpPr>
            <p:spPr>
              <a:xfrm>
                <a:off x="299007" y="1168400"/>
                <a:ext cx="610404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Z</a:t>
                </a:r>
                <a:r>
                  <a:rPr lang="en-US" baseline="-25000" dirty="0"/>
                  <a:t>2 </a:t>
                </a:r>
                <a:r>
                  <a:rPr lang="en-US" dirty="0"/>
                  <a:t>=</a:t>
                </a:r>
                <a:r>
                  <a:rPr lang="en-US" dirty="0">
                    <a:solidFill>
                      <a:srgbClr val="C00000"/>
                    </a:solidFill>
                  </a:rPr>
                  <a:t>X</a:t>
                </a:r>
                <a:r>
                  <a:rPr lang="en-US" baseline="-25000" dirty="0">
                    <a:solidFill>
                      <a:srgbClr val="C00000"/>
                    </a:solidFill>
                  </a:rPr>
                  <a:t>1</a:t>
                </a:r>
                <a:r>
                  <a:rPr lang="en-US" dirty="0">
                    <a:solidFill>
                      <a:srgbClr val="C00000"/>
                    </a:solidFill>
                  </a:rPr>
                  <a:t>’X</a:t>
                </a:r>
                <a:r>
                  <a:rPr lang="en-US" baseline="-25000" dirty="0">
                    <a:solidFill>
                      <a:srgbClr val="C00000"/>
                    </a:solidFill>
                  </a:rPr>
                  <a:t>0</a:t>
                </a:r>
                <a:r>
                  <a:rPr lang="en-US" dirty="0">
                    <a:solidFill>
                      <a:srgbClr val="C00000"/>
                    </a:solidFill>
                  </a:rPr>
                  <a:t>Y</a:t>
                </a:r>
                <a:r>
                  <a:rPr lang="en-US" baseline="-25000" dirty="0">
                    <a:solidFill>
                      <a:srgbClr val="C00000"/>
                    </a:solidFill>
                  </a:rPr>
                  <a:t>1</a:t>
                </a:r>
                <a:r>
                  <a:rPr lang="en-US" dirty="0">
                    <a:solidFill>
                      <a:srgbClr val="C00000"/>
                    </a:solidFill>
                  </a:rPr>
                  <a:t>’Y</a:t>
                </a:r>
                <a:r>
                  <a:rPr lang="en-US" baseline="-25000" dirty="0">
                    <a:solidFill>
                      <a:srgbClr val="C00000"/>
                    </a:solidFill>
                  </a:rPr>
                  <a:t>0</a:t>
                </a:r>
                <a:r>
                  <a:rPr lang="en-US" dirty="0">
                    <a:solidFill>
                      <a:srgbClr val="C00000"/>
                    </a:solidFill>
                  </a:rPr>
                  <a:t>’</a:t>
                </a:r>
                <a:r>
                  <a:rPr lang="en-US" dirty="0"/>
                  <a:t>+</a:t>
                </a:r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baseline="-25000" dirty="0">
                    <a:solidFill>
                      <a:srgbClr val="FF0000"/>
                    </a:solidFill>
                  </a:rPr>
                  <a:t>0</a:t>
                </a:r>
                <a:r>
                  <a:rPr lang="en-US" dirty="0">
                    <a:solidFill>
                      <a:srgbClr val="FF0000"/>
                    </a:solidFill>
                  </a:rPr>
                  <a:t>’Y</a:t>
                </a:r>
                <a:r>
                  <a:rPr lang="en-US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dirty="0">
                    <a:solidFill>
                      <a:srgbClr val="FF0000"/>
                    </a:solidFill>
                  </a:rPr>
                  <a:t>’Y</a:t>
                </a:r>
                <a:r>
                  <a:rPr lang="en-US" baseline="-25000" dirty="0">
                    <a:solidFill>
                      <a:srgbClr val="FF0000"/>
                    </a:solidFill>
                  </a:rPr>
                  <a:t>0</a:t>
                </a:r>
                <a:r>
                  <a:rPr lang="en-US" dirty="0">
                    <a:solidFill>
                      <a:srgbClr val="FF0000"/>
                    </a:solidFill>
                  </a:rPr>
                  <a:t>’</a:t>
                </a:r>
                <a:r>
                  <a:rPr lang="en-US" dirty="0"/>
                  <a:t>+</a:t>
                </a:r>
                <a:r>
                  <a:rPr lang="en-US" dirty="0">
                    <a:solidFill>
                      <a:srgbClr val="7030A0"/>
                    </a:solidFill>
                  </a:rPr>
                  <a:t>X</a:t>
                </a:r>
                <a:r>
                  <a:rPr lang="en-US" baseline="-25000" dirty="0">
                    <a:solidFill>
                      <a:srgbClr val="7030A0"/>
                    </a:solidFill>
                  </a:rPr>
                  <a:t>1</a:t>
                </a:r>
                <a:r>
                  <a:rPr lang="en-US" dirty="0">
                    <a:solidFill>
                      <a:srgbClr val="7030A0"/>
                    </a:solidFill>
                  </a:rPr>
                  <a:t>X</a:t>
                </a:r>
                <a:r>
                  <a:rPr lang="en-US" baseline="-25000" dirty="0">
                    <a:solidFill>
                      <a:srgbClr val="7030A0"/>
                    </a:solidFill>
                  </a:rPr>
                  <a:t>0</a:t>
                </a:r>
                <a:r>
                  <a:rPr lang="en-US" dirty="0">
                    <a:solidFill>
                      <a:srgbClr val="7030A0"/>
                    </a:solidFill>
                  </a:rPr>
                  <a:t>Y</a:t>
                </a:r>
                <a:r>
                  <a:rPr lang="en-US" baseline="-25000" dirty="0">
                    <a:solidFill>
                      <a:srgbClr val="7030A0"/>
                    </a:solidFill>
                  </a:rPr>
                  <a:t>1</a:t>
                </a:r>
                <a:r>
                  <a:rPr lang="en-US" dirty="0">
                    <a:solidFill>
                      <a:srgbClr val="7030A0"/>
                    </a:solidFill>
                  </a:rPr>
                  <a:t>’Y</a:t>
                </a:r>
                <a:r>
                  <a:rPr lang="en-US" baseline="-25000" dirty="0">
                    <a:solidFill>
                      <a:srgbClr val="7030A0"/>
                    </a:solidFill>
                  </a:rPr>
                  <a:t>0</a:t>
                </a:r>
                <a:r>
                  <a:rPr lang="en-US" dirty="0">
                    <a:solidFill>
                      <a:srgbClr val="7030A0"/>
                    </a:solidFill>
                  </a:rPr>
                  <a:t>’</a:t>
                </a:r>
                <a:r>
                  <a:rPr lang="en-US" dirty="0"/>
                  <a:t>+ </a:t>
                </a:r>
                <a:r>
                  <a:rPr lang="en-US" dirty="0">
                    <a:solidFill>
                      <a:srgbClr val="00B0F0"/>
                    </a:solidFill>
                  </a:rPr>
                  <a:t>X</a:t>
                </a:r>
                <a:r>
                  <a:rPr lang="en-US" baseline="-25000" dirty="0">
                    <a:solidFill>
                      <a:srgbClr val="00B0F0"/>
                    </a:solidFill>
                  </a:rPr>
                  <a:t>1</a:t>
                </a:r>
                <a:r>
                  <a:rPr lang="en-US" dirty="0">
                    <a:solidFill>
                      <a:srgbClr val="00B0F0"/>
                    </a:solidFill>
                  </a:rPr>
                  <a:t>X</a:t>
                </a:r>
                <a:r>
                  <a:rPr lang="en-US" baseline="-25000" dirty="0">
                    <a:solidFill>
                      <a:srgbClr val="00B0F0"/>
                    </a:solidFill>
                  </a:rPr>
                  <a:t>0</a:t>
                </a:r>
                <a:r>
                  <a:rPr lang="en-US" dirty="0">
                    <a:solidFill>
                      <a:srgbClr val="00B0F0"/>
                    </a:solidFill>
                  </a:rPr>
                  <a:t>’Y</a:t>
                </a:r>
                <a:r>
                  <a:rPr lang="en-US" baseline="-25000" dirty="0">
                    <a:solidFill>
                      <a:srgbClr val="00B0F0"/>
                    </a:solidFill>
                  </a:rPr>
                  <a:t>1</a:t>
                </a:r>
                <a:r>
                  <a:rPr lang="en-US" dirty="0">
                    <a:solidFill>
                      <a:srgbClr val="00B0F0"/>
                    </a:solidFill>
                  </a:rPr>
                  <a:t>’Y</a:t>
                </a:r>
                <a:r>
                  <a:rPr lang="en-US" baseline="-25000" dirty="0">
                    <a:solidFill>
                      <a:srgbClr val="00B0F0"/>
                    </a:solidFill>
                  </a:rPr>
                  <a:t>0</a:t>
                </a:r>
                <a:r>
                  <a:rPr lang="en-US" baseline="-25000" dirty="0"/>
                  <a:t> </a:t>
                </a:r>
                <a:r>
                  <a:rPr lang="en-US" dirty="0">
                    <a:solidFill>
                      <a:srgbClr val="92D050"/>
                    </a:solidFill>
                  </a:rPr>
                  <a:t>+ X</a:t>
                </a:r>
                <a:r>
                  <a:rPr lang="en-US" baseline="-25000" dirty="0">
                    <a:solidFill>
                      <a:srgbClr val="92D050"/>
                    </a:solidFill>
                  </a:rPr>
                  <a:t>1</a:t>
                </a:r>
                <a:r>
                  <a:rPr lang="en-US" dirty="0">
                    <a:solidFill>
                      <a:srgbClr val="92D050"/>
                    </a:solidFill>
                  </a:rPr>
                  <a:t>X</a:t>
                </a:r>
                <a:r>
                  <a:rPr lang="en-US" baseline="-25000" dirty="0">
                    <a:solidFill>
                      <a:srgbClr val="92D050"/>
                    </a:solidFill>
                  </a:rPr>
                  <a:t>0</a:t>
                </a:r>
                <a:r>
                  <a:rPr lang="en-US" dirty="0">
                    <a:solidFill>
                      <a:srgbClr val="92D050"/>
                    </a:solidFill>
                  </a:rPr>
                  <a:t>Y</a:t>
                </a:r>
                <a:r>
                  <a:rPr lang="en-US" baseline="-25000" dirty="0">
                    <a:solidFill>
                      <a:srgbClr val="92D050"/>
                    </a:solidFill>
                  </a:rPr>
                  <a:t>1</a:t>
                </a:r>
                <a:r>
                  <a:rPr lang="en-US" dirty="0">
                    <a:solidFill>
                      <a:srgbClr val="92D050"/>
                    </a:solidFill>
                  </a:rPr>
                  <a:t>’Y</a:t>
                </a:r>
                <a:r>
                  <a:rPr lang="en-US" baseline="-25000" dirty="0">
                    <a:solidFill>
                      <a:srgbClr val="92D050"/>
                    </a:solidFill>
                  </a:rPr>
                  <a:t>0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+X</a:t>
                </a:r>
                <a:r>
                  <a:rPr lang="en-U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X</a:t>
                </a:r>
                <a:r>
                  <a:rPr lang="en-U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Y</a:t>
                </a:r>
                <a:r>
                  <a:rPr lang="en-U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Y</a:t>
                </a:r>
                <a:r>
                  <a:rPr lang="en-U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’</a:t>
                </a:r>
                <a:endParaRPr lang="en-US" baseline="-250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r>
                  <a:rPr lang="en-US" dirty="0"/>
                  <a:t>Z</a:t>
                </a:r>
                <a:r>
                  <a:rPr lang="en-US" baseline="-25000" dirty="0"/>
                  <a:t>2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it-IT" i="1">
                            <a:latin typeface="Cambria Math"/>
                          </a:rPr>
                          <m:t>𝑚</m:t>
                        </m:r>
                        <m:r>
                          <a:rPr lang="it-IT" i="1">
                            <a:latin typeface="Cambria Math"/>
                          </a:rPr>
                          <m:t>(4,8,9,12,13,14)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C115B692-32CB-447A-8D37-769439893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007" y="1168400"/>
                <a:ext cx="6104043" cy="523220"/>
              </a:xfrm>
              <a:prstGeom prst="rect">
                <a:avLst/>
              </a:prstGeom>
              <a:blipFill>
                <a:blip r:embed="rId2"/>
                <a:stretch>
                  <a:fillRect l="-799" t="-36471" r="-20579" b="-15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>
            <a:extLst>
              <a:ext uri="{FF2B5EF4-FFF2-40B4-BE49-F238E27FC236}">
                <a16:creationId xmlns:a16="http://schemas.microsoft.com/office/drawing/2014/main" id="{9D5B6AB0-9759-4539-BACC-AD84289015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203" y="1914196"/>
            <a:ext cx="5695405" cy="381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3879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niroma2">
      <a:majorFont>
        <a:latin typeface="Circe"/>
        <a:ea typeface=""/>
        <a:cs typeface=""/>
      </a:majorFont>
      <a:minorFont>
        <a:latin typeface="Cir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F4DA6F93ACA47834C5F1AA7E80C48" ma:contentTypeVersion="4" ma:contentTypeDescription="Creare un nuovo documento." ma:contentTypeScope="" ma:versionID="cf8840ca24e35f99379d94ac8611e8b4">
  <xsd:schema xmlns:xsd="http://www.w3.org/2001/XMLSchema" xmlns:xs="http://www.w3.org/2001/XMLSchema" xmlns:p="http://schemas.microsoft.com/office/2006/metadata/properties" xmlns:ns2="00bb4728-594f-4493-8b34-726ebf6f0213" targetNamespace="http://schemas.microsoft.com/office/2006/metadata/properties" ma:root="true" ma:fieldsID="555e8a1fede53dd261b7c97c7cc8142c" ns2:_="">
    <xsd:import namespace="00bb4728-594f-4493-8b34-726ebf6f02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bb4728-594f-4493-8b34-726ebf6f02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9271444-5576-473D-A894-B667EB2E7393}"/>
</file>

<file path=customXml/itemProps2.xml><?xml version="1.0" encoding="utf-8"?>
<ds:datastoreItem xmlns:ds="http://schemas.openxmlformats.org/officeDocument/2006/customXml" ds:itemID="{344ECA73-9E8C-4CE5-8C70-7C92DEB6F07E}"/>
</file>

<file path=customXml/itemProps3.xml><?xml version="1.0" encoding="utf-8"?>
<ds:datastoreItem xmlns:ds="http://schemas.openxmlformats.org/officeDocument/2006/customXml" ds:itemID="{080F7095-3F32-4BC7-A35B-80E673909867}"/>
</file>

<file path=docProps/app.xml><?xml version="1.0" encoding="utf-8"?>
<Properties xmlns="http://schemas.openxmlformats.org/officeDocument/2006/extended-properties" xmlns:vt="http://schemas.openxmlformats.org/officeDocument/2006/docPropsVTypes">
  <TotalTime>972</TotalTime>
  <Words>928</Words>
  <Application>Microsoft Office PowerPoint</Application>
  <PresentationFormat>Widescreen</PresentationFormat>
  <Paragraphs>149</Paragraphs>
  <Slides>22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8" baseType="lpstr">
      <vt:lpstr>Circe</vt:lpstr>
      <vt:lpstr>Cambria Math</vt:lpstr>
      <vt:lpstr>Arial</vt:lpstr>
      <vt:lpstr>Calibri</vt:lpstr>
      <vt:lpstr>Wingdings</vt:lpstr>
      <vt:lpstr>Tema di Office</vt:lpstr>
      <vt:lpstr>2. Combinational systems</vt:lpstr>
      <vt:lpstr>Digital System: generic architecture 1/2</vt:lpstr>
      <vt:lpstr>Digital System: generic architecture 2/2</vt:lpstr>
      <vt:lpstr>Digital System: combinational system 1/2</vt:lpstr>
      <vt:lpstr>Digital System: combinational system 2/2</vt:lpstr>
      <vt:lpstr>Boolean functions</vt:lpstr>
      <vt:lpstr>Boolean functions: One input Boolean functions</vt:lpstr>
      <vt:lpstr>Boolean functions: Two inputs Boolean function</vt:lpstr>
      <vt:lpstr>Boolean functions: Logic Gates</vt:lpstr>
      <vt:lpstr>Boolean functions: N inputs Boolean function</vt:lpstr>
      <vt:lpstr>Boolean Algebra</vt:lpstr>
      <vt:lpstr>Minterms</vt:lpstr>
      <vt:lpstr>Minterms: m-notation</vt:lpstr>
      <vt:lpstr>Minterms: sum of minterms</vt:lpstr>
      <vt:lpstr>Maxterm</vt:lpstr>
      <vt:lpstr>Maxterms: product of maxterms</vt:lpstr>
      <vt:lpstr>Terms and Switching functions</vt:lpstr>
      <vt:lpstr>Design example 1/5</vt:lpstr>
      <vt:lpstr>Design example 2/5</vt:lpstr>
      <vt:lpstr>Design example 3/5</vt:lpstr>
      <vt:lpstr>Design example 4/5</vt:lpstr>
      <vt:lpstr>Design example 5/5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Sergio Spanò</dc:creator>
  <cp:lastModifiedBy>Sergio Spanò</cp:lastModifiedBy>
  <cp:revision>15</cp:revision>
  <dcterms:created xsi:type="dcterms:W3CDTF">2022-02-08T10:22:25Z</dcterms:created>
  <dcterms:modified xsi:type="dcterms:W3CDTF">2023-05-17T13:34:59Z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0x010100DF3F4DA6F93ACA47834C5F1AA7E80C48</vt:lpwstr>
  </property>
</Properties>
</file>