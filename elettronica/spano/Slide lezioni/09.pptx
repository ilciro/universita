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fntdata" ContentType="application/x-fontdata"/>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9" r:id="rId12"/>
    <p:sldId id="270" r:id="rId13"/>
    <p:sldId id="271" r:id="rId14"/>
    <p:sldId id="272" r:id="rId15"/>
    <p:sldId id="266" r:id="rId16"/>
    <p:sldId id="267" r:id="rId17"/>
    <p:sldId id="268"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embeddedFontLst>
    <p:embeddedFont>
      <p:font typeface="Calibri" panose="020F0502020204030204" pitchFamily="34" charset="0"/>
      <p:regular r:id="rId30"/>
      <p:bold r:id="rId31"/>
      <p:italic r:id="rId32"/>
      <p:boldItalic r:id="rId33"/>
    </p:embeddedFont>
    <p:embeddedFont>
      <p:font typeface="Circe" panose="020B0502020203020203" pitchFamily="3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78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23" autoAdjust="0"/>
    <p:restoredTop sz="96240" autoAdjust="0"/>
  </p:normalViewPr>
  <p:slideViewPr>
    <p:cSldViewPr snapToGrid="0">
      <p:cViewPr varScale="1">
        <p:scale>
          <a:sx n="106" d="100"/>
          <a:sy n="106" d="100"/>
        </p:scale>
        <p:origin x="804" y="9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heme" Target="theme/theme1.xml"/><Relationship Id="rId40"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RGIO SPANO'" userId="3abdd0b9-513e-40ac-aad4-56920065037d" providerId="ADAL" clId="{A8F2856B-B642-43D1-A6AA-70598464A39C}"/>
    <pc:docChg chg="undo custSel addSld modSld">
      <pc:chgData name="SERGIO SPANO'" userId="3abdd0b9-513e-40ac-aad4-56920065037d" providerId="ADAL" clId="{A8F2856B-B642-43D1-A6AA-70598464A39C}" dt="2022-04-06T10:43:55.714" v="820" actId="15"/>
      <pc:docMkLst>
        <pc:docMk/>
      </pc:docMkLst>
      <pc:sldChg chg="addSp delSp modSp mod">
        <pc:chgData name="SERGIO SPANO'" userId="3abdd0b9-513e-40ac-aad4-56920065037d" providerId="ADAL" clId="{A8F2856B-B642-43D1-A6AA-70598464A39C}" dt="2022-04-06T09:01:10.722" v="285" actId="6549"/>
        <pc:sldMkLst>
          <pc:docMk/>
          <pc:sldMk cId="3726700529" sldId="280"/>
        </pc:sldMkLst>
        <pc:spChg chg="mod">
          <ac:chgData name="SERGIO SPANO'" userId="3abdd0b9-513e-40ac-aad4-56920065037d" providerId="ADAL" clId="{A8F2856B-B642-43D1-A6AA-70598464A39C}" dt="2022-04-06T09:00:44.392" v="268" actId="1076"/>
          <ac:spMkLst>
            <pc:docMk/>
            <pc:sldMk cId="3726700529" sldId="280"/>
            <ac:spMk id="3" creationId="{53F3A75D-D896-4A95-AE88-5DACF28DACD7}"/>
          </ac:spMkLst>
        </pc:spChg>
        <pc:spChg chg="add mod">
          <ac:chgData name="SERGIO SPANO'" userId="3abdd0b9-513e-40ac-aad4-56920065037d" providerId="ADAL" clId="{A8F2856B-B642-43D1-A6AA-70598464A39C}" dt="2022-04-06T08:49:16.718" v="45" actId="1076"/>
          <ac:spMkLst>
            <pc:docMk/>
            <pc:sldMk cId="3726700529" sldId="280"/>
            <ac:spMk id="8" creationId="{2596F2EC-AF48-48DB-8747-230F47833DA4}"/>
          </ac:spMkLst>
        </pc:spChg>
        <pc:spChg chg="add mod">
          <ac:chgData name="SERGIO SPANO'" userId="3abdd0b9-513e-40ac-aad4-56920065037d" providerId="ADAL" clId="{A8F2856B-B642-43D1-A6AA-70598464A39C}" dt="2022-04-06T08:58:20.314" v="220" actId="20577"/>
          <ac:spMkLst>
            <pc:docMk/>
            <pc:sldMk cId="3726700529" sldId="280"/>
            <ac:spMk id="21" creationId="{048677FB-0701-4D5D-BB5D-F8C9F6F1F582}"/>
          </ac:spMkLst>
        </pc:spChg>
        <pc:spChg chg="add mod">
          <ac:chgData name="SERGIO SPANO'" userId="3abdd0b9-513e-40ac-aad4-56920065037d" providerId="ADAL" clId="{A8F2856B-B642-43D1-A6AA-70598464A39C}" dt="2022-04-06T08:59:23.871" v="237" actId="1076"/>
          <ac:spMkLst>
            <pc:docMk/>
            <pc:sldMk cId="3726700529" sldId="280"/>
            <ac:spMk id="22" creationId="{49C43501-FEC7-4CF9-AE66-8A284FF39748}"/>
          </ac:spMkLst>
        </pc:spChg>
        <pc:spChg chg="add mod">
          <ac:chgData name="SERGIO SPANO'" userId="3abdd0b9-513e-40ac-aad4-56920065037d" providerId="ADAL" clId="{A8F2856B-B642-43D1-A6AA-70598464A39C}" dt="2022-04-06T09:00:37.959" v="263" actId="113"/>
          <ac:spMkLst>
            <pc:docMk/>
            <pc:sldMk cId="3726700529" sldId="280"/>
            <ac:spMk id="23" creationId="{54C5CFF0-5F75-47F7-934F-13F13DF5A729}"/>
          </ac:spMkLst>
        </pc:spChg>
        <pc:spChg chg="add mod">
          <ac:chgData name="SERGIO SPANO'" userId="3abdd0b9-513e-40ac-aad4-56920065037d" providerId="ADAL" clId="{A8F2856B-B642-43D1-A6AA-70598464A39C}" dt="2022-04-06T09:01:02.709" v="281" actId="20577"/>
          <ac:spMkLst>
            <pc:docMk/>
            <pc:sldMk cId="3726700529" sldId="280"/>
            <ac:spMk id="24" creationId="{FB3E6648-44E3-4ECF-AA3E-06630D735F96}"/>
          </ac:spMkLst>
        </pc:spChg>
        <pc:spChg chg="add mod">
          <ac:chgData name="SERGIO SPANO'" userId="3abdd0b9-513e-40ac-aad4-56920065037d" providerId="ADAL" clId="{A8F2856B-B642-43D1-A6AA-70598464A39C}" dt="2022-04-06T09:00:56.796" v="278" actId="20577"/>
          <ac:spMkLst>
            <pc:docMk/>
            <pc:sldMk cId="3726700529" sldId="280"/>
            <ac:spMk id="25" creationId="{D191C265-D0C2-4CB5-BA78-1D584476F691}"/>
          </ac:spMkLst>
        </pc:spChg>
        <pc:spChg chg="add mod">
          <ac:chgData name="SERGIO SPANO'" userId="3abdd0b9-513e-40ac-aad4-56920065037d" providerId="ADAL" clId="{A8F2856B-B642-43D1-A6AA-70598464A39C}" dt="2022-04-06T09:01:10.722" v="285" actId="6549"/>
          <ac:spMkLst>
            <pc:docMk/>
            <pc:sldMk cId="3726700529" sldId="280"/>
            <ac:spMk id="26" creationId="{E2BB26F9-DF73-4DE7-B331-C7A4C00A1B4F}"/>
          </ac:spMkLst>
        </pc:spChg>
        <pc:picChg chg="mod">
          <ac:chgData name="SERGIO SPANO'" userId="3abdd0b9-513e-40ac-aad4-56920065037d" providerId="ADAL" clId="{A8F2856B-B642-43D1-A6AA-70598464A39C}" dt="2022-04-06T08:49:16.718" v="45" actId="1076"/>
          <ac:picMkLst>
            <pc:docMk/>
            <pc:sldMk cId="3726700529" sldId="280"/>
            <ac:picMk id="6" creationId="{37F2096A-C44C-4917-A220-9C935866E3DF}"/>
          </ac:picMkLst>
        </pc:picChg>
        <pc:picChg chg="mod">
          <ac:chgData name="SERGIO SPANO'" userId="3abdd0b9-513e-40ac-aad4-56920065037d" providerId="ADAL" clId="{A8F2856B-B642-43D1-A6AA-70598464A39C}" dt="2022-04-06T08:49:16.718" v="45" actId="1076"/>
          <ac:picMkLst>
            <pc:docMk/>
            <pc:sldMk cId="3726700529" sldId="280"/>
            <ac:picMk id="7" creationId="{B62EF04C-1013-4D3C-898A-85860CDF7F07}"/>
          </ac:picMkLst>
        </pc:picChg>
        <pc:picChg chg="add del mod">
          <ac:chgData name="SERGIO SPANO'" userId="3abdd0b9-513e-40ac-aad4-56920065037d" providerId="ADAL" clId="{A8F2856B-B642-43D1-A6AA-70598464A39C}" dt="2022-04-06T08:50:26.677" v="61"/>
          <ac:picMkLst>
            <pc:docMk/>
            <pc:sldMk cId="3726700529" sldId="280"/>
            <ac:picMk id="15" creationId="{0FA47AFE-A2CF-419C-8B7A-2BB5B831518F}"/>
          </ac:picMkLst>
        </pc:picChg>
        <pc:picChg chg="add del mod">
          <ac:chgData name="SERGIO SPANO'" userId="3abdd0b9-513e-40ac-aad4-56920065037d" providerId="ADAL" clId="{A8F2856B-B642-43D1-A6AA-70598464A39C}" dt="2022-04-06T08:52:01.415" v="77" actId="478"/>
          <ac:picMkLst>
            <pc:docMk/>
            <pc:sldMk cId="3726700529" sldId="280"/>
            <ac:picMk id="16" creationId="{B9AAD1D5-31DE-4209-95DF-18F3A7033B1D}"/>
          </ac:picMkLst>
        </pc:picChg>
        <pc:picChg chg="add mod">
          <ac:chgData name="SERGIO SPANO'" userId="3abdd0b9-513e-40ac-aad4-56920065037d" providerId="ADAL" clId="{A8F2856B-B642-43D1-A6AA-70598464A39C}" dt="2022-04-06T08:54:25.483" v="108" actId="1036"/>
          <ac:picMkLst>
            <pc:docMk/>
            <pc:sldMk cId="3726700529" sldId="280"/>
            <ac:picMk id="18" creationId="{39FC8473-A955-46DF-B357-E018161A35E6}"/>
          </ac:picMkLst>
        </pc:picChg>
        <pc:picChg chg="add mod">
          <ac:chgData name="SERGIO SPANO'" userId="3abdd0b9-513e-40ac-aad4-56920065037d" providerId="ADAL" clId="{A8F2856B-B642-43D1-A6AA-70598464A39C}" dt="2022-04-06T08:57:09.006" v="135" actId="1037"/>
          <ac:picMkLst>
            <pc:docMk/>
            <pc:sldMk cId="3726700529" sldId="280"/>
            <ac:picMk id="19" creationId="{C6C06047-BE1C-4FC5-92E8-E744D66AB02E}"/>
          </ac:picMkLst>
        </pc:picChg>
        <pc:picChg chg="add mod">
          <ac:chgData name="SERGIO SPANO'" userId="3abdd0b9-513e-40ac-aad4-56920065037d" providerId="ADAL" clId="{A8F2856B-B642-43D1-A6AA-70598464A39C}" dt="2022-04-06T08:56:51.178" v="133" actId="1035"/>
          <ac:picMkLst>
            <pc:docMk/>
            <pc:sldMk cId="3726700529" sldId="280"/>
            <ac:picMk id="20" creationId="{095AC2AF-4D59-4CBD-8C54-88CD178B6A7B}"/>
          </ac:picMkLst>
        </pc:picChg>
        <pc:picChg chg="add del mod">
          <ac:chgData name="SERGIO SPANO'" userId="3abdd0b9-513e-40ac-aad4-56920065037d" providerId="ADAL" clId="{A8F2856B-B642-43D1-A6AA-70598464A39C}" dt="2022-04-06T08:52:02.105" v="78" actId="478"/>
          <ac:picMkLst>
            <pc:docMk/>
            <pc:sldMk cId="3726700529" sldId="280"/>
            <ac:picMk id="1026" creationId="{C124E0FE-9405-4989-AE6B-C2A4391601A6}"/>
          </ac:picMkLst>
        </pc:picChg>
        <pc:picChg chg="add mod">
          <ac:chgData name="SERGIO SPANO'" userId="3abdd0b9-513e-40ac-aad4-56920065037d" providerId="ADAL" clId="{A8F2856B-B642-43D1-A6AA-70598464A39C}" dt="2022-04-06T08:54:25.483" v="108" actId="1036"/>
          <ac:picMkLst>
            <pc:docMk/>
            <pc:sldMk cId="3726700529" sldId="280"/>
            <ac:picMk id="1028" creationId="{DBA3FED2-0278-47B9-987C-9A910E67ABA2}"/>
          </ac:picMkLst>
        </pc:picChg>
        <pc:cxnChg chg="add del mod">
          <ac:chgData name="SERGIO SPANO'" userId="3abdd0b9-513e-40ac-aad4-56920065037d" providerId="ADAL" clId="{A8F2856B-B642-43D1-A6AA-70598464A39C}" dt="2022-04-06T08:53:32.548" v="93" actId="478"/>
          <ac:cxnSpMkLst>
            <pc:docMk/>
            <pc:sldMk cId="3726700529" sldId="280"/>
            <ac:cxnSpMk id="10" creationId="{8E58E788-1677-4465-970D-DE132688880C}"/>
          </ac:cxnSpMkLst>
        </pc:cxnChg>
        <pc:cxnChg chg="add del mod">
          <ac:chgData name="SERGIO SPANO'" userId="3abdd0b9-513e-40ac-aad4-56920065037d" providerId="ADAL" clId="{A8F2856B-B642-43D1-A6AA-70598464A39C}" dt="2022-04-06T08:53:31.787" v="92" actId="478"/>
          <ac:cxnSpMkLst>
            <pc:docMk/>
            <pc:sldMk cId="3726700529" sldId="280"/>
            <ac:cxnSpMk id="13" creationId="{520CAA30-1765-4C9C-8A83-2AF892E01650}"/>
          </ac:cxnSpMkLst>
        </pc:cxnChg>
      </pc:sldChg>
      <pc:sldChg chg="addSp delSp modSp mod">
        <pc:chgData name="SERGIO SPANO'" userId="3abdd0b9-513e-40ac-aad4-56920065037d" providerId="ADAL" clId="{A8F2856B-B642-43D1-A6AA-70598464A39C}" dt="2022-04-06T09:06:33.630" v="343" actId="1076"/>
        <pc:sldMkLst>
          <pc:docMk/>
          <pc:sldMk cId="3412644732" sldId="281"/>
        </pc:sldMkLst>
        <pc:spChg chg="mod">
          <ac:chgData name="SERGIO SPANO'" userId="3abdd0b9-513e-40ac-aad4-56920065037d" providerId="ADAL" clId="{A8F2856B-B642-43D1-A6AA-70598464A39C}" dt="2022-04-06T09:03:58.632" v="314" actId="20577"/>
          <ac:spMkLst>
            <pc:docMk/>
            <pc:sldMk cId="3412644732" sldId="281"/>
            <ac:spMk id="2" creationId="{B7376F84-8FF3-46B0-8170-557B3F27B439}"/>
          </ac:spMkLst>
        </pc:spChg>
        <pc:spChg chg="del">
          <ac:chgData name="SERGIO SPANO'" userId="3abdd0b9-513e-40ac-aad4-56920065037d" providerId="ADAL" clId="{A8F2856B-B642-43D1-A6AA-70598464A39C}" dt="2022-04-06T09:04:14.572" v="315" actId="478"/>
          <ac:spMkLst>
            <pc:docMk/>
            <pc:sldMk cId="3412644732" sldId="281"/>
            <ac:spMk id="3" creationId="{3A5FAAA7-74D9-460C-B450-733F2987148A}"/>
          </ac:spMkLst>
        </pc:spChg>
        <pc:spChg chg="add mod">
          <ac:chgData name="SERGIO SPANO'" userId="3abdd0b9-513e-40ac-aad4-56920065037d" providerId="ADAL" clId="{A8F2856B-B642-43D1-A6AA-70598464A39C}" dt="2022-04-06T09:06:33.630" v="343" actId="1076"/>
          <ac:spMkLst>
            <pc:docMk/>
            <pc:sldMk cId="3412644732" sldId="281"/>
            <ac:spMk id="7" creationId="{CCB19BFA-2D39-4301-9F52-D443F1B42609}"/>
          </ac:spMkLst>
        </pc:spChg>
        <pc:spChg chg="add del mod">
          <ac:chgData name="SERGIO SPANO'" userId="3abdd0b9-513e-40ac-aad4-56920065037d" providerId="ADAL" clId="{A8F2856B-B642-43D1-A6AA-70598464A39C}" dt="2022-04-06T09:05:10.827" v="319" actId="478"/>
          <ac:spMkLst>
            <pc:docMk/>
            <pc:sldMk cId="3412644732" sldId="281"/>
            <ac:spMk id="8" creationId="{CBF00BD8-6456-456C-9723-C0A9E1AB976D}"/>
          </ac:spMkLst>
        </pc:spChg>
        <pc:spChg chg="add del mod">
          <ac:chgData name="SERGIO SPANO'" userId="3abdd0b9-513e-40ac-aad4-56920065037d" providerId="ADAL" clId="{A8F2856B-B642-43D1-A6AA-70598464A39C}" dt="2022-04-06T09:05:12.119" v="320" actId="478"/>
          <ac:spMkLst>
            <pc:docMk/>
            <pc:sldMk cId="3412644732" sldId="281"/>
            <ac:spMk id="10" creationId="{3AFE17F4-D74A-4FED-A27E-DE4D636EEE1A}"/>
          </ac:spMkLst>
        </pc:spChg>
        <pc:spChg chg="add del mod">
          <ac:chgData name="SERGIO SPANO'" userId="3abdd0b9-513e-40ac-aad4-56920065037d" providerId="ADAL" clId="{A8F2856B-B642-43D1-A6AA-70598464A39C}" dt="2022-04-06T09:05:12.685" v="321" actId="478"/>
          <ac:spMkLst>
            <pc:docMk/>
            <pc:sldMk cId="3412644732" sldId="281"/>
            <ac:spMk id="11" creationId="{58DD2A16-577C-459E-B871-E249F750FBA7}"/>
          </ac:spMkLst>
        </pc:spChg>
        <pc:spChg chg="add mod">
          <ac:chgData name="SERGIO SPANO'" userId="3abdd0b9-513e-40ac-aad4-56920065037d" providerId="ADAL" clId="{A8F2856B-B642-43D1-A6AA-70598464A39C}" dt="2022-04-06T09:06:33.630" v="343" actId="1076"/>
          <ac:spMkLst>
            <pc:docMk/>
            <pc:sldMk cId="3412644732" sldId="281"/>
            <ac:spMk id="14" creationId="{A9922155-8873-412C-8CA0-B628EB7193C2}"/>
          </ac:spMkLst>
        </pc:spChg>
        <pc:picChg chg="add del mod">
          <ac:chgData name="SERGIO SPANO'" userId="3abdd0b9-513e-40ac-aad4-56920065037d" providerId="ADAL" clId="{A8F2856B-B642-43D1-A6AA-70598464A39C}" dt="2022-04-06T09:06:33.630" v="343" actId="1076"/>
          <ac:picMkLst>
            <pc:docMk/>
            <pc:sldMk cId="3412644732" sldId="281"/>
            <ac:picMk id="6" creationId="{089E7140-4EFB-441E-ACEB-6316B4FB9030}"/>
          </ac:picMkLst>
        </pc:picChg>
        <pc:cxnChg chg="add del mod">
          <ac:chgData name="SERGIO SPANO'" userId="3abdd0b9-513e-40ac-aad4-56920065037d" providerId="ADAL" clId="{A8F2856B-B642-43D1-A6AA-70598464A39C}" dt="2022-04-06T09:05:25.260" v="326" actId="478"/>
          <ac:cxnSpMkLst>
            <pc:docMk/>
            <pc:sldMk cId="3412644732" sldId="281"/>
            <ac:cxnSpMk id="9" creationId="{9A30B59A-21A0-49D2-BCC7-E1F232D82F75}"/>
          </ac:cxnSpMkLst>
        </pc:cxnChg>
        <pc:cxnChg chg="add del mod">
          <ac:chgData name="SERGIO SPANO'" userId="3abdd0b9-513e-40ac-aad4-56920065037d" providerId="ADAL" clId="{A8F2856B-B642-43D1-A6AA-70598464A39C}" dt="2022-04-06T09:05:25.260" v="326" actId="478"/>
          <ac:cxnSpMkLst>
            <pc:docMk/>
            <pc:sldMk cId="3412644732" sldId="281"/>
            <ac:cxnSpMk id="12" creationId="{9F4ED37F-2784-44D8-AFB9-5F9D96A8B771}"/>
          </ac:cxnSpMkLst>
        </pc:cxnChg>
        <pc:cxnChg chg="add del mod">
          <ac:chgData name="SERGIO SPANO'" userId="3abdd0b9-513e-40ac-aad4-56920065037d" providerId="ADAL" clId="{A8F2856B-B642-43D1-A6AA-70598464A39C}" dt="2022-04-06T09:05:25.260" v="326" actId="478"/>
          <ac:cxnSpMkLst>
            <pc:docMk/>
            <pc:sldMk cId="3412644732" sldId="281"/>
            <ac:cxnSpMk id="13" creationId="{8A567912-6FC0-49C5-94DC-D5DC86F01631}"/>
          </ac:cxnSpMkLst>
        </pc:cxnChg>
      </pc:sldChg>
      <pc:sldChg chg="addSp delSp modSp new mod">
        <pc:chgData name="SERGIO SPANO'" userId="3abdd0b9-513e-40ac-aad4-56920065037d" providerId="ADAL" clId="{A8F2856B-B642-43D1-A6AA-70598464A39C}" dt="2022-04-06T09:09:31.222" v="452" actId="6549"/>
        <pc:sldMkLst>
          <pc:docMk/>
          <pc:sldMk cId="3231799088" sldId="282"/>
        </pc:sldMkLst>
        <pc:spChg chg="mod">
          <ac:chgData name="SERGIO SPANO'" userId="3abdd0b9-513e-40ac-aad4-56920065037d" providerId="ADAL" clId="{A8F2856B-B642-43D1-A6AA-70598464A39C}" dt="2022-04-06T09:08:35.360" v="368" actId="20577"/>
          <ac:spMkLst>
            <pc:docMk/>
            <pc:sldMk cId="3231799088" sldId="282"/>
            <ac:spMk id="2" creationId="{92ED54FE-BABA-46DC-9009-BEB76458DAF6}"/>
          </ac:spMkLst>
        </pc:spChg>
        <pc:spChg chg="del">
          <ac:chgData name="SERGIO SPANO'" userId="3abdd0b9-513e-40ac-aad4-56920065037d" providerId="ADAL" clId="{A8F2856B-B642-43D1-A6AA-70598464A39C}" dt="2022-04-06T09:08:37.955" v="369" actId="478"/>
          <ac:spMkLst>
            <pc:docMk/>
            <pc:sldMk cId="3231799088" sldId="282"/>
            <ac:spMk id="3" creationId="{2EA7182C-20D3-4443-B2B1-D745F4256B00}"/>
          </ac:spMkLst>
        </pc:spChg>
        <pc:spChg chg="add mod">
          <ac:chgData name="SERGIO SPANO'" userId="3abdd0b9-513e-40ac-aad4-56920065037d" providerId="ADAL" clId="{A8F2856B-B642-43D1-A6AA-70598464A39C}" dt="2022-04-06T09:09:31.222" v="452" actId="6549"/>
          <ac:spMkLst>
            <pc:docMk/>
            <pc:sldMk cId="3231799088" sldId="282"/>
            <ac:spMk id="7" creationId="{E1EFBCEA-C9D3-4A96-9C69-4E8B5ABCEA29}"/>
          </ac:spMkLst>
        </pc:spChg>
        <pc:picChg chg="add mod">
          <ac:chgData name="SERGIO SPANO'" userId="3abdd0b9-513e-40ac-aad4-56920065037d" providerId="ADAL" clId="{A8F2856B-B642-43D1-A6AA-70598464A39C}" dt="2022-04-06T09:08:49.698" v="374" actId="1076"/>
          <ac:picMkLst>
            <pc:docMk/>
            <pc:sldMk cId="3231799088" sldId="282"/>
            <ac:picMk id="6" creationId="{182BD3CB-7AF2-46D5-9818-D372556E71D4}"/>
          </ac:picMkLst>
        </pc:picChg>
      </pc:sldChg>
      <pc:sldChg chg="modSp new mod">
        <pc:chgData name="SERGIO SPANO'" userId="3abdd0b9-513e-40ac-aad4-56920065037d" providerId="ADAL" clId="{A8F2856B-B642-43D1-A6AA-70598464A39C}" dt="2022-04-06T09:11:13.816" v="484" actId="20577"/>
        <pc:sldMkLst>
          <pc:docMk/>
          <pc:sldMk cId="3895530577" sldId="283"/>
        </pc:sldMkLst>
        <pc:spChg chg="mod">
          <ac:chgData name="SERGIO SPANO'" userId="3abdd0b9-513e-40ac-aad4-56920065037d" providerId="ADAL" clId="{A8F2856B-B642-43D1-A6AA-70598464A39C}" dt="2022-04-06T09:09:52.163" v="464" actId="20577"/>
          <ac:spMkLst>
            <pc:docMk/>
            <pc:sldMk cId="3895530577" sldId="283"/>
            <ac:spMk id="2" creationId="{05CE6E27-6F3A-469B-9908-1D6C5F6DB3F1}"/>
          </ac:spMkLst>
        </pc:spChg>
        <pc:spChg chg="mod">
          <ac:chgData name="SERGIO SPANO'" userId="3abdd0b9-513e-40ac-aad4-56920065037d" providerId="ADAL" clId="{A8F2856B-B642-43D1-A6AA-70598464A39C}" dt="2022-04-06T09:11:13.816" v="484" actId="20577"/>
          <ac:spMkLst>
            <pc:docMk/>
            <pc:sldMk cId="3895530577" sldId="283"/>
            <ac:spMk id="3" creationId="{1C34A831-02D0-42F2-A9BE-BBEE435A8D53}"/>
          </ac:spMkLst>
        </pc:spChg>
      </pc:sldChg>
      <pc:sldChg chg="addSp delSp modSp new mod">
        <pc:chgData name="SERGIO SPANO'" userId="3abdd0b9-513e-40ac-aad4-56920065037d" providerId="ADAL" clId="{A8F2856B-B642-43D1-A6AA-70598464A39C}" dt="2022-04-06T10:35:46.443" v="700" actId="732"/>
        <pc:sldMkLst>
          <pc:docMk/>
          <pc:sldMk cId="1351616054" sldId="284"/>
        </pc:sldMkLst>
        <pc:spChg chg="mod">
          <ac:chgData name="SERGIO SPANO'" userId="3abdd0b9-513e-40ac-aad4-56920065037d" providerId="ADAL" clId="{A8F2856B-B642-43D1-A6AA-70598464A39C}" dt="2022-04-06T10:25:53.773" v="533" actId="20577"/>
          <ac:spMkLst>
            <pc:docMk/>
            <pc:sldMk cId="1351616054" sldId="284"/>
            <ac:spMk id="2" creationId="{7187F570-64FC-49B2-8536-04109D6EE67E}"/>
          </ac:spMkLst>
        </pc:spChg>
        <pc:spChg chg="del">
          <ac:chgData name="SERGIO SPANO'" userId="3abdd0b9-513e-40ac-aad4-56920065037d" providerId="ADAL" clId="{A8F2856B-B642-43D1-A6AA-70598464A39C}" dt="2022-04-06T10:22:49.082" v="488" actId="478"/>
          <ac:spMkLst>
            <pc:docMk/>
            <pc:sldMk cId="1351616054" sldId="284"/>
            <ac:spMk id="3" creationId="{A7AB5DE4-4DC9-459B-99F7-3AAB4902773F}"/>
          </ac:spMkLst>
        </pc:spChg>
        <pc:spChg chg="add mod">
          <ac:chgData name="SERGIO SPANO'" userId="3abdd0b9-513e-40ac-aad4-56920065037d" providerId="ADAL" clId="{A8F2856B-B642-43D1-A6AA-70598464A39C}" dt="2022-04-06T10:31:08.309" v="618" actId="688"/>
          <ac:spMkLst>
            <pc:docMk/>
            <pc:sldMk cId="1351616054" sldId="284"/>
            <ac:spMk id="9" creationId="{CD8E85B6-2E39-4691-83DD-BDC9FE87978A}"/>
          </ac:spMkLst>
        </pc:spChg>
        <pc:spChg chg="add mod">
          <ac:chgData name="SERGIO SPANO'" userId="3abdd0b9-513e-40ac-aad4-56920065037d" providerId="ADAL" clId="{A8F2856B-B642-43D1-A6AA-70598464A39C}" dt="2022-04-06T10:28:27.160" v="600" actId="20577"/>
          <ac:spMkLst>
            <pc:docMk/>
            <pc:sldMk cId="1351616054" sldId="284"/>
            <ac:spMk id="10" creationId="{B3AB6E5F-17C1-45A8-AA3C-2FC113A5C81C}"/>
          </ac:spMkLst>
        </pc:spChg>
        <pc:spChg chg="add del mod">
          <ac:chgData name="SERGIO SPANO'" userId="3abdd0b9-513e-40ac-aad4-56920065037d" providerId="ADAL" clId="{A8F2856B-B642-43D1-A6AA-70598464A39C}" dt="2022-04-06T10:35:46.104" v="699" actId="767"/>
          <ac:spMkLst>
            <pc:docMk/>
            <pc:sldMk cId="1351616054" sldId="284"/>
            <ac:spMk id="11" creationId="{AEB1BDBE-E78B-4EB8-8A6A-3099F8D4BB04}"/>
          </ac:spMkLst>
        </pc:spChg>
        <pc:picChg chg="add del mod">
          <ac:chgData name="SERGIO SPANO'" userId="3abdd0b9-513e-40ac-aad4-56920065037d" providerId="ADAL" clId="{A8F2856B-B642-43D1-A6AA-70598464A39C}" dt="2022-04-06T10:22:57.359" v="491" actId="478"/>
          <ac:picMkLst>
            <pc:docMk/>
            <pc:sldMk cId="1351616054" sldId="284"/>
            <ac:picMk id="6" creationId="{E21F11FA-9EEB-426D-AE91-E93A7BAEB737}"/>
          </ac:picMkLst>
        </pc:picChg>
        <pc:picChg chg="add del mod">
          <ac:chgData name="SERGIO SPANO'" userId="3abdd0b9-513e-40ac-aad4-56920065037d" providerId="ADAL" clId="{A8F2856B-B642-43D1-A6AA-70598464A39C}" dt="2022-04-06T10:24:33.588" v="496" actId="478"/>
          <ac:picMkLst>
            <pc:docMk/>
            <pc:sldMk cId="1351616054" sldId="284"/>
            <ac:picMk id="7" creationId="{CD37DB6C-1DE5-47B7-BD94-F209C162DF23}"/>
          </ac:picMkLst>
        </pc:picChg>
        <pc:picChg chg="add mod modCrop">
          <ac:chgData name="SERGIO SPANO'" userId="3abdd0b9-513e-40ac-aad4-56920065037d" providerId="ADAL" clId="{A8F2856B-B642-43D1-A6AA-70598464A39C}" dt="2022-04-06T10:35:46.443" v="700" actId="732"/>
          <ac:picMkLst>
            <pc:docMk/>
            <pc:sldMk cId="1351616054" sldId="284"/>
            <ac:picMk id="8" creationId="{44BB1362-CB3E-4CA4-A238-5B5E6454D761}"/>
          </ac:picMkLst>
        </pc:picChg>
      </pc:sldChg>
      <pc:sldChg chg="addSp delSp modSp new mod">
        <pc:chgData name="SERGIO SPANO'" userId="3abdd0b9-513e-40ac-aad4-56920065037d" providerId="ADAL" clId="{A8F2856B-B642-43D1-A6AA-70598464A39C}" dt="2022-04-06T10:39:28.908" v="749" actId="1037"/>
        <pc:sldMkLst>
          <pc:docMk/>
          <pc:sldMk cId="2827394057" sldId="285"/>
        </pc:sldMkLst>
        <pc:spChg chg="mod">
          <ac:chgData name="SERGIO SPANO'" userId="3abdd0b9-513e-40ac-aad4-56920065037d" providerId="ADAL" clId="{A8F2856B-B642-43D1-A6AA-70598464A39C}" dt="2022-04-06T10:26:00.435" v="535"/>
          <ac:spMkLst>
            <pc:docMk/>
            <pc:sldMk cId="2827394057" sldId="285"/>
            <ac:spMk id="2" creationId="{D3C3BB57-C073-477D-82B1-58739F3F7408}"/>
          </ac:spMkLst>
        </pc:spChg>
        <pc:spChg chg="del">
          <ac:chgData name="SERGIO SPANO'" userId="3abdd0b9-513e-40ac-aad4-56920065037d" providerId="ADAL" clId="{A8F2856B-B642-43D1-A6AA-70598464A39C}" dt="2022-04-06T10:25:21.843" v="503" actId="478"/>
          <ac:spMkLst>
            <pc:docMk/>
            <pc:sldMk cId="2827394057" sldId="285"/>
            <ac:spMk id="3" creationId="{33E491A7-38D7-4056-83EF-3BCC7E82F9CD}"/>
          </ac:spMkLst>
        </pc:spChg>
        <pc:spChg chg="mod">
          <ac:chgData name="SERGIO SPANO'" userId="3abdd0b9-513e-40ac-aad4-56920065037d" providerId="ADAL" clId="{A8F2856B-B642-43D1-A6AA-70598464A39C}" dt="2022-04-06T10:25:22.172" v="504"/>
          <ac:spMkLst>
            <pc:docMk/>
            <pc:sldMk cId="2827394057" sldId="285"/>
            <ac:spMk id="7" creationId="{B915B797-8E20-4D0E-90D5-8A22713A655D}"/>
          </ac:spMkLst>
        </pc:spChg>
        <pc:spChg chg="mod">
          <ac:chgData name="SERGIO SPANO'" userId="3abdd0b9-513e-40ac-aad4-56920065037d" providerId="ADAL" clId="{A8F2856B-B642-43D1-A6AA-70598464A39C}" dt="2022-04-06T10:25:22.172" v="504"/>
          <ac:spMkLst>
            <pc:docMk/>
            <pc:sldMk cId="2827394057" sldId="285"/>
            <ac:spMk id="8" creationId="{EEB36644-A0AD-4879-8557-3A34B6F6DC70}"/>
          </ac:spMkLst>
        </pc:spChg>
        <pc:spChg chg="mod">
          <ac:chgData name="SERGIO SPANO'" userId="3abdd0b9-513e-40ac-aad4-56920065037d" providerId="ADAL" clId="{A8F2856B-B642-43D1-A6AA-70598464A39C}" dt="2022-04-06T10:25:22.172" v="504"/>
          <ac:spMkLst>
            <pc:docMk/>
            <pc:sldMk cId="2827394057" sldId="285"/>
            <ac:spMk id="9" creationId="{A2E9B6C9-2036-4C7C-8986-851083EFE4B8}"/>
          </ac:spMkLst>
        </pc:spChg>
        <pc:spChg chg="mod">
          <ac:chgData name="SERGIO SPANO'" userId="3abdd0b9-513e-40ac-aad4-56920065037d" providerId="ADAL" clId="{A8F2856B-B642-43D1-A6AA-70598464A39C}" dt="2022-04-06T10:25:22.172" v="504"/>
          <ac:spMkLst>
            <pc:docMk/>
            <pc:sldMk cId="2827394057" sldId="285"/>
            <ac:spMk id="10" creationId="{48695B32-18C8-41D8-9718-614BDA15E44F}"/>
          </ac:spMkLst>
        </pc:spChg>
        <pc:spChg chg="mod">
          <ac:chgData name="SERGIO SPANO'" userId="3abdd0b9-513e-40ac-aad4-56920065037d" providerId="ADAL" clId="{A8F2856B-B642-43D1-A6AA-70598464A39C}" dt="2022-04-06T10:25:22.172" v="504"/>
          <ac:spMkLst>
            <pc:docMk/>
            <pc:sldMk cId="2827394057" sldId="285"/>
            <ac:spMk id="11" creationId="{59A730CD-9416-433E-B5BB-3EFC7E50F8D7}"/>
          </ac:spMkLst>
        </pc:spChg>
        <pc:spChg chg="mod">
          <ac:chgData name="SERGIO SPANO'" userId="3abdd0b9-513e-40ac-aad4-56920065037d" providerId="ADAL" clId="{A8F2856B-B642-43D1-A6AA-70598464A39C}" dt="2022-04-06T10:25:22.172" v="504"/>
          <ac:spMkLst>
            <pc:docMk/>
            <pc:sldMk cId="2827394057" sldId="285"/>
            <ac:spMk id="12" creationId="{2AFB3569-393E-4FC0-8ABC-2B7B0D93E78B}"/>
          </ac:spMkLst>
        </pc:spChg>
        <pc:spChg chg="mod">
          <ac:chgData name="SERGIO SPANO'" userId="3abdd0b9-513e-40ac-aad4-56920065037d" providerId="ADAL" clId="{A8F2856B-B642-43D1-A6AA-70598464A39C}" dt="2022-04-06T10:25:22.172" v="504"/>
          <ac:spMkLst>
            <pc:docMk/>
            <pc:sldMk cId="2827394057" sldId="285"/>
            <ac:spMk id="13" creationId="{BF0A1DE6-E23F-44D8-9D3E-21746C690760}"/>
          </ac:spMkLst>
        </pc:spChg>
        <pc:spChg chg="mod">
          <ac:chgData name="SERGIO SPANO'" userId="3abdd0b9-513e-40ac-aad4-56920065037d" providerId="ADAL" clId="{A8F2856B-B642-43D1-A6AA-70598464A39C}" dt="2022-04-06T10:25:22.172" v="504"/>
          <ac:spMkLst>
            <pc:docMk/>
            <pc:sldMk cId="2827394057" sldId="285"/>
            <ac:spMk id="14" creationId="{74A3B331-FDB7-4E3C-9643-E1F3E4B31C1E}"/>
          </ac:spMkLst>
        </pc:spChg>
        <pc:spChg chg="mod">
          <ac:chgData name="SERGIO SPANO'" userId="3abdd0b9-513e-40ac-aad4-56920065037d" providerId="ADAL" clId="{A8F2856B-B642-43D1-A6AA-70598464A39C}" dt="2022-04-06T10:25:22.172" v="504"/>
          <ac:spMkLst>
            <pc:docMk/>
            <pc:sldMk cId="2827394057" sldId="285"/>
            <ac:spMk id="15" creationId="{BCC2A5FE-7369-47D1-9215-B0D553D7FE6C}"/>
          </ac:spMkLst>
        </pc:spChg>
        <pc:spChg chg="mod">
          <ac:chgData name="SERGIO SPANO'" userId="3abdd0b9-513e-40ac-aad4-56920065037d" providerId="ADAL" clId="{A8F2856B-B642-43D1-A6AA-70598464A39C}" dt="2022-04-06T10:25:22.172" v="504"/>
          <ac:spMkLst>
            <pc:docMk/>
            <pc:sldMk cId="2827394057" sldId="285"/>
            <ac:spMk id="16" creationId="{BDC4AD6F-55F2-4144-84AB-B32B949D26F1}"/>
          </ac:spMkLst>
        </pc:spChg>
        <pc:spChg chg="mod">
          <ac:chgData name="SERGIO SPANO'" userId="3abdd0b9-513e-40ac-aad4-56920065037d" providerId="ADAL" clId="{A8F2856B-B642-43D1-A6AA-70598464A39C}" dt="2022-04-06T10:25:22.172" v="504"/>
          <ac:spMkLst>
            <pc:docMk/>
            <pc:sldMk cId="2827394057" sldId="285"/>
            <ac:spMk id="17" creationId="{BF96B9DD-E20C-4EFE-B1B6-B005953EDB5A}"/>
          </ac:spMkLst>
        </pc:spChg>
        <pc:spChg chg="mod">
          <ac:chgData name="SERGIO SPANO'" userId="3abdd0b9-513e-40ac-aad4-56920065037d" providerId="ADAL" clId="{A8F2856B-B642-43D1-A6AA-70598464A39C}" dt="2022-04-06T10:25:22.172" v="504"/>
          <ac:spMkLst>
            <pc:docMk/>
            <pc:sldMk cId="2827394057" sldId="285"/>
            <ac:spMk id="18" creationId="{0F27A8FD-2779-4A92-8484-146D8782157F}"/>
          </ac:spMkLst>
        </pc:spChg>
        <pc:spChg chg="mod">
          <ac:chgData name="SERGIO SPANO'" userId="3abdd0b9-513e-40ac-aad4-56920065037d" providerId="ADAL" clId="{A8F2856B-B642-43D1-A6AA-70598464A39C}" dt="2022-04-06T10:25:22.172" v="504"/>
          <ac:spMkLst>
            <pc:docMk/>
            <pc:sldMk cId="2827394057" sldId="285"/>
            <ac:spMk id="19" creationId="{954EE8A2-053B-419F-9F62-F579E814855B}"/>
          </ac:spMkLst>
        </pc:spChg>
        <pc:spChg chg="mod">
          <ac:chgData name="SERGIO SPANO'" userId="3abdd0b9-513e-40ac-aad4-56920065037d" providerId="ADAL" clId="{A8F2856B-B642-43D1-A6AA-70598464A39C}" dt="2022-04-06T10:25:22.172" v="504"/>
          <ac:spMkLst>
            <pc:docMk/>
            <pc:sldMk cId="2827394057" sldId="285"/>
            <ac:spMk id="20" creationId="{5BE98882-3010-4597-B020-5D2623B0C458}"/>
          </ac:spMkLst>
        </pc:spChg>
        <pc:spChg chg="mod">
          <ac:chgData name="SERGIO SPANO'" userId="3abdd0b9-513e-40ac-aad4-56920065037d" providerId="ADAL" clId="{A8F2856B-B642-43D1-A6AA-70598464A39C}" dt="2022-04-06T10:25:22.172" v="504"/>
          <ac:spMkLst>
            <pc:docMk/>
            <pc:sldMk cId="2827394057" sldId="285"/>
            <ac:spMk id="21" creationId="{2C7DBBE5-050D-40A0-BA30-A2DCE8EC9481}"/>
          </ac:spMkLst>
        </pc:spChg>
        <pc:spChg chg="mod">
          <ac:chgData name="SERGIO SPANO'" userId="3abdd0b9-513e-40ac-aad4-56920065037d" providerId="ADAL" clId="{A8F2856B-B642-43D1-A6AA-70598464A39C}" dt="2022-04-06T10:25:22.172" v="504"/>
          <ac:spMkLst>
            <pc:docMk/>
            <pc:sldMk cId="2827394057" sldId="285"/>
            <ac:spMk id="22" creationId="{3C4681DC-4AD7-49F3-A5F0-0DF37F2D561A}"/>
          </ac:spMkLst>
        </pc:spChg>
        <pc:spChg chg="mod">
          <ac:chgData name="SERGIO SPANO'" userId="3abdd0b9-513e-40ac-aad4-56920065037d" providerId="ADAL" clId="{A8F2856B-B642-43D1-A6AA-70598464A39C}" dt="2022-04-06T10:25:22.172" v="504"/>
          <ac:spMkLst>
            <pc:docMk/>
            <pc:sldMk cId="2827394057" sldId="285"/>
            <ac:spMk id="27" creationId="{18968F14-AB5C-41F0-859C-0CAB7A402A06}"/>
          </ac:spMkLst>
        </pc:spChg>
        <pc:spChg chg="mod">
          <ac:chgData name="SERGIO SPANO'" userId="3abdd0b9-513e-40ac-aad4-56920065037d" providerId="ADAL" clId="{A8F2856B-B642-43D1-A6AA-70598464A39C}" dt="2022-04-06T10:25:22.172" v="504"/>
          <ac:spMkLst>
            <pc:docMk/>
            <pc:sldMk cId="2827394057" sldId="285"/>
            <ac:spMk id="28" creationId="{D0221634-84D1-4831-87D9-C8BEAF398F5B}"/>
          </ac:spMkLst>
        </pc:spChg>
        <pc:spChg chg="mod">
          <ac:chgData name="SERGIO SPANO'" userId="3abdd0b9-513e-40ac-aad4-56920065037d" providerId="ADAL" clId="{A8F2856B-B642-43D1-A6AA-70598464A39C}" dt="2022-04-06T10:25:22.172" v="504"/>
          <ac:spMkLst>
            <pc:docMk/>
            <pc:sldMk cId="2827394057" sldId="285"/>
            <ac:spMk id="29" creationId="{4B92BF82-173A-4FEB-931D-8F0036123BE5}"/>
          </ac:spMkLst>
        </pc:spChg>
        <pc:spChg chg="mod">
          <ac:chgData name="SERGIO SPANO'" userId="3abdd0b9-513e-40ac-aad4-56920065037d" providerId="ADAL" clId="{A8F2856B-B642-43D1-A6AA-70598464A39C}" dt="2022-04-06T10:25:22.172" v="504"/>
          <ac:spMkLst>
            <pc:docMk/>
            <pc:sldMk cId="2827394057" sldId="285"/>
            <ac:spMk id="30" creationId="{02B28DF0-536B-48CD-87B5-8C6A7C462CE4}"/>
          </ac:spMkLst>
        </pc:spChg>
        <pc:spChg chg="mod">
          <ac:chgData name="SERGIO SPANO'" userId="3abdd0b9-513e-40ac-aad4-56920065037d" providerId="ADAL" clId="{A8F2856B-B642-43D1-A6AA-70598464A39C}" dt="2022-04-06T10:25:22.172" v="504"/>
          <ac:spMkLst>
            <pc:docMk/>
            <pc:sldMk cId="2827394057" sldId="285"/>
            <ac:spMk id="31" creationId="{FB20AE46-F8DA-4E0B-97D8-5EADE790783B}"/>
          </ac:spMkLst>
        </pc:spChg>
        <pc:spChg chg="mod">
          <ac:chgData name="SERGIO SPANO'" userId="3abdd0b9-513e-40ac-aad4-56920065037d" providerId="ADAL" clId="{A8F2856B-B642-43D1-A6AA-70598464A39C}" dt="2022-04-06T10:25:22.172" v="504"/>
          <ac:spMkLst>
            <pc:docMk/>
            <pc:sldMk cId="2827394057" sldId="285"/>
            <ac:spMk id="32" creationId="{0F37A527-D6D8-4BF7-9DB1-46B14360AE08}"/>
          </ac:spMkLst>
        </pc:spChg>
        <pc:spChg chg="mod">
          <ac:chgData name="SERGIO SPANO'" userId="3abdd0b9-513e-40ac-aad4-56920065037d" providerId="ADAL" clId="{A8F2856B-B642-43D1-A6AA-70598464A39C}" dt="2022-04-06T10:25:22.172" v="504"/>
          <ac:spMkLst>
            <pc:docMk/>
            <pc:sldMk cId="2827394057" sldId="285"/>
            <ac:spMk id="33" creationId="{12E0BCC8-7A3F-4C2E-AC11-7C66704C8091}"/>
          </ac:spMkLst>
        </pc:spChg>
        <pc:spChg chg="add del mod">
          <ac:chgData name="SERGIO SPANO'" userId="3abdd0b9-513e-40ac-aad4-56920065037d" providerId="ADAL" clId="{A8F2856B-B642-43D1-A6AA-70598464A39C}" dt="2022-04-06T10:25:23.045" v="507"/>
          <ac:spMkLst>
            <pc:docMk/>
            <pc:sldMk cId="2827394057" sldId="285"/>
            <ac:spMk id="34" creationId="{C04926FE-9337-4697-8AA8-02A6790A03A6}"/>
          </ac:spMkLst>
        </pc:spChg>
        <pc:spChg chg="add del mod">
          <ac:chgData name="SERGIO SPANO'" userId="3abdd0b9-513e-40ac-aad4-56920065037d" providerId="ADAL" clId="{A8F2856B-B642-43D1-A6AA-70598464A39C}" dt="2022-04-06T10:25:23.045" v="507"/>
          <ac:spMkLst>
            <pc:docMk/>
            <pc:sldMk cId="2827394057" sldId="285"/>
            <ac:spMk id="36" creationId="{1CD5D256-DBBA-404F-9CE8-8DB5A9E4C9F8}"/>
          </ac:spMkLst>
        </pc:spChg>
        <pc:spChg chg="add del mod">
          <ac:chgData name="SERGIO SPANO'" userId="3abdd0b9-513e-40ac-aad4-56920065037d" providerId="ADAL" clId="{A8F2856B-B642-43D1-A6AA-70598464A39C}" dt="2022-04-06T10:25:23.045" v="507"/>
          <ac:spMkLst>
            <pc:docMk/>
            <pc:sldMk cId="2827394057" sldId="285"/>
            <ac:spMk id="37" creationId="{1D8DBA60-CD2E-4560-B1A3-1056C5750612}"/>
          </ac:spMkLst>
        </pc:spChg>
        <pc:spChg chg="add mod">
          <ac:chgData name="SERGIO SPANO'" userId="3abdd0b9-513e-40ac-aad4-56920065037d" providerId="ADAL" clId="{A8F2856B-B642-43D1-A6AA-70598464A39C}" dt="2022-04-06T10:32:10.191" v="647" actId="1076"/>
          <ac:spMkLst>
            <pc:docMk/>
            <pc:sldMk cId="2827394057" sldId="285"/>
            <ac:spMk id="39" creationId="{E762DBEE-A8BD-42AE-9988-74BD883BEAAA}"/>
          </ac:spMkLst>
        </pc:spChg>
        <pc:spChg chg="add mod">
          <ac:chgData name="SERGIO SPANO'" userId="3abdd0b9-513e-40ac-aad4-56920065037d" providerId="ADAL" clId="{A8F2856B-B642-43D1-A6AA-70598464A39C}" dt="2022-04-06T10:31:18.543" v="626" actId="1036"/>
          <ac:spMkLst>
            <pc:docMk/>
            <pc:sldMk cId="2827394057" sldId="285"/>
            <ac:spMk id="40" creationId="{346C4DFF-B71D-4D6B-8BF7-67CC9E319238}"/>
          </ac:spMkLst>
        </pc:spChg>
        <pc:spChg chg="add del mod">
          <ac:chgData name="SERGIO SPANO'" userId="3abdd0b9-513e-40ac-aad4-56920065037d" providerId="ADAL" clId="{A8F2856B-B642-43D1-A6AA-70598464A39C}" dt="2022-04-06T10:39:08.960" v="718" actId="478"/>
          <ac:spMkLst>
            <pc:docMk/>
            <pc:sldMk cId="2827394057" sldId="285"/>
            <ac:spMk id="45" creationId="{F77B6211-C47B-4BBA-86DB-95B20EAB0769}"/>
          </ac:spMkLst>
        </pc:spChg>
        <pc:spChg chg="add del mod">
          <ac:chgData name="SERGIO SPANO'" userId="3abdd0b9-513e-40ac-aad4-56920065037d" providerId="ADAL" clId="{A8F2856B-B642-43D1-A6AA-70598464A39C}" dt="2022-04-06T10:31:32.894" v="630" actId="478"/>
          <ac:spMkLst>
            <pc:docMk/>
            <pc:sldMk cId="2827394057" sldId="285"/>
            <ac:spMk id="46" creationId="{0B77EB55-0CD8-4AA6-AA06-57C9F0602E11}"/>
          </ac:spMkLst>
        </pc:spChg>
        <pc:spChg chg="add del mod">
          <ac:chgData name="SERGIO SPANO'" userId="3abdd0b9-513e-40ac-aad4-56920065037d" providerId="ADAL" clId="{A8F2856B-B642-43D1-A6AA-70598464A39C}" dt="2022-04-06T10:31:43.824" v="634" actId="478"/>
          <ac:spMkLst>
            <pc:docMk/>
            <pc:sldMk cId="2827394057" sldId="285"/>
            <ac:spMk id="47" creationId="{F8420CE9-3808-4571-BADB-9682B444FC58}"/>
          </ac:spMkLst>
        </pc:spChg>
        <pc:spChg chg="add del mod">
          <ac:chgData name="SERGIO SPANO'" userId="3abdd0b9-513e-40ac-aad4-56920065037d" providerId="ADAL" clId="{A8F2856B-B642-43D1-A6AA-70598464A39C}" dt="2022-04-06T10:32:27.412" v="655" actId="478"/>
          <ac:spMkLst>
            <pc:docMk/>
            <pc:sldMk cId="2827394057" sldId="285"/>
            <ac:spMk id="48" creationId="{56632B9B-4278-4A5C-A411-58C7F60996FD}"/>
          </ac:spMkLst>
        </pc:spChg>
        <pc:spChg chg="add del mod">
          <ac:chgData name="SERGIO SPANO'" userId="3abdd0b9-513e-40ac-aad4-56920065037d" providerId="ADAL" clId="{A8F2856B-B642-43D1-A6AA-70598464A39C}" dt="2022-04-06T10:32:11.402" v="648"/>
          <ac:spMkLst>
            <pc:docMk/>
            <pc:sldMk cId="2827394057" sldId="285"/>
            <ac:spMk id="49" creationId="{35CC4DB6-48A3-4790-A75F-B480EED39BA6}"/>
          </ac:spMkLst>
        </pc:spChg>
        <pc:spChg chg="add del mod">
          <ac:chgData name="SERGIO SPANO'" userId="3abdd0b9-513e-40ac-aad4-56920065037d" providerId="ADAL" clId="{A8F2856B-B642-43D1-A6AA-70598464A39C}" dt="2022-04-06T10:32:24.893" v="654" actId="21"/>
          <ac:spMkLst>
            <pc:docMk/>
            <pc:sldMk cId="2827394057" sldId="285"/>
            <ac:spMk id="50" creationId="{726BF74A-F328-4C13-B05C-68AB25C2F33B}"/>
          </ac:spMkLst>
        </pc:spChg>
        <pc:spChg chg="add del mod">
          <ac:chgData name="SERGIO SPANO'" userId="3abdd0b9-513e-40ac-aad4-56920065037d" providerId="ADAL" clId="{A8F2856B-B642-43D1-A6AA-70598464A39C}" dt="2022-04-06T10:39:15.745" v="723" actId="478"/>
          <ac:spMkLst>
            <pc:docMk/>
            <pc:sldMk cId="2827394057" sldId="285"/>
            <ac:spMk id="51" creationId="{182D2B97-1728-4C02-8B6B-034E8A5B850B}"/>
          </ac:spMkLst>
        </pc:spChg>
        <pc:spChg chg="add del mod">
          <ac:chgData name="SERGIO SPANO'" userId="3abdd0b9-513e-40ac-aad4-56920065037d" providerId="ADAL" clId="{A8F2856B-B642-43D1-A6AA-70598464A39C}" dt="2022-04-06T10:39:10.468" v="719" actId="478"/>
          <ac:spMkLst>
            <pc:docMk/>
            <pc:sldMk cId="2827394057" sldId="285"/>
            <ac:spMk id="52" creationId="{A80FF107-A8B4-40C3-949F-D776FF4F6095}"/>
          </ac:spMkLst>
        </pc:spChg>
        <pc:spChg chg="add del mod">
          <ac:chgData name="SERGIO SPANO'" userId="3abdd0b9-513e-40ac-aad4-56920065037d" providerId="ADAL" clId="{A8F2856B-B642-43D1-A6AA-70598464A39C}" dt="2022-04-06T10:39:11.294" v="720" actId="478"/>
          <ac:spMkLst>
            <pc:docMk/>
            <pc:sldMk cId="2827394057" sldId="285"/>
            <ac:spMk id="53" creationId="{E0DB9B34-C099-4415-93D9-7EDEB16300B7}"/>
          </ac:spMkLst>
        </pc:spChg>
        <pc:spChg chg="mod">
          <ac:chgData name="SERGIO SPANO'" userId="3abdd0b9-513e-40ac-aad4-56920065037d" providerId="ADAL" clId="{A8F2856B-B642-43D1-A6AA-70598464A39C}" dt="2022-04-06T10:38:55.371" v="709"/>
          <ac:spMkLst>
            <pc:docMk/>
            <pc:sldMk cId="2827394057" sldId="285"/>
            <ac:spMk id="55" creationId="{48D959CE-2977-4006-A7E9-C01EF2C5E823}"/>
          </ac:spMkLst>
        </pc:spChg>
        <pc:spChg chg="mod">
          <ac:chgData name="SERGIO SPANO'" userId="3abdd0b9-513e-40ac-aad4-56920065037d" providerId="ADAL" clId="{A8F2856B-B642-43D1-A6AA-70598464A39C}" dt="2022-04-06T10:38:55.371" v="709"/>
          <ac:spMkLst>
            <pc:docMk/>
            <pc:sldMk cId="2827394057" sldId="285"/>
            <ac:spMk id="56" creationId="{B81B72C4-3D61-4F13-9C0F-FBCC6D39E306}"/>
          </ac:spMkLst>
        </pc:spChg>
        <pc:spChg chg="mod">
          <ac:chgData name="SERGIO SPANO'" userId="3abdd0b9-513e-40ac-aad4-56920065037d" providerId="ADAL" clId="{A8F2856B-B642-43D1-A6AA-70598464A39C}" dt="2022-04-06T10:38:55.371" v="709"/>
          <ac:spMkLst>
            <pc:docMk/>
            <pc:sldMk cId="2827394057" sldId="285"/>
            <ac:spMk id="57" creationId="{449ACE6A-4FD2-4E33-8B9A-AA4CDE5A14C5}"/>
          </ac:spMkLst>
        </pc:spChg>
        <pc:spChg chg="mod">
          <ac:chgData name="SERGIO SPANO'" userId="3abdd0b9-513e-40ac-aad4-56920065037d" providerId="ADAL" clId="{A8F2856B-B642-43D1-A6AA-70598464A39C}" dt="2022-04-06T10:38:55.371" v="709"/>
          <ac:spMkLst>
            <pc:docMk/>
            <pc:sldMk cId="2827394057" sldId="285"/>
            <ac:spMk id="58" creationId="{284B3B87-2C85-4C46-A109-2794DA3FDCE6}"/>
          </ac:spMkLst>
        </pc:spChg>
        <pc:spChg chg="mod">
          <ac:chgData name="SERGIO SPANO'" userId="3abdd0b9-513e-40ac-aad4-56920065037d" providerId="ADAL" clId="{A8F2856B-B642-43D1-A6AA-70598464A39C}" dt="2022-04-06T10:38:55.371" v="709"/>
          <ac:spMkLst>
            <pc:docMk/>
            <pc:sldMk cId="2827394057" sldId="285"/>
            <ac:spMk id="59" creationId="{B735D92B-EB5B-4304-9BF0-8511EF103929}"/>
          </ac:spMkLst>
        </pc:spChg>
        <pc:spChg chg="mod">
          <ac:chgData name="SERGIO SPANO'" userId="3abdd0b9-513e-40ac-aad4-56920065037d" providerId="ADAL" clId="{A8F2856B-B642-43D1-A6AA-70598464A39C}" dt="2022-04-06T10:38:55.371" v="709"/>
          <ac:spMkLst>
            <pc:docMk/>
            <pc:sldMk cId="2827394057" sldId="285"/>
            <ac:spMk id="60" creationId="{F7ED79F6-C42C-4583-99D8-2E2AEE551FAD}"/>
          </ac:spMkLst>
        </pc:spChg>
        <pc:spChg chg="mod">
          <ac:chgData name="SERGIO SPANO'" userId="3abdd0b9-513e-40ac-aad4-56920065037d" providerId="ADAL" clId="{A8F2856B-B642-43D1-A6AA-70598464A39C}" dt="2022-04-06T10:38:55.371" v="709"/>
          <ac:spMkLst>
            <pc:docMk/>
            <pc:sldMk cId="2827394057" sldId="285"/>
            <ac:spMk id="61" creationId="{83E42912-2839-482F-B32A-B02C6F6A43E9}"/>
          </ac:spMkLst>
        </pc:spChg>
        <pc:spChg chg="mod">
          <ac:chgData name="SERGIO SPANO'" userId="3abdd0b9-513e-40ac-aad4-56920065037d" providerId="ADAL" clId="{A8F2856B-B642-43D1-A6AA-70598464A39C}" dt="2022-04-06T10:38:55.371" v="709"/>
          <ac:spMkLst>
            <pc:docMk/>
            <pc:sldMk cId="2827394057" sldId="285"/>
            <ac:spMk id="62" creationId="{45411ECA-849C-4A4C-BE5C-1852C357E1F9}"/>
          </ac:spMkLst>
        </pc:spChg>
        <pc:spChg chg="mod">
          <ac:chgData name="SERGIO SPANO'" userId="3abdd0b9-513e-40ac-aad4-56920065037d" providerId="ADAL" clId="{A8F2856B-B642-43D1-A6AA-70598464A39C}" dt="2022-04-06T10:38:55.371" v="709"/>
          <ac:spMkLst>
            <pc:docMk/>
            <pc:sldMk cId="2827394057" sldId="285"/>
            <ac:spMk id="63" creationId="{9C8A2587-B406-4C1B-BA67-D1BDC9604743}"/>
          </ac:spMkLst>
        </pc:spChg>
        <pc:spChg chg="mod">
          <ac:chgData name="SERGIO SPANO'" userId="3abdd0b9-513e-40ac-aad4-56920065037d" providerId="ADAL" clId="{A8F2856B-B642-43D1-A6AA-70598464A39C}" dt="2022-04-06T10:38:55.371" v="709"/>
          <ac:spMkLst>
            <pc:docMk/>
            <pc:sldMk cId="2827394057" sldId="285"/>
            <ac:spMk id="64" creationId="{D401DF0F-1105-489F-A2F1-B956D11300B9}"/>
          </ac:spMkLst>
        </pc:spChg>
        <pc:spChg chg="mod">
          <ac:chgData name="SERGIO SPANO'" userId="3abdd0b9-513e-40ac-aad4-56920065037d" providerId="ADAL" clId="{A8F2856B-B642-43D1-A6AA-70598464A39C}" dt="2022-04-06T10:38:55.371" v="709"/>
          <ac:spMkLst>
            <pc:docMk/>
            <pc:sldMk cId="2827394057" sldId="285"/>
            <ac:spMk id="65" creationId="{011B26CF-26C4-4760-BF4E-39282DA4B64B}"/>
          </ac:spMkLst>
        </pc:spChg>
        <pc:spChg chg="mod">
          <ac:chgData name="SERGIO SPANO'" userId="3abdd0b9-513e-40ac-aad4-56920065037d" providerId="ADAL" clId="{A8F2856B-B642-43D1-A6AA-70598464A39C}" dt="2022-04-06T10:38:55.371" v="709"/>
          <ac:spMkLst>
            <pc:docMk/>
            <pc:sldMk cId="2827394057" sldId="285"/>
            <ac:spMk id="66" creationId="{0BA81ED1-97E6-433D-BA69-0CECFAB6B42B}"/>
          </ac:spMkLst>
        </pc:spChg>
        <pc:spChg chg="mod">
          <ac:chgData name="SERGIO SPANO'" userId="3abdd0b9-513e-40ac-aad4-56920065037d" providerId="ADAL" clId="{A8F2856B-B642-43D1-A6AA-70598464A39C}" dt="2022-04-06T10:38:55.371" v="709"/>
          <ac:spMkLst>
            <pc:docMk/>
            <pc:sldMk cId="2827394057" sldId="285"/>
            <ac:spMk id="67" creationId="{428CD7A8-C50E-4B3D-A58B-2AB36A473A08}"/>
          </ac:spMkLst>
        </pc:spChg>
        <pc:spChg chg="mod">
          <ac:chgData name="SERGIO SPANO'" userId="3abdd0b9-513e-40ac-aad4-56920065037d" providerId="ADAL" clId="{A8F2856B-B642-43D1-A6AA-70598464A39C}" dt="2022-04-06T10:38:55.371" v="709"/>
          <ac:spMkLst>
            <pc:docMk/>
            <pc:sldMk cId="2827394057" sldId="285"/>
            <ac:spMk id="68" creationId="{18093EA9-F532-45DE-866B-F8ABA06D69BB}"/>
          </ac:spMkLst>
        </pc:spChg>
        <pc:spChg chg="mod">
          <ac:chgData name="SERGIO SPANO'" userId="3abdd0b9-513e-40ac-aad4-56920065037d" providerId="ADAL" clId="{A8F2856B-B642-43D1-A6AA-70598464A39C}" dt="2022-04-06T10:38:55.371" v="709"/>
          <ac:spMkLst>
            <pc:docMk/>
            <pc:sldMk cId="2827394057" sldId="285"/>
            <ac:spMk id="69" creationId="{FDF5312C-8B9C-4A66-A194-DA3017A24300}"/>
          </ac:spMkLst>
        </pc:spChg>
        <pc:spChg chg="mod">
          <ac:chgData name="SERGIO SPANO'" userId="3abdd0b9-513e-40ac-aad4-56920065037d" providerId="ADAL" clId="{A8F2856B-B642-43D1-A6AA-70598464A39C}" dt="2022-04-06T10:38:55.371" v="709"/>
          <ac:spMkLst>
            <pc:docMk/>
            <pc:sldMk cId="2827394057" sldId="285"/>
            <ac:spMk id="70" creationId="{54F4B32D-35FE-4C43-90CF-F6F4E0C9EBF5}"/>
          </ac:spMkLst>
        </pc:spChg>
        <pc:spChg chg="mod">
          <ac:chgData name="SERGIO SPANO'" userId="3abdd0b9-513e-40ac-aad4-56920065037d" providerId="ADAL" clId="{A8F2856B-B642-43D1-A6AA-70598464A39C}" dt="2022-04-06T10:38:55.371" v="709"/>
          <ac:spMkLst>
            <pc:docMk/>
            <pc:sldMk cId="2827394057" sldId="285"/>
            <ac:spMk id="75" creationId="{CE3484C5-6EAD-4D8D-B7F3-BFF824D9AFFF}"/>
          </ac:spMkLst>
        </pc:spChg>
        <pc:spChg chg="mod">
          <ac:chgData name="SERGIO SPANO'" userId="3abdd0b9-513e-40ac-aad4-56920065037d" providerId="ADAL" clId="{A8F2856B-B642-43D1-A6AA-70598464A39C}" dt="2022-04-06T10:38:55.371" v="709"/>
          <ac:spMkLst>
            <pc:docMk/>
            <pc:sldMk cId="2827394057" sldId="285"/>
            <ac:spMk id="76" creationId="{06F1427E-E3A0-47D6-9EC6-C44DB0A25A1F}"/>
          </ac:spMkLst>
        </pc:spChg>
        <pc:spChg chg="mod">
          <ac:chgData name="SERGIO SPANO'" userId="3abdd0b9-513e-40ac-aad4-56920065037d" providerId="ADAL" clId="{A8F2856B-B642-43D1-A6AA-70598464A39C}" dt="2022-04-06T10:38:55.371" v="709"/>
          <ac:spMkLst>
            <pc:docMk/>
            <pc:sldMk cId="2827394057" sldId="285"/>
            <ac:spMk id="77" creationId="{9BDBF34E-1DAC-4807-9783-5FF4E5ED1B3E}"/>
          </ac:spMkLst>
        </pc:spChg>
        <pc:spChg chg="mod">
          <ac:chgData name="SERGIO SPANO'" userId="3abdd0b9-513e-40ac-aad4-56920065037d" providerId="ADAL" clId="{A8F2856B-B642-43D1-A6AA-70598464A39C}" dt="2022-04-06T10:38:55.371" v="709"/>
          <ac:spMkLst>
            <pc:docMk/>
            <pc:sldMk cId="2827394057" sldId="285"/>
            <ac:spMk id="78" creationId="{437743E2-9205-4055-B502-96FE5B3642DD}"/>
          </ac:spMkLst>
        </pc:spChg>
        <pc:spChg chg="mod">
          <ac:chgData name="SERGIO SPANO'" userId="3abdd0b9-513e-40ac-aad4-56920065037d" providerId="ADAL" clId="{A8F2856B-B642-43D1-A6AA-70598464A39C}" dt="2022-04-06T10:38:55.371" v="709"/>
          <ac:spMkLst>
            <pc:docMk/>
            <pc:sldMk cId="2827394057" sldId="285"/>
            <ac:spMk id="79" creationId="{A40EF2F5-9736-4880-BC73-E991483DC021}"/>
          </ac:spMkLst>
        </pc:spChg>
        <pc:spChg chg="mod">
          <ac:chgData name="SERGIO SPANO'" userId="3abdd0b9-513e-40ac-aad4-56920065037d" providerId="ADAL" clId="{A8F2856B-B642-43D1-A6AA-70598464A39C}" dt="2022-04-06T10:38:55.371" v="709"/>
          <ac:spMkLst>
            <pc:docMk/>
            <pc:sldMk cId="2827394057" sldId="285"/>
            <ac:spMk id="80" creationId="{73FBAEA8-3913-475F-8783-8D22408802E4}"/>
          </ac:spMkLst>
        </pc:spChg>
        <pc:spChg chg="mod">
          <ac:chgData name="SERGIO SPANO'" userId="3abdd0b9-513e-40ac-aad4-56920065037d" providerId="ADAL" clId="{A8F2856B-B642-43D1-A6AA-70598464A39C}" dt="2022-04-06T10:38:55.371" v="709"/>
          <ac:spMkLst>
            <pc:docMk/>
            <pc:sldMk cId="2827394057" sldId="285"/>
            <ac:spMk id="81" creationId="{D5C72D4A-1234-428B-888A-17CA3C5C4EF7}"/>
          </ac:spMkLst>
        </pc:spChg>
        <pc:spChg chg="add del mod">
          <ac:chgData name="SERGIO SPANO'" userId="3abdd0b9-513e-40ac-aad4-56920065037d" providerId="ADAL" clId="{A8F2856B-B642-43D1-A6AA-70598464A39C}" dt="2022-04-06T10:38:55.992" v="710"/>
          <ac:spMkLst>
            <pc:docMk/>
            <pc:sldMk cId="2827394057" sldId="285"/>
            <ac:spMk id="82" creationId="{9C193090-D608-4627-B9F3-BBFE66B83CBF}"/>
          </ac:spMkLst>
        </pc:spChg>
        <pc:spChg chg="add del mod">
          <ac:chgData name="SERGIO SPANO'" userId="3abdd0b9-513e-40ac-aad4-56920065037d" providerId="ADAL" clId="{A8F2856B-B642-43D1-A6AA-70598464A39C}" dt="2022-04-06T10:38:55.992" v="710"/>
          <ac:spMkLst>
            <pc:docMk/>
            <pc:sldMk cId="2827394057" sldId="285"/>
            <ac:spMk id="84" creationId="{45EF0613-EE66-4489-A192-CBDF8070DDCA}"/>
          </ac:spMkLst>
        </pc:spChg>
        <pc:spChg chg="add del mod">
          <ac:chgData name="SERGIO SPANO'" userId="3abdd0b9-513e-40ac-aad4-56920065037d" providerId="ADAL" clId="{A8F2856B-B642-43D1-A6AA-70598464A39C}" dt="2022-04-06T10:38:55.992" v="710"/>
          <ac:spMkLst>
            <pc:docMk/>
            <pc:sldMk cId="2827394057" sldId="285"/>
            <ac:spMk id="85" creationId="{18881A49-07C9-44D1-B2DC-934F9E471C4D}"/>
          </ac:spMkLst>
        </pc:spChg>
        <pc:grpChg chg="add del mod">
          <ac:chgData name="SERGIO SPANO'" userId="3abdd0b9-513e-40ac-aad4-56920065037d" providerId="ADAL" clId="{A8F2856B-B642-43D1-A6AA-70598464A39C}" dt="2022-04-06T10:25:23.045" v="507"/>
          <ac:grpSpMkLst>
            <pc:docMk/>
            <pc:sldMk cId="2827394057" sldId="285"/>
            <ac:grpSpMk id="6" creationId="{32EB65AA-56C5-4268-8C76-F78FF0692199}"/>
          </ac:grpSpMkLst>
        </pc:grpChg>
        <pc:grpChg chg="add del mod">
          <ac:chgData name="SERGIO SPANO'" userId="3abdd0b9-513e-40ac-aad4-56920065037d" providerId="ADAL" clId="{A8F2856B-B642-43D1-A6AA-70598464A39C}" dt="2022-04-06T10:38:55.992" v="710"/>
          <ac:grpSpMkLst>
            <pc:docMk/>
            <pc:sldMk cId="2827394057" sldId="285"/>
            <ac:grpSpMk id="54" creationId="{2BC04227-1C3F-4191-AF18-B8587913C8E8}"/>
          </ac:grpSpMkLst>
        </pc:grpChg>
        <pc:picChg chg="add del mod">
          <ac:chgData name="SERGIO SPANO'" userId="3abdd0b9-513e-40ac-aad4-56920065037d" providerId="ADAL" clId="{A8F2856B-B642-43D1-A6AA-70598464A39C}" dt="2022-04-06T10:39:00.106" v="713" actId="478"/>
          <ac:picMkLst>
            <pc:docMk/>
            <pc:sldMk cId="2827394057" sldId="285"/>
            <ac:picMk id="38" creationId="{C4739565-269D-4F01-AEF5-2D6B28423763}"/>
          </ac:picMkLst>
        </pc:picChg>
        <pc:picChg chg="add mod">
          <ac:chgData name="SERGIO SPANO'" userId="3abdd0b9-513e-40ac-aad4-56920065037d" providerId="ADAL" clId="{A8F2856B-B642-43D1-A6AA-70598464A39C}" dt="2022-04-06T10:39:28.908" v="749" actId="1037"/>
          <ac:picMkLst>
            <pc:docMk/>
            <pc:sldMk cId="2827394057" sldId="285"/>
            <ac:picMk id="86" creationId="{EDB87069-58F9-43D9-AD1E-A0E2C8917B04}"/>
          </ac:picMkLst>
        </pc:picChg>
        <pc:cxnChg chg="mod">
          <ac:chgData name="SERGIO SPANO'" userId="3abdd0b9-513e-40ac-aad4-56920065037d" providerId="ADAL" clId="{A8F2856B-B642-43D1-A6AA-70598464A39C}" dt="2022-04-06T10:25:22.172" v="504"/>
          <ac:cxnSpMkLst>
            <pc:docMk/>
            <pc:sldMk cId="2827394057" sldId="285"/>
            <ac:cxnSpMk id="23" creationId="{D70F7926-B55F-4849-AE98-0A19F56A5096}"/>
          </ac:cxnSpMkLst>
        </pc:cxnChg>
        <pc:cxnChg chg="mod">
          <ac:chgData name="SERGIO SPANO'" userId="3abdd0b9-513e-40ac-aad4-56920065037d" providerId="ADAL" clId="{A8F2856B-B642-43D1-A6AA-70598464A39C}" dt="2022-04-06T10:25:22.172" v="504"/>
          <ac:cxnSpMkLst>
            <pc:docMk/>
            <pc:sldMk cId="2827394057" sldId="285"/>
            <ac:cxnSpMk id="24" creationId="{68190244-D852-49FE-A118-C3F5ECEFB98E}"/>
          </ac:cxnSpMkLst>
        </pc:cxnChg>
        <pc:cxnChg chg="mod">
          <ac:chgData name="SERGIO SPANO'" userId="3abdd0b9-513e-40ac-aad4-56920065037d" providerId="ADAL" clId="{A8F2856B-B642-43D1-A6AA-70598464A39C}" dt="2022-04-06T10:25:22.172" v="504"/>
          <ac:cxnSpMkLst>
            <pc:docMk/>
            <pc:sldMk cId="2827394057" sldId="285"/>
            <ac:cxnSpMk id="25" creationId="{5CEF360A-0D84-44D0-8A86-240D6798D3C6}"/>
          </ac:cxnSpMkLst>
        </pc:cxnChg>
        <pc:cxnChg chg="mod">
          <ac:chgData name="SERGIO SPANO'" userId="3abdd0b9-513e-40ac-aad4-56920065037d" providerId="ADAL" clId="{A8F2856B-B642-43D1-A6AA-70598464A39C}" dt="2022-04-06T10:25:22.172" v="504"/>
          <ac:cxnSpMkLst>
            <pc:docMk/>
            <pc:sldMk cId="2827394057" sldId="285"/>
            <ac:cxnSpMk id="26" creationId="{967CC0A9-CD69-4C7A-BAE7-8EC1AEB9F9F2}"/>
          </ac:cxnSpMkLst>
        </pc:cxnChg>
        <pc:cxnChg chg="add del mod">
          <ac:chgData name="SERGIO SPANO'" userId="3abdd0b9-513e-40ac-aad4-56920065037d" providerId="ADAL" clId="{A8F2856B-B642-43D1-A6AA-70598464A39C}" dt="2022-04-06T10:25:23.045" v="507"/>
          <ac:cxnSpMkLst>
            <pc:docMk/>
            <pc:sldMk cId="2827394057" sldId="285"/>
            <ac:cxnSpMk id="35" creationId="{F8A00ACA-68D1-4582-B963-F9A6E47EE7AB}"/>
          </ac:cxnSpMkLst>
        </pc:cxnChg>
        <pc:cxnChg chg="add del mod">
          <ac:chgData name="SERGIO SPANO'" userId="3abdd0b9-513e-40ac-aad4-56920065037d" providerId="ADAL" clId="{A8F2856B-B642-43D1-A6AA-70598464A39C}" dt="2022-04-06T10:31:39.340" v="632" actId="478"/>
          <ac:cxnSpMkLst>
            <pc:docMk/>
            <pc:sldMk cId="2827394057" sldId="285"/>
            <ac:cxnSpMk id="41" creationId="{4F76B2E7-F122-4678-BBDB-8A210007CC9E}"/>
          </ac:cxnSpMkLst>
        </pc:cxnChg>
        <pc:cxnChg chg="add del mod">
          <ac:chgData name="SERGIO SPANO'" userId="3abdd0b9-513e-40ac-aad4-56920065037d" providerId="ADAL" clId="{A8F2856B-B642-43D1-A6AA-70598464A39C}" dt="2022-04-06T10:31:31.019" v="629" actId="478"/>
          <ac:cxnSpMkLst>
            <pc:docMk/>
            <pc:sldMk cId="2827394057" sldId="285"/>
            <ac:cxnSpMk id="42" creationId="{BA175FDB-6ED6-4EF9-B0D5-D550777D8542}"/>
          </ac:cxnSpMkLst>
        </pc:cxnChg>
        <pc:cxnChg chg="add del mod">
          <ac:chgData name="SERGIO SPANO'" userId="3abdd0b9-513e-40ac-aad4-56920065037d" providerId="ADAL" clId="{A8F2856B-B642-43D1-A6AA-70598464A39C}" dt="2022-04-06T10:31:41.245" v="633" actId="478"/>
          <ac:cxnSpMkLst>
            <pc:docMk/>
            <pc:sldMk cId="2827394057" sldId="285"/>
            <ac:cxnSpMk id="43" creationId="{E2F35C14-0411-4638-AAFC-7268CE4651FA}"/>
          </ac:cxnSpMkLst>
        </pc:cxnChg>
        <pc:cxnChg chg="add del mod">
          <ac:chgData name="SERGIO SPANO'" userId="3abdd0b9-513e-40ac-aad4-56920065037d" providerId="ADAL" clId="{A8F2856B-B642-43D1-A6AA-70598464A39C}" dt="2022-04-06T10:31:37.619" v="631" actId="478"/>
          <ac:cxnSpMkLst>
            <pc:docMk/>
            <pc:sldMk cId="2827394057" sldId="285"/>
            <ac:cxnSpMk id="44" creationId="{C61D0181-E851-46EB-96A0-1C834A5E361A}"/>
          </ac:cxnSpMkLst>
        </pc:cxnChg>
        <pc:cxnChg chg="mod">
          <ac:chgData name="SERGIO SPANO'" userId="3abdd0b9-513e-40ac-aad4-56920065037d" providerId="ADAL" clId="{A8F2856B-B642-43D1-A6AA-70598464A39C}" dt="2022-04-06T10:38:55.371" v="709"/>
          <ac:cxnSpMkLst>
            <pc:docMk/>
            <pc:sldMk cId="2827394057" sldId="285"/>
            <ac:cxnSpMk id="71" creationId="{FEB18715-3E68-4DE2-A5FC-53ECA03F9446}"/>
          </ac:cxnSpMkLst>
        </pc:cxnChg>
        <pc:cxnChg chg="mod">
          <ac:chgData name="SERGIO SPANO'" userId="3abdd0b9-513e-40ac-aad4-56920065037d" providerId="ADAL" clId="{A8F2856B-B642-43D1-A6AA-70598464A39C}" dt="2022-04-06T10:38:55.371" v="709"/>
          <ac:cxnSpMkLst>
            <pc:docMk/>
            <pc:sldMk cId="2827394057" sldId="285"/>
            <ac:cxnSpMk id="72" creationId="{25894004-3CFA-4B0A-B6C3-E100D23EFB00}"/>
          </ac:cxnSpMkLst>
        </pc:cxnChg>
        <pc:cxnChg chg="mod">
          <ac:chgData name="SERGIO SPANO'" userId="3abdd0b9-513e-40ac-aad4-56920065037d" providerId="ADAL" clId="{A8F2856B-B642-43D1-A6AA-70598464A39C}" dt="2022-04-06T10:38:55.371" v="709"/>
          <ac:cxnSpMkLst>
            <pc:docMk/>
            <pc:sldMk cId="2827394057" sldId="285"/>
            <ac:cxnSpMk id="73" creationId="{88B51F8B-B6AD-48CF-966F-A8F9C5BF8911}"/>
          </ac:cxnSpMkLst>
        </pc:cxnChg>
        <pc:cxnChg chg="mod">
          <ac:chgData name="SERGIO SPANO'" userId="3abdd0b9-513e-40ac-aad4-56920065037d" providerId="ADAL" clId="{A8F2856B-B642-43D1-A6AA-70598464A39C}" dt="2022-04-06T10:38:55.371" v="709"/>
          <ac:cxnSpMkLst>
            <pc:docMk/>
            <pc:sldMk cId="2827394057" sldId="285"/>
            <ac:cxnSpMk id="74" creationId="{81805A91-4851-432D-8ED8-FC0ED7632E18}"/>
          </ac:cxnSpMkLst>
        </pc:cxnChg>
        <pc:cxnChg chg="add del mod">
          <ac:chgData name="SERGIO SPANO'" userId="3abdd0b9-513e-40ac-aad4-56920065037d" providerId="ADAL" clId="{A8F2856B-B642-43D1-A6AA-70598464A39C}" dt="2022-04-06T10:38:55.992" v="710"/>
          <ac:cxnSpMkLst>
            <pc:docMk/>
            <pc:sldMk cId="2827394057" sldId="285"/>
            <ac:cxnSpMk id="83" creationId="{2642477D-B591-4C62-A0A3-598C57E50794}"/>
          </ac:cxnSpMkLst>
        </pc:cxnChg>
      </pc:sldChg>
      <pc:sldChg chg="addSp delSp modSp new mod">
        <pc:chgData name="SERGIO SPANO'" userId="3abdd0b9-513e-40ac-aad4-56920065037d" providerId="ADAL" clId="{A8F2856B-B642-43D1-A6AA-70598464A39C}" dt="2022-04-06T10:43:06.911" v="787" actId="1038"/>
        <pc:sldMkLst>
          <pc:docMk/>
          <pc:sldMk cId="1175792276" sldId="286"/>
        </pc:sldMkLst>
        <pc:spChg chg="mod">
          <ac:chgData name="SERGIO SPANO'" userId="3abdd0b9-513e-40ac-aad4-56920065037d" providerId="ADAL" clId="{A8F2856B-B642-43D1-A6AA-70598464A39C}" dt="2022-04-06T10:27:02.034" v="556" actId="20577"/>
          <ac:spMkLst>
            <pc:docMk/>
            <pc:sldMk cId="1175792276" sldId="286"/>
            <ac:spMk id="2" creationId="{3B661709-D6A1-4D37-8BA4-86E00DC87FFE}"/>
          </ac:spMkLst>
        </pc:spChg>
        <pc:spChg chg="del">
          <ac:chgData name="SERGIO SPANO'" userId="3abdd0b9-513e-40ac-aad4-56920065037d" providerId="ADAL" clId="{A8F2856B-B642-43D1-A6AA-70598464A39C}" dt="2022-04-06T10:27:09.464" v="557" actId="478"/>
          <ac:spMkLst>
            <pc:docMk/>
            <pc:sldMk cId="1175792276" sldId="286"/>
            <ac:spMk id="3" creationId="{9CDB226C-A459-4199-882B-A0234407E787}"/>
          </ac:spMkLst>
        </pc:spChg>
        <pc:spChg chg="add del mod">
          <ac:chgData name="SERGIO SPANO'" userId="3abdd0b9-513e-40ac-aad4-56920065037d" providerId="ADAL" clId="{A8F2856B-B642-43D1-A6AA-70598464A39C}" dt="2022-04-06T10:27:18.637" v="559"/>
          <ac:spMkLst>
            <pc:docMk/>
            <pc:sldMk cId="1175792276" sldId="286"/>
            <ac:spMk id="6" creationId="{2A279297-8416-470D-8E2E-CCE26741A9AD}"/>
          </ac:spMkLst>
        </pc:spChg>
        <pc:spChg chg="mod">
          <ac:chgData name="SERGIO SPANO'" userId="3abdd0b9-513e-40ac-aad4-56920065037d" providerId="ADAL" clId="{A8F2856B-B642-43D1-A6AA-70598464A39C}" dt="2022-04-06T10:27:17.480" v="558"/>
          <ac:spMkLst>
            <pc:docMk/>
            <pc:sldMk cId="1175792276" sldId="286"/>
            <ac:spMk id="8" creationId="{F8A25A84-9B97-4228-B3F5-DB65A46E807C}"/>
          </ac:spMkLst>
        </pc:spChg>
        <pc:spChg chg="mod">
          <ac:chgData name="SERGIO SPANO'" userId="3abdd0b9-513e-40ac-aad4-56920065037d" providerId="ADAL" clId="{A8F2856B-B642-43D1-A6AA-70598464A39C}" dt="2022-04-06T10:27:17.480" v="558"/>
          <ac:spMkLst>
            <pc:docMk/>
            <pc:sldMk cId="1175792276" sldId="286"/>
            <ac:spMk id="9" creationId="{1EE34D71-74D6-43E5-86D6-C9AF7AEA7F9A}"/>
          </ac:spMkLst>
        </pc:spChg>
        <pc:spChg chg="mod">
          <ac:chgData name="SERGIO SPANO'" userId="3abdd0b9-513e-40ac-aad4-56920065037d" providerId="ADAL" clId="{A8F2856B-B642-43D1-A6AA-70598464A39C}" dt="2022-04-06T10:27:17.480" v="558"/>
          <ac:spMkLst>
            <pc:docMk/>
            <pc:sldMk cId="1175792276" sldId="286"/>
            <ac:spMk id="10" creationId="{4684387B-2F51-468E-A75E-EDB3F80D9B16}"/>
          </ac:spMkLst>
        </pc:spChg>
        <pc:spChg chg="mod">
          <ac:chgData name="SERGIO SPANO'" userId="3abdd0b9-513e-40ac-aad4-56920065037d" providerId="ADAL" clId="{A8F2856B-B642-43D1-A6AA-70598464A39C}" dt="2022-04-06T10:27:17.480" v="558"/>
          <ac:spMkLst>
            <pc:docMk/>
            <pc:sldMk cId="1175792276" sldId="286"/>
            <ac:spMk id="11" creationId="{7B07CBC4-BC00-468C-A1E4-8B9EF766F30A}"/>
          </ac:spMkLst>
        </pc:spChg>
        <pc:spChg chg="mod">
          <ac:chgData name="SERGIO SPANO'" userId="3abdd0b9-513e-40ac-aad4-56920065037d" providerId="ADAL" clId="{A8F2856B-B642-43D1-A6AA-70598464A39C}" dt="2022-04-06T10:27:17.480" v="558"/>
          <ac:spMkLst>
            <pc:docMk/>
            <pc:sldMk cId="1175792276" sldId="286"/>
            <ac:spMk id="12" creationId="{DEEF6865-1DDD-456D-8365-01F1903F647D}"/>
          </ac:spMkLst>
        </pc:spChg>
        <pc:spChg chg="mod">
          <ac:chgData name="SERGIO SPANO'" userId="3abdd0b9-513e-40ac-aad4-56920065037d" providerId="ADAL" clId="{A8F2856B-B642-43D1-A6AA-70598464A39C}" dt="2022-04-06T10:27:17.480" v="558"/>
          <ac:spMkLst>
            <pc:docMk/>
            <pc:sldMk cId="1175792276" sldId="286"/>
            <ac:spMk id="13" creationId="{4CBFE2E4-4485-4CF9-8CB1-8CB9EB5D8AC9}"/>
          </ac:spMkLst>
        </pc:spChg>
        <pc:spChg chg="mod">
          <ac:chgData name="SERGIO SPANO'" userId="3abdd0b9-513e-40ac-aad4-56920065037d" providerId="ADAL" clId="{A8F2856B-B642-43D1-A6AA-70598464A39C}" dt="2022-04-06T10:27:17.480" v="558"/>
          <ac:spMkLst>
            <pc:docMk/>
            <pc:sldMk cId="1175792276" sldId="286"/>
            <ac:spMk id="14" creationId="{C6145183-B7FF-4782-BB22-2BFCFA766286}"/>
          </ac:spMkLst>
        </pc:spChg>
        <pc:spChg chg="mod">
          <ac:chgData name="SERGIO SPANO'" userId="3abdd0b9-513e-40ac-aad4-56920065037d" providerId="ADAL" clId="{A8F2856B-B642-43D1-A6AA-70598464A39C}" dt="2022-04-06T10:27:17.480" v="558"/>
          <ac:spMkLst>
            <pc:docMk/>
            <pc:sldMk cId="1175792276" sldId="286"/>
            <ac:spMk id="15" creationId="{81A5268B-78C5-4C0E-A214-33FDF254DFDA}"/>
          </ac:spMkLst>
        </pc:spChg>
        <pc:spChg chg="mod">
          <ac:chgData name="SERGIO SPANO'" userId="3abdd0b9-513e-40ac-aad4-56920065037d" providerId="ADAL" clId="{A8F2856B-B642-43D1-A6AA-70598464A39C}" dt="2022-04-06T10:27:17.480" v="558"/>
          <ac:spMkLst>
            <pc:docMk/>
            <pc:sldMk cId="1175792276" sldId="286"/>
            <ac:spMk id="16" creationId="{0D7CBAEE-CB53-4869-9EC2-E0B183816032}"/>
          </ac:spMkLst>
        </pc:spChg>
        <pc:spChg chg="mod">
          <ac:chgData name="SERGIO SPANO'" userId="3abdd0b9-513e-40ac-aad4-56920065037d" providerId="ADAL" clId="{A8F2856B-B642-43D1-A6AA-70598464A39C}" dt="2022-04-06T10:27:17.480" v="558"/>
          <ac:spMkLst>
            <pc:docMk/>
            <pc:sldMk cId="1175792276" sldId="286"/>
            <ac:spMk id="17" creationId="{042A7906-A5AB-41D6-B0E9-D7F00E64C603}"/>
          </ac:spMkLst>
        </pc:spChg>
        <pc:spChg chg="mod">
          <ac:chgData name="SERGIO SPANO'" userId="3abdd0b9-513e-40ac-aad4-56920065037d" providerId="ADAL" clId="{A8F2856B-B642-43D1-A6AA-70598464A39C}" dt="2022-04-06T10:27:17.480" v="558"/>
          <ac:spMkLst>
            <pc:docMk/>
            <pc:sldMk cId="1175792276" sldId="286"/>
            <ac:spMk id="18" creationId="{7894A0BF-496D-4240-9DDD-C13A297006C1}"/>
          </ac:spMkLst>
        </pc:spChg>
        <pc:spChg chg="mod">
          <ac:chgData name="SERGIO SPANO'" userId="3abdd0b9-513e-40ac-aad4-56920065037d" providerId="ADAL" clId="{A8F2856B-B642-43D1-A6AA-70598464A39C}" dt="2022-04-06T10:27:17.480" v="558"/>
          <ac:spMkLst>
            <pc:docMk/>
            <pc:sldMk cId="1175792276" sldId="286"/>
            <ac:spMk id="19" creationId="{60EE253A-E311-4DE1-B6A6-F441224DC9C9}"/>
          </ac:spMkLst>
        </pc:spChg>
        <pc:spChg chg="mod">
          <ac:chgData name="SERGIO SPANO'" userId="3abdd0b9-513e-40ac-aad4-56920065037d" providerId="ADAL" clId="{A8F2856B-B642-43D1-A6AA-70598464A39C}" dt="2022-04-06T10:27:17.480" v="558"/>
          <ac:spMkLst>
            <pc:docMk/>
            <pc:sldMk cId="1175792276" sldId="286"/>
            <ac:spMk id="20" creationId="{FDE95D44-D808-4FAF-85CA-D2CD25335896}"/>
          </ac:spMkLst>
        </pc:spChg>
        <pc:spChg chg="mod">
          <ac:chgData name="SERGIO SPANO'" userId="3abdd0b9-513e-40ac-aad4-56920065037d" providerId="ADAL" clId="{A8F2856B-B642-43D1-A6AA-70598464A39C}" dt="2022-04-06T10:27:17.480" v="558"/>
          <ac:spMkLst>
            <pc:docMk/>
            <pc:sldMk cId="1175792276" sldId="286"/>
            <ac:spMk id="21" creationId="{1A38C442-D589-4C3D-84E8-15C59D19F0A8}"/>
          </ac:spMkLst>
        </pc:spChg>
        <pc:spChg chg="mod">
          <ac:chgData name="SERGIO SPANO'" userId="3abdd0b9-513e-40ac-aad4-56920065037d" providerId="ADAL" clId="{A8F2856B-B642-43D1-A6AA-70598464A39C}" dt="2022-04-06T10:27:17.480" v="558"/>
          <ac:spMkLst>
            <pc:docMk/>
            <pc:sldMk cId="1175792276" sldId="286"/>
            <ac:spMk id="22" creationId="{6BC7A7C1-FC3A-4B1C-A247-21C7051B0A0E}"/>
          </ac:spMkLst>
        </pc:spChg>
        <pc:spChg chg="mod">
          <ac:chgData name="SERGIO SPANO'" userId="3abdd0b9-513e-40ac-aad4-56920065037d" providerId="ADAL" clId="{A8F2856B-B642-43D1-A6AA-70598464A39C}" dt="2022-04-06T10:27:17.480" v="558"/>
          <ac:spMkLst>
            <pc:docMk/>
            <pc:sldMk cId="1175792276" sldId="286"/>
            <ac:spMk id="23" creationId="{021D4ABB-9003-4D38-8B12-81795E6C2D1B}"/>
          </ac:spMkLst>
        </pc:spChg>
        <pc:spChg chg="mod">
          <ac:chgData name="SERGIO SPANO'" userId="3abdd0b9-513e-40ac-aad4-56920065037d" providerId="ADAL" clId="{A8F2856B-B642-43D1-A6AA-70598464A39C}" dt="2022-04-06T10:27:17.480" v="558"/>
          <ac:spMkLst>
            <pc:docMk/>
            <pc:sldMk cId="1175792276" sldId="286"/>
            <ac:spMk id="25" creationId="{AEDA8DD2-1225-412E-AC5D-8A2B005C6B43}"/>
          </ac:spMkLst>
        </pc:spChg>
        <pc:spChg chg="mod">
          <ac:chgData name="SERGIO SPANO'" userId="3abdd0b9-513e-40ac-aad4-56920065037d" providerId="ADAL" clId="{A8F2856B-B642-43D1-A6AA-70598464A39C}" dt="2022-04-06T10:27:17.480" v="558"/>
          <ac:spMkLst>
            <pc:docMk/>
            <pc:sldMk cId="1175792276" sldId="286"/>
            <ac:spMk id="26" creationId="{F8BF78D2-EB31-4648-87A8-BD3743DAE2B2}"/>
          </ac:spMkLst>
        </pc:spChg>
        <pc:spChg chg="mod">
          <ac:chgData name="SERGIO SPANO'" userId="3abdd0b9-513e-40ac-aad4-56920065037d" providerId="ADAL" clId="{A8F2856B-B642-43D1-A6AA-70598464A39C}" dt="2022-04-06T10:27:17.480" v="558"/>
          <ac:spMkLst>
            <pc:docMk/>
            <pc:sldMk cId="1175792276" sldId="286"/>
            <ac:spMk id="27" creationId="{5D73DCD2-577B-4370-B426-84DFB0ABDDD8}"/>
          </ac:spMkLst>
        </pc:spChg>
        <pc:spChg chg="mod">
          <ac:chgData name="SERGIO SPANO'" userId="3abdd0b9-513e-40ac-aad4-56920065037d" providerId="ADAL" clId="{A8F2856B-B642-43D1-A6AA-70598464A39C}" dt="2022-04-06T10:27:17.480" v="558"/>
          <ac:spMkLst>
            <pc:docMk/>
            <pc:sldMk cId="1175792276" sldId="286"/>
            <ac:spMk id="28" creationId="{B4B42076-FC87-45DC-96DB-05295B428F70}"/>
          </ac:spMkLst>
        </pc:spChg>
        <pc:spChg chg="mod">
          <ac:chgData name="SERGIO SPANO'" userId="3abdd0b9-513e-40ac-aad4-56920065037d" providerId="ADAL" clId="{A8F2856B-B642-43D1-A6AA-70598464A39C}" dt="2022-04-06T10:27:17.480" v="558"/>
          <ac:spMkLst>
            <pc:docMk/>
            <pc:sldMk cId="1175792276" sldId="286"/>
            <ac:spMk id="29" creationId="{CEC3EB08-7C0E-43F9-9C02-FE25836BDE35}"/>
          </ac:spMkLst>
        </pc:spChg>
        <pc:spChg chg="mod">
          <ac:chgData name="SERGIO SPANO'" userId="3abdd0b9-513e-40ac-aad4-56920065037d" providerId="ADAL" clId="{A8F2856B-B642-43D1-A6AA-70598464A39C}" dt="2022-04-06T10:27:17.480" v="558"/>
          <ac:spMkLst>
            <pc:docMk/>
            <pc:sldMk cId="1175792276" sldId="286"/>
            <ac:spMk id="30" creationId="{59AD1CE3-C79C-4930-B424-D1A9FEA111F8}"/>
          </ac:spMkLst>
        </pc:spChg>
        <pc:spChg chg="mod">
          <ac:chgData name="SERGIO SPANO'" userId="3abdd0b9-513e-40ac-aad4-56920065037d" providerId="ADAL" clId="{A8F2856B-B642-43D1-A6AA-70598464A39C}" dt="2022-04-06T10:27:17.480" v="558"/>
          <ac:spMkLst>
            <pc:docMk/>
            <pc:sldMk cId="1175792276" sldId="286"/>
            <ac:spMk id="31" creationId="{EB74E549-E8C4-4D8A-B785-79942109AB7D}"/>
          </ac:spMkLst>
        </pc:spChg>
        <pc:spChg chg="add del mod">
          <ac:chgData name="SERGIO SPANO'" userId="3abdd0b9-513e-40ac-aad4-56920065037d" providerId="ADAL" clId="{A8F2856B-B642-43D1-A6AA-70598464A39C}" dt="2022-04-06T10:27:18.637" v="559"/>
          <ac:spMkLst>
            <pc:docMk/>
            <pc:sldMk cId="1175792276" sldId="286"/>
            <ac:spMk id="32" creationId="{8A98D0D9-45AD-47B2-AA78-AEA7670783BF}"/>
          </ac:spMkLst>
        </pc:spChg>
        <pc:spChg chg="add del mod">
          <ac:chgData name="SERGIO SPANO'" userId="3abdd0b9-513e-40ac-aad4-56920065037d" providerId="ADAL" clId="{A8F2856B-B642-43D1-A6AA-70598464A39C}" dt="2022-04-06T10:29:55.791" v="604"/>
          <ac:spMkLst>
            <pc:docMk/>
            <pc:sldMk cId="1175792276" sldId="286"/>
            <ac:spMk id="38" creationId="{F848AE7D-B086-412F-B1F1-5CFE53916692}"/>
          </ac:spMkLst>
        </pc:spChg>
        <pc:spChg chg="add del mod">
          <ac:chgData name="SERGIO SPANO'" userId="3abdd0b9-513e-40ac-aad4-56920065037d" providerId="ADAL" clId="{A8F2856B-B642-43D1-A6AA-70598464A39C}" dt="2022-04-06T10:29:55.791" v="604"/>
          <ac:spMkLst>
            <pc:docMk/>
            <pc:sldMk cId="1175792276" sldId="286"/>
            <ac:spMk id="39" creationId="{B3137C02-F453-41B1-BDAB-B612F69899A3}"/>
          </ac:spMkLst>
        </pc:spChg>
        <pc:spChg chg="add del mod">
          <ac:chgData name="SERGIO SPANO'" userId="3abdd0b9-513e-40ac-aad4-56920065037d" providerId="ADAL" clId="{A8F2856B-B642-43D1-A6AA-70598464A39C}" dt="2022-04-06T10:29:55.791" v="604"/>
          <ac:spMkLst>
            <pc:docMk/>
            <pc:sldMk cId="1175792276" sldId="286"/>
            <ac:spMk id="40" creationId="{E3D579C0-E36B-444C-9304-78995DDBAD45}"/>
          </ac:spMkLst>
        </pc:spChg>
        <pc:spChg chg="add del mod">
          <ac:chgData name="SERGIO SPANO'" userId="3abdd0b9-513e-40ac-aad4-56920065037d" providerId="ADAL" clId="{A8F2856B-B642-43D1-A6AA-70598464A39C}" dt="2022-04-06T10:29:55.791" v="604"/>
          <ac:spMkLst>
            <pc:docMk/>
            <pc:sldMk cId="1175792276" sldId="286"/>
            <ac:spMk id="41" creationId="{8ECF1688-7429-44DA-BFF4-640BAF9F4E55}"/>
          </ac:spMkLst>
        </pc:spChg>
        <pc:spChg chg="add del mod">
          <ac:chgData name="SERGIO SPANO'" userId="3abdd0b9-513e-40ac-aad4-56920065037d" providerId="ADAL" clId="{A8F2856B-B642-43D1-A6AA-70598464A39C}" dt="2022-04-06T10:33:04.826" v="666" actId="478"/>
          <ac:spMkLst>
            <pc:docMk/>
            <pc:sldMk cId="1175792276" sldId="286"/>
            <ac:spMk id="47" creationId="{C5CBA26E-9CAB-461B-8769-C4A5A09ADA1D}"/>
          </ac:spMkLst>
        </pc:spChg>
        <pc:spChg chg="add del mod">
          <ac:chgData name="SERGIO SPANO'" userId="3abdd0b9-513e-40ac-aad4-56920065037d" providerId="ADAL" clId="{A8F2856B-B642-43D1-A6AA-70598464A39C}" dt="2022-04-06T10:33:02.766" v="664" actId="478"/>
          <ac:spMkLst>
            <pc:docMk/>
            <pc:sldMk cId="1175792276" sldId="286"/>
            <ac:spMk id="48" creationId="{43AA499B-729C-43CD-9BF9-5F41EACC0F05}"/>
          </ac:spMkLst>
        </pc:spChg>
        <pc:spChg chg="add del mod">
          <ac:chgData name="SERGIO SPANO'" userId="3abdd0b9-513e-40ac-aad4-56920065037d" providerId="ADAL" clId="{A8F2856B-B642-43D1-A6AA-70598464A39C}" dt="2022-04-06T10:33:14.899" v="670" actId="478"/>
          <ac:spMkLst>
            <pc:docMk/>
            <pc:sldMk cId="1175792276" sldId="286"/>
            <ac:spMk id="49" creationId="{A0C5CE2B-ABAC-4D0F-B7E2-D6D703D8107F}"/>
          </ac:spMkLst>
        </pc:spChg>
        <pc:spChg chg="add del mod">
          <ac:chgData name="SERGIO SPANO'" userId="3abdd0b9-513e-40ac-aad4-56920065037d" providerId="ADAL" clId="{A8F2856B-B642-43D1-A6AA-70598464A39C}" dt="2022-04-06T10:33:11.595" v="668" actId="478"/>
          <ac:spMkLst>
            <pc:docMk/>
            <pc:sldMk cId="1175792276" sldId="286"/>
            <ac:spMk id="50" creationId="{FC08B046-EB92-42D9-AA69-E503FDB50596}"/>
          </ac:spMkLst>
        </pc:spChg>
        <pc:spChg chg="add mod">
          <ac:chgData name="SERGIO SPANO'" userId="3abdd0b9-513e-40ac-aad4-56920065037d" providerId="ADAL" clId="{A8F2856B-B642-43D1-A6AA-70598464A39C}" dt="2022-04-06T10:40:32.469" v="760" actId="1076"/>
          <ac:spMkLst>
            <pc:docMk/>
            <pc:sldMk cId="1175792276" sldId="286"/>
            <ac:spMk id="53" creationId="{CD896A0A-E67D-4D11-86F8-ED40D77D77CC}"/>
          </ac:spMkLst>
        </pc:spChg>
        <pc:spChg chg="add mod">
          <ac:chgData name="SERGIO SPANO'" userId="3abdd0b9-513e-40ac-aad4-56920065037d" providerId="ADAL" clId="{A8F2856B-B642-43D1-A6AA-70598464A39C}" dt="2022-04-06T10:40:49.313" v="766" actId="20577"/>
          <ac:spMkLst>
            <pc:docMk/>
            <pc:sldMk cId="1175792276" sldId="286"/>
            <ac:spMk id="54" creationId="{CC0539EB-89CC-4A0A-ACCA-CB9B364E90BB}"/>
          </ac:spMkLst>
        </pc:spChg>
        <pc:spChg chg="add mod">
          <ac:chgData name="SERGIO SPANO'" userId="3abdd0b9-513e-40ac-aad4-56920065037d" providerId="ADAL" clId="{A8F2856B-B642-43D1-A6AA-70598464A39C}" dt="2022-04-06T10:41:25.538" v="777" actId="20577"/>
          <ac:spMkLst>
            <pc:docMk/>
            <pc:sldMk cId="1175792276" sldId="286"/>
            <ac:spMk id="60" creationId="{DF7C222B-4127-4E28-B841-8A295B9C4B54}"/>
          </ac:spMkLst>
        </pc:spChg>
        <pc:spChg chg="add mod">
          <ac:chgData name="SERGIO SPANO'" userId="3abdd0b9-513e-40ac-aad4-56920065037d" providerId="ADAL" clId="{A8F2856B-B642-43D1-A6AA-70598464A39C}" dt="2022-04-06T10:41:42.953" v="783" actId="6549"/>
          <ac:spMkLst>
            <pc:docMk/>
            <pc:sldMk cId="1175792276" sldId="286"/>
            <ac:spMk id="62" creationId="{E2D6C728-378C-4F21-9C8C-0B6520BEAC5B}"/>
          </ac:spMkLst>
        </pc:spChg>
        <pc:spChg chg="add mod">
          <ac:chgData name="SERGIO SPANO'" userId="3abdd0b9-513e-40ac-aad4-56920065037d" providerId="ADAL" clId="{A8F2856B-B642-43D1-A6AA-70598464A39C}" dt="2022-04-06T10:43:06.911" v="787" actId="1038"/>
          <ac:spMkLst>
            <pc:docMk/>
            <pc:sldMk cId="1175792276" sldId="286"/>
            <ac:spMk id="63" creationId="{088EAD31-A374-4AC9-9331-38FC5A6D5E22}"/>
          </ac:spMkLst>
        </pc:spChg>
        <pc:grpChg chg="add del mod">
          <ac:chgData name="SERGIO SPANO'" userId="3abdd0b9-513e-40ac-aad4-56920065037d" providerId="ADAL" clId="{A8F2856B-B642-43D1-A6AA-70598464A39C}" dt="2022-04-06T10:27:18.637" v="559"/>
          <ac:grpSpMkLst>
            <pc:docMk/>
            <pc:sldMk cId="1175792276" sldId="286"/>
            <ac:grpSpMk id="7" creationId="{DD4D4850-8CB4-493E-A36A-6E23F538FD9A}"/>
          </ac:grpSpMkLst>
        </pc:grpChg>
        <pc:picChg chg="add mod">
          <ac:chgData name="SERGIO SPANO'" userId="3abdd0b9-513e-40ac-aad4-56920065037d" providerId="ADAL" clId="{A8F2856B-B642-43D1-A6AA-70598464A39C}" dt="2022-04-06T10:40:42.019" v="763" actId="1076"/>
          <ac:picMkLst>
            <pc:docMk/>
            <pc:sldMk cId="1175792276" sldId="286"/>
            <ac:picMk id="33" creationId="{27E829C3-7506-4B2E-BFC6-2830F7E9EC2A}"/>
          </ac:picMkLst>
        </pc:picChg>
        <pc:picChg chg="add del mod">
          <ac:chgData name="SERGIO SPANO'" userId="3abdd0b9-513e-40ac-aad4-56920065037d" providerId="ADAL" clId="{A8F2856B-B642-43D1-A6AA-70598464A39C}" dt="2022-04-06T10:30:15.311" v="614"/>
          <ac:picMkLst>
            <pc:docMk/>
            <pc:sldMk cId="1175792276" sldId="286"/>
            <ac:picMk id="42" creationId="{807B91B7-9909-429D-BF91-DF373A54A97A}"/>
          </ac:picMkLst>
        </pc:picChg>
        <pc:cxnChg chg="mod">
          <ac:chgData name="SERGIO SPANO'" userId="3abdd0b9-513e-40ac-aad4-56920065037d" providerId="ADAL" clId="{A8F2856B-B642-43D1-A6AA-70598464A39C}" dt="2022-04-06T10:27:17.480" v="558"/>
          <ac:cxnSpMkLst>
            <pc:docMk/>
            <pc:sldMk cId="1175792276" sldId="286"/>
            <ac:cxnSpMk id="24" creationId="{27905561-1D5A-4102-9931-FBC98E2A6EDC}"/>
          </ac:cxnSpMkLst>
        </pc:cxnChg>
        <pc:cxnChg chg="add del mod">
          <ac:chgData name="SERGIO SPANO'" userId="3abdd0b9-513e-40ac-aad4-56920065037d" providerId="ADAL" clId="{A8F2856B-B642-43D1-A6AA-70598464A39C}" dt="2022-04-06T10:29:55.791" v="604"/>
          <ac:cxnSpMkLst>
            <pc:docMk/>
            <pc:sldMk cId="1175792276" sldId="286"/>
            <ac:cxnSpMk id="34" creationId="{36891979-30D2-4A8E-A6A5-AAF8583C1202}"/>
          </ac:cxnSpMkLst>
        </pc:cxnChg>
        <pc:cxnChg chg="add del mod">
          <ac:chgData name="SERGIO SPANO'" userId="3abdd0b9-513e-40ac-aad4-56920065037d" providerId="ADAL" clId="{A8F2856B-B642-43D1-A6AA-70598464A39C}" dt="2022-04-06T10:29:55.791" v="604"/>
          <ac:cxnSpMkLst>
            <pc:docMk/>
            <pc:sldMk cId="1175792276" sldId="286"/>
            <ac:cxnSpMk id="35" creationId="{F828D308-1EE2-49D9-815B-DB8D3ADA5006}"/>
          </ac:cxnSpMkLst>
        </pc:cxnChg>
        <pc:cxnChg chg="add del mod">
          <ac:chgData name="SERGIO SPANO'" userId="3abdd0b9-513e-40ac-aad4-56920065037d" providerId="ADAL" clId="{A8F2856B-B642-43D1-A6AA-70598464A39C}" dt="2022-04-06T10:29:55.791" v="604"/>
          <ac:cxnSpMkLst>
            <pc:docMk/>
            <pc:sldMk cId="1175792276" sldId="286"/>
            <ac:cxnSpMk id="36" creationId="{398982B1-6E6C-446D-A840-5987A1B734FA}"/>
          </ac:cxnSpMkLst>
        </pc:cxnChg>
        <pc:cxnChg chg="add del mod">
          <ac:chgData name="SERGIO SPANO'" userId="3abdd0b9-513e-40ac-aad4-56920065037d" providerId="ADAL" clId="{A8F2856B-B642-43D1-A6AA-70598464A39C}" dt="2022-04-06T10:29:55.791" v="604"/>
          <ac:cxnSpMkLst>
            <pc:docMk/>
            <pc:sldMk cId="1175792276" sldId="286"/>
            <ac:cxnSpMk id="37" creationId="{B56B4E32-9FA9-4850-872C-901C413DE9A0}"/>
          </ac:cxnSpMkLst>
        </pc:cxnChg>
        <pc:cxnChg chg="add del mod">
          <ac:chgData name="SERGIO SPANO'" userId="3abdd0b9-513e-40ac-aad4-56920065037d" providerId="ADAL" clId="{A8F2856B-B642-43D1-A6AA-70598464A39C}" dt="2022-04-06T10:33:05.753" v="667" actId="478"/>
          <ac:cxnSpMkLst>
            <pc:docMk/>
            <pc:sldMk cId="1175792276" sldId="286"/>
            <ac:cxnSpMk id="43" creationId="{4596D039-8E4E-45F2-8A27-3D37C2194F65}"/>
          </ac:cxnSpMkLst>
        </pc:cxnChg>
        <pc:cxnChg chg="add del mod">
          <ac:chgData name="SERGIO SPANO'" userId="3abdd0b9-513e-40ac-aad4-56920065037d" providerId="ADAL" clId="{A8F2856B-B642-43D1-A6AA-70598464A39C}" dt="2022-04-06T10:33:03.578" v="665" actId="478"/>
          <ac:cxnSpMkLst>
            <pc:docMk/>
            <pc:sldMk cId="1175792276" sldId="286"/>
            <ac:cxnSpMk id="44" creationId="{1D869F2C-C2D2-47D3-9487-0D151F99CF17}"/>
          </ac:cxnSpMkLst>
        </pc:cxnChg>
        <pc:cxnChg chg="add del mod">
          <ac:chgData name="SERGIO SPANO'" userId="3abdd0b9-513e-40ac-aad4-56920065037d" providerId="ADAL" clId="{A8F2856B-B642-43D1-A6AA-70598464A39C}" dt="2022-04-06T10:33:16.053" v="671" actId="478"/>
          <ac:cxnSpMkLst>
            <pc:docMk/>
            <pc:sldMk cId="1175792276" sldId="286"/>
            <ac:cxnSpMk id="45" creationId="{77C4E2D5-C488-4223-8664-BB72749EC183}"/>
          </ac:cxnSpMkLst>
        </pc:cxnChg>
        <pc:cxnChg chg="add del mod">
          <ac:chgData name="SERGIO SPANO'" userId="3abdd0b9-513e-40ac-aad4-56920065037d" providerId="ADAL" clId="{A8F2856B-B642-43D1-A6AA-70598464A39C}" dt="2022-04-06T10:33:12.326" v="669" actId="478"/>
          <ac:cxnSpMkLst>
            <pc:docMk/>
            <pc:sldMk cId="1175792276" sldId="286"/>
            <ac:cxnSpMk id="46" creationId="{BEB01368-392D-43DF-B6B3-FEAFC535446D}"/>
          </ac:cxnSpMkLst>
        </pc:cxnChg>
        <pc:cxnChg chg="add mod">
          <ac:chgData name="SERGIO SPANO'" userId="3abdd0b9-513e-40ac-aad4-56920065037d" providerId="ADAL" clId="{A8F2856B-B642-43D1-A6AA-70598464A39C}" dt="2022-04-06T10:40:14.615" v="751" actId="208"/>
          <ac:cxnSpMkLst>
            <pc:docMk/>
            <pc:sldMk cId="1175792276" sldId="286"/>
            <ac:cxnSpMk id="52" creationId="{E0053115-6674-4390-B5F6-2F638A5F261C}"/>
          </ac:cxnSpMkLst>
        </pc:cxnChg>
        <pc:cxnChg chg="add mod">
          <ac:chgData name="SERGIO SPANO'" userId="3abdd0b9-513e-40ac-aad4-56920065037d" providerId="ADAL" clId="{A8F2856B-B642-43D1-A6AA-70598464A39C}" dt="2022-04-06T10:40:58.163" v="769" actId="14100"/>
          <ac:cxnSpMkLst>
            <pc:docMk/>
            <pc:sldMk cId="1175792276" sldId="286"/>
            <ac:cxnSpMk id="55" creationId="{03451290-B1CD-4794-A038-0814FFBD653C}"/>
          </ac:cxnSpMkLst>
        </pc:cxnChg>
        <pc:cxnChg chg="add mod">
          <ac:chgData name="SERGIO SPANO'" userId="3abdd0b9-513e-40ac-aad4-56920065037d" providerId="ADAL" clId="{A8F2856B-B642-43D1-A6AA-70598464A39C}" dt="2022-04-06T10:41:10.786" v="773" actId="14100"/>
          <ac:cxnSpMkLst>
            <pc:docMk/>
            <pc:sldMk cId="1175792276" sldId="286"/>
            <ac:cxnSpMk id="57" creationId="{1B1B3DCA-41FC-4021-96DE-4DC88E2CD8F0}"/>
          </ac:cxnSpMkLst>
        </pc:cxnChg>
        <pc:cxnChg chg="add mod">
          <ac:chgData name="SERGIO SPANO'" userId="3abdd0b9-513e-40ac-aad4-56920065037d" providerId="ADAL" clId="{A8F2856B-B642-43D1-A6AA-70598464A39C}" dt="2022-04-06T10:41:30.858" v="779" actId="1076"/>
          <ac:cxnSpMkLst>
            <pc:docMk/>
            <pc:sldMk cId="1175792276" sldId="286"/>
            <ac:cxnSpMk id="61" creationId="{7EB15A2D-246E-4645-A3D6-8BD842528EAF}"/>
          </ac:cxnSpMkLst>
        </pc:cxnChg>
      </pc:sldChg>
      <pc:sldChg chg="modSp new mod">
        <pc:chgData name="SERGIO SPANO'" userId="3abdd0b9-513e-40ac-aad4-56920065037d" providerId="ADAL" clId="{A8F2856B-B642-43D1-A6AA-70598464A39C}" dt="2022-04-06T10:43:55.714" v="820" actId="15"/>
        <pc:sldMkLst>
          <pc:docMk/>
          <pc:sldMk cId="2993994993" sldId="287"/>
        </pc:sldMkLst>
        <pc:spChg chg="mod">
          <ac:chgData name="SERGIO SPANO'" userId="3abdd0b9-513e-40ac-aad4-56920065037d" providerId="ADAL" clId="{A8F2856B-B642-43D1-A6AA-70598464A39C}" dt="2022-04-06T10:43:39.239" v="810" actId="20577"/>
          <ac:spMkLst>
            <pc:docMk/>
            <pc:sldMk cId="2993994993" sldId="287"/>
            <ac:spMk id="2" creationId="{0DB292F3-ADF5-4E91-B491-6534F5B4FF9C}"/>
          </ac:spMkLst>
        </pc:spChg>
        <pc:spChg chg="mod">
          <ac:chgData name="SERGIO SPANO'" userId="3abdd0b9-513e-40ac-aad4-56920065037d" providerId="ADAL" clId="{A8F2856B-B642-43D1-A6AA-70598464A39C}" dt="2022-04-06T10:43:55.714" v="820" actId="15"/>
          <ac:spMkLst>
            <pc:docMk/>
            <pc:sldMk cId="2993994993" sldId="287"/>
            <ac:spMk id="3" creationId="{D46763AF-8B2E-4669-9963-6946C1E9B6C0}"/>
          </ac:spMkLst>
        </pc:spChg>
      </pc:sldChg>
    </pc:docChg>
  </pc:docChgLst>
  <pc:docChgLst>
    <pc:chgData name="SERGIO SPANO'" userId="3abdd0b9-513e-40ac-aad4-56920065037d" providerId="ADAL" clId="{B78B99D7-F70B-4A45-821A-0876B1104A6B}"/>
    <pc:docChg chg="undo custSel addSld modSld">
      <pc:chgData name="SERGIO SPANO'" userId="3abdd0b9-513e-40ac-aad4-56920065037d" providerId="ADAL" clId="{B78B99D7-F70B-4A45-821A-0876B1104A6B}" dt="2022-04-01T11:09:45.456" v="721" actId="208"/>
      <pc:docMkLst>
        <pc:docMk/>
      </pc:docMkLst>
      <pc:sldChg chg="addSp modSp new mod">
        <pc:chgData name="SERGIO SPANO'" userId="3abdd0b9-513e-40ac-aad4-56920065037d" providerId="ADAL" clId="{B78B99D7-F70B-4A45-821A-0876B1104A6B}" dt="2022-04-01T09:54:39.905" v="20" actId="1076"/>
        <pc:sldMkLst>
          <pc:docMk/>
          <pc:sldMk cId="1294299585" sldId="259"/>
        </pc:sldMkLst>
        <pc:spChg chg="mod">
          <ac:chgData name="SERGIO SPANO'" userId="3abdd0b9-513e-40ac-aad4-56920065037d" providerId="ADAL" clId="{B78B99D7-F70B-4A45-821A-0876B1104A6B}" dt="2022-04-01T09:53:55.430" v="4" actId="20577"/>
          <ac:spMkLst>
            <pc:docMk/>
            <pc:sldMk cId="1294299585" sldId="259"/>
            <ac:spMk id="2" creationId="{0E07CEB4-FB87-441B-ADD5-CA076E509768}"/>
          </ac:spMkLst>
        </pc:spChg>
        <pc:spChg chg="mod">
          <ac:chgData name="SERGIO SPANO'" userId="3abdd0b9-513e-40ac-aad4-56920065037d" providerId="ADAL" clId="{B78B99D7-F70B-4A45-821A-0876B1104A6B}" dt="2022-04-01T09:54:30.362" v="16" actId="255"/>
          <ac:spMkLst>
            <pc:docMk/>
            <pc:sldMk cId="1294299585" sldId="259"/>
            <ac:spMk id="3" creationId="{DAC5F3BF-7D9B-4F2B-B986-CE37B965B185}"/>
          </ac:spMkLst>
        </pc:spChg>
        <pc:picChg chg="add mod">
          <ac:chgData name="SERGIO SPANO'" userId="3abdd0b9-513e-40ac-aad4-56920065037d" providerId="ADAL" clId="{B78B99D7-F70B-4A45-821A-0876B1104A6B}" dt="2022-04-01T09:54:39.905" v="20" actId="1076"/>
          <ac:picMkLst>
            <pc:docMk/>
            <pc:sldMk cId="1294299585" sldId="259"/>
            <ac:picMk id="6" creationId="{0F06A4E2-3A4F-45F8-8F3C-AE4CAC6AB57D}"/>
          </ac:picMkLst>
        </pc:picChg>
      </pc:sldChg>
      <pc:sldChg chg="addSp delSp modSp new mod">
        <pc:chgData name="SERGIO SPANO'" userId="3abdd0b9-513e-40ac-aad4-56920065037d" providerId="ADAL" clId="{B78B99D7-F70B-4A45-821A-0876B1104A6B}" dt="2022-04-01T09:55:59.161" v="40" actId="1076"/>
        <pc:sldMkLst>
          <pc:docMk/>
          <pc:sldMk cId="3198250" sldId="260"/>
        </pc:sldMkLst>
        <pc:spChg chg="mod">
          <ac:chgData name="SERGIO SPANO'" userId="3abdd0b9-513e-40ac-aad4-56920065037d" providerId="ADAL" clId="{B78B99D7-F70B-4A45-821A-0876B1104A6B}" dt="2022-04-01T09:54:54.129" v="25" actId="20577"/>
          <ac:spMkLst>
            <pc:docMk/>
            <pc:sldMk cId="3198250" sldId="260"/>
            <ac:spMk id="2" creationId="{9982F85B-51A3-47DD-8275-C70852B6BD27}"/>
          </ac:spMkLst>
        </pc:spChg>
        <pc:spChg chg="mod">
          <ac:chgData name="SERGIO SPANO'" userId="3abdd0b9-513e-40ac-aad4-56920065037d" providerId="ADAL" clId="{B78B99D7-F70B-4A45-821A-0876B1104A6B}" dt="2022-04-01T09:55:20.211" v="31" actId="1076"/>
          <ac:spMkLst>
            <pc:docMk/>
            <pc:sldMk cId="3198250" sldId="260"/>
            <ac:spMk id="3" creationId="{9B3282F1-927F-4AEB-B2DC-42A133A1460B}"/>
          </ac:spMkLst>
        </pc:spChg>
        <pc:spChg chg="add del mod">
          <ac:chgData name="SERGIO SPANO'" userId="3abdd0b9-513e-40ac-aad4-56920065037d" providerId="ADAL" clId="{B78B99D7-F70B-4A45-821A-0876B1104A6B}" dt="2022-04-01T09:55:21.410" v="32"/>
          <ac:spMkLst>
            <pc:docMk/>
            <pc:sldMk cId="3198250" sldId="260"/>
            <ac:spMk id="7" creationId="{A8EFFF44-051F-42F4-824B-AFD128C142FC}"/>
          </ac:spMkLst>
        </pc:spChg>
        <pc:spChg chg="mod">
          <ac:chgData name="SERGIO SPANO'" userId="3abdd0b9-513e-40ac-aad4-56920065037d" providerId="ADAL" clId="{B78B99D7-F70B-4A45-821A-0876B1104A6B}" dt="2022-04-01T09:55:18.256" v="29"/>
          <ac:spMkLst>
            <pc:docMk/>
            <pc:sldMk cId="3198250" sldId="260"/>
            <ac:spMk id="9" creationId="{7A5BB30E-EB24-4CD5-9FD0-1CAF8DEBD25F}"/>
          </ac:spMkLst>
        </pc:spChg>
        <pc:spChg chg="mod">
          <ac:chgData name="SERGIO SPANO'" userId="3abdd0b9-513e-40ac-aad4-56920065037d" providerId="ADAL" clId="{B78B99D7-F70B-4A45-821A-0876B1104A6B}" dt="2022-04-01T09:55:18.256" v="29"/>
          <ac:spMkLst>
            <pc:docMk/>
            <pc:sldMk cId="3198250" sldId="260"/>
            <ac:spMk id="10" creationId="{C6FCA81D-4484-41F8-9C78-F6E3ADF79B7A}"/>
          </ac:spMkLst>
        </pc:spChg>
        <pc:spChg chg="mod">
          <ac:chgData name="SERGIO SPANO'" userId="3abdd0b9-513e-40ac-aad4-56920065037d" providerId="ADAL" clId="{B78B99D7-F70B-4A45-821A-0876B1104A6B}" dt="2022-04-01T09:55:18.256" v="29"/>
          <ac:spMkLst>
            <pc:docMk/>
            <pc:sldMk cId="3198250" sldId="260"/>
            <ac:spMk id="11" creationId="{86D23B86-886C-49C5-B2A5-A278C0D0BCEE}"/>
          </ac:spMkLst>
        </pc:spChg>
        <pc:spChg chg="add del mod">
          <ac:chgData name="SERGIO SPANO'" userId="3abdd0b9-513e-40ac-aad4-56920065037d" providerId="ADAL" clId="{B78B99D7-F70B-4A45-821A-0876B1104A6B}" dt="2022-04-01T09:55:21.410" v="32"/>
          <ac:spMkLst>
            <pc:docMk/>
            <pc:sldMk cId="3198250" sldId="260"/>
            <ac:spMk id="12" creationId="{D509423D-52B4-418E-BB25-07F8020DF8A3}"/>
          </ac:spMkLst>
        </pc:spChg>
        <pc:spChg chg="add del mod">
          <ac:chgData name="SERGIO SPANO'" userId="3abdd0b9-513e-40ac-aad4-56920065037d" providerId="ADAL" clId="{B78B99D7-F70B-4A45-821A-0876B1104A6B}" dt="2022-04-01T09:55:21.410" v="32"/>
          <ac:spMkLst>
            <pc:docMk/>
            <pc:sldMk cId="3198250" sldId="260"/>
            <ac:spMk id="13" creationId="{82EAA5A9-8788-4B62-BDF2-CA26420960E5}"/>
          </ac:spMkLst>
        </pc:spChg>
        <pc:spChg chg="add del mod">
          <ac:chgData name="SERGIO SPANO'" userId="3abdd0b9-513e-40ac-aad4-56920065037d" providerId="ADAL" clId="{B78B99D7-F70B-4A45-821A-0876B1104A6B}" dt="2022-04-01T09:55:21.410" v="32"/>
          <ac:spMkLst>
            <pc:docMk/>
            <pc:sldMk cId="3198250" sldId="260"/>
            <ac:spMk id="14" creationId="{D3A22DD8-CC28-40FF-A992-F9E881031C59}"/>
          </ac:spMkLst>
        </pc:spChg>
        <pc:spChg chg="add del mod">
          <ac:chgData name="SERGIO SPANO'" userId="3abdd0b9-513e-40ac-aad4-56920065037d" providerId="ADAL" clId="{B78B99D7-F70B-4A45-821A-0876B1104A6B}" dt="2022-04-01T09:55:21.410" v="32"/>
          <ac:spMkLst>
            <pc:docMk/>
            <pc:sldMk cId="3198250" sldId="260"/>
            <ac:spMk id="15" creationId="{8EC708EA-B604-4F27-8A3F-B3859720C94D}"/>
          </ac:spMkLst>
        </pc:spChg>
        <pc:spChg chg="add del mod">
          <ac:chgData name="SERGIO SPANO'" userId="3abdd0b9-513e-40ac-aad4-56920065037d" providerId="ADAL" clId="{B78B99D7-F70B-4A45-821A-0876B1104A6B}" dt="2022-04-01T09:55:21.410" v="32"/>
          <ac:spMkLst>
            <pc:docMk/>
            <pc:sldMk cId="3198250" sldId="260"/>
            <ac:spMk id="16" creationId="{141E1145-F418-4A4D-8DFC-F7937CDD0FB3}"/>
          </ac:spMkLst>
        </pc:spChg>
        <pc:grpChg chg="add del mod">
          <ac:chgData name="SERGIO SPANO'" userId="3abdd0b9-513e-40ac-aad4-56920065037d" providerId="ADAL" clId="{B78B99D7-F70B-4A45-821A-0876B1104A6B}" dt="2022-04-01T09:55:21.410" v="32"/>
          <ac:grpSpMkLst>
            <pc:docMk/>
            <pc:sldMk cId="3198250" sldId="260"/>
            <ac:grpSpMk id="8" creationId="{5547375B-A964-46E5-B8F3-5536DCF371BF}"/>
          </ac:grpSpMkLst>
        </pc:grpChg>
        <pc:graphicFrameChg chg="add del mod">
          <ac:chgData name="SERGIO SPANO'" userId="3abdd0b9-513e-40ac-aad4-56920065037d" providerId="ADAL" clId="{B78B99D7-F70B-4A45-821A-0876B1104A6B}" dt="2022-04-01T09:55:21.410" v="32"/>
          <ac:graphicFrameMkLst>
            <pc:docMk/>
            <pc:sldMk cId="3198250" sldId="260"/>
            <ac:graphicFrameMk id="6" creationId="{633BA3B6-DB5C-4D28-ADBC-47F1B41C6B3C}"/>
          </ac:graphicFrameMkLst>
        </pc:graphicFrameChg>
        <pc:picChg chg="add del mod">
          <ac:chgData name="SERGIO SPANO'" userId="3abdd0b9-513e-40ac-aad4-56920065037d" providerId="ADAL" clId="{B78B99D7-F70B-4A45-821A-0876B1104A6B}" dt="2022-04-01T09:55:39.440" v="36" actId="478"/>
          <ac:picMkLst>
            <pc:docMk/>
            <pc:sldMk cId="3198250" sldId="260"/>
            <ac:picMk id="17" creationId="{34BC14A3-D693-4D29-8D4A-2B874BDF6E1A}"/>
          </ac:picMkLst>
        </pc:picChg>
        <pc:picChg chg="add mod">
          <ac:chgData name="SERGIO SPANO'" userId="3abdd0b9-513e-40ac-aad4-56920065037d" providerId="ADAL" clId="{B78B99D7-F70B-4A45-821A-0876B1104A6B}" dt="2022-04-01T09:55:59.161" v="40" actId="1076"/>
          <ac:picMkLst>
            <pc:docMk/>
            <pc:sldMk cId="3198250" sldId="260"/>
            <ac:picMk id="18" creationId="{555DC3BB-98BF-4673-AFC9-F9CFCFCE8673}"/>
          </ac:picMkLst>
        </pc:picChg>
      </pc:sldChg>
      <pc:sldChg chg="addSp delSp modSp new mod">
        <pc:chgData name="SERGIO SPANO'" userId="3abdd0b9-513e-40ac-aad4-56920065037d" providerId="ADAL" clId="{B78B99D7-F70B-4A45-821A-0876B1104A6B}" dt="2022-04-01T10:11:49.585" v="107" actId="6549"/>
        <pc:sldMkLst>
          <pc:docMk/>
          <pc:sldMk cId="2396655221" sldId="261"/>
        </pc:sldMkLst>
        <pc:spChg chg="mod">
          <ac:chgData name="SERGIO SPANO'" userId="3abdd0b9-513e-40ac-aad4-56920065037d" providerId="ADAL" clId="{B78B99D7-F70B-4A45-821A-0876B1104A6B}" dt="2022-04-01T10:00:25.382" v="44" actId="20577"/>
          <ac:spMkLst>
            <pc:docMk/>
            <pc:sldMk cId="2396655221" sldId="261"/>
            <ac:spMk id="2" creationId="{63C5917C-C102-48FE-AF5F-CD0F019F34B1}"/>
          </ac:spMkLst>
        </pc:spChg>
        <pc:spChg chg="mod">
          <ac:chgData name="SERGIO SPANO'" userId="3abdd0b9-513e-40ac-aad4-56920065037d" providerId="ADAL" clId="{B78B99D7-F70B-4A45-821A-0876B1104A6B}" dt="2022-04-01T10:11:49.585" v="107" actId="6549"/>
          <ac:spMkLst>
            <pc:docMk/>
            <pc:sldMk cId="2396655221" sldId="261"/>
            <ac:spMk id="3" creationId="{8565C69B-793D-43B2-8AC9-C8FCB59BD334}"/>
          </ac:spMkLst>
        </pc:spChg>
        <pc:spChg chg="add del">
          <ac:chgData name="SERGIO SPANO'" userId="3abdd0b9-513e-40ac-aad4-56920065037d" providerId="ADAL" clId="{B78B99D7-F70B-4A45-821A-0876B1104A6B}" dt="2022-04-01T10:01:28.432" v="65" actId="22"/>
          <ac:spMkLst>
            <pc:docMk/>
            <pc:sldMk cId="2396655221" sldId="261"/>
            <ac:spMk id="9" creationId="{C3C77863-B913-4D3A-8599-2CCAD26637F0}"/>
          </ac:spMkLst>
        </pc:spChg>
        <pc:graphicFrameChg chg="add del mod">
          <ac:chgData name="SERGIO SPANO'" userId="3abdd0b9-513e-40ac-aad4-56920065037d" providerId="ADAL" clId="{B78B99D7-F70B-4A45-821A-0876B1104A6B}" dt="2022-04-01T10:01:23.026" v="63"/>
          <ac:graphicFrameMkLst>
            <pc:docMk/>
            <pc:sldMk cId="2396655221" sldId="261"/>
            <ac:graphicFrameMk id="7" creationId="{8AC7A7C2-BD4E-4EE3-9129-BFE83AF04D86}"/>
          </ac:graphicFrameMkLst>
        </pc:graphicFrameChg>
        <pc:picChg chg="add mod">
          <ac:chgData name="SERGIO SPANO'" userId="3abdd0b9-513e-40ac-aad4-56920065037d" providerId="ADAL" clId="{B78B99D7-F70B-4A45-821A-0876B1104A6B}" dt="2022-04-01T10:01:50.516" v="71" actId="1076"/>
          <ac:picMkLst>
            <pc:docMk/>
            <pc:sldMk cId="2396655221" sldId="261"/>
            <ac:picMk id="6" creationId="{4D2FCD85-1E36-48C6-B51A-FECA473C8B2A}"/>
          </ac:picMkLst>
        </pc:picChg>
        <pc:picChg chg="add mod">
          <ac:chgData name="SERGIO SPANO'" userId="3abdd0b9-513e-40ac-aad4-56920065037d" providerId="ADAL" clId="{B78B99D7-F70B-4A45-821A-0876B1104A6B}" dt="2022-04-01T10:01:52.482" v="72" actId="1076"/>
          <ac:picMkLst>
            <pc:docMk/>
            <pc:sldMk cId="2396655221" sldId="261"/>
            <ac:picMk id="10" creationId="{FCD0AA14-E41F-48F8-AEA9-614420A359C1}"/>
          </ac:picMkLst>
        </pc:picChg>
      </pc:sldChg>
      <pc:sldChg chg="addSp modSp new mod">
        <pc:chgData name="SERGIO SPANO'" userId="3abdd0b9-513e-40ac-aad4-56920065037d" providerId="ADAL" clId="{B78B99D7-F70B-4A45-821A-0876B1104A6B}" dt="2022-04-01T10:12:30.891" v="128" actId="1076"/>
        <pc:sldMkLst>
          <pc:docMk/>
          <pc:sldMk cId="195901539" sldId="262"/>
        </pc:sldMkLst>
        <pc:spChg chg="mod">
          <ac:chgData name="SERGIO SPANO'" userId="3abdd0b9-513e-40ac-aad4-56920065037d" providerId="ADAL" clId="{B78B99D7-F70B-4A45-821A-0876B1104A6B}" dt="2022-04-01T10:05:16.082" v="81" actId="20577"/>
          <ac:spMkLst>
            <pc:docMk/>
            <pc:sldMk cId="195901539" sldId="262"/>
            <ac:spMk id="2" creationId="{5AFD0FDB-8BFC-4DB5-9565-77BD64F93249}"/>
          </ac:spMkLst>
        </pc:spChg>
        <pc:spChg chg="mod">
          <ac:chgData name="SERGIO SPANO'" userId="3abdd0b9-513e-40ac-aad4-56920065037d" providerId="ADAL" clId="{B78B99D7-F70B-4A45-821A-0876B1104A6B}" dt="2022-04-01T10:12:27.472" v="127" actId="20577"/>
          <ac:spMkLst>
            <pc:docMk/>
            <pc:sldMk cId="195901539" sldId="262"/>
            <ac:spMk id="3" creationId="{6637AE3C-056F-471C-8F6E-BC08BF083A7C}"/>
          </ac:spMkLst>
        </pc:spChg>
        <pc:picChg chg="add mod">
          <ac:chgData name="SERGIO SPANO'" userId="3abdd0b9-513e-40ac-aad4-56920065037d" providerId="ADAL" clId="{B78B99D7-F70B-4A45-821A-0876B1104A6B}" dt="2022-04-01T10:12:30.891" v="128" actId="1076"/>
          <ac:picMkLst>
            <pc:docMk/>
            <pc:sldMk cId="195901539" sldId="262"/>
            <ac:picMk id="6" creationId="{C11F284F-AA1E-401E-9B3A-11E7C4F12729}"/>
          </ac:picMkLst>
        </pc:picChg>
      </pc:sldChg>
      <pc:sldChg chg="addSp modSp new mod">
        <pc:chgData name="SERGIO SPANO'" userId="3abdd0b9-513e-40ac-aad4-56920065037d" providerId="ADAL" clId="{B78B99D7-F70B-4A45-821A-0876B1104A6B}" dt="2022-04-01T10:14:06.939" v="153" actId="6549"/>
        <pc:sldMkLst>
          <pc:docMk/>
          <pc:sldMk cId="4246449681" sldId="263"/>
        </pc:sldMkLst>
        <pc:spChg chg="mod">
          <ac:chgData name="SERGIO SPANO'" userId="3abdd0b9-513e-40ac-aad4-56920065037d" providerId="ADAL" clId="{B78B99D7-F70B-4A45-821A-0876B1104A6B}" dt="2022-04-01T10:12:55.069" v="136" actId="20577"/>
          <ac:spMkLst>
            <pc:docMk/>
            <pc:sldMk cId="4246449681" sldId="263"/>
            <ac:spMk id="2" creationId="{9EFECF7F-392B-408C-A0C9-B29059030B16}"/>
          </ac:spMkLst>
        </pc:spChg>
        <pc:spChg chg="mod">
          <ac:chgData name="SERGIO SPANO'" userId="3abdd0b9-513e-40ac-aad4-56920065037d" providerId="ADAL" clId="{B78B99D7-F70B-4A45-821A-0876B1104A6B}" dt="2022-04-01T10:14:06.939" v="153" actId="6549"/>
          <ac:spMkLst>
            <pc:docMk/>
            <pc:sldMk cId="4246449681" sldId="263"/>
            <ac:spMk id="3" creationId="{EF041B6D-D8F7-4040-AE44-77CEF9AC1E92}"/>
          </ac:spMkLst>
        </pc:spChg>
        <pc:picChg chg="add mod">
          <ac:chgData name="SERGIO SPANO'" userId="3abdd0b9-513e-40ac-aad4-56920065037d" providerId="ADAL" clId="{B78B99D7-F70B-4A45-821A-0876B1104A6B}" dt="2022-04-01T10:13:38.661" v="144" actId="1076"/>
          <ac:picMkLst>
            <pc:docMk/>
            <pc:sldMk cId="4246449681" sldId="263"/>
            <ac:picMk id="6" creationId="{B1874090-374E-4515-BE86-B8E2F1D46FC5}"/>
          </ac:picMkLst>
        </pc:picChg>
      </pc:sldChg>
      <pc:sldChg chg="addSp modSp new mod">
        <pc:chgData name="SERGIO SPANO'" userId="3abdd0b9-513e-40ac-aad4-56920065037d" providerId="ADAL" clId="{B78B99D7-F70B-4A45-821A-0876B1104A6B}" dt="2022-04-01T10:18:36.182" v="202" actId="1076"/>
        <pc:sldMkLst>
          <pc:docMk/>
          <pc:sldMk cId="2365388969" sldId="264"/>
        </pc:sldMkLst>
        <pc:spChg chg="mod">
          <ac:chgData name="SERGIO SPANO'" userId="3abdd0b9-513e-40ac-aad4-56920065037d" providerId="ADAL" clId="{B78B99D7-F70B-4A45-821A-0876B1104A6B}" dt="2022-04-01T10:16:54.426" v="160" actId="20577"/>
          <ac:spMkLst>
            <pc:docMk/>
            <pc:sldMk cId="2365388969" sldId="264"/>
            <ac:spMk id="2" creationId="{40976114-0228-4778-81DE-220AF060D34B}"/>
          </ac:spMkLst>
        </pc:spChg>
        <pc:spChg chg="mod">
          <ac:chgData name="SERGIO SPANO'" userId="3abdd0b9-513e-40ac-aad4-56920065037d" providerId="ADAL" clId="{B78B99D7-F70B-4A45-821A-0876B1104A6B}" dt="2022-04-01T10:18:24.886" v="197" actId="207"/>
          <ac:spMkLst>
            <pc:docMk/>
            <pc:sldMk cId="2365388969" sldId="264"/>
            <ac:spMk id="3" creationId="{CF818F10-5484-40B5-9EA8-59B3D9C56C1A}"/>
          </ac:spMkLst>
        </pc:spChg>
        <pc:picChg chg="add mod">
          <ac:chgData name="SERGIO SPANO'" userId="3abdd0b9-513e-40ac-aad4-56920065037d" providerId="ADAL" clId="{B78B99D7-F70B-4A45-821A-0876B1104A6B}" dt="2022-04-01T10:18:36.182" v="202" actId="1076"/>
          <ac:picMkLst>
            <pc:docMk/>
            <pc:sldMk cId="2365388969" sldId="264"/>
            <ac:picMk id="6" creationId="{ACBDC711-0FF1-48A7-8DD8-172A04D6BD22}"/>
          </ac:picMkLst>
        </pc:picChg>
      </pc:sldChg>
      <pc:sldChg chg="addSp modSp new mod">
        <pc:chgData name="SERGIO SPANO'" userId="3abdd0b9-513e-40ac-aad4-56920065037d" providerId="ADAL" clId="{B78B99D7-F70B-4A45-821A-0876B1104A6B}" dt="2022-04-01T10:25:21.035" v="221" actId="1076"/>
        <pc:sldMkLst>
          <pc:docMk/>
          <pc:sldMk cId="2117260882" sldId="265"/>
        </pc:sldMkLst>
        <pc:spChg chg="mod">
          <ac:chgData name="SERGIO SPANO'" userId="3abdd0b9-513e-40ac-aad4-56920065037d" providerId="ADAL" clId="{B78B99D7-F70B-4A45-821A-0876B1104A6B}" dt="2022-04-01T10:24:56.019" v="212" actId="20577"/>
          <ac:spMkLst>
            <pc:docMk/>
            <pc:sldMk cId="2117260882" sldId="265"/>
            <ac:spMk id="2" creationId="{57762CDF-683D-41C1-A60F-C93C05BE2BED}"/>
          </ac:spMkLst>
        </pc:spChg>
        <pc:spChg chg="mod">
          <ac:chgData name="SERGIO SPANO'" userId="3abdd0b9-513e-40ac-aad4-56920065037d" providerId="ADAL" clId="{B78B99D7-F70B-4A45-821A-0876B1104A6B}" dt="2022-04-01T10:25:13.838" v="217" actId="404"/>
          <ac:spMkLst>
            <pc:docMk/>
            <pc:sldMk cId="2117260882" sldId="265"/>
            <ac:spMk id="3" creationId="{D62398FF-F72B-46C9-93E7-ACC44F9F914E}"/>
          </ac:spMkLst>
        </pc:spChg>
        <pc:picChg chg="add mod">
          <ac:chgData name="SERGIO SPANO'" userId="3abdd0b9-513e-40ac-aad4-56920065037d" providerId="ADAL" clId="{B78B99D7-F70B-4A45-821A-0876B1104A6B}" dt="2022-04-01T10:25:21.035" v="221" actId="1076"/>
          <ac:picMkLst>
            <pc:docMk/>
            <pc:sldMk cId="2117260882" sldId="265"/>
            <ac:picMk id="6" creationId="{CBDA6630-0E20-42D3-936C-20A1C31A81D5}"/>
          </ac:picMkLst>
        </pc:picChg>
      </pc:sldChg>
      <pc:sldChg chg="addSp modSp new mod">
        <pc:chgData name="SERGIO SPANO'" userId="3abdd0b9-513e-40ac-aad4-56920065037d" providerId="ADAL" clId="{B78B99D7-F70B-4A45-821A-0876B1104A6B}" dt="2022-04-01T10:25:59.939" v="246" actId="1076"/>
        <pc:sldMkLst>
          <pc:docMk/>
          <pc:sldMk cId="1235647079" sldId="266"/>
        </pc:sldMkLst>
        <pc:spChg chg="mod">
          <ac:chgData name="SERGIO SPANO'" userId="3abdd0b9-513e-40ac-aad4-56920065037d" providerId="ADAL" clId="{B78B99D7-F70B-4A45-821A-0876B1104A6B}" dt="2022-04-01T10:25:34.952" v="228" actId="20577"/>
          <ac:spMkLst>
            <pc:docMk/>
            <pc:sldMk cId="1235647079" sldId="266"/>
            <ac:spMk id="2" creationId="{0B9FF15C-40EF-4E62-B789-54730EAD7E0A}"/>
          </ac:spMkLst>
        </pc:spChg>
        <pc:spChg chg="mod">
          <ac:chgData name="SERGIO SPANO'" userId="3abdd0b9-513e-40ac-aad4-56920065037d" providerId="ADAL" clId="{B78B99D7-F70B-4A45-821A-0876B1104A6B}" dt="2022-04-01T10:25:52.364" v="243" actId="20577"/>
          <ac:spMkLst>
            <pc:docMk/>
            <pc:sldMk cId="1235647079" sldId="266"/>
            <ac:spMk id="3" creationId="{FD452D60-DBD2-486D-8117-7A5A1514EC8A}"/>
          </ac:spMkLst>
        </pc:spChg>
        <pc:picChg chg="add mod">
          <ac:chgData name="SERGIO SPANO'" userId="3abdd0b9-513e-40ac-aad4-56920065037d" providerId="ADAL" clId="{B78B99D7-F70B-4A45-821A-0876B1104A6B}" dt="2022-04-01T10:25:59.939" v="246" actId="1076"/>
          <ac:picMkLst>
            <pc:docMk/>
            <pc:sldMk cId="1235647079" sldId="266"/>
            <ac:picMk id="6" creationId="{F7E5948C-430D-44AB-9A4B-13BA87260A07}"/>
          </ac:picMkLst>
        </pc:picChg>
      </pc:sldChg>
      <pc:sldChg chg="modSp new mod">
        <pc:chgData name="SERGIO SPANO'" userId="3abdd0b9-513e-40ac-aad4-56920065037d" providerId="ADAL" clId="{B78B99D7-F70B-4A45-821A-0876B1104A6B}" dt="2022-04-01T10:37:21.889" v="273" actId="20577"/>
        <pc:sldMkLst>
          <pc:docMk/>
          <pc:sldMk cId="3690434877" sldId="267"/>
        </pc:sldMkLst>
        <pc:spChg chg="mod">
          <ac:chgData name="SERGIO SPANO'" userId="3abdd0b9-513e-40ac-aad4-56920065037d" providerId="ADAL" clId="{B78B99D7-F70B-4A45-821A-0876B1104A6B}" dt="2022-04-01T10:29:18.112" v="256" actId="20577"/>
          <ac:spMkLst>
            <pc:docMk/>
            <pc:sldMk cId="3690434877" sldId="267"/>
            <ac:spMk id="2" creationId="{BA5F39F6-5DE8-47C8-AEDB-ECFDCEB26A63}"/>
          </ac:spMkLst>
        </pc:spChg>
        <pc:spChg chg="mod">
          <ac:chgData name="SERGIO SPANO'" userId="3abdd0b9-513e-40ac-aad4-56920065037d" providerId="ADAL" clId="{B78B99D7-F70B-4A45-821A-0876B1104A6B}" dt="2022-04-01T10:37:21.889" v="273" actId="20577"/>
          <ac:spMkLst>
            <pc:docMk/>
            <pc:sldMk cId="3690434877" sldId="267"/>
            <ac:spMk id="3" creationId="{3F5743E3-059C-4470-B19C-615FDAF18C9B}"/>
          </ac:spMkLst>
        </pc:spChg>
      </pc:sldChg>
      <pc:sldChg chg="addSp modSp new mod">
        <pc:chgData name="SERGIO SPANO'" userId="3abdd0b9-513e-40ac-aad4-56920065037d" providerId="ADAL" clId="{B78B99D7-F70B-4A45-821A-0876B1104A6B}" dt="2022-04-01T10:44:39.049" v="328" actId="1076"/>
        <pc:sldMkLst>
          <pc:docMk/>
          <pc:sldMk cId="1097354484" sldId="268"/>
        </pc:sldMkLst>
        <pc:spChg chg="mod">
          <ac:chgData name="SERGIO SPANO'" userId="3abdd0b9-513e-40ac-aad4-56920065037d" providerId="ADAL" clId="{B78B99D7-F70B-4A45-821A-0876B1104A6B}" dt="2022-04-01T10:39:38.961" v="299" actId="20577"/>
          <ac:spMkLst>
            <pc:docMk/>
            <pc:sldMk cId="1097354484" sldId="268"/>
            <ac:spMk id="2" creationId="{51C34505-9DC2-4A54-AADB-1D7281B40B74}"/>
          </ac:spMkLst>
        </pc:spChg>
        <pc:spChg chg="mod">
          <ac:chgData name="SERGIO SPANO'" userId="3abdd0b9-513e-40ac-aad4-56920065037d" providerId="ADAL" clId="{B78B99D7-F70B-4A45-821A-0876B1104A6B}" dt="2022-04-01T10:39:59.734" v="311" actId="20577"/>
          <ac:spMkLst>
            <pc:docMk/>
            <pc:sldMk cId="1097354484" sldId="268"/>
            <ac:spMk id="3" creationId="{E95D1C37-2E3B-4A99-A898-430D6764A8EE}"/>
          </ac:spMkLst>
        </pc:spChg>
        <pc:picChg chg="add mod ord">
          <ac:chgData name="SERGIO SPANO'" userId="3abdd0b9-513e-40ac-aad4-56920065037d" providerId="ADAL" clId="{B78B99D7-F70B-4A45-821A-0876B1104A6B}" dt="2022-04-01T10:44:36.721" v="327" actId="1076"/>
          <ac:picMkLst>
            <pc:docMk/>
            <pc:sldMk cId="1097354484" sldId="268"/>
            <ac:picMk id="6" creationId="{D1CDBE47-599A-4254-843B-4D0B7DE086E7}"/>
          </ac:picMkLst>
        </pc:picChg>
        <pc:picChg chg="add mod">
          <ac:chgData name="SERGIO SPANO'" userId="3abdd0b9-513e-40ac-aad4-56920065037d" providerId="ADAL" clId="{B78B99D7-F70B-4A45-821A-0876B1104A6B}" dt="2022-04-01T10:44:39.049" v="328" actId="1076"/>
          <ac:picMkLst>
            <pc:docMk/>
            <pc:sldMk cId="1097354484" sldId="268"/>
            <ac:picMk id="7" creationId="{1005A4A9-96E5-4456-9917-D40BECDE9AB1}"/>
          </ac:picMkLst>
        </pc:picChg>
      </pc:sldChg>
      <pc:sldChg chg="addSp modSp new mod">
        <pc:chgData name="SERGIO SPANO'" userId="3abdd0b9-513e-40ac-aad4-56920065037d" providerId="ADAL" clId="{B78B99D7-F70B-4A45-821A-0876B1104A6B}" dt="2022-04-01T10:50:12.647" v="381" actId="1076"/>
        <pc:sldMkLst>
          <pc:docMk/>
          <pc:sldMk cId="16956515" sldId="269"/>
        </pc:sldMkLst>
        <pc:spChg chg="mod">
          <ac:chgData name="SERGIO SPANO'" userId="3abdd0b9-513e-40ac-aad4-56920065037d" providerId="ADAL" clId="{B78B99D7-F70B-4A45-821A-0876B1104A6B}" dt="2022-04-01T10:45:29.815" v="355" actId="20577"/>
          <ac:spMkLst>
            <pc:docMk/>
            <pc:sldMk cId="16956515" sldId="269"/>
            <ac:spMk id="2" creationId="{0C189DFA-DC4E-4AE1-AEF1-ED7568B58932}"/>
          </ac:spMkLst>
        </pc:spChg>
        <pc:spChg chg="mod">
          <ac:chgData name="SERGIO SPANO'" userId="3abdd0b9-513e-40ac-aad4-56920065037d" providerId="ADAL" clId="{B78B99D7-F70B-4A45-821A-0876B1104A6B}" dt="2022-04-01T10:45:59.214" v="365" actId="20577"/>
          <ac:spMkLst>
            <pc:docMk/>
            <pc:sldMk cId="16956515" sldId="269"/>
            <ac:spMk id="3" creationId="{5DE39091-A163-491C-B3C3-5C81C855AC44}"/>
          </ac:spMkLst>
        </pc:spChg>
        <pc:spChg chg="add mod">
          <ac:chgData name="SERGIO SPANO'" userId="3abdd0b9-513e-40ac-aad4-56920065037d" providerId="ADAL" clId="{B78B99D7-F70B-4A45-821A-0876B1104A6B}" dt="2022-04-01T10:50:12.647" v="381" actId="1076"/>
          <ac:spMkLst>
            <pc:docMk/>
            <pc:sldMk cId="16956515" sldId="269"/>
            <ac:spMk id="6" creationId="{4B12F256-B8FC-4548-99C0-B4D3EA868AC4}"/>
          </ac:spMkLst>
        </pc:spChg>
        <pc:picChg chg="add mod">
          <ac:chgData name="SERGIO SPANO'" userId="3abdd0b9-513e-40ac-aad4-56920065037d" providerId="ADAL" clId="{B78B99D7-F70B-4A45-821A-0876B1104A6B}" dt="2022-04-01T10:50:07.360" v="379" actId="1076"/>
          <ac:picMkLst>
            <pc:docMk/>
            <pc:sldMk cId="16956515" sldId="269"/>
            <ac:picMk id="7" creationId="{4C12C087-DDEC-427B-9B4A-8DFF506DBEDF}"/>
          </ac:picMkLst>
        </pc:picChg>
      </pc:sldChg>
      <pc:sldChg chg="modSp new mod">
        <pc:chgData name="SERGIO SPANO'" userId="3abdd0b9-513e-40ac-aad4-56920065037d" providerId="ADAL" clId="{B78B99D7-F70B-4A45-821A-0876B1104A6B}" dt="2022-04-01T10:52:46.881" v="414" actId="20577"/>
        <pc:sldMkLst>
          <pc:docMk/>
          <pc:sldMk cId="3923275502" sldId="270"/>
        </pc:sldMkLst>
        <pc:spChg chg="mod">
          <ac:chgData name="SERGIO SPANO'" userId="3abdd0b9-513e-40ac-aad4-56920065037d" providerId="ADAL" clId="{B78B99D7-F70B-4A45-821A-0876B1104A6B}" dt="2022-04-01T10:51:38.235" v="390" actId="20577"/>
          <ac:spMkLst>
            <pc:docMk/>
            <pc:sldMk cId="3923275502" sldId="270"/>
            <ac:spMk id="2" creationId="{52B6AD35-8820-479A-BE57-E811E7A007A7}"/>
          </ac:spMkLst>
        </pc:spChg>
        <pc:spChg chg="mod">
          <ac:chgData name="SERGIO SPANO'" userId="3abdd0b9-513e-40ac-aad4-56920065037d" providerId="ADAL" clId="{B78B99D7-F70B-4A45-821A-0876B1104A6B}" dt="2022-04-01T10:52:46.881" v="414" actId="20577"/>
          <ac:spMkLst>
            <pc:docMk/>
            <pc:sldMk cId="3923275502" sldId="270"/>
            <ac:spMk id="3" creationId="{BF419B96-F29B-44A8-AC77-04665B8C0874}"/>
          </ac:spMkLst>
        </pc:spChg>
      </pc:sldChg>
      <pc:sldChg chg="addSp modSp new mod">
        <pc:chgData name="SERGIO SPANO'" userId="3abdd0b9-513e-40ac-aad4-56920065037d" providerId="ADAL" clId="{B78B99D7-F70B-4A45-821A-0876B1104A6B}" dt="2022-04-01T10:57:51.089" v="513" actId="1076"/>
        <pc:sldMkLst>
          <pc:docMk/>
          <pc:sldMk cId="2916414287" sldId="271"/>
        </pc:sldMkLst>
        <pc:spChg chg="mod">
          <ac:chgData name="SERGIO SPANO'" userId="3abdd0b9-513e-40ac-aad4-56920065037d" providerId="ADAL" clId="{B78B99D7-F70B-4A45-821A-0876B1104A6B}" dt="2022-04-01T10:56:08.102" v="457" actId="20577"/>
          <ac:spMkLst>
            <pc:docMk/>
            <pc:sldMk cId="2916414287" sldId="271"/>
            <ac:spMk id="2" creationId="{1564B15D-F0F1-422A-8B1C-882AAB732A55}"/>
          </ac:spMkLst>
        </pc:spChg>
        <pc:spChg chg="mod">
          <ac:chgData name="SERGIO SPANO'" userId="3abdd0b9-513e-40ac-aad4-56920065037d" providerId="ADAL" clId="{B78B99D7-F70B-4A45-821A-0876B1104A6B}" dt="2022-04-01T10:57:35.989" v="503" actId="20577"/>
          <ac:spMkLst>
            <pc:docMk/>
            <pc:sldMk cId="2916414287" sldId="271"/>
            <ac:spMk id="3" creationId="{50C81CA1-0896-4E32-845D-18D8416A353E}"/>
          </ac:spMkLst>
        </pc:spChg>
        <pc:spChg chg="add mod">
          <ac:chgData name="SERGIO SPANO'" userId="3abdd0b9-513e-40ac-aad4-56920065037d" providerId="ADAL" clId="{B78B99D7-F70B-4A45-821A-0876B1104A6B}" dt="2022-04-01T10:57:51.089" v="513" actId="1076"/>
          <ac:spMkLst>
            <pc:docMk/>
            <pc:sldMk cId="2916414287" sldId="271"/>
            <ac:spMk id="6" creationId="{D6A1B18B-DE39-40B1-A415-87BBA4595E03}"/>
          </ac:spMkLst>
        </pc:spChg>
        <pc:picChg chg="add mod">
          <ac:chgData name="SERGIO SPANO'" userId="3abdd0b9-513e-40ac-aad4-56920065037d" providerId="ADAL" clId="{B78B99D7-F70B-4A45-821A-0876B1104A6B}" dt="2022-04-01T10:57:46.883" v="512" actId="1076"/>
          <ac:picMkLst>
            <pc:docMk/>
            <pc:sldMk cId="2916414287" sldId="271"/>
            <ac:picMk id="7" creationId="{0072D4BE-CA2B-4CD0-9D0D-89B983823E78}"/>
          </ac:picMkLst>
        </pc:picChg>
      </pc:sldChg>
      <pc:sldChg chg="addSp delSp modSp new mod">
        <pc:chgData name="SERGIO SPANO'" userId="3abdd0b9-513e-40ac-aad4-56920065037d" providerId="ADAL" clId="{B78B99D7-F70B-4A45-821A-0876B1104A6B}" dt="2022-04-01T11:00:29.580" v="550" actId="1076"/>
        <pc:sldMkLst>
          <pc:docMk/>
          <pc:sldMk cId="2503590128" sldId="272"/>
        </pc:sldMkLst>
        <pc:spChg chg="mod">
          <ac:chgData name="SERGIO SPANO'" userId="3abdd0b9-513e-40ac-aad4-56920065037d" providerId="ADAL" clId="{B78B99D7-F70B-4A45-821A-0876B1104A6B}" dt="2022-04-01T10:58:31.099" v="517" actId="20577"/>
          <ac:spMkLst>
            <pc:docMk/>
            <pc:sldMk cId="2503590128" sldId="272"/>
            <ac:spMk id="2" creationId="{D9C37AC2-FC1C-496B-940B-99BE26B55D53}"/>
          </ac:spMkLst>
        </pc:spChg>
        <pc:spChg chg="mod">
          <ac:chgData name="SERGIO SPANO'" userId="3abdd0b9-513e-40ac-aad4-56920065037d" providerId="ADAL" clId="{B78B99D7-F70B-4A45-821A-0876B1104A6B}" dt="2022-04-01T10:59:37.011" v="531" actId="14100"/>
          <ac:spMkLst>
            <pc:docMk/>
            <pc:sldMk cId="2503590128" sldId="272"/>
            <ac:spMk id="3" creationId="{630AF50C-44A9-45C4-AC8B-A1B3449AA076}"/>
          </ac:spMkLst>
        </pc:spChg>
        <pc:spChg chg="add del">
          <ac:chgData name="SERGIO SPANO'" userId="3abdd0b9-513e-40ac-aad4-56920065037d" providerId="ADAL" clId="{B78B99D7-F70B-4A45-821A-0876B1104A6B}" dt="2022-04-01T10:59:26.325" v="528" actId="22"/>
          <ac:spMkLst>
            <pc:docMk/>
            <pc:sldMk cId="2503590128" sldId="272"/>
            <ac:spMk id="7" creationId="{355F1D6E-0651-406F-A56D-0DEDE63ABA46}"/>
          </ac:spMkLst>
        </pc:spChg>
        <pc:spChg chg="add mod">
          <ac:chgData name="SERGIO SPANO'" userId="3abdd0b9-513e-40ac-aad4-56920065037d" providerId="ADAL" clId="{B78B99D7-F70B-4A45-821A-0876B1104A6B}" dt="2022-04-01T10:59:57.519" v="542" actId="403"/>
          <ac:spMkLst>
            <pc:docMk/>
            <pc:sldMk cId="2503590128" sldId="272"/>
            <ac:spMk id="9" creationId="{7A5048F6-070B-4EAD-BFE7-D4CCBB4FAB9B}"/>
          </ac:spMkLst>
        </pc:spChg>
        <pc:spChg chg="add mod">
          <ac:chgData name="SERGIO SPANO'" userId="3abdd0b9-513e-40ac-aad4-56920065037d" providerId="ADAL" clId="{B78B99D7-F70B-4A45-821A-0876B1104A6B}" dt="2022-04-01T11:00:00.139" v="543" actId="1076"/>
          <ac:spMkLst>
            <pc:docMk/>
            <pc:sldMk cId="2503590128" sldId="272"/>
            <ac:spMk id="10" creationId="{0647C9FB-21BC-47CA-ADF6-CB05E221BBDD}"/>
          </ac:spMkLst>
        </pc:spChg>
        <pc:spChg chg="add mod">
          <ac:chgData name="SERGIO SPANO'" userId="3abdd0b9-513e-40ac-aad4-56920065037d" providerId="ADAL" clId="{B78B99D7-F70B-4A45-821A-0876B1104A6B}" dt="2022-04-01T11:00:08.711" v="548" actId="1076"/>
          <ac:spMkLst>
            <pc:docMk/>
            <pc:sldMk cId="2503590128" sldId="272"/>
            <ac:spMk id="11" creationId="{658B9110-829A-4512-AC97-482BBB038F8B}"/>
          </ac:spMkLst>
        </pc:spChg>
        <pc:picChg chg="add mod">
          <ac:chgData name="SERGIO SPANO'" userId="3abdd0b9-513e-40ac-aad4-56920065037d" providerId="ADAL" clId="{B78B99D7-F70B-4A45-821A-0876B1104A6B}" dt="2022-04-01T11:00:29.580" v="550" actId="1076"/>
          <ac:picMkLst>
            <pc:docMk/>
            <pc:sldMk cId="2503590128" sldId="272"/>
            <ac:picMk id="8" creationId="{C4C50CE0-DAAF-4A85-B54F-55D243DA2065}"/>
          </ac:picMkLst>
        </pc:picChg>
      </pc:sldChg>
      <pc:sldChg chg="addSp delSp modSp new mod">
        <pc:chgData name="SERGIO SPANO'" userId="3abdd0b9-513e-40ac-aad4-56920065037d" providerId="ADAL" clId="{B78B99D7-F70B-4A45-821A-0876B1104A6B}" dt="2022-04-01T11:04:52.803" v="556" actId="1076"/>
        <pc:sldMkLst>
          <pc:docMk/>
          <pc:sldMk cId="3168054203" sldId="273"/>
        </pc:sldMkLst>
        <pc:spChg chg="mod">
          <ac:chgData name="SERGIO SPANO'" userId="3abdd0b9-513e-40ac-aad4-56920065037d" providerId="ADAL" clId="{B78B99D7-F70B-4A45-821A-0876B1104A6B}" dt="2022-04-01T11:04:26.027" v="553" actId="27636"/>
          <ac:spMkLst>
            <pc:docMk/>
            <pc:sldMk cId="3168054203" sldId="273"/>
            <ac:spMk id="2" creationId="{D4B2B063-753D-449C-B6EA-2E72B1BF44C4}"/>
          </ac:spMkLst>
        </pc:spChg>
        <pc:spChg chg="del">
          <ac:chgData name="SERGIO SPANO'" userId="3abdd0b9-513e-40ac-aad4-56920065037d" providerId="ADAL" clId="{B78B99D7-F70B-4A45-821A-0876B1104A6B}" dt="2022-04-01T11:04:45.218" v="555" actId="478"/>
          <ac:spMkLst>
            <pc:docMk/>
            <pc:sldMk cId="3168054203" sldId="273"/>
            <ac:spMk id="3" creationId="{3B012EA9-4C45-42D6-AEE3-20B23EC4A2F8}"/>
          </ac:spMkLst>
        </pc:spChg>
        <pc:spChg chg="add mod">
          <ac:chgData name="SERGIO SPANO'" userId="3abdd0b9-513e-40ac-aad4-56920065037d" providerId="ADAL" clId="{B78B99D7-F70B-4A45-821A-0876B1104A6B}" dt="2022-04-01T11:04:52.803" v="556" actId="1076"/>
          <ac:spMkLst>
            <pc:docMk/>
            <pc:sldMk cId="3168054203" sldId="273"/>
            <ac:spMk id="6" creationId="{78DE024A-457C-4F9C-8968-EC2F7BFDF0C5}"/>
          </ac:spMkLst>
        </pc:spChg>
        <pc:spChg chg="add mod">
          <ac:chgData name="SERGIO SPANO'" userId="3abdd0b9-513e-40ac-aad4-56920065037d" providerId="ADAL" clId="{B78B99D7-F70B-4A45-821A-0876B1104A6B}" dt="2022-04-01T11:04:52.803" v="556" actId="1076"/>
          <ac:spMkLst>
            <pc:docMk/>
            <pc:sldMk cId="3168054203" sldId="273"/>
            <ac:spMk id="7" creationId="{E544DF97-ADBF-4FE1-A7A1-928E2DF274EA}"/>
          </ac:spMkLst>
        </pc:spChg>
        <pc:spChg chg="add mod">
          <ac:chgData name="SERGIO SPANO'" userId="3abdd0b9-513e-40ac-aad4-56920065037d" providerId="ADAL" clId="{B78B99D7-F70B-4A45-821A-0876B1104A6B}" dt="2022-04-01T11:04:52.803" v="556" actId="1076"/>
          <ac:spMkLst>
            <pc:docMk/>
            <pc:sldMk cId="3168054203" sldId="273"/>
            <ac:spMk id="8" creationId="{D77E509A-FFB9-4517-B371-B5B3E82ACB1E}"/>
          </ac:spMkLst>
        </pc:spChg>
        <pc:spChg chg="add mod">
          <ac:chgData name="SERGIO SPANO'" userId="3abdd0b9-513e-40ac-aad4-56920065037d" providerId="ADAL" clId="{B78B99D7-F70B-4A45-821A-0876B1104A6B}" dt="2022-04-01T11:04:42.768" v="554"/>
          <ac:spMkLst>
            <pc:docMk/>
            <pc:sldMk cId="3168054203" sldId="273"/>
            <ac:spMk id="9" creationId="{623B5AC6-34C2-4CB0-B0A7-F48AA2601045}"/>
          </ac:spMkLst>
        </pc:spChg>
      </pc:sldChg>
      <pc:sldChg chg="addSp delSp modSp new mod">
        <pc:chgData name="SERGIO SPANO'" userId="3abdd0b9-513e-40ac-aad4-56920065037d" providerId="ADAL" clId="{B78B99D7-F70B-4A45-821A-0876B1104A6B}" dt="2022-04-01T11:08:54.253" v="660" actId="478"/>
        <pc:sldMkLst>
          <pc:docMk/>
          <pc:sldMk cId="3798802901" sldId="274"/>
        </pc:sldMkLst>
        <pc:spChg chg="mod">
          <ac:chgData name="SERGIO SPANO'" userId="3abdd0b9-513e-40ac-aad4-56920065037d" providerId="ADAL" clId="{B78B99D7-F70B-4A45-821A-0876B1104A6B}" dt="2022-04-01T11:05:18.810" v="559" actId="27636"/>
          <ac:spMkLst>
            <pc:docMk/>
            <pc:sldMk cId="3798802901" sldId="274"/>
            <ac:spMk id="2" creationId="{896C5AF1-083C-4C3C-B227-DEA895C6F9BD}"/>
          </ac:spMkLst>
        </pc:spChg>
        <pc:spChg chg="del">
          <ac:chgData name="SERGIO SPANO'" userId="3abdd0b9-513e-40ac-aad4-56920065037d" providerId="ADAL" clId="{B78B99D7-F70B-4A45-821A-0876B1104A6B}" dt="2022-04-01T11:08:54.253" v="660" actId="478"/>
          <ac:spMkLst>
            <pc:docMk/>
            <pc:sldMk cId="3798802901" sldId="274"/>
            <ac:spMk id="3" creationId="{617CA19C-CE88-4631-A3D4-BEFE300A4B23}"/>
          </ac:spMkLst>
        </pc:spChg>
        <pc:picChg chg="add mod">
          <ac:chgData name="SERGIO SPANO'" userId="3abdd0b9-513e-40ac-aad4-56920065037d" providerId="ADAL" clId="{B78B99D7-F70B-4A45-821A-0876B1104A6B}" dt="2022-04-01T11:05:28.779" v="562" actId="1076"/>
          <ac:picMkLst>
            <pc:docMk/>
            <pc:sldMk cId="3798802901" sldId="274"/>
            <ac:picMk id="6" creationId="{C1EF92F2-83D1-4C43-9191-0BAE7350BBF5}"/>
          </ac:picMkLst>
        </pc:picChg>
      </pc:sldChg>
      <pc:sldChg chg="addSp delSp modSp new mod">
        <pc:chgData name="SERGIO SPANO'" userId="3abdd0b9-513e-40ac-aad4-56920065037d" providerId="ADAL" clId="{B78B99D7-F70B-4A45-821A-0876B1104A6B}" dt="2022-04-01T11:08:52.397" v="659" actId="478"/>
        <pc:sldMkLst>
          <pc:docMk/>
          <pc:sldMk cId="394788787" sldId="275"/>
        </pc:sldMkLst>
        <pc:spChg chg="mod">
          <ac:chgData name="SERGIO SPANO'" userId="3abdd0b9-513e-40ac-aad4-56920065037d" providerId="ADAL" clId="{B78B99D7-F70B-4A45-821A-0876B1104A6B}" dt="2022-04-01T11:05:45.030" v="565" actId="27636"/>
          <ac:spMkLst>
            <pc:docMk/>
            <pc:sldMk cId="394788787" sldId="275"/>
            <ac:spMk id="2" creationId="{3F0B1F4F-99A1-441B-B950-F954EF612FA4}"/>
          </ac:spMkLst>
        </pc:spChg>
        <pc:spChg chg="del">
          <ac:chgData name="SERGIO SPANO'" userId="3abdd0b9-513e-40ac-aad4-56920065037d" providerId="ADAL" clId="{B78B99D7-F70B-4A45-821A-0876B1104A6B}" dt="2022-04-01T11:08:52.397" v="659" actId="478"/>
          <ac:spMkLst>
            <pc:docMk/>
            <pc:sldMk cId="394788787" sldId="275"/>
            <ac:spMk id="3" creationId="{261155C2-5102-408E-9FAB-4DA632ED5CD3}"/>
          </ac:spMkLst>
        </pc:spChg>
        <pc:picChg chg="add mod">
          <ac:chgData name="SERGIO SPANO'" userId="3abdd0b9-513e-40ac-aad4-56920065037d" providerId="ADAL" clId="{B78B99D7-F70B-4A45-821A-0876B1104A6B}" dt="2022-04-01T11:05:54.610" v="568" actId="1076"/>
          <ac:picMkLst>
            <pc:docMk/>
            <pc:sldMk cId="394788787" sldId="275"/>
            <ac:picMk id="6" creationId="{AF587C4C-09F0-4256-A552-1EDDE84BB57C}"/>
          </ac:picMkLst>
        </pc:picChg>
      </pc:sldChg>
      <pc:sldChg chg="addSp delSp modSp new mod">
        <pc:chgData name="SERGIO SPANO'" userId="3abdd0b9-513e-40ac-aad4-56920065037d" providerId="ADAL" clId="{B78B99D7-F70B-4A45-821A-0876B1104A6B}" dt="2022-04-01T11:08:49.866" v="658" actId="478"/>
        <pc:sldMkLst>
          <pc:docMk/>
          <pc:sldMk cId="1250271747" sldId="276"/>
        </pc:sldMkLst>
        <pc:spChg chg="mod">
          <ac:chgData name="SERGIO SPANO'" userId="3abdd0b9-513e-40ac-aad4-56920065037d" providerId="ADAL" clId="{B78B99D7-F70B-4A45-821A-0876B1104A6B}" dt="2022-04-01T11:06:18.315" v="571" actId="27636"/>
          <ac:spMkLst>
            <pc:docMk/>
            <pc:sldMk cId="1250271747" sldId="276"/>
            <ac:spMk id="2" creationId="{320C5C1E-72D1-4E03-8027-538FE65AEA92}"/>
          </ac:spMkLst>
        </pc:spChg>
        <pc:spChg chg="del">
          <ac:chgData name="SERGIO SPANO'" userId="3abdd0b9-513e-40ac-aad4-56920065037d" providerId="ADAL" clId="{B78B99D7-F70B-4A45-821A-0876B1104A6B}" dt="2022-04-01T11:08:49.866" v="658" actId="478"/>
          <ac:spMkLst>
            <pc:docMk/>
            <pc:sldMk cId="1250271747" sldId="276"/>
            <ac:spMk id="3" creationId="{9FE4F4C1-7B09-4962-B2D4-C0435E005BA4}"/>
          </ac:spMkLst>
        </pc:spChg>
        <pc:spChg chg="add mod">
          <ac:chgData name="SERGIO SPANO'" userId="3abdd0b9-513e-40ac-aad4-56920065037d" providerId="ADAL" clId="{B78B99D7-F70B-4A45-821A-0876B1104A6B}" dt="2022-04-01T11:06:36.112" v="577" actId="1076"/>
          <ac:spMkLst>
            <pc:docMk/>
            <pc:sldMk cId="1250271747" sldId="276"/>
            <ac:spMk id="7" creationId="{0EE7EECD-CB49-4C70-9AE8-30FC86F6262A}"/>
          </ac:spMkLst>
        </pc:spChg>
        <pc:picChg chg="add mod">
          <ac:chgData name="SERGIO SPANO'" userId="3abdd0b9-513e-40ac-aad4-56920065037d" providerId="ADAL" clId="{B78B99D7-F70B-4A45-821A-0876B1104A6B}" dt="2022-04-01T11:06:30.026" v="575" actId="1076"/>
          <ac:picMkLst>
            <pc:docMk/>
            <pc:sldMk cId="1250271747" sldId="276"/>
            <ac:picMk id="6" creationId="{5286A11F-C5E6-4A78-AFC7-F8536C32BBA9}"/>
          </ac:picMkLst>
        </pc:picChg>
      </pc:sldChg>
      <pc:sldChg chg="addSp delSp modSp new mod">
        <pc:chgData name="SERGIO SPANO'" userId="3abdd0b9-513e-40ac-aad4-56920065037d" providerId="ADAL" clId="{B78B99D7-F70B-4A45-821A-0876B1104A6B}" dt="2022-04-01T11:09:45.456" v="721" actId="208"/>
        <pc:sldMkLst>
          <pc:docMk/>
          <pc:sldMk cId="1221387922" sldId="277"/>
        </pc:sldMkLst>
        <pc:spChg chg="mod">
          <ac:chgData name="SERGIO SPANO'" userId="3abdd0b9-513e-40ac-aad4-56920065037d" providerId="ADAL" clId="{B78B99D7-F70B-4A45-821A-0876B1104A6B}" dt="2022-04-01T11:09:29.389" v="715" actId="1076"/>
          <ac:spMkLst>
            <pc:docMk/>
            <pc:sldMk cId="1221387922" sldId="277"/>
            <ac:spMk id="2" creationId="{6C958D35-81A6-4EB5-BE5E-5A603A994DCE}"/>
          </ac:spMkLst>
        </pc:spChg>
        <pc:spChg chg="mod">
          <ac:chgData name="SERGIO SPANO'" userId="3abdd0b9-513e-40ac-aad4-56920065037d" providerId="ADAL" clId="{B78B99D7-F70B-4A45-821A-0876B1104A6B}" dt="2022-04-01T11:09:45.456" v="721" actId="208"/>
          <ac:spMkLst>
            <pc:docMk/>
            <pc:sldMk cId="1221387922" sldId="277"/>
            <ac:spMk id="3" creationId="{A75E1943-B590-4C65-81EE-698EDBDDADCD}"/>
          </ac:spMkLst>
        </pc:spChg>
        <pc:spChg chg="add mod">
          <ac:chgData name="SERGIO SPANO'" userId="3abdd0b9-513e-40ac-aad4-56920065037d" providerId="ADAL" clId="{B78B99D7-F70B-4A45-821A-0876B1104A6B}" dt="2022-04-01T11:07:37.247" v="582" actId="1076"/>
          <ac:spMkLst>
            <pc:docMk/>
            <pc:sldMk cId="1221387922" sldId="277"/>
            <ac:spMk id="6" creationId="{C115B692-32CB-447A-8D37-769439893B2D}"/>
          </ac:spMkLst>
        </pc:spChg>
        <pc:spChg chg="add del mod">
          <ac:chgData name="SERGIO SPANO'" userId="3abdd0b9-513e-40ac-aad4-56920065037d" providerId="ADAL" clId="{B78B99D7-F70B-4A45-821A-0876B1104A6B}" dt="2022-04-01T11:08:46.643" v="657" actId="478"/>
          <ac:spMkLst>
            <pc:docMk/>
            <pc:sldMk cId="1221387922" sldId="277"/>
            <ac:spMk id="8" creationId="{F5C4D91F-A0FD-4691-8C08-296C4E4FBB0B}"/>
          </ac:spMkLst>
        </pc:spChg>
        <pc:picChg chg="add mod">
          <ac:chgData name="SERGIO SPANO'" userId="3abdd0b9-513e-40ac-aad4-56920065037d" providerId="ADAL" clId="{B78B99D7-F70B-4A45-821A-0876B1104A6B}" dt="2022-04-01T11:09:34.397" v="716" actId="1076"/>
          <ac:picMkLst>
            <pc:docMk/>
            <pc:sldMk cId="1221387922" sldId="277"/>
            <ac:picMk id="7" creationId="{9D5B6AB0-9759-4539-BACC-AD8428901556}"/>
          </ac:picMkLst>
        </pc:picChg>
      </pc:sldChg>
    </pc:docChg>
  </pc:docChgLst>
  <pc:docChgLst>
    <pc:chgData name="SERGIO SPANO'" userId="3abdd0b9-513e-40ac-aad4-56920065037d" providerId="ADAL" clId="{EF38FB83-84DE-44DD-A1FE-F6045F02048F}"/>
    <pc:docChg chg="undo custSel addSld delSld modSld modMainMaster">
      <pc:chgData name="SERGIO SPANO'" userId="3abdd0b9-513e-40ac-aad4-56920065037d" providerId="ADAL" clId="{EF38FB83-84DE-44DD-A1FE-F6045F02048F}" dt="2022-03-31T12:21:36.799" v="2643" actId="20577"/>
      <pc:docMkLst>
        <pc:docMk/>
      </pc:docMkLst>
      <pc:sldChg chg="delSp modSp mod modTransition">
        <pc:chgData name="SERGIO SPANO'" userId="3abdd0b9-513e-40ac-aad4-56920065037d" providerId="ADAL" clId="{EF38FB83-84DE-44DD-A1FE-F6045F02048F}" dt="2022-03-31T09:39:04.490" v="195" actId="1036"/>
        <pc:sldMkLst>
          <pc:docMk/>
          <pc:sldMk cId="3676927149" sldId="256"/>
        </pc:sldMkLst>
        <pc:spChg chg="mod">
          <ac:chgData name="SERGIO SPANO'" userId="3abdd0b9-513e-40ac-aad4-56920065037d" providerId="ADAL" clId="{EF38FB83-84DE-44DD-A1FE-F6045F02048F}" dt="2022-03-31T09:37:08.109" v="100" actId="1037"/>
          <ac:spMkLst>
            <pc:docMk/>
            <pc:sldMk cId="3676927149" sldId="256"/>
            <ac:spMk id="2" creationId="{AE5A0156-FA44-4B5E-AA95-BA26FE319EEF}"/>
          </ac:spMkLst>
        </pc:spChg>
        <pc:spChg chg="mod">
          <ac:chgData name="SERGIO SPANO'" userId="3abdd0b9-513e-40ac-aad4-56920065037d" providerId="ADAL" clId="{EF38FB83-84DE-44DD-A1FE-F6045F02048F}" dt="2022-03-31T09:37:12.034" v="105" actId="1038"/>
          <ac:spMkLst>
            <pc:docMk/>
            <pc:sldMk cId="3676927149" sldId="256"/>
            <ac:spMk id="3" creationId="{9DAC625A-2F47-4E94-ABBC-7F67DDCC72AE}"/>
          </ac:spMkLst>
        </pc:spChg>
        <pc:spChg chg="mod">
          <ac:chgData name="SERGIO SPANO'" userId="3abdd0b9-513e-40ac-aad4-56920065037d" providerId="ADAL" clId="{EF38FB83-84DE-44DD-A1FE-F6045F02048F}" dt="2022-03-31T09:39:04.490" v="195" actId="1036"/>
          <ac:spMkLst>
            <pc:docMk/>
            <pc:sldMk cId="3676927149" sldId="256"/>
            <ac:spMk id="10" creationId="{1C28BD56-FEA0-4AD1-A103-B45E0AC86A2B}"/>
          </ac:spMkLst>
        </pc:spChg>
        <pc:spChg chg="del">
          <ac:chgData name="SERGIO SPANO'" userId="3abdd0b9-513e-40ac-aad4-56920065037d" providerId="ADAL" clId="{EF38FB83-84DE-44DD-A1FE-F6045F02048F}" dt="2022-03-31T09:36:46.227" v="89" actId="478"/>
          <ac:spMkLst>
            <pc:docMk/>
            <pc:sldMk cId="3676927149" sldId="256"/>
            <ac:spMk id="11" creationId="{123B7B49-C8BB-4009-A2E6-0B54CF1F761A}"/>
          </ac:spMkLst>
        </pc:spChg>
        <pc:spChg chg="del">
          <ac:chgData name="SERGIO SPANO'" userId="3abdd0b9-513e-40ac-aad4-56920065037d" providerId="ADAL" clId="{EF38FB83-84DE-44DD-A1FE-F6045F02048F}" dt="2022-03-31T09:36:05.339" v="34" actId="478"/>
          <ac:spMkLst>
            <pc:docMk/>
            <pc:sldMk cId="3676927149" sldId="256"/>
            <ac:spMk id="13" creationId="{0BF8EE60-99FF-4EAC-B7A2-D59C05E19A25}"/>
          </ac:spMkLst>
        </pc:spChg>
        <pc:spChg chg="del">
          <ac:chgData name="SERGIO SPANO'" userId="3abdd0b9-513e-40ac-aad4-56920065037d" providerId="ADAL" clId="{EF38FB83-84DE-44DD-A1FE-F6045F02048F}" dt="2022-03-31T09:36:10.206" v="35" actId="478"/>
          <ac:spMkLst>
            <pc:docMk/>
            <pc:sldMk cId="3676927149" sldId="256"/>
            <ac:spMk id="14" creationId="{39EEDCDD-D4EE-46B3-B11D-3DFC26DC2D7E}"/>
          </ac:spMkLst>
        </pc:spChg>
      </pc:sldChg>
      <pc:sldChg chg="del">
        <pc:chgData name="SERGIO SPANO'" userId="3abdd0b9-513e-40ac-aad4-56920065037d" providerId="ADAL" clId="{EF38FB83-84DE-44DD-A1FE-F6045F02048F}" dt="2022-03-31T09:35:24.433" v="2" actId="47"/>
        <pc:sldMkLst>
          <pc:docMk/>
          <pc:sldMk cId="1423266225" sldId="257"/>
        </pc:sldMkLst>
      </pc:sldChg>
      <pc:sldChg chg="modSp new mod">
        <pc:chgData name="SERGIO SPANO'" userId="3abdd0b9-513e-40ac-aad4-56920065037d" providerId="ADAL" clId="{EF38FB83-84DE-44DD-A1FE-F6045F02048F}" dt="2022-03-31T10:04:32.945" v="507" actId="20577"/>
        <pc:sldMkLst>
          <pc:docMk/>
          <pc:sldMk cId="2510750969" sldId="257"/>
        </pc:sldMkLst>
        <pc:spChg chg="mod">
          <ac:chgData name="SERGIO SPANO'" userId="3abdd0b9-513e-40ac-aad4-56920065037d" providerId="ADAL" clId="{EF38FB83-84DE-44DD-A1FE-F6045F02048F}" dt="2022-03-31T09:59:26.260" v="257" actId="20577"/>
          <ac:spMkLst>
            <pc:docMk/>
            <pc:sldMk cId="2510750969" sldId="257"/>
            <ac:spMk id="2" creationId="{16208875-2910-49FE-8E86-F66C395DA678}"/>
          </ac:spMkLst>
        </pc:spChg>
        <pc:spChg chg="mod">
          <ac:chgData name="SERGIO SPANO'" userId="3abdd0b9-513e-40ac-aad4-56920065037d" providerId="ADAL" clId="{EF38FB83-84DE-44DD-A1FE-F6045F02048F}" dt="2022-03-31T10:04:32.945" v="507" actId="20577"/>
          <ac:spMkLst>
            <pc:docMk/>
            <pc:sldMk cId="2510750969" sldId="257"/>
            <ac:spMk id="3" creationId="{B6E36503-57A5-4B86-B2BA-80F47320999B}"/>
          </ac:spMkLst>
        </pc:spChg>
      </pc:sldChg>
      <pc:sldChg chg="delSp modSp new del mod">
        <pc:chgData name="SERGIO SPANO'" userId="3abdd0b9-513e-40ac-aad4-56920065037d" providerId="ADAL" clId="{EF38FB83-84DE-44DD-A1FE-F6045F02048F}" dt="2022-03-31T09:45:51.276" v="242" actId="47"/>
        <pc:sldMkLst>
          <pc:docMk/>
          <pc:sldMk cId="4185721268" sldId="257"/>
        </pc:sldMkLst>
        <pc:spChg chg="mod">
          <ac:chgData name="SERGIO SPANO'" userId="3abdd0b9-513e-40ac-aad4-56920065037d" providerId="ADAL" clId="{EF38FB83-84DE-44DD-A1FE-F6045F02048F}" dt="2022-03-31T09:40:43.636" v="199" actId="27636"/>
          <ac:spMkLst>
            <pc:docMk/>
            <pc:sldMk cId="4185721268" sldId="257"/>
            <ac:spMk id="2" creationId="{0BC05654-F00E-4A0F-88F7-FC65F0B33135}"/>
          </ac:spMkLst>
        </pc:spChg>
        <pc:spChg chg="del">
          <ac:chgData name="SERGIO SPANO'" userId="3abdd0b9-513e-40ac-aad4-56920065037d" providerId="ADAL" clId="{EF38FB83-84DE-44DD-A1FE-F6045F02048F}" dt="2022-03-31T09:40:43.594" v="198"/>
          <ac:spMkLst>
            <pc:docMk/>
            <pc:sldMk cId="4185721268" sldId="257"/>
            <ac:spMk id="4" creationId="{7C72D349-3CC4-4754-948D-7117B5F68A96}"/>
          </ac:spMkLst>
        </pc:spChg>
      </pc:sldChg>
      <pc:sldChg chg="del">
        <pc:chgData name="SERGIO SPANO'" userId="3abdd0b9-513e-40ac-aad4-56920065037d" providerId="ADAL" clId="{EF38FB83-84DE-44DD-A1FE-F6045F02048F}" dt="2022-03-31T09:35:24.833" v="3" actId="47"/>
        <pc:sldMkLst>
          <pc:docMk/>
          <pc:sldMk cId="1175821773" sldId="258"/>
        </pc:sldMkLst>
      </pc:sldChg>
      <pc:sldChg chg="addSp delSp modSp new mod">
        <pc:chgData name="SERGIO SPANO'" userId="3abdd0b9-513e-40ac-aad4-56920065037d" providerId="ADAL" clId="{EF38FB83-84DE-44DD-A1FE-F6045F02048F}" dt="2022-03-31T10:21:44.685" v="1052" actId="1076"/>
        <pc:sldMkLst>
          <pc:docMk/>
          <pc:sldMk cId="4020902438" sldId="258"/>
        </pc:sldMkLst>
        <pc:spChg chg="mod">
          <ac:chgData name="SERGIO SPANO'" userId="3abdd0b9-513e-40ac-aad4-56920065037d" providerId="ADAL" clId="{EF38FB83-84DE-44DD-A1FE-F6045F02048F}" dt="2022-03-31T10:15:07.539" v="983" actId="20577"/>
          <ac:spMkLst>
            <pc:docMk/>
            <pc:sldMk cId="4020902438" sldId="258"/>
            <ac:spMk id="2" creationId="{9D227283-0859-4EF1-90BE-85A8641BA506}"/>
          </ac:spMkLst>
        </pc:spChg>
        <pc:spChg chg="mod">
          <ac:chgData name="SERGIO SPANO'" userId="3abdd0b9-513e-40ac-aad4-56920065037d" providerId="ADAL" clId="{EF38FB83-84DE-44DD-A1FE-F6045F02048F}" dt="2022-03-31T10:21:05.148" v="1045" actId="14100"/>
          <ac:spMkLst>
            <pc:docMk/>
            <pc:sldMk cId="4020902438" sldId="258"/>
            <ac:spMk id="3" creationId="{5A840D61-355E-4EA0-A8DC-CC59E442D64D}"/>
          </ac:spMkLst>
        </pc:spChg>
        <pc:spChg chg="add del">
          <ac:chgData name="SERGIO SPANO'" userId="3abdd0b9-513e-40ac-aad4-56920065037d" providerId="ADAL" clId="{EF38FB83-84DE-44DD-A1FE-F6045F02048F}" dt="2022-03-31T10:21:23.949" v="1048" actId="22"/>
          <ac:spMkLst>
            <pc:docMk/>
            <pc:sldMk cId="4020902438" sldId="258"/>
            <ac:spMk id="8" creationId="{3D0E90BC-65F2-47D2-8A41-C1BCB163B8EB}"/>
          </ac:spMkLst>
        </pc:spChg>
        <pc:picChg chg="add mod">
          <ac:chgData name="SERGIO SPANO'" userId="3abdd0b9-513e-40ac-aad4-56920065037d" providerId="ADAL" clId="{EF38FB83-84DE-44DD-A1FE-F6045F02048F}" dt="2022-03-31T10:21:06.880" v="1046" actId="1076"/>
          <ac:picMkLst>
            <pc:docMk/>
            <pc:sldMk cId="4020902438" sldId="258"/>
            <ac:picMk id="1026" creationId="{FB66E12D-E880-4AC0-AECA-30FD1071AE2D}"/>
          </ac:picMkLst>
        </pc:picChg>
        <pc:picChg chg="add mod">
          <ac:chgData name="SERGIO SPANO'" userId="3abdd0b9-513e-40ac-aad4-56920065037d" providerId="ADAL" clId="{EF38FB83-84DE-44DD-A1FE-F6045F02048F}" dt="2022-03-31T10:21:44.685" v="1052" actId="1076"/>
          <ac:picMkLst>
            <pc:docMk/>
            <pc:sldMk cId="4020902438" sldId="258"/>
            <ac:picMk id="1028" creationId="{448EB450-8473-4749-A8B9-C1F0F2D0BF23}"/>
          </ac:picMkLst>
        </pc:picChg>
      </pc:sldChg>
      <pc:sldChg chg="modSp new add del mod">
        <pc:chgData name="SERGIO SPANO'" userId="3abdd0b9-513e-40ac-aad4-56920065037d" providerId="ADAL" clId="{EF38FB83-84DE-44DD-A1FE-F6045F02048F}" dt="2022-03-31T10:30:37.021" v="1196" actId="20577"/>
        <pc:sldMkLst>
          <pc:docMk/>
          <pc:sldMk cId="3209245327" sldId="259"/>
        </pc:sldMkLst>
        <pc:spChg chg="mod">
          <ac:chgData name="SERGIO SPANO'" userId="3abdd0b9-513e-40ac-aad4-56920065037d" providerId="ADAL" clId="{EF38FB83-84DE-44DD-A1FE-F6045F02048F}" dt="2022-03-31T10:30:37.021" v="1196" actId="20577"/>
          <ac:spMkLst>
            <pc:docMk/>
            <pc:sldMk cId="3209245327" sldId="259"/>
            <ac:spMk id="2" creationId="{BD19C44F-DC38-4143-825E-F98622717941}"/>
          </ac:spMkLst>
        </pc:spChg>
      </pc:sldChg>
      <pc:sldChg chg="del">
        <pc:chgData name="SERGIO SPANO'" userId="3abdd0b9-513e-40ac-aad4-56920065037d" providerId="ADAL" clId="{EF38FB83-84DE-44DD-A1FE-F6045F02048F}" dt="2022-03-31T09:35:25.250" v="4" actId="47"/>
        <pc:sldMkLst>
          <pc:docMk/>
          <pc:sldMk cId="3996654517" sldId="259"/>
        </pc:sldMkLst>
      </pc:sldChg>
      <pc:sldChg chg="new del">
        <pc:chgData name="SERGIO SPANO'" userId="3abdd0b9-513e-40ac-aad4-56920065037d" providerId="ADAL" clId="{EF38FB83-84DE-44DD-A1FE-F6045F02048F}" dt="2022-03-31T10:17:05.672" v="987" actId="47"/>
        <pc:sldMkLst>
          <pc:docMk/>
          <pc:sldMk cId="4276107206" sldId="259"/>
        </pc:sldMkLst>
      </pc:sldChg>
      <pc:sldChg chg="addSp delSp modSp new mod modClrScheme chgLayout">
        <pc:chgData name="SERGIO SPANO'" userId="3abdd0b9-513e-40ac-aad4-56920065037d" providerId="ADAL" clId="{EF38FB83-84DE-44DD-A1FE-F6045F02048F}" dt="2022-03-31T10:25:54.609" v="1149" actId="20577"/>
        <pc:sldMkLst>
          <pc:docMk/>
          <pc:sldMk cId="2767171798" sldId="260"/>
        </pc:sldMkLst>
        <pc:spChg chg="del mod ord">
          <ac:chgData name="SERGIO SPANO'" userId="3abdd0b9-513e-40ac-aad4-56920065037d" providerId="ADAL" clId="{EF38FB83-84DE-44DD-A1FE-F6045F02048F}" dt="2022-03-31T10:23:50.887" v="1096" actId="700"/>
          <ac:spMkLst>
            <pc:docMk/>
            <pc:sldMk cId="2767171798" sldId="260"/>
            <ac:spMk id="2" creationId="{4C974C27-C262-44AF-B5AF-7A5EA9BB4CE1}"/>
          </ac:spMkLst>
        </pc:spChg>
        <pc:spChg chg="del mod ord">
          <ac:chgData name="SERGIO SPANO'" userId="3abdd0b9-513e-40ac-aad4-56920065037d" providerId="ADAL" clId="{EF38FB83-84DE-44DD-A1FE-F6045F02048F}" dt="2022-03-31T10:23:50.887" v="1096" actId="700"/>
          <ac:spMkLst>
            <pc:docMk/>
            <pc:sldMk cId="2767171798" sldId="260"/>
            <ac:spMk id="3" creationId="{2BBCF729-EA68-4FBC-BD9D-0957C772AE57}"/>
          </ac:spMkLst>
        </pc:spChg>
        <pc:spChg chg="mod ord">
          <ac:chgData name="SERGIO SPANO'" userId="3abdd0b9-513e-40ac-aad4-56920065037d" providerId="ADAL" clId="{EF38FB83-84DE-44DD-A1FE-F6045F02048F}" dt="2022-03-31T10:23:50.887" v="1096" actId="700"/>
          <ac:spMkLst>
            <pc:docMk/>
            <pc:sldMk cId="2767171798" sldId="260"/>
            <ac:spMk id="4" creationId="{78773885-6FCC-43BB-AA28-AF1333F6CBE0}"/>
          </ac:spMkLst>
        </pc:spChg>
        <pc:spChg chg="mod ord">
          <ac:chgData name="SERGIO SPANO'" userId="3abdd0b9-513e-40ac-aad4-56920065037d" providerId="ADAL" clId="{EF38FB83-84DE-44DD-A1FE-F6045F02048F}" dt="2022-03-31T10:23:50.887" v="1096" actId="700"/>
          <ac:spMkLst>
            <pc:docMk/>
            <pc:sldMk cId="2767171798" sldId="260"/>
            <ac:spMk id="5" creationId="{893D2CFF-5741-4F16-8EC2-2C1EBAB11AC6}"/>
          </ac:spMkLst>
        </pc:spChg>
        <pc:spChg chg="add mod ord">
          <ac:chgData name="SERGIO SPANO'" userId="3abdd0b9-513e-40ac-aad4-56920065037d" providerId="ADAL" clId="{EF38FB83-84DE-44DD-A1FE-F6045F02048F}" dt="2022-03-31T10:24:01.883" v="1101" actId="20577"/>
          <ac:spMkLst>
            <pc:docMk/>
            <pc:sldMk cId="2767171798" sldId="260"/>
            <ac:spMk id="6" creationId="{B223FCD0-0093-4969-839D-EFFF92642E2F}"/>
          </ac:spMkLst>
        </pc:spChg>
        <pc:spChg chg="add mod ord">
          <ac:chgData name="SERGIO SPANO'" userId="3abdd0b9-513e-40ac-aad4-56920065037d" providerId="ADAL" clId="{EF38FB83-84DE-44DD-A1FE-F6045F02048F}" dt="2022-03-31T10:25:54.609" v="1149" actId="20577"/>
          <ac:spMkLst>
            <pc:docMk/>
            <pc:sldMk cId="2767171798" sldId="260"/>
            <ac:spMk id="7" creationId="{D0D8ED3F-6F87-47CD-846A-492858074E26}"/>
          </ac:spMkLst>
        </pc:spChg>
      </pc:sldChg>
      <pc:sldChg chg="addSp modSp new mod">
        <pc:chgData name="SERGIO SPANO'" userId="3abdd0b9-513e-40ac-aad4-56920065037d" providerId="ADAL" clId="{EF38FB83-84DE-44DD-A1FE-F6045F02048F}" dt="2022-03-31T10:27:42.632" v="1168" actId="1076"/>
        <pc:sldMkLst>
          <pc:docMk/>
          <pc:sldMk cId="2813340949" sldId="261"/>
        </pc:sldMkLst>
        <pc:spChg chg="mod">
          <ac:chgData name="SERGIO SPANO'" userId="3abdd0b9-513e-40ac-aad4-56920065037d" providerId="ADAL" clId="{EF38FB83-84DE-44DD-A1FE-F6045F02048F}" dt="2022-03-31T10:26:29.524" v="1154" actId="20577"/>
          <ac:spMkLst>
            <pc:docMk/>
            <pc:sldMk cId="2813340949" sldId="261"/>
            <ac:spMk id="2" creationId="{EDA9C231-D5DA-465F-A0FE-7D2ADD2D8527}"/>
          </ac:spMkLst>
        </pc:spChg>
        <pc:spChg chg="mod">
          <ac:chgData name="SERGIO SPANO'" userId="3abdd0b9-513e-40ac-aad4-56920065037d" providerId="ADAL" clId="{EF38FB83-84DE-44DD-A1FE-F6045F02048F}" dt="2022-03-31T10:27:01.082" v="1161" actId="20577"/>
          <ac:spMkLst>
            <pc:docMk/>
            <pc:sldMk cId="2813340949" sldId="261"/>
            <ac:spMk id="3" creationId="{33EC4C5C-151B-40D5-9119-6BB4EBB2C632}"/>
          </ac:spMkLst>
        </pc:spChg>
        <pc:spChg chg="add mod">
          <ac:chgData name="SERGIO SPANO'" userId="3abdd0b9-513e-40ac-aad4-56920065037d" providerId="ADAL" clId="{EF38FB83-84DE-44DD-A1FE-F6045F02048F}" dt="2022-03-31T10:27:42.632" v="1168" actId="1076"/>
          <ac:spMkLst>
            <pc:docMk/>
            <pc:sldMk cId="2813340949" sldId="261"/>
            <ac:spMk id="7" creationId="{96828057-C231-4D04-9D4B-7639F125C842}"/>
          </ac:spMkLst>
        </pc:spChg>
        <pc:picChg chg="add mod">
          <ac:chgData name="SERGIO SPANO'" userId="3abdd0b9-513e-40ac-aad4-56920065037d" providerId="ADAL" clId="{EF38FB83-84DE-44DD-A1FE-F6045F02048F}" dt="2022-03-31T10:27:18.985" v="1165" actId="1076"/>
          <ac:picMkLst>
            <pc:docMk/>
            <pc:sldMk cId="2813340949" sldId="261"/>
            <ac:picMk id="6" creationId="{83DB7FB2-BD95-4D6F-A5A9-0FDCE89EFB8C}"/>
          </ac:picMkLst>
        </pc:picChg>
      </pc:sldChg>
      <pc:sldChg chg="del">
        <pc:chgData name="SERGIO SPANO'" userId="3abdd0b9-513e-40ac-aad4-56920065037d" providerId="ADAL" clId="{EF38FB83-84DE-44DD-A1FE-F6045F02048F}" dt="2022-03-31T09:35:25.599" v="5" actId="47"/>
        <pc:sldMkLst>
          <pc:docMk/>
          <pc:sldMk cId="3576546250" sldId="261"/>
        </pc:sldMkLst>
      </pc:sldChg>
      <pc:sldChg chg="addSp modSp new mod">
        <pc:chgData name="SERGIO SPANO'" userId="3abdd0b9-513e-40ac-aad4-56920065037d" providerId="ADAL" clId="{EF38FB83-84DE-44DD-A1FE-F6045F02048F}" dt="2022-03-31T10:39:11.177" v="1251" actId="20577"/>
        <pc:sldMkLst>
          <pc:docMk/>
          <pc:sldMk cId="2029537201" sldId="262"/>
        </pc:sldMkLst>
        <pc:spChg chg="mod">
          <ac:chgData name="SERGIO SPANO'" userId="3abdd0b9-513e-40ac-aad4-56920065037d" providerId="ADAL" clId="{EF38FB83-84DE-44DD-A1FE-F6045F02048F}" dt="2022-03-31T10:35:09.877" v="1200" actId="20577"/>
          <ac:spMkLst>
            <pc:docMk/>
            <pc:sldMk cId="2029537201" sldId="262"/>
            <ac:spMk id="2" creationId="{2E9EB870-3970-44D6-A31A-37B4BF6543E1}"/>
          </ac:spMkLst>
        </pc:spChg>
        <pc:spChg chg="mod">
          <ac:chgData name="SERGIO SPANO'" userId="3abdd0b9-513e-40ac-aad4-56920065037d" providerId="ADAL" clId="{EF38FB83-84DE-44DD-A1FE-F6045F02048F}" dt="2022-03-31T10:39:11.177" v="1251" actId="20577"/>
          <ac:spMkLst>
            <pc:docMk/>
            <pc:sldMk cId="2029537201" sldId="262"/>
            <ac:spMk id="3" creationId="{1E02DD1C-FB61-4F34-B04F-BE7BE7EEB7C1}"/>
          </ac:spMkLst>
        </pc:spChg>
        <pc:picChg chg="add mod">
          <ac:chgData name="SERGIO SPANO'" userId="3abdd0b9-513e-40ac-aad4-56920065037d" providerId="ADAL" clId="{EF38FB83-84DE-44DD-A1FE-F6045F02048F}" dt="2022-03-31T10:35:32.640" v="1205" actId="14100"/>
          <ac:picMkLst>
            <pc:docMk/>
            <pc:sldMk cId="2029537201" sldId="262"/>
            <ac:picMk id="6" creationId="{BE7C96E6-F003-4034-A57A-F530DAFD6EA0}"/>
          </ac:picMkLst>
        </pc:picChg>
      </pc:sldChg>
      <pc:sldChg chg="del">
        <pc:chgData name="SERGIO SPANO'" userId="3abdd0b9-513e-40ac-aad4-56920065037d" providerId="ADAL" clId="{EF38FB83-84DE-44DD-A1FE-F6045F02048F}" dt="2022-03-31T09:35:25.908" v="6" actId="47"/>
        <pc:sldMkLst>
          <pc:docMk/>
          <pc:sldMk cId="3844923861" sldId="262"/>
        </pc:sldMkLst>
      </pc:sldChg>
      <pc:sldChg chg="addSp modSp new mod">
        <pc:chgData name="SERGIO SPANO'" userId="3abdd0b9-513e-40ac-aad4-56920065037d" providerId="ADAL" clId="{EF38FB83-84DE-44DD-A1FE-F6045F02048F}" dt="2022-03-31T10:40:43.591" v="1281" actId="20577"/>
        <pc:sldMkLst>
          <pc:docMk/>
          <pc:sldMk cId="107627399" sldId="263"/>
        </pc:sldMkLst>
        <pc:spChg chg="mod">
          <ac:chgData name="SERGIO SPANO'" userId="3abdd0b9-513e-40ac-aad4-56920065037d" providerId="ADAL" clId="{EF38FB83-84DE-44DD-A1FE-F6045F02048F}" dt="2022-03-31T10:39:45.154" v="1256" actId="20577"/>
          <ac:spMkLst>
            <pc:docMk/>
            <pc:sldMk cId="107627399" sldId="263"/>
            <ac:spMk id="2" creationId="{B62E4978-493F-4A2E-93B7-32E776E3FD2F}"/>
          </ac:spMkLst>
        </pc:spChg>
        <pc:spChg chg="mod">
          <ac:chgData name="SERGIO SPANO'" userId="3abdd0b9-513e-40ac-aad4-56920065037d" providerId="ADAL" clId="{EF38FB83-84DE-44DD-A1FE-F6045F02048F}" dt="2022-03-31T10:40:43.591" v="1281" actId="20577"/>
          <ac:spMkLst>
            <pc:docMk/>
            <pc:sldMk cId="107627399" sldId="263"/>
            <ac:spMk id="3" creationId="{EE251109-20FA-41AC-B1AD-3840D720430E}"/>
          </ac:spMkLst>
        </pc:spChg>
        <pc:picChg chg="add mod">
          <ac:chgData name="SERGIO SPANO'" userId="3abdd0b9-513e-40ac-aad4-56920065037d" providerId="ADAL" clId="{EF38FB83-84DE-44DD-A1FE-F6045F02048F}" dt="2022-03-31T10:40:31.396" v="1270" actId="1076"/>
          <ac:picMkLst>
            <pc:docMk/>
            <pc:sldMk cId="107627399" sldId="263"/>
            <ac:picMk id="6" creationId="{776CC6A8-642E-4517-BF2A-8EC39CCD5C0C}"/>
          </ac:picMkLst>
        </pc:picChg>
      </pc:sldChg>
      <pc:sldChg chg="del">
        <pc:chgData name="SERGIO SPANO'" userId="3abdd0b9-513e-40ac-aad4-56920065037d" providerId="ADAL" clId="{EF38FB83-84DE-44DD-A1FE-F6045F02048F}" dt="2022-03-31T09:35:26.215" v="7" actId="47"/>
        <pc:sldMkLst>
          <pc:docMk/>
          <pc:sldMk cId="3302770588" sldId="263"/>
        </pc:sldMkLst>
      </pc:sldChg>
      <pc:sldChg chg="del">
        <pc:chgData name="SERGIO SPANO'" userId="3abdd0b9-513e-40ac-aad4-56920065037d" providerId="ADAL" clId="{EF38FB83-84DE-44DD-A1FE-F6045F02048F}" dt="2022-03-31T09:35:26.497" v="8" actId="47"/>
        <pc:sldMkLst>
          <pc:docMk/>
          <pc:sldMk cId="2266823141" sldId="264"/>
        </pc:sldMkLst>
      </pc:sldChg>
      <pc:sldChg chg="addSp modSp new mod">
        <pc:chgData name="SERGIO SPANO'" userId="3abdd0b9-513e-40ac-aad4-56920065037d" providerId="ADAL" clId="{EF38FB83-84DE-44DD-A1FE-F6045F02048F}" dt="2022-03-31T10:44:18.386" v="1379" actId="1076"/>
        <pc:sldMkLst>
          <pc:docMk/>
          <pc:sldMk cId="4139437653" sldId="264"/>
        </pc:sldMkLst>
        <pc:spChg chg="mod">
          <ac:chgData name="SERGIO SPANO'" userId="3abdd0b9-513e-40ac-aad4-56920065037d" providerId="ADAL" clId="{EF38FB83-84DE-44DD-A1FE-F6045F02048F}" dt="2022-03-31T10:42:33.105" v="1286" actId="20577"/>
          <ac:spMkLst>
            <pc:docMk/>
            <pc:sldMk cId="4139437653" sldId="264"/>
            <ac:spMk id="2" creationId="{E6CA47C5-1ABA-4B46-A56E-DD81B447401F}"/>
          </ac:spMkLst>
        </pc:spChg>
        <pc:spChg chg="mod">
          <ac:chgData name="SERGIO SPANO'" userId="3abdd0b9-513e-40ac-aad4-56920065037d" providerId="ADAL" clId="{EF38FB83-84DE-44DD-A1FE-F6045F02048F}" dt="2022-03-31T10:43:58.240" v="1374" actId="113"/>
          <ac:spMkLst>
            <pc:docMk/>
            <pc:sldMk cId="4139437653" sldId="264"/>
            <ac:spMk id="3" creationId="{D5C9DFBF-6798-4178-8ACC-E41CB33F1221}"/>
          </ac:spMkLst>
        </pc:spChg>
        <pc:picChg chg="add mod">
          <ac:chgData name="SERGIO SPANO'" userId="3abdd0b9-513e-40ac-aad4-56920065037d" providerId="ADAL" clId="{EF38FB83-84DE-44DD-A1FE-F6045F02048F}" dt="2022-03-31T10:44:18.386" v="1379" actId="1076"/>
          <ac:picMkLst>
            <pc:docMk/>
            <pc:sldMk cId="4139437653" sldId="264"/>
            <ac:picMk id="6" creationId="{D65A67E9-841B-4EF0-9432-252DC3B24CC8}"/>
          </ac:picMkLst>
        </pc:picChg>
      </pc:sldChg>
      <pc:sldChg chg="del">
        <pc:chgData name="SERGIO SPANO'" userId="3abdd0b9-513e-40ac-aad4-56920065037d" providerId="ADAL" clId="{EF38FB83-84DE-44DD-A1FE-F6045F02048F}" dt="2022-03-31T09:35:26.910" v="9" actId="47"/>
        <pc:sldMkLst>
          <pc:docMk/>
          <pc:sldMk cId="424410503" sldId="265"/>
        </pc:sldMkLst>
      </pc:sldChg>
      <pc:sldChg chg="addSp modSp new mod">
        <pc:chgData name="SERGIO SPANO'" userId="3abdd0b9-513e-40ac-aad4-56920065037d" providerId="ADAL" clId="{EF38FB83-84DE-44DD-A1FE-F6045F02048F}" dt="2022-03-31T10:58:48.569" v="2028" actId="114"/>
        <pc:sldMkLst>
          <pc:docMk/>
          <pc:sldMk cId="2875466469" sldId="265"/>
        </pc:sldMkLst>
        <pc:spChg chg="mod">
          <ac:chgData name="SERGIO SPANO'" userId="3abdd0b9-513e-40ac-aad4-56920065037d" providerId="ADAL" clId="{EF38FB83-84DE-44DD-A1FE-F6045F02048F}" dt="2022-03-31T10:44:35.402" v="1386" actId="20577"/>
          <ac:spMkLst>
            <pc:docMk/>
            <pc:sldMk cId="2875466469" sldId="265"/>
            <ac:spMk id="2" creationId="{CD94D38C-F682-4C1E-870F-60C8B98BD3A9}"/>
          </ac:spMkLst>
        </pc:spChg>
        <pc:spChg chg="mod">
          <ac:chgData name="SERGIO SPANO'" userId="3abdd0b9-513e-40ac-aad4-56920065037d" providerId="ADAL" clId="{EF38FB83-84DE-44DD-A1FE-F6045F02048F}" dt="2022-03-31T10:58:48.569" v="2028" actId="114"/>
          <ac:spMkLst>
            <pc:docMk/>
            <pc:sldMk cId="2875466469" sldId="265"/>
            <ac:spMk id="3" creationId="{AD26546F-010D-4A96-9A35-C7993813783C}"/>
          </ac:spMkLst>
        </pc:spChg>
        <pc:picChg chg="add mod">
          <ac:chgData name="SERGIO SPANO'" userId="3abdd0b9-513e-40ac-aad4-56920065037d" providerId="ADAL" clId="{EF38FB83-84DE-44DD-A1FE-F6045F02048F}" dt="2022-03-31T10:45:20.151" v="1413" actId="1076"/>
          <ac:picMkLst>
            <pc:docMk/>
            <pc:sldMk cId="2875466469" sldId="265"/>
            <ac:picMk id="6" creationId="{7B9E12B2-B9D2-4F3F-B497-B6D0C78E3737}"/>
          </ac:picMkLst>
        </pc:picChg>
        <pc:picChg chg="add mod">
          <ac:chgData name="SERGIO SPANO'" userId="3abdd0b9-513e-40ac-aad4-56920065037d" providerId="ADAL" clId="{EF38FB83-84DE-44DD-A1FE-F6045F02048F}" dt="2022-03-31T10:45:25.833" v="1415" actId="1076"/>
          <ac:picMkLst>
            <pc:docMk/>
            <pc:sldMk cId="2875466469" sldId="265"/>
            <ac:picMk id="7" creationId="{8A2521B7-20AF-416B-8211-9A2E15E6C537}"/>
          </ac:picMkLst>
        </pc:picChg>
      </pc:sldChg>
      <pc:sldChg chg="del">
        <pc:chgData name="SERGIO SPANO'" userId="3abdd0b9-513e-40ac-aad4-56920065037d" providerId="ADAL" clId="{EF38FB83-84DE-44DD-A1FE-F6045F02048F}" dt="2022-03-31T09:35:27.202" v="10" actId="47"/>
        <pc:sldMkLst>
          <pc:docMk/>
          <pc:sldMk cId="1798020056" sldId="266"/>
        </pc:sldMkLst>
      </pc:sldChg>
      <pc:sldChg chg="addSp modSp new mod">
        <pc:chgData name="SERGIO SPANO'" userId="3abdd0b9-513e-40ac-aad4-56920065037d" providerId="ADAL" clId="{EF38FB83-84DE-44DD-A1FE-F6045F02048F}" dt="2022-03-31T10:59:58.505" v="2052" actId="1076"/>
        <pc:sldMkLst>
          <pc:docMk/>
          <pc:sldMk cId="2456961451" sldId="266"/>
        </pc:sldMkLst>
        <pc:spChg chg="mod">
          <ac:chgData name="SERGIO SPANO'" userId="3abdd0b9-513e-40ac-aad4-56920065037d" providerId="ADAL" clId="{EF38FB83-84DE-44DD-A1FE-F6045F02048F}" dt="2022-03-31T10:59:25.842" v="2045"/>
          <ac:spMkLst>
            <pc:docMk/>
            <pc:sldMk cId="2456961451" sldId="266"/>
            <ac:spMk id="2" creationId="{F5EA5799-1371-4A89-834D-327F186763AA}"/>
          </ac:spMkLst>
        </pc:spChg>
        <pc:spChg chg="mod">
          <ac:chgData name="SERGIO SPANO'" userId="3abdd0b9-513e-40ac-aad4-56920065037d" providerId="ADAL" clId="{EF38FB83-84DE-44DD-A1FE-F6045F02048F}" dt="2022-03-31T10:59:42.241" v="2048" actId="12"/>
          <ac:spMkLst>
            <pc:docMk/>
            <pc:sldMk cId="2456961451" sldId="266"/>
            <ac:spMk id="3" creationId="{2A973F2D-FFE7-49AC-85FC-DC9191E427FF}"/>
          </ac:spMkLst>
        </pc:spChg>
        <pc:picChg chg="add mod">
          <ac:chgData name="SERGIO SPANO'" userId="3abdd0b9-513e-40ac-aad4-56920065037d" providerId="ADAL" clId="{EF38FB83-84DE-44DD-A1FE-F6045F02048F}" dt="2022-03-31T10:59:58.505" v="2052" actId="1076"/>
          <ac:picMkLst>
            <pc:docMk/>
            <pc:sldMk cId="2456961451" sldId="266"/>
            <ac:picMk id="6" creationId="{53AC18D7-2FD9-4CCF-A11F-5FF8E3F194E7}"/>
          </ac:picMkLst>
        </pc:picChg>
      </pc:sldChg>
      <pc:sldChg chg="modSp new mod">
        <pc:chgData name="SERGIO SPANO'" userId="3abdd0b9-513e-40ac-aad4-56920065037d" providerId="ADAL" clId="{EF38FB83-84DE-44DD-A1FE-F6045F02048F}" dt="2022-03-31T11:03:26.749" v="2222" actId="20577"/>
        <pc:sldMkLst>
          <pc:docMk/>
          <pc:sldMk cId="156885306" sldId="267"/>
        </pc:sldMkLst>
        <pc:spChg chg="mod">
          <ac:chgData name="SERGIO SPANO'" userId="3abdd0b9-513e-40ac-aad4-56920065037d" providerId="ADAL" clId="{EF38FB83-84DE-44DD-A1FE-F6045F02048F}" dt="2022-03-31T11:00:26.481" v="2068" actId="20577"/>
          <ac:spMkLst>
            <pc:docMk/>
            <pc:sldMk cId="156885306" sldId="267"/>
            <ac:spMk id="2" creationId="{779624DA-209E-4ECE-A2BB-23E273C28A0D}"/>
          </ac:spMkLst>
        </pc:spChg>
        <pc:spChg chg="mod">
          <ac:chgData name="SERGIO SPANO'" userId="3abdd0b9-513e-40ac-aad4-56920065037d" providerId="ADAL" clId="{EF38FB83-84DE-44DD-A1FE-F6045F02048F}" dt="2022-03-31T11:03:26.749" v="2222" actId="20577"/>
          <ac:spMkLst>
            <pc:docMk/>
            <pc:sldMk cId="156885306" sldId="267"/>
            <ac:spMk id="3" creationId="{C7D01ED0-DFB2-44FE-9E0F-0BC6632A8EBA}"/>
          </ac:spMkLst>
        </pc:spChg>
      </pc:sldChg>
      <pc:sldChg chg="del">
        <pc:chgData name="SERGIO SPANO'" userId="3abdd0b9-513e-40ac-aad4-56920065037d" providerId="ADAL" clId="{EF38FB83-84DE-44DD-A1FE-F6045F02048F}" dt="2022-03-31T09:35:27.335" v="11" actId="47"/>
        <pc:sldMkLst>
          <pc:docMk/>
          <pc:sldMk cId="3634457305" sldId="267"/>
        </pc:sldMkLst>
      </pc:sldChg>
      <pc:sldChg chg="addSp modSp new mod">
        <pc:chgData name="SERGIO SPANO'" userId="3abdd0b9-513e-40ac-aad4-56920065037d" providerId="ADAL" clId="{EF38FB83-84DE-44DD-A1FE-F6045F02048F}" dt="2022-03-31T11:15:25.794" v="2440" actId="20577"/>
        <pc:sldMkLst>
          <pc:docMk/>
          <pc:sldMk cId="1254998778" sldId="268"/>
        </pc:sldMkLst>
        <pc:spChg chg="mod">
          <ac:chgData name="SERGIO SPANO'" userId="3abdd0b9-513e-40ac-aad4-56920065037d" providerId="ADAL" clId="{EF38FB83-84DE-44DD-A1FE-F6045F02048F}" dt="2022-03-31T11:07:11.326" v="2227" actId="404"/>
          <ac:spMkLst>
            <pc:docMk/>
            <pc:sldMk cId="1254998778" sldId="268"/>
            <ac:spMk id="2" creationId="{BE78B258-502D-4645-AD84-266F7C0EC1E0}"/>
          </ac:spMkLst>
        </pc:spChg>
        <pc:spChg chg="mod">
          <ac:chgData name="SERGIO SPANO'" userId="3abdd0b9-513e-40ac-aad4-56920065037d" providerId="ADAL" clId="{EF38FB83-84DE-44DD-A1FE-F6045F02048F}" dt="2022-03-31T11:15:25.794" v="2440" actId="20577"/>
          <ac:spMkLst>
            <pc:docMk/>
            <pc:sldMk cId="1254998778" sldId="268"/>
            <ac:spMk id="3" creationId="{33781022-95CA-4871-9884-D1468154C3F8}"/>
          </ac:spMkLst>
        </pc:spChg>
        <pc:spChg chg="add mod">
          <ac:chgData name="SERGIO SPANO'" userId="3abdd0b9-513e-40ac-aad4-56920065037d" providerId="ADAL" clId="{EF38FB83-84DE-44DD-A1FE-F6045F02048F}" dt="2022-03-31T11:11:04.373" v="2420" actId="1076"/>
          <ac:spMkLst>
            <pc:docMk/>
            <pc:sldMk cId="1254998778" sldId="268"/>
            <ac:spMk id="7" creationId="{DC97674E-5BF6-4C03-AB3C-9EB0D1D3288D}"/>
          </ac:spMkLst>
        </pc:spChg>
        <pc:picChg chg="add mod">
          <ac:chgData name="SERGIO SPANO'" userId="3abdd0b9-513e-40ac-aad4-56920065037d" providerId="ADAL" clId="{EF38FB83-84DE-44DD-A1FE-F6045F02048F}" dt="2022-03-31T11:10:18.257" v="2349" actId="1076"/>
          <ac:picMkLst>
            <pc:docMk/>
            <pc:sldMk cId="1254998778" sldId="268"/>
            <ac:picMk id="6" creationId="{17118448-C66B-4E4B-A99F-3FFB327C6DE6}"/>
          </ac:picMkLst>
        </pc:picChg>
      </pc:sldChg>
      <pc:sldChg chg="del">
        <pc:chgData name="SERGIO SPANO'" userId="3abdd0b9-513e-40ac-aad4-56920065037d" providerId="ADAL" clId="{EF38FB83-84DE-44DD-A1FE-F6045F02048F}" dt="2022-03-31T09:35:27.801" v="12" actId="47"/>
        <pc:sldMkLst>
          <pc:docMk/>
          <pc:sldMk cId="3735658554" sldId="268"/>
        </pc:sldMkLst>
      </pc:sldChg>
      <pc:sldChg chg="del">
        <pc:chgData name="SERGIO SPANO'" userId="3abdd0b9-513e-40ac-aad4-56920065037d" providerId="ADAL" clId="{EF38FB83-84DE-44DD-A1FE-F6045F02048F}" dt="2022-03-31T09:35:28.056" v="13" actId="47"/>
        <pc:sldMkLst>
          <pc:docMk/>
          <pc:sldMk cId="3292532312" sldId="269"/>
        </pc:sldMkLst>
      </pc:sldChg>
      <pc:sldChg chg="modSp new mod">
        <pc:chgData name="SERGIO SPANO'" userId="3abdd0b9-513e-40ac-aad4-56920065037d" providerId="ADAL" clId="{EF38FB83-84DE-44DD-A1FE-F6045F02048F}" dt="2022-03-31T12:13:11.196" v="2601" actId="403"/>
        <pc:sldMkLst>
          <pc:docMk/>
          <pc:sldMk cId="4101812665" sldId="269"/>
        </pc:sldMkLst>
        <pc:spChg chg="mod">
          <ac:chgData name="SERGIO SPANO'" userId="3abdd0b9-513e-40ac-aad4-56920065037d" providerId="ADAL" clId="{EF38FB83-84DE-44DD-A1FE-F6045F02048F}" dt="2022-03-31T11:46:36.806" v="2443" actId="27636"/>
          <ac:spMkLst>
            <pc:docMk/>
            <pc:sldMk cId="4101812665" sldId="269"/>
            <ac:spMk id="2" creationId="{7F0CD9A1-922A-48C2-9725-EC895777DBCB}"/>
          </ac:spMkLst>
        </pc:spChg>
        <pc:spChg chg="mod">
          <ac:chgData name="SERGIO SPANO'" userId="3abdd0b9-513e-40ac-aad4-56920065037d" providerId="ADAL" clId="{EF38FB83-84DE-44DD-A1FE-F6045F02048F}" dt="2022-03-31T12:13:11.196" v="2601" actId="403"/>
          <ac:spMkLst>
            <pc:docMk/>
            <pc:sldMk cId="4101812665" sldId="269"/>
            <ac:spMk id="3" creationId="{9BC4714A-2EDF-40E7-8A0A-DB8DC74315B3}"/>
          </ac:spMkLst>
        </pc:spChg>
      </pc:sldChg>
      <pc:sldChg chg="addSp modSp new mod">
        <pc:chgData name="SERGIO SPANO'" userId="3abdd0b9-513e-40ac-aad4-56920065037d" providerId="ADAL" clId="{EF38FB83-84DE-44DD-A1FE-F6045F02048F}" dt="2022-03-31T11:49:07.605" v="2512" actId="1076"/>
        <pc:sldMkLst>
          <pc:docMk/>
          <pc:sldMk cId="1588936678" sldId="270"/>
        </pc:sldMkLst>
        <pc:spChg chg="mod">
          <ac:chgData name="SERGIO SPANO'" userId="3abdd0b9-513e-40ac-aad4-56920065037d" providerId="ADAL" clId="{EF38FB83-84DE-44DD-A1FE-F6045F02048F}" dt="2022-03-31T11:48:11.178" v="2472" actId="27636"/>
          <ac:spMkLst>
            <pc:docMk/>
            <pc:sldMk cId="1588936678" sldId="270"/>
            <ac:spMk id="2" creationId="{D72C6E11-8827-4DBD-9114-248703DF8A34}"/>
          </ac:spMkLst>
        </pc:spChg>
        <pc:spChg chg="mod">
          <ac:chgData name="SERGIO SPANO'" userId="3abdd0b9-513e-40ac-aad4-56920065037d" providerId="ADAL" clId="{EF38FB83-84DE-44DD-A1FE-F6045F02048F}" dt="2022-03-31T11:48:52.094" v="2502" actId="404"/>
          <ac:spMkLst>
            <pc:docMk/>
            <pc:sldMk cId="1588936678" sldId="270"/>
            <ac:spMk id="3" creationId="{A2A897D7-3843-4846-AE69-5490E7F8F14A}"/>
          </ac:spMkLst>
        </pc:spChg>
        <pc:picChg chg="add mod">
          <ac:chgData name="SERGIO SPANO'" userId="3abdd0b9-513e-40ac-aad4-56920065037d" providerId="ADAL" clId="{EF38FB83-84DE-44DD-A1FE-F6045F02048F}" dt="2022-03-31T11:49:07.605" v="2512" actId="1076"/>
          <ac:picMkLst>
            <pc:docMk/>
            <pc:sldMk cId="1588936678" sldId="270"/>
            <ac:picMk id="6" creationId="{0B9C45D8-E1F0-4712-AA5A-ABCC4F100041}"/>
          </ac:picMkLst>
        </pc:picChg>
        <pc:picChg chg="add mod">
          <ac:chgData name="SERGIO SPANO'" userId="3abdd0b9-513e-40ac-aad4-56920065037d" providerId="ADAL" clId="{EF38FB83-84DE-44DD-A1FE-F6045F02048F}" dt="2022-03-31T11:49:06.582" v="2511" actId="1076"/>
          <ac:picMkLst>
            <pc:docMk/>
            <pc:sldMk cId="1588936678" sldId="270"/>
            <ac:picMk id="7" creationId="{0131EBB9-44DB-455F-98C7-6073F209E7A9}"/>
          </ac:picMkLst>
        </pc:picChg>
      </pc:sldChg>
      <pc:sldChg chg="del">
        <pc:chgData name="SERGIO SPANO'" userId="3abdd0b9-513e-40ac-aad4-56920065037d" providerId="ADAL" clId="{EF38FB83-84DE-44DD-A1FE-F6045F02048F}" dt="2022-03-31T09:35:28.283" v="14" actId="47"/>
        <pc:sldMkLst>
          <pc:docMk/>
          <pc:sldMk cId="2345880812" sldId="270"/>
        </pc:sldMkLst>
      </pc:sldChg>
      <pc:sldChg chg="del">
        <pc:chgData name="SERGIO SPANO'" userId="3abdd0b9-513e-40ac-aad4-56920065037d" providerId="ADAL" clId="{EF38FB83-84DE-44DD-A1FE-F6045F02048F}" dt="2022-03-31T09:35:28.677" v="15" actId="47"/>
        <pc:sldMkLst>
          <pc:docMk/>
          <pc:sldMk cId="2932842921" sldId="271"/>
        </pc:sldMkLst>
      </pc:sldChg>
      <pc:sldChg chg="addSp modSp new mod">
        <pc:chgData name="SERGIO SPANO'" userId="3abdd0b9-513e-40ac-aad4-56920065037d" providerId="ADAL" clId="{EF38FB83-84DE-44DD-A1FE-F6045F02048F}" dt="2022-03-31T11:52:24.697" v="2523" actId="1076"/>
        <pc:sldMkLst>
          <pc:docMk/>
          <pc:sldMk cId="3003810364" sldId="271"/>
        </pc:sldMkLst>
        <pc:spChg chg="mod">
          <ac:chgData name="SERGIO SPANO'" userId="3abdd0b9-513e-40ac-aad4-56920065037d" providerId="ADAL" clId="{EF38FB83-84DE-44DD-A1FE-F6045F02048F}" dt="2022-03-31T11:52:01.672" v="2515" actId="27636"/>
          <ac:spMkLst>
            <pc:docMk/>
            <pc:sldMk cId="3003810364" sldId="271"/>
            <ac:spMk id="2" creationId="{BAA592A9-1042-4478-8815-547E04983083}"/>
          </ac:spMkLst>
        </pc:spChg>
        <pc:spChg chg="mod">
          <ac:chgData name="SERGIO SPANO'" userId="3abdd0b9-513e-40ac-aad4-56920065037d" providerId="ADAL" clId="{EF38FB83-84DE-44DD-A1FE-F6045F02048F}" dt="2022-03-31T11:52:10.334" v="2517" actId="5793"/>
          <ac:spMkLst>
            <pc:docMk/>
            <pc:sldMk cId="3003810364" sldId="271"/>
            <ac:spMk id="3" creationId="{0476B3F9-F2A8-43A6-8A77-303FCA696818}"/>
          </ac:spMkLst>
        </pc:spChg>
        <pc:picChg chg="add mod">
          <ac:chgData name="SERGIO SPANO'" userId="3abdd0b9-513e-40ac-aad4-56920065037d" providerId="ADAL" clId="{EF38FB83-84DE-44DD-A1FE-F6045F02048F}" dt="2022-03-31T11:52:24.697" v="2523" actId="1076"/>
          <ac:picMkLst>
            <pc:docMk/>
            <pc:sldMk cId="3003810364" sldId="271"/>
            <ac:picMk id="6" creationId="{7E5954B5-A16E-4C4B-91EA-4F9CB3723AE9}"/>
          </ac:picMkLst>
        </pc:picChg>
        <pc:picChg chg="add mod">
          <ac:chgData name="SERGIO SPANO'" userId="3abdd0b9-513e-40ac-aad4-56920065037d" providerId="ADAL" clId="{EF38FB83-84DE-44DD-A1FE-F6045F02048F}" dt="2022-03-31T11:52:21.963" v="2521" actId="1076"/>
          <ac:picMkLst>
            <pc:docMk/>
            <pc:sldMk cId="3003810364" sldId="271"/>
            <ac:picMk id="7" creationId="{6D70C5DF-8F3C-427D-AA63-74DFCA65A449}"/>
          </ac:picMkLst>
        </pc:picChg>
      </pc:sldChg>
      <pc:sldChg chg="addSp modSp new mod">
        <pc:chgData name="SERGIO SPANO'" userId="3abdd0b9-513e-40ac-aad4-56920065037d" providerId="ADAL" clId="{EF38FB83-84DE-44DD-A1FE-F6045F02048F}" dt="2022-03-31T11:53:12.983" v="2542" actId="113"/>
        <pc:sldMkLst>
          <pc:docMk/>
          <pc:sldMk cId="2331242970" sldId="272"/>
        </pc:sldMkLst>
        <pc:spChg chg="mod">
          <ac:chgData name="SERGIO SPANO'" userId="3abdd0b9-513e-40ac-aad4-56920065037d" providerId="ADAL" clId="{EF38FB83-84DE-44DD-A1FE-F6045F02048F}" dt="2022-03-31T11:52:32.363" v="2526" actId="27636"/>
          <ac:spMkLst>
            <pc:docMk/>
            <pc:sldMk cId="2331242970" sldId="272"/>
            <ac:spMk id="2" creationId="{F08C550F-6091-4D92-8C98-91DF3EB87300}"/>
          </ac:spMkLst>
        </pc:spChg>
        <pc:spChg chg="mod">
          <ac:chgData name="SERGIO SPANO'" userId="3abdd0b9-513e-40ac-aad4-56920065037d" providerId="ADAL" clId="{EF38FB83-84DE-44DD-A1FE-F6045F02048F}" dt="2022-03-31T11:52:53.803" v="2529" actId="15"/>
          <ac:spMkLst>
            <pc:docMk/>
            <pc:sldMk cId="2331242970" sldId="272"/>
            <ac:spMk id="3" creationId="{5CB4182A-EE8C-48FF-9F0F-94D2B2D84429}"/>
          </ac:spMkLst>
        </pc:spChg>
        <pc:spChg chg="add mod">
          <ac:chgData name="SERGIO SPANO'" userId="3abdd0b9-513e-40ac-aad4-56920065037d" providerId="ADAL" clId="{EF38FB83-84DE-44DD-A1FE-F6045F02048F}" dt="2022-03-31T11:53:12.983" v="2542" actId="113"/>
          <ac:spMkLst>
            <pc:docMk/>
            <pc:sldMk cId="2331242970" sldId="272"/>
            <ac:spMk id="7" creationId="{105A38B6-0F01-4253-9C72-D4188336DFEB}"/>
          </ac:spMkLst>
        </pc:spChg>
        <pc:picChg chg="add mod">
          <ac:chgData name="SERGIO SPANO'" userId="3abdd0b9-513e-40ac-aad4-56920065037d" providerId="ADAL" clId="{EF38FB83-84DE-44DD-A1FE-F6045F02048F}" dt="2022-03-31T11:53:00.742" v="2533" actId="1076"/>
          <ac:picMkLst>
            <pc:docMk/>
            <pc:sldMk cId="2331242970" sldId="272"/>
            <ac:picMk id="6" creationId="{9E671A3C-4317-4E17-A24C-9280E7F782DD}"/>
          </ac:picMkLst>
        </pc:picChg>
      </pc:sldChg>
      <pc:sldChg chg="del">
        <pc:chgData name="SERGIO SPANO'" userId="3abdd0b9-513e-40ac-aad4-56920065037d" providerId="ADAL" clId="{EF38FB83-84DE-44DD-A1FE-F6045F02048F}" dt="2022-03-31T09:35:29.076" v="17" actId="47"/>
        <pc:sldMkLst>
          <pc:docMk/>
          <pc:sldMk cId="2459133886" sldId="272"/>
        </pc:sldMkLst>
      </pc:sldChg>
      <pc:sldChg chg="del">
        <pc:chgData name="SERGIO SPANO'" userId="3abdd0b9-513e-40ac-aad4-56920065037d" providerId="ADAL" clId="{EF38FB83-84DE-44DD-A1FE-F6045F02048F}" dt="2022-03-31T09:35:29.053" v="16" actId="47"/>
        <pc:sldMkLst>
          <pc:docMk/>
          <pc:sldMk cId="1591051637" sldId="273"/>
        </pc:sldMkLst>
      </pc:sldChg>
      <pc:sldChg chg="addSp modSp new mod">
        <pc:chgData name="SERGIO SPANO'" userId="3abdd0b9-513e-40ac-aad4-56920065037d" providerId="ADAL" clId="{EF38FB83-84DE-44DD-A1FE-F6045F02048F}" dt="2022-03-31T12:10:46.396" v="2560" actId="20577"/>
        <pc:sldMkLst>
          <pc:docMk/>
          <pc:sldMk cId="3942099409" sldId="273"/>
        </pc:sldMkLst>
        <pc:spChg chg="mod">
          <ac:chgData name="SERGIO SPANO'" userId="3abdd0b9-513e-40ac-aad4-56920065037d" providerId="ADAL" clId="{EF38FB83-84DE-44DD-A1FE-F6045F02048F}" dt="2022-03-31T11:53:22.426" v="2545" actId="27636"/>
          <ac:spMkLst>
            <pc:docMk/>
            <pc:sldMk cId="3942099409" sldId="273"/>
            <ac:spMk id="2" creationId="{F724CFA9-5055-4073-BC8C-91403829AD3B}"/>
          </ac:spMkLst>
        </pc:spChg>
        <pc:spChg chg="mod">
          <ac:chgData name="SERGIO SPANO'" userId="3abdd0b9-513e-40ac-aad4-56920065037d" providerId="ADAL" clId="{EF38FB83-84DE-44DD-A1FE-F6045F02048F}" dt="2022-03-31T12:10:46.396" v="2560" actId="20577"/>
          <ac:spMkLst>
            <pc:docMk/>
            <pc:sldMk cId="3942099409" sldId="273"/>
            <ac:spMk id="3" creationId="{357F378C-ECE9-493F-80DB-E1983A3416A8}"/>
          </ac:spMkLst>
        </pc:spChg>
        <pc:picChg chg="add mod">
          <ac:chgData name="SERGIO SPANO'" userId="3abdd0b9-513e-40ac-aad4-56920065037d" providerId="ADAL" clId="{EF38FB83-84DE-44DD-A1FE-F6045F02048F}" dt="2022-03-31T11:53:51.333" v="2554" actId="1076"/>
          <ac:picMkLst>
            <pc:docMk/>
            <pc:sldMk cId="3942099409" sldId="273"/>
            <ac:picMk id="6" creationId="{FAB5456D-2455-433B-87E0-272977AA35CA}"/>
          </ac:picMkLst>
        </pc:picChg>
      </pc:sldChg>
      <pc:sldChg chg="del">
        <pc:chgData name="SERGIO SPANO'" userId="3abdd0b9-513e-40ac-aad4-56920065037d" providerId="ADAL" clId="{EF38FB83-84DE-44DD-A1FE-F6045F02048F}" dt="2022-03-31T09:35:29.317" v="18" actId="47"/>
        <pc:sldMkLst>
          <pc:docMk/>
          <pc:sldMk cId="305149232" sldId="274"/>
        </pc:sldMkLst>
      </pc:sldChg>
      <pc:sldChg chg="addSp modSp new mod">
        <pc:chgData name="SERGIO SPANO'" userId="3abdd0b9-513e-40ac-aad4-56920065037d" providerId="ADAL" clId="{EF38FB83-84DE-44DD-A1FE-F6045F02048F}" dt="2022-03-31T12:12:08.685" v="2577" actId="1076"/>
        <pc:sldMkLst>
          <pc:docMk/>
          <pc:sldMk cId="762601299" sldId="274"/>
        </pc:sldMkLst>
        <pc:spChg chg="mod">
          <ac:chgData name="SERGIO SPANO'" userId="3abdd0b9-513e-40ac-aad4-56920065037d" providerId="ADAL" clId="{EF38FB83-84DE-44DD-A1FE-F6045F02048F}" dt="2022-03-31T12:10:52.549" v="2562" actId="27636"/>
          <ac:spMkLst>
            <pc:docMk/>
            <pc:sldMk cId="762601299" sldId="274"/>
            <ac:spMk id="2" creationId="{51472CF7-2F78-4765-B27F-24D3695EC6DC}"/>
          </ac:spMkLst>
        </pc:spChg>
        <pc:spChg chg="mod">
          <ac:chgData name="SERGIO SPANO'" userId="3abdd0b9-513e-40ac-aad4-56920065037d" providerId="ADAL" clId="{EF38FB83-84DE-44DD-A1FE-F6045F02048F}" dt="2022-03-31T12:11:01.537" v="2564" actId="15"/>
          <ac:spMkLst>
            <pc:docMk/>
            <pc:sldMk cId="762601299" sldId="274"/>
            <ac:spMk id="3" creationId="{2BA72175-75FB-48AE-B00A-C6966DFA580C}"/>
          </ac:spMkLst>
        </pc:spChg>
        <pc:picChg chg="add mod">
          <ac:chgData name="SERGIO SPANO'" userId="3abdd0b9-513e-40ac-aad4-56920065037d" providerId="ADAL" clId="{EF38FB83-84DE-44DD-A1FE-F6045F02048F}" dt="2022-03-31T12:12:08.685" v="2577" actId="1076"/>
          <ac:picMkLst>
            <pc:docMk/>
            <pc:sldMk cId="762601299" sldId="274"/>
            <ac:picMk id="6" creationId="{14312837-7A43-441B-8FDB-172C737B7033}"/>
          </ac:picMkLst>
        </pc:picChg>
        <pc:picChg chg="add mod">
          <ac:chgData name="SERGIO SPANO'" userId="3abdd0b9-513e-40ac-aad4-56920065037d" providerId="ADAL" clId="{EF38FB83-84DE-44DD-A1FE-F6045F02048F}" dt="2022-03-31T12:12:06.188" v="2575" actId="1076"/>
          <ac:picMkLst>
            <pc:docMk/>
            <pc:sldMk cId="762601299" sldId="274"/>
            <ac:picMk id="1026" creationId="{CFB86743-C256-453F-B6CA-4D78AD4AA780}"/>
          </ac:picMkLst>
        </pc:picChg>
      </pc:sldChg>
      <pc:sldChg chg="addSp modSp new mod">
        <pc:chgData name="SERGIO SPANO'" userId="3abdd0b9-513e-40ac-aad4-56920065037d" providerId="ADAL" clId="{EF38FB83-84DE-44DD-A1FE-F6045F02048F}" dt="2022-03-31T12:13:42.750" v="2603" actId="20577"/>
        <pc:sldMkLst>
          <pc:docMk/>
          <pc:sldMk cId="174399053" sldId="275"/>
        </pc:sldMkLst>
        <pc:spChg chg="mod">
          <ac:chgData name="SERGIO SPANO'" userId="3abdd0b9-513e-40ac-aad4-56920065037d" providerId="ADAL" clId="{EF38FB83-84DE-44DD-A1FE-F6045F02048F}" dt="2022-03-31T12:12:23.080" v="2594" actId="20577"/>
          <ac:spMkLst>
            <pc:docMk/>
            <pc:sldMk cId="174399053" sldId="275"/>
            <ac:spMk id="2" creationId="{23B5562C-0DE2-4CB2-B497-BD2BECAE36BB}"/>
          </ac:spMkLst>
        </pc:spChg>
        <pc:spChg chg="mod">
          <ac:chgData name="SERGIO SPANO'" userId="3abdd0b9-513e-40ac-aad4-56920065037d" providerId="ADAL" clId="{EF38FB83-84DE-44DD-A1FE-F6045F02048F}" dt="2022-03-31T12:13:42.750" v="2603" actId="20577"/>
          <ac:spMkLst>
            <pc:docMk/>
            <pc:sldMk cId="174399053" sldId="275"/>
            <ac:spMk id="3" creationId="{10192159-DAF1-4718-8F47-68174F83E7D0}"/>
          </ac:spMkLst>
        </pc:spChg>
        <pc:picChg chg="add mod">
          <ac:chgData name="SERGIO SPANO'" userId="3abdd0b9-513e-40ac-aad4-56920065037d" providerId="ADAL" clId="{EF38FB83-84DE-44DD-A1FE-F6045F02048F}" dt="2022-03-31T12:12:43.662" v="2600" actId="1076"/>
          <ac:picMkLst>
            <pc:docMk/>
            <pc:sldMk cId="174399053" sldId="275"/>
            <ac:picMk id="6" creationId="{10FCDFC1-6FB0-4DCD-B2B0-A5598BFB4097}"/>
          </ac:picMkLst>
        </pc:picChg>
      </pc:sldChg>
      <pc:sldChg chg="del">
        <pc:chgData name="SERGIO SPANO'" userId="3abdd0b9-513e-40ac-aad4-56920065037d" providerId="ADAL" clId="{EF38FB83-84DE-44DD-A1FE-F6045F02048F}" dt="2022-03-31T09:35:29.597" v="19" actId="47"/>
        <pc:sldMkLst>
          <pc:docMk/>
          <pc:sldMk cId="3677888286" sldId="275"/>
        </pc:sldMkLst>
      </pc:sldChg>
      <pc:sldChg chg="addSp modSp new mod">
        <pc:chgData name="SERGIO SPANO'" userId="3abdd0b9-513e-40ac-aad4-56920065037d" providerId="ADAL" clId="{EF38FB83-84DE-44DD-A1FE-F6045F02048F}" dt="2022-03-31T12:21:04.235" v="2620" actId="1076"/>
        <pc:sldMkLst>
          <pc:docMk/>
          <pc:sldMk cId="901720352" sldId="276"/>
        </pc:sldMkLst>
        <pc:spChg chg="mod">
          <ac:chgData name="SERGIO SPANO'" userId="3abdd0b9-513e-40ac-aad4-56920065037d" providerId="ADAL" clId="{EF38FB83-84DE-44DD-A1FE-F6045F02048F}" dt="2022-03-31T12:20:41.314" v="2606" actId="27636"/>
          <ac:spMkLst>
            <pc:docMk/>
            <pc:sldMk cId="901720352" sldId="276"/>
            <ac:spMk id="2" creationId="{23AF8349-A31D-4DB5-BB42-43A461B9CA97}"/>
          </ac:spMkLst>
        </pc:spChg>
        <pc:spChg chg="mod">
          <ac:chgData name="SERGIO SPANO'" userId="3abdd0b9-513e-40ac-aad4-56920065037d" providerId="ADAL" clId="{EF38FB83-84DE-44DD-A1FE-F6045F02048F}" dt="2022-03-31T12:20:54.597" v="2616" actId="20577"/>
          <ac:spMkLst>
            <pc:docMk/>
            <pc:sldMk cId="901720352" sldId="276"/>
            <ac:spMk id="3" creationId="{35477BF6-AAC6-42D2-B0D8-40B34E818591}"/>
          </ac:spMkLst>
        </pc:spChg>
        <pc:picChg chg="add mod">
          <ac:chgData name="SERGIO SPANO'" userId="3abdd0b9-513e-40ac-aad4-56920065037d" providerId="ADAL" clId="{EF38FB83-84DE-44DD-A1FE-F6045F02048F}" dt="2022-03-31T12:21:04.235" v="2620" actId="1076"/>
          <ac:picMkLst>
            <pc:docMk/>
            <pc:sldMk cId="901720352" sldId="276"/>
            <ac:picMk id="6" creationId="{4CC98D56-479C-47C7-87C7-05E28E18C8D2}"/>
          </ac:picMkLst>
        </pc:picChg>
      </pc:sldChg>
      <pc:sldChg chg="del">
        <pc:chgData name="SERGIO SPANO'" userId="3abdd0b9-513e-40ac-aad4-56920065037d" providerId="ADAL" clId="{EF38FB83-84DE-44DD-A1FE-F6045F02048F}" dt="2022-03-31T09:35:29.932" v="20" actId="47"/>
        <pc:sldMkLst>
          <pc:docMk/>
          <pc:sldMk cId="4001204634" sldId="276"/>
        </pc:sldMkLst>
      </pc:sldChg>
      <pc:sldChg chg="del">
        <pc:chgData name="SERGIO SPANO'" userId="3abdd0b9-513e-40ac-aad4-56920065037d" providerId="ADAL" clId="{EF38FB83-84DE-44DD-A1FE-F6045F02048F}" dt="2022-03-31T09:35:30.106" v="21" actId="47"/>
        <pc:sldMkLst>
          <pc:docMk/>
          <pc:sldMk cId="3143984764" sldId="277"/>
        </pc:sldMkLst>
      </pc:sldChg>
      <pc:sldChg chg="modSp new mod">
        <pc:chgData name="SERGIO SPANO'" userId="3abdd0b9-513e-40ac-aad4-56920065037d" providerId="ADAL" clId="{EF38FB83-84DE-44DD-A1FE-F6045F02048F}" dt="2022-03-31T12:21:36.799" v="2643" actId="20577"/>
        <pc:sldMkLst>
          <pc:docMk/>
          <pc:sldMk cId="4029004925" sldId="277"/>
        </pc:sldMkLst>
        <pc:spChg chg="mod">
          <ac:chgData name="SERGIO SPANO'" userId="3abdd0b9-513e-40ac-aad4-56920065037d" providerId="ADAL" clId="{EF38FB83-84DE-44DD-A1FE-F6045F02048F}" dt="2022-03-31T12:21:10.548" v="2627" actId="20577"/>
          <ac:spMkLst>
            <pc:docMk/>
            <pc:sldMk cId="4029004925" sldId="277"/>
            <ac:spMk id="2" creationId="{B1B7F8BA-17A8-40F8-8DA5-1AA79A29290C}"/>
          </ac:spMkLst>
        </pc:spChg>
        <pc:spChg chg="mod">
          <ac:chgData name="SERGIO SPANO'" userId="3abdd0b9-513e-40ac-aad4-56920065037d" providerId="ADAL" clId="{EF38FB83-84DE-44DD-A1FE-F6045F02048F}" dt="2022-03-31T12:21:36.799" v="2643" actId="20577"/>
          <ac:spMkLst>
            <pc:docMk/>
            <pc:sldMk cId="4029004925" sldId="277"/>
            <ac:spMk id="3" creationId="{E4A1CED4-9BEE-4353-B220-63D94360B08C}"/>
          </ac:spMkLst>
        </pc:spChg>
      </pc:sldChg>
      <pc:sldChg chg="del">
        <pc:chgData name="SERGIO SPANO'" userId="3abdd0b9-513e-40ac-aad4-56920065037d" providerId="ADAL" clId="{EF38FB83-84DE-44DD-A1FE-F6045F02048F}" dt="2022-03-31T09:35:30.295" v="22" actId="47"/>
        <pc:sldMkLst>
          <pc:docMk/>
          <pc:sldMk cId="128687951" sldId="278"/>
        </pc:sldMkLst>
      </pc:sldChg>
      <pc:sldChg chg="del">
        <pc:chgData name="SERGIO SPANO'" userId="3abdd0b9-513e-40ac-aad4-56920065037d" providerId="ADAL" clId="{EF38FB83-84DE-44DD-A1FE-F6045F02048F}" dt="2022-03-31T09:35:30.502" v="23" actId="47"/>
        <pc:sldMkLst>
          <pc:docMk/>
          <pc:sldMk cId="3853571047" sldId="279"/>
        </pc:sldMkLst>
      </pc:sldChg>
      <pc:sldChg chg="del">
        <pc:chgData name="SERGIO SPANO'" userId="3abdd0b9-513e-40ac-aad4-56920065037d" providerId="ADAL" clId="{EF38FB83-84DE-44DD-A1FE-F6045F02048F}" dt="2022-03-31T09:35:30.736" v="24" actId="47"/>
        <pc:sldMkLst>
          <pc:docMk/>
          <pc:sldMk cId="2849533706" sldId="280"/>
        </pc:sldMkLst>
      </pc:sldChg>
      <pc:sldChg chg="del">
        <pc:chgData name="SERGIO SPANO'" userId="3abdd0b9-513e-40ac-aad4-56920065037d" providerId="ADAL" clId="{EF38FB83-84DE-44DD-A1FE-F6045F02048F}" dt="2022-03-31T09:35:30.979" v="25" actId="47"/>
        <pc:sldMkLst>
          <pc:docMk/>
          <pc:sldMk cId="1574026564" sldId="281"/>
        </pc:sldMkLst>
      </pc:sldChg>
      <pc:sldChg chg="del">
        <pc:chgData name="SERGIO SPANO'" userId="3abdd0b9-513e-40ac-aad4-56920065037d" providerId="ADAL" clId="{EF38FB83-84DE-44DD-A1FE-F6045F02048F}" dt="2022-03-31T09:35:31.241" v="26" actId="47"/>
        <pc:sldMkLst>
          <pc:docMk/>
          <pc:sldMk cId="3723104691" sldId="282"/>
        </pc:sldMkLst>
      </pc:sldChg>
      <pc:sldChg chg="del">
        <pc:chgData name="SERGIO SPANO'" userId="3abdd0b9-513e-40ac-aad4-56920065037d" providerId="ADAL" clId="{EF38FB83-84DE-44DD-A1FE-F6045F02048F}" dt="2022-03-31T09:35:31.455" v="27" actId="47"/>
        <pc:sldMkLst>
          <pc:docMk/>
          <pc:sldMk cId="3834009282" sldId="283"/>
        </pc:sldMkLst>
      </pc:sldChg>
      <pc:sldChg chg="del">
        <pc:chgData name="SERGIO SPANO'" userId="3abdd0b9-513e-40ac-aad4-56920065037d" providerId="ADAL" clId="{EF38FB83-84DE-44DD-A1FE-F6045F02048F}" dt="2022-03-31T09:35:31.654" v="28" actId="47"/>
        <pc:sldMkLst>
          <pc:docMk/>
          <pc:sldMk cId="3548083134" sldId="284"/>
        </pc:sldMkLst>
      </pc:sldChg>
      <pc:sldChg chg="del">
        <pc:chgData name="SERGIO SPANO'" userId="3abdd0b9-513e-40ac-aad4-56920065037d" providerId="ADAL" clId="{EF38FB83-84DE-44DD-A1FE-F6045F02048F}" dt="2022-03-31T09:35:31.854" v="29" actId="47"/>
        <pc:sldMkLst>
          <pc:docMk/>
          <pc:sldMk cId="2327913782" sldId="285"/>
        </pc:sldMkLst>
      </pc:sldChg>
      <pc:sldChg chg="del">
        <pc:chgData name="SERGIO SPANO'" userId="3abdd0b9-513e-40ac-aad4-56920065037d" providerId="ADAL" clId="{EF38FB83-84DE-44DD-A1FE-F6045F02048F}" dt="2022-03-31T09:35:32.061" v="30" actId="47"/>
        <pc:sldMkLst>
          <pc:docMk/>
          <pc:sldMk cId="921774571" sldId="286"/>
        </pc:sldMkLst>
      </pc:sldChg>
      <pc:sldChg chg="del">
        <pc:chgData name="SERGIO SPANO'" userId="3abdd0b9-513e-40ac-aad4-56920065037d" providerId="ADAL" clId="{EF38FB83-84DE-44DD-A1FE-F6045F02048F}" dt="2022-03-31T09:35:32.516" v="31" actId="47"/>
        <pc:sldMkLst>
          <pc:docMk/>
          <pc:sldMk cId="288709285" sldId="287"/>
        </pc:sldMkLst>
      </pc:sldChg>
      <pc:sldMasterChg chg="addSp delSp modSp mod modTransition modSldLayout">
        <pc:chgData name="SERGIO SPANO'" userId="3abdd0b9-513e-40ac-aad4-56920065037d" providerId="ADAL" clId="{EF38FB83-84DE-44DD-A1FE-F6045F02048F}" dt="2022-03-31T09:47:41.496" v="245" actId="113"/>
        <pc:sldMasterMkLst>
          <pc:docMk/>
          <pc:sldMasterMk cId="2117844949" sldId="2147483648"/>
        </pc:sldMasterMkLst>
        <pc:spChg chg="del">
          <ac:chgData name="SERGIO SPANO'" userId="3abdd0b9-513e-40ac-aad4-56920065037d" providerId="ADAL" clId="{EF38FB83-84DE-44DD-A1FE-F6045F02048F}" dt="2022-03-31T09:33:24.137" v="0" actId="478"/>
          <ac:spMkLst>
            <pc:docMk/>
            <pc:sldMasterMk cId="2117844949" sldId="2147483648"/>
            <ac:spMk id="4" creationId="{3CA61BD2-CA09-4BEB-B08B-4B0A8533DEC8}"/>
          </ac:spMkLst>
        </pc:spChg>
        <pc:spChg chg="del">
          <ac:chgData name="SERGIO SPANO'" userId="3abdd0b9-513e-40ac-aad4-56920065037d" providerId="ADAL" clId="{EF38FB83-84DE-44DD-A1FE-F6045F02048F}" dt="2022-03-31T09:34:53.227" v="1" actId="478"/>
          <ac:spMkLst>
            <pc:docMk/>
            <pc:sldMasterMk cId="2117844949" sldId="2147483648"/>
            <ac:spMk id="5" creationId="{26C1109A-83E1-4943-908E-29C1D523D264}"/>
          </ac:spMkLst>
        </pc:spChg>
        <pc:spChg chg="add mod">
          <ac:chgData name="SERGIO SPANO'" userId="3abdd0b9-513e-40ac-aad4-56920065037d" providerId="ADAL" clId="{EF38FB83-84DE-44DD-A1FE-F6045F02048F}" dt="2022-03-31T09:43:29.554" v="222" actId="20577"/>
          <ac:spMkLst>
            <pc:docMk/>
            <pc:sldMasterMk cId="2117844949" sldId="2147483648"/>
            <ac:spMk id="11" creationId="{103BC245-2134-4DA9-90F1-D1B50A8B16AA}"/>
          </ac:spMkLst>
        </pc:spChg>
        <pc:sldLayoutChg chg="modSp modTransition">
          <pc:chgData name="SERGIO SPANO'" userId="3abdd0b9-513e-40ac-aad4-56920065037d" providerId="ADAL" clId="{EF38FB83-84DE-44DD-A1FE-F6045F02048F}" dt="2022-03-31T09:47:41.496" v="245" actId="113"/>
          <pc:sldLayoutMkLst>
            <pc:docMk/>
            <pc:sldMasterMk cId="2117844949" sldId="2147483648"/>
            <pc:sldLayoutMk cId="638397118" sldId="2147483649"/>
          </pc:sldLayoutMkLst>
          <pc:spChg chg="mod">
            <ac:chgData name="SERGIO SPANO'" userId="3abdd0b9-513e-40ac-aad4-56920065037d" providerId="ADAL" clId="{EF38FB83-84DE-44DD-A1FE-F6045F02048F}" dt="2022-03-31T09:47:41.496" v="245" actId="113"/>
            <ac:spMkLst>
              <pc:docMk/>
              <pc:sldMasterMk cId="2117844949" sldId="2147483648"/>
              <pc:sldLayoutMk cId="638397118" sldId="2147483649"/>
              <ac:spMk id="2" creationId="{D9F94409-3F2E-4581-8C18-FB31D2AE060C}"/>
            </ac:spMkLst>
          </pc:spChg>
        </pc:sldLayoutChg>
        <pc:sldLayoutChg chg="addSp delSp modSp mod modTransition">
          <pc:chgData name="SERGIO SPANO'" userId="3abdd0b9-513e-40ac-aad4-56920065037d" providerId="ADAL" clId="{EF38FB83-84DE-44DD-A1FE-F6045F02048F}" dt="2022-03-31T09:45:11.294" v="224"/>
          <pc:sldLayoutMkLst>
            <pc:docMk/>
            <pc:sldMasterMk cId="2117844949" sldId="2147483648"/>
            <pc:sldLayoutMk cId="1468147844" sldId="2147483650"/>
          </pc:sldLayoutMkLst>
          <pc:spChg chg="del mod">
            <ac:chgData name="SERGIO SPANO'" userId="3abdd0b9-513e-40ac-aad4-56920065037d" providerId="ADAL" clId="{EF38FB83-84DE-44DD-A1FE-F6045F02048F}" dt="2022-03-31T09:43:12.252" v="218" actId="21"/>
            <ac:spMkLst>
              <pc:docMk/>
              <pc:sldMasterMk cId="2117844949" sldId="2147483648"/>
              <pc:sldLayoutMk cId="1468147844" sldId="2147483650"/>
              <ac:spMk id="5" creationId="{7C66973E-5BC7-4899-B35B-EEC192492182}"/>
            </ac:spMkLst>
          </pc:spChg>
          <pc:spChg chg="add mod">
            <ac:chgData name="SERGIO SPANO'" userId="3abdd0b9-513e-40ac-aad4-56920065037d" providerId="ADAL" clId="{EF38FB83-84DE-44DD-A1FE-F6045F02048F}" dt="2022-03-31T09:45:11.294" v="224"/>
            <ac:spMkLst>
              <pc:docMk/>
              <pc:sldMasterMk cId="2117844949" sldId="2147483648"/>
              <pc:sldLayoutMk cId="1468147844" sldId="2147483650"/>
              <ac:spMk id="7" creationId="{0DF4C78C-F4FD-4C3E-A779-2BA49F3A29B3}"/>
            </ac:spMkLst>
          </pc:spChg>
        </pc:sldLayoutChg>
        <pc:sldLayoutChg chg="addSp delSp modSp mod modTransition">
          <pc:chgData name="SERGIO SPANO'" userId="3abdd0b9-513e-40ac-aad4-56920065037d" providerId="ADAL" clId="{EF38FB83-84DE-44DD-A1FE-F6045F02048F}" dt="2022-03-31T09:45:18.831" v="227"/>
          <pc:sldLayoutMkLst>
            <pc:docMk/>
            <pc:sldMasterMk cId="2117844949" sldId="2147483648"/>
            <pc:sldLayoutMk cId="484314592" sldId="2147483651"/>
          </pc:sldLayoutMkLst>
          <pc:spChg chg="del mod">
            <ac:chgData name="SERGIO SPANO'" userId="3abdd0b9-513e-40ac-aad4-56920065037d" providerId="ADAL" clId="{EF38FB83-84DE-44DD-A1FE-F6045F02048F}" dt="2022-03-31T09:44:29.664" v="223" actId="478"/>
            <ac:spMkLst>
              <pc:docMk/>
              <pc:sldMasterMk cId="2117844949" sldId="2147483648"/>
              <pc:sldLayoutMk cId="484314592" sldId="2147483651"/>
              <ac:spMk id="5" creationId="{71BD61D5-4812-471C-A277-2CCBA17F1BDB}"/>
            </ac:spMkLst>
          </pc:spChg>
          <pc:spChg chg="add mod">
            <ac:chgData name="SERGIO SPANO'" userId="3abdd0b9-513e-40ac-aad4-56920065037d" providerId="ADAL" clId="{EF38FB83-84DE-44DD-A1FE-F6045F02048F}" dt="2022-03-31T09:45:18.831" v="227"/>
            <ac:spMkLst>
              <pc:docMk/>
              <pc:sldMasterMk cId="2117844949" sldId="2147483648"/>
              <pc:sldLayoutMk cId="484314592" sldId="2147483651"/>
              <ac:spMk id="8" creationId="{CDA45A44-5E78-4B1D-976A-BDE9808B10F6}"/>
            </ac:spMkLst>
          </pc:spChg>
        </pc:sldLayoutChg>
        <pc:sldLayoutChg chg="addSp delSp modSp mod modTransition">
          <pc:chgData name="SERGIO SPANO'" userId="3abdd0b9-513e-40ac-aad4-56920065037d" providerId="ADAL" clId="{EF38FB83-84DE-44DD-A1FE-F6045F02048F}" dt="2022-03-31T09:45:17.207" v="226"/>
          <pc:sldLayoutMkLst>
            <pc:docMk/>
            <pc:sldMasterMk cId="2117844949" sldId="2147483648"/>
            <pc:sldLayoutMk cId="1127178419" sldId="2147483652"/>
          </pc:sldLayoutMkLst>
          <pc:spChg chg="del">
            <ac:chgData name="SERGIO SPANO'" userId="3abdd0b9-513e-40ac-aad4-56920065037d" providerId="ADAL" clId="{EF38FB83-84DE-44DD-A1FE-F6045F02048F}" dt="2022-03-31T09:45:16.894" v="225" actId="478"/>
            <ac:spMkLst>
              <pc:docMk/>
              <pc:sldMasterMk cId="2117844949" sldId="2147483648"/>
              <pc:sldLayoutMk cId="1127178419" sldId="2147483652"/>
              <ac:spMk id="6" creationId="{1CDE3561-1D76-48B0-93A6-A298C9376744}"/>
            </ac:spMkLst>
          </pc:spChg>
          <pc:spChg chg="add mod">
            <ac:chgData name="SERGIO SPANO'" userId="3abdd0b9-513e-40ac-aad4-56920065037d" providerId="ADAL" clId="{EF38FB83-84DE-44DD-A1FE-F6045F02048F}" dt="2022-03-31T09:45:17.207" v="226"/>
            <ac:spMkLst>
              <pc:docMk/>
              <pc:sldMasterMk cId="2117844949" sldId="2147483648"/>
              <pc:sldLayoutMk cId="1127178419" sldId="2147483652"/>
              <ac:spMk id="9" creationId="{E6D1EDBF-DDAA-46E0-99D7-BB0378CA6CA0}"/>
            </ac:spMkLst>
          </pc:spChg>
        </pc:sldLayoutChg>
        <pc:sldLayoutChg chg="addSp delSp modSp mod modTransition">
          <pc:chgData name="SERGIO SPANO'" userId="3abdd0b9-513e-40ac-aad4-56920065037d" providerId="ADAL" clId="{EF38FB83-84DE-44DD-A1FE-F6045F02048F}" dt="2022-03-31T09:45:21.817" v="229"/>
          <pc:sldLayoutMkLst>
            <pc:docMk/>
            <pc:sldMasterMk cId="2117844949" sldId="2147483648"/>
            <pc:sldLayoutMk cId="3277322425" sldId="2147483653"/>
          </pc:sldLayoutMkLst>
          <pc:spChg chg="del">
            <ac:chgData name="SERGIO SPANO'" userId="3abdd0b9-513e-40ac-aad4-56920065037d" providerId="ADAL" clId="{EF38FB83-84DE-44DD-A1FE-F6045F02048F}" dt="2022-03-31T09:45:21.459" v="228" actId="478"/>
            <ac:spMkLst>
              <pc:docMk/>
              <pc:sldMasterMk cId="2117844949" sldId="2147483648"/>
              <pc:sldLayoutMk cId="3277322425" sldId="2147483653"/>
              <ac:spMk id="8" creationId="{42A007B5-EDB8-4389-A997-FEDD81643EE2}"/>
            </ac:spMkLst>
          </pc:spChg>
          <pc:spChg chg="add mod">
            <ac:chgData name="SERGIO SPANO'" userId="3abdd0b9-513e-40ac-aad4-56920065037d" providerId="ADAL" clId="{EF38FB83-84DE-44DD-A1FE-F6045F02048F}" dt="2022-03-31T09:45:21.817" v="229"/>
            <ac:spMkLst>
              <pc:docMk/>
              <pc:sldMasterMk cId="2117844949" sldId="2147483648"/>
              <pc:sldLayoutMk cId="3277322425" sldId="2147483653"/>
              <ac:spMk id="11" creationId="{8C43172B-58E9-455E-B45D-567A40732D27}"/>
            </ac:spMkLst>
          </pc:spChg>
        </pc:sldLayoutChg>
        <pc:sldLayoutChg chg="addSp delSp modSp mod modTransition">
          <pc:chgData name="SERGIO SPANO'" userId="3abdd0b9-513e-40ac-aad4-56920065037d" providerId="ADAL" clId="{EF38FB83-84DE-44DD-A1FE-F6045F02048F}" dt="2022-03-31T09:45:25.808" v="231"/>
          <pc:sldLayoutMkLst>
            <pc:docMk/>
            <pc:sldMasterMk cId="2117844949" sldId="2147483648"/>
            <pc:sldLayoutMk cId="2438592927" sldId="2147483654"/>
          </pc:sldLayoutMkLst>
          <pc:spChg chg="del">
            <ac:chgData name="SERGIO SPANO'" userId="3abdd0b9-513e-40ac-aad4-56920065037d" providerId="ADAL" clId="{EF38FB83-84DE-44DD-A1FE-F6045F02048F}" dt="2022-03-31T09:45:25.606" v="230" actId="478"/>
            <ac:spMkLst>
              <pc:docMk/>
              <pc:sldMasterMk cId="2117844949" sldId="2147483648"/>
              <pc:sldLayoutMk cId="2438592927" sldId="2147483654"/>
              <ac:spMk id="4" creationId="{16F7E903-B5B7-4607-A0B0-882F064E3E10}"/>
            </ac:spMkLst>
          </pc:spChg>
          <pc:spChg chg="add mod">
            <ac:chgData name="SERGIO SPANO'" userId="3abdd0b9-513e-40ac-aad4-56920065037d" providerId="ADAL" clId="{EF38FB83-84DE-44DD-A1FE-F6045F02048F}" dt="2022-03-31T09:45:25.808" v="231"/>
            <ac:spMkLst>
              <pc:docMk/>
              <pc:sldMasterMk cId="2117844949" sldId="2147483648"/>
              <pc:sldLayoutMk cId="2438592927" sldId="2147483654"/>
              <ac:spMk id="6" creationId="{42DAB686-302C-41D1-8181-1C8263797034}"/>
            </ac:spMkLst>
          </pc:spChg>
        </pc:sldLayoutChg>
        <pc:sldLayoutChg chg="addSp delSp modSp mod modTransition">
          <pc:chgData name="SERGIO SPANO'" userId="3abdd0b9-513e-40ac-aad4-56920065037d" providerId="ADAL" clId="{EF38FB83-84DE-44DD-A1FE-F6045F02048F}" dt="2022-03-31T09:45:29.050" v="233"/>
          <pc:sldLayoutMkLst>
            <pc:docMk/>
            <pc:sldMasterMk cId="2117844949" sldId="2147483648"/>
            <pc:sldLayoutMk cId="2338396061" sldId="2147483655"/>
          </pc:sldLayoutMkLst>
          <pc:spChg chg="del">
            <ac:chgData name="SERGIO SPANO'" userId="3abdd0b9-513e-40ac-aad4-56920065037d" providerId="ADAL" clId="{EF38FB83-84DE-44DD-A1FE-F6045F02048F}" dt="2022-03-31T09:45:28.820" v="232" actId="478"/>
            <ac:spMkLst>
              <pc:docMk/>
              <pc:sldMasterMk cId="2117844949" sldId="2147483648"/>
              <pc:sldLayoutMk cId="2338396061" sldId="2147483655"/>
              <ac:spMk id="3" creationId="{688FC84F-FF1D-4C1F-9ABA-CF5D864EEB71}"/>
            </ac:spMkLst>
          </pc:spChg>
          <pc:spChg chg="add mod">
            <ac:chgData name="SERGIO SPANO'" userId="3abdd0b9-513e-40ac-aad4-56920065037d" providerId="ADAL" clId="{EF38FB83-84DE-44DD-A1FE-F6045F02048F}" dt="2022-03-31T09:45:29.050" v="233"/>
            <ac:spMkLst>
              <pc:docMk/>
              <pc:sldMasterMk cId="2117844949" sldId="2147483648"/>
              <pc:sldLayoutMk cId="2338396061" sldId="2147483655"/>
              <ac:spMk id="5" creationId="{5568E39A-0457-4B64-9034-CD851FEBA4AC}"/>
            </ac:spMkLst>
          </pc:spChg>
        </pc:sldLayoutChg>
        <pc:sldLayoutChg chg="addSp delSp modSp mod modTransition">
          <pc:chgData name="SERGIO SPANO'" userId="3abdd0b9-513e-40ac-aad4-56920065037d" providerId="ADAL" clId="{EF38FB83-84DE-44DD-A1FE-F6045F02048F}" dt="2022-03-31T09:45:32.200" v="235"/>
          <pc:sldLayoutMkLst>
            <pc:docMk/>
            <pc:sldMasterMk cId="2117844949" sldId="2147483648"/>
            <pc:sldLayoutMk cId="286306287" sldId="2147483656"/>
          </pc:sldLayoutMkLst>
          <pc:spChg chg="del">
            <ac:chgData name="SERGIO SPANO'" userId="3abdd0b9-513e-40ac-aad4-56920065037d" providerId="ADAL" clId="{EF38FB83-84DE-44DD-A1FE-F6045F02048F}" dt="2022-03-31T09:45:31.946" v="234" actId="478"/>
            <ac:spMkLst>
              <pc:docMk/>
              <pc:sldMasterMk cId="2117844949" sldId="2147483648"/>
              <pc:sldLayoutMk cId="286306287" sldId="2147483656"/>
              <ac:spMk id="6" creationId="{66BB0950-5860-4161-8A3D-AE1982CA2112}"/>
            </ac:spMkLst>
          </pc:spChg>
          <pc:spChg chg="add mod">
            <ac:chgData name="SERGIO SPANO'" userId="3abdd0b9-513e-40ac-aad4-56920065037d" providerId="ADAL" clId="{EF38FB83-84DE-44DD-A1FE-F6045F02048F}" dt="2022-03-31T09:45:32.200" v="235"/>
            <ac:spMkLst>
              <pc:docMk/>
              <pc:sldMasterMk cId="2117844949" sldId="2147483648"/>
              <pc:sldLayoutMk cId="286306287" sldId="2147483656"/>
              <ac:spMk id="8" creationId="{60F94B02-EB89-4095-B72F-A6BA47EE4FB2}"/>
            </ac:spMkLst>
          </pc:spChg>
        </pc:sldLayoutChg>
        <pc:sldLayoutChg chg="addSp delSp modSp mod modTransition">
          <pc:chgData name="SERGIO SPANO'" userId="3abdd0b9-513e-40ac-aad4-56920065037d" providerId="ADAL" clId="{EF38FB83-84DE-44DD-A1FE-F6045F02048F}" dt="2022-03-31T09:45:35.061" v="237"/>
          <pc:sldLayoutMkLst>
            <pc:docMk/>
            <pc:sldMasterMk cId="2117844949" sldId="2147483648"/>
            <pc:sldLayoutMk cId="3515321370" sldId="2147483657"/>
          </pc:sldLayoutMkLst>
          <pc:spChg chg="del">
            <ac:chgData name="SERGIO SPANO'" userId="3abdd0b9-513e-40ac-aad4-56920065037d" providerId="ADAL" clId="{EF38FB83-84DE-44DD-A1FE-F6045F02048F}" dt="2022-03-31T09:45:34.850" v="236" actId="478"/>
            <ac:spMkLst>
              <pc:docMk/>
              <pc:sldMasterMk cId="2117844949" sldId="2147483648"/>
              <pc:sldLayoutMk cId="3515321370" sldId="2147483657"/>
              <ac:spMk id="6" creationId="{BC9E0D1C-67B8-4676-B21A-70272AFAD089}"/>
            </ac:spMkLst>
          </pc:spChg>
          <pc:spChg chg="add mod">
            <ac:chgData name="SERGIO SPANO'" userId="3abdd0b9-513e-40ac-aad4-56920065037d" providerId="ADAL" clId="{EF38FB83-84DE-44DD-A1FE-F6045F02048F}" dt="2022-03-31T09:45:35.061" v="237"/>
            <ac:spMkLst>
              <pc:docMk/>
              <pc:sldMasterMk cId="2117844949" sldId="2147483648"/>
              <pc:sldLayoutMk cId="3515321370" sldId="2147483657"/>
              <ac:spMk id="8" creationId="{B079BED6-C761-43C8-9B1C-71F4563384B0}"/>
            </ac:spMkLst>
          </pc:spChg>
        </pc:sldLayoutChg>
        <pc:sldLayoutChg chg="addSp delSp modSp mod modTransition">
          <pc:chgData name="SERGIO SPANO'" userId="3abdd0b9-513e-40ac-aad4-56920065037d" providerId="ADAL" clId="{EF38FB83-84DE-44DD-A1FE-F6045F02048F}" dt="2022-03-31T09:45:37.709" v="239"/>
          <pc:sldLayoutMkLst>
            <pc:docMk/>
            <pc:sldMasterMk cId="2117844949" sldId="2147483648"/>
            <pc:sldLayoutMk cId="1825112441" sldId="2147483658"/>
          </pc:sldLayoutMkLst>
          <pc:spChg chg="del">
            <ac:chgData name="SERGIO SPANO'" userId="3abdd0b9-513e-40ac-aad4-56920065037d" providerId="ADAL" clId="{EF38FB83-84DE-44DD-A1FE-F6045F02048F}" dt="2022-03-31T09:45:37.527" v="238" actId="478"/>
            <ac:spMkLst>
              <pc:docMk/>
              <pc:sldMasterMk cId="2117844949" sldId="2147483648"/>
              <pc:sldLayoutMk cId="1825112441" sldId="2147483658"/>
              <ac:spMk id="5" creationId="{3E7741BB-B2F7-445F-8AF3-C5CE49E22ADA}"/>
            </ac:spMkLst>
          </pc:spChg>
          <pc:spChg chg="add mod">
            <ac:chgData name="SERGIO SPANO'" userId="3abdd0b9-513e-40ac-aad4-56920065037d" providerId="ADAL" clId="{EF38FB83-84DE-44DD-A1FE-F6045F02048F}" dt="2022-03-31T09:45:37.709" v="239"/>
            <ac:spMkLst>
              <pc:docMk/>
              <pc:sldMasterMk cId="2117844949" sldId="2147483648"/>
              <pc:sldLayoutMk cId="1825112441" sldId="2147483658"/>
              <ac:spMk id="7" creationId="{8E52157C-35D4-4611-B922-3AB97B930300}"/>
            </ac:spMkLst>
          </pc:spChg>
        </pc:sldLayoutChg>
        <pc:sldLayoutChg chg="addSp delSp modSp mod modTransition">
          <pc:chgData name="SERGIO SPANO'" userId="3abdd0b9-513e-40ac-aad4-56920065037d" providerId="ADAL" clId="{EF38FB83-84DE-44DD-A1FE-F6045F02048F}" dt="2022-03-31T09:45:40.324" v="241"/>
          <pc:sldLayoutMkLst>
            <pc:docMk/>
            <pc:sldMasterMk cId="2117844949" sldId="2147483648"/>
            <pc:sldLayoutMk cId="2943013309" sldId="2147483659"/>
          </pc:sldLayoutMkLst>
          <pc:spChg chg="del">
            <ac:chgData name="SERGIO SPANO'" userId="3abdd0b9-513e-40ac-aad4-56920065037d" providerId="ADAL" clId="{EF38FB83-84DE-44DD-A1FE-F6045F02048F}" dt="2022-03-31T09:45:40.140" v="240" actId="478"/>
            <ac:spMkLst>
              <pc:docMk/>
              <pc:sldMasterMk cId="2117844949" sldId="2147483648"/>
              <pc:sldLayoutMk cId="2943013309" sldId="2147483659"/>
              <ac:spMk id="5" creationId="{2A6965CD-425D-448C-AD55-5FB468AE6AD3}"/>
            </ac:spMkLst>
          </pc:spChg>
          <pc:spChg chg="add mod">
            <ac:chgData name="SERGIO SPANO'" userId="3abdd0b9-513e-40ac-aad4-56920065037d" providerId="ADAL" clId="{EF38FB83-84DE-44DD-A1FE-F6045F02048F}" dt="2022-03-31T09:45:40.324" v="241"/>
            <ac:spMkLst>
              <pc:docMk/>
              <pc:sldMasterMk cId="2117844949" sldId="2147483648"/>
              <pc:sldLayoutMk cId="2943013309" sldId="2147483659"/>
              <ac:spMk id="7" creationId="{EF9504E7-327C-4B66-ABC2-B355BEC6C009}"/>
            </ac:spMkLst>
          </pc:spChg>
        </pc:sldLayoutChg>
      </pc:sldMasterChg>
    </pc:docChg>
  </pc:docChgLst>
  <pc:docChgLst>
    <pc:chgData name="SERGIO SPANO'" userId="3abdd0b9-513e-40ac-aad4-56920065037d" providerId="ADAL" clId="{19165FB4-5FE7-4510-B31F-37403DFE04FE}"/>
    <pc:docChg chg="undo custSel addSld delSld modSld">
      <pc:chgData name="SERGIO SPANO'" userId="3abdd0b9-513e-40ac-aad4-56920065037d" providerId="ADAL" clId="{19165FB4-5FE7-4510-B31F-37403DFE04FE}" dt="2022-04-04T09:56:36.982" v="173" actId="20577"/>
      <pc:docMkLst>
        <pc:docMk/>
      </pc:docMkLst>
      <pc:sldChg chg="modSp add del mod">
        <pc:chgData name="SERGIO SPANO'" userId="3abdd0b9-513e-40ac-aad4-56920065037d" providerId="ADAL" clId="{19165FB4-5FE7-4510-B31F-37403DFE04FE}" dt="2022-04-04T09:43:49.920" v="56" actId="47"/>
        <pc:sldMkLst>
          <pc:docMk/>
          <pc:sldMk cId="3676927149" sldId="256"/>
        </pc:sldMkLst>
        <pc:spChg chg="mod">
          <ac:chgData name="SERGIO SPANO'" userId="3abdd0b9-513e-40ac-aad4-56920065037d" providerId="ADAL" clId="{19165FB4-5FE7-4510-B31F-37403DFE04FE}" dt="2022-04-04T09:43:38.936" v="33" actId="20577"/>
          <ac:spMkLst>
            <pc:docMk/>
            <pc:sldMk cId="3676927149" sldId="256"/>
            <ac:spMk id="2" creationId="{AE5A0156-FA44-4B5E-AA95-BA26FE319EEF}"/>
          </ac:spMkLst>
        </pc:spChg>
      </pc:sldChg>
      <pc:sldChg chg="modSp new del mod">
        <pc:chgData name="SERGIO SPANO'" userId="3abdd0b9-513e-40ac-aad4-56920065037d" providerId="ADAL" clId="{19165FB4-5FE7-4510-B31F-37403DFE04FE}" dt="2022-04-04T09:44:19.473" v="60" actId="47"/>
        <pc:sldMkLst>
          <pc:docMk/>
          <pc:sldMk cId="1990415519" sldId="257"/>
        </pc:sldMkLst>
        <pc:spChg chg="mod">
          <ac:chgData name="SERGIO SPANO'" userId="3abdd0b9-513e-40ac-aad4-56920065037d" providerId="ADAL" clId="{19165FB4-5FE7-4510-B31F-37403DFE04FE}" dt="2022-04-04T09:44:09.407" v="58" actId="27636"/>
          <ac:spMkLst>
            <pc:docMk/>
            <pc:sldMk cId="1990415519" sldId="257"/>
            <ac:spMk id="2" creationId="{21B4B87D-3BAC-4829-BFA0-E4BE1B315B52}"/>
          </ac:spMkLst>
        </pc:spChg>
      </pc:sldChg>
      <pc:sldChg chg="del">
        <pc:chgData name="SERGIO SPANO'" userId="3abdd0b9-513e-40ac-aad4-56920065037d" providerId="ADAL" clId="{19165FB4-5FE7-4510-B31F-37403DFE04FE}" dt="2022-04-04T09:43:47.619" v="34" actId="47"/>
        <pc:sldMkLst>
          <pc:docMk/>
          <pc:sldMk cId="2797524747" sldId="257"/>
        </pc:sldMkLst>
      </pc:sldChg>
      <pc:sldChg chg="del">
        <pc:chgData name="SERGIO SPANO'" userId="3abdd0b9-513e-40ac-aad4-56920065037d" providerId="ADAL" clId="{19165FB4-5FE7-4510-B31F-37403DFE04FE}" dt="2022-04-04T09:43:48.135" v="35" actId="47"/>
        <pc:sldMkLst>
          <pc:docMk/>
          <pc:sldMk cId="2464260094" sldId="258"/>
        </pc:sldMkLst>
      </pc:sldChg>
      <pc:sldChg chg="del">
        <pc:chgData name="SERGIO SPANO'" userId="3abdd0b9-513e-40ac-aad4-56920065037d" providerId="ADAL" clId="{19165FB4-5FE7-4510-B31F-37403DFE04FE}" dt="2022-04-04T09:43:48.182" v="36" actId="47"/>
        <pc:sldMkLst>
          <pc:docMk/>
          <pc:sldMk cId="406494104" sldId="259"/>
        </pc:sldMkLst>
      </pc:sldChg>
      <pc:sldChg chg="del">
        <pc:chgData name="SERGIO SPANO'" userId="3abdd0b9-513e-40ac-aad4-56920065037d" providerId="ADAL" clId="{19165FB4-5FE7-4510-B31F-37403DFE04FE}" dt="2022-04-04T09:43:48.215" v="37" actId="47"/>
        <pc:sldMkLst>
          <pc:docMk/>
          <pc:sldMk cId="448377759" sldId="260"/>
        </pc:sldMkLst>
      </pc:sldChg>
      <pc:sldChg chg="del">
        <pc:chgData name="SERGIO SPANO'" userId="3abdd0b9-513e-40ac-aad4-56920065037d" providerId="ADAL" clId="{19165FB4-5FE7-4510-B31F-37403DFE04FE}" dt="2022-04-04T09:43:48.252" v="38" actId="47"/>
        <pc:sldMkLst>
          <pc:docMk/>
          <pc:sldMk cId="2480632410" sldId="261"/>
        </pc:sldMkLst>
      </pc:sldChg>
      <pc:sldChg chg="del">
        <pc:chgData name="SERGIO SPANO'" userId="3abdd0b9-513e-40ac-aad4-56920065037d" providerId="ADAL" clId="{19165FB4-5FE7-4510-B31F-37403DFE04FE}" dt="2022-04-04T09:43:48.285" v="39" actId="47"/>
        <pc:sldMkLst>
          <pc:docMk/>
          <pc:sldMk cId="55343777" sldId="262"/>
        </pc:sldMkLst>
      </pc:sldChg>
      <pc:sldChg chg="del">
        <pc:chgData name="SERGIO SPANO'" userId="3abdd0b9-513e-40ac-aad4-56920065037d" providerId="ADAL" clId="{19165FB4-5FE7-4510-B31F-37403DFE04FE}" dt="2022-04-04T09:43:48.319" v="40" actId="47"/>
        <pc:sldMkLst>
          <pc:docMk/>
          <pc:sldMk cId="2852183775" sldId="263"/>
        </pc:sldMkLst>
      </pc:sldChg>
      <pc:sldChg chg="del">
        <pc:chgData name="SERGIO SPANO'" userId="3abdd0b9-513e-40ac-aad4-56920065037d" providerId="ADAL" clId="{19165FB4-5FE7-4510-B31F-37403DFE04FE}" dt="2022-04-04T09:43:48.357" v="41" actId="47"/>
        <pc:sldMkLst>
          <pc:docMk/>
          <pc:sldMk cId="3104023291" sldId="264"/>
        </pc:sldMkLst>
      </pc:sldChg>
      <pc:sldChg chg="del">
        <pc:chgData name="SERGIO SPANO'" userId="3abdd0b9-513e-40ac-aad4-56920065037d" providerId="ADAL" clId="{19165FB4-5FE7-4510-B31F-37403DFE04FE}" dt="2022-04-04T09:43:48.403" v="42" actId="47"/>
        <pc:sldMkLst>
          <pc:docMk/>
          <pc:sldMk cId="1720710825" sldId="265"/>
        </pc:sldMkLst>
      </pc:sldChg>
      <pc:sldChg chg="del">
        <pc:chgData name="SERGIO SPANO'" userId="3abdd0b9-513e-40ac-aad4-56920065037d" providerId="ADAL" clId="{19165FB4-5FE7-4510-B31F-37403DFE04FE}" dt="2022-04-04T09:43:48.447" v="43" actId="47"/>
        <pc:sldMkLst>
          <pc:docMk/>
          <pc:sldMk cId="2727266827" sldId="266"/>
        </pc:sldMkLst>
      </pc:sldChg>
      <pc:sldChg chg="del">
        <pc:chgData name="SERGIO SPANO'" userId="3abdd0b9-513e-40ac-aad4-56920065037d" providerId="ADAL" clId="{19165FB4-5FE7-4510-B31F-37403DFE04FE}" dt="2022-04-04T09:43:48.477" v="44" actId="47"/>
        <pc:sldMkLst>
          <pc:docMk/>
          <pc:sldMk cId="3293944411" sldId="267"/>
        </pc:sldMkLst>
      </pc:sldChg>
      <pc:sldChg chg="del">
        <pc:chgData name="SERGIO SPANO'" userId="3abdd0b9-513e-40ac-aad4-56920065037d" providerId="ADAL" clId="{19165FB4-5FE7-4510-B31F-37403DFE04FE}" dt="2022-04-04T09:43:48.509" v="45" actId="47"/>
        <pc:sldMkLst>
          <pc:docMk/>
          <pc:sldMk cId="762804557" sldId="268"/>
        </pc:sldMkLst>
      </pc:sldChg>
      <pc:sldChg chg="del">
        <pc:chgData name="SERGIO SPANO'" userId="3abdd0b9-513e-40ac-aad4-56920065037d" providerId="ADAL" clId="{19165FB4-5FE7-4510-B31F-37403DFE04FE}" dt="2022-04-04T09:43:48.548" v="46" actId="47"/>
        <pc:sldMkLst>
          <pc:docMk/>
          <pc:sldMk cId="1755157505" sldId="269"/>
        </pc:sldMkLst>
      </pc:sldChg>
      <pc:sldChg chg="del">
        <pc:chgData name="SERGIO SPANO'" userId="3abdd0b9-513e-40ac-aad4-56920065037d" providerId="ADAL" clId="{19165FB4-5FE7-4510-B31F-37403DFE04FE}" dt="2022-04-04T09:43:48.585" v="47" actId="47"/>
        <pc:sldMkLst>
          <pc:docMk/>
          <pc:sldMk cId="2035416742" sldId="270"/>
        </pc:sldMkLst>
      </pc:sldChg>
      <pc:sldChg chg="del">
        <pc:chgData name="SERGIO SPANO'" userId="3abdd0b9-513e-40ac-aad4-56920065037d" providerId="ADAL" clId="{19165FB4-5FE7-4510-B31F-37403DFE04FE}" dt="2022-04-04T09:43:48.623" v="48" actId="47"/>
        <pc:sldMkLst>
          <pc:docMk/>
          <pc:sldMk cId="1379941506" sldId="271"/>
        </pc:sldMkLst>
      </pc:sldChg>
      <pc:sldChg chg="del">
        <pc:chgData name="SERGIO SPANO'" userId="3abdd0b9-513e-40ac-aad4-56920065037d" providerId="ADAL" clId="{19165FB4-5FE7-4510-B31F-37403DFE04FE}" dt="2022-04-04T09:43:48.655" v="49" actId="47"/>
        <pc:sldMkLst>
          <pc:docMk/>
          <pc:sldMk cId="923331695" sldId="272"/>
        </pc:sldMkLst>
      </pc:sldChg>
      <pc:sldChg chg="del">
        <pc:chgData name="SERGIO SPANO'" userId="3abdd0b9-513e-40ac-aad4-56920065037d" providerId="ADAL" clId="{19165FB4-5FE7-4510-B31F-37403DFE04FE}" dt="2022-04-04T09:43:48.698" v="50" actId="47"/>
        <pc:sldMkLst>
          <pc:docMk/>
          <pc:sldMk cId="1063853208" sldId="273"/>
        </pc:sldMkLst>
      </pc:sldChg>
      <pc:sldChg chg="del">
        <pc:chgData name="SERGIO SPANO'" userId="3abdd0b9-513e-40ac-aad4-56920065037d" providerId="ADAL" clId="{19165FB4-5FE7-4510-B31F-37403DFE04FE}" dt="2022-04-04T09:43:48.734" v="51" actId="47"/>
        <pc:sldMkLst>
          <pc:docMk/>
          <pc:sldMk cId="1566194581" sldId="274"/>
        </pc:sldMkLst>
      </pc:sldChg>
      <pc:sldChg chg="del">
        <pc:chgData name="SERGIO SPANO'" userId="3abdd0b9-513e-40ac-aad4-56920065037d" providerId="ADAL" clId="{19165FB4-5FE7-4510-B31F-37403DFE04FE}" dt="2022-04-04T09:43:48.806" v="53" actId="47"/>
        <pc:sldMkLst>
          <pc:docMk/>
          <pc:sldMk cId="3320012960" sldId="275"/>
        </pc:sldMkLst>
      </pc:sldChg>
      <pc:sldChg chg="del">
        <pc:chgData name="SERGIO SPANO'" userId="3abdd0b9-513e-40ac-aad4-56920065037d" providerId="ADAL" clId="{19165FB4-5FE7-4510-B31F-37403DFE04FE}" dt="2022-04-04T09:43:48.843" v="54" actId="47"/>
        <pc:sldMkLst>
          <pc:docMk/>
          <pc:sldMk cId="1094222998" sldId="276"/>
        </pc:sldMkLst>
      </pc:sldChg>
      <pc:sldChg chg="del">
        <pc:chgData name="SERGIO SPANO'" userId="3abdd0b9-513e-40ac-aad4-56920065037d" providerId="ADAL" clId="{19165FB4-5FE7-4510-B31F-37403DFE04FE}" dt="2022-04-04T09:43:48.770" v="52" actId="47"/>
        <pc:sldMkLst>
          <pc:docMk/>
          <pc:sldMk cId="3451030804" sldId="277"/>
        </pc:sldMkLst>
      </pc:sldChg>
      <pc:sldChg chg="add">
        <pc:chgData name="SERGIO SPANO'" userId="3abdd0b9-513e-40ac-aad4-56920065037d" providerId="ADAL" clId="{19165FB4-5FE7-4510-B31F-37403DFE04FE}" dt="2022-04-04T09:44:16.659" v="59"/>
        <pc:sldMkLst>
          <pc:docMk/>
          <pc:sldMk cId="2221289223" sldId="278"/>
        </pc:sldMkLst>
      </pc:sldChg>
      <pc:sldChg chg="addSp delSp modSp new mod">
        <pc:chgData name="SERGIO SPANO'" userId="3abdd0b9-513e-40ac-aad4-56920065037d" providerId="ADAL" clId="{19165FB4-5FE7-4510-B31F-37403DFE04FE}" dt="2022-04-04T09:53:57.284" v="95" actId="1076"/>
        <pc:sldMkLst>
          <pc:docMk/>
          <pc:sldMk cId="492866929" sldId="279"/>
        </pc:sldMkLst>
        <pc:spChg chg="mod">
          <ac:chgData name="SERGIO SPANO'" userId="3abdd0b9-513e-40ac-aad4-56920065037d" providerId="ADAL" clId="{19165FB4-5FE7-4510-B31F-37403DFE04FE}" dt="2022-04-04T09:53:07.808" v="74" actId="20577"/>
          <ac:spMkLst>
            <pc:docMk/>
            <pc:sldMk cId="492866929" sldId="279"/>
            <ac:spMk id="2" creationId="{E41ADC1A-510B-4B88-825D-E60676BF11E4}"/>
          </ac:spMkLst>
        </pc:spChg>
        <pc:spChg chg="mod">
          <ac:chgData name="SERGIO SPANO'" userId="3abdd0b9-513e-40ac-aad4-56920065037d" providerId="ADAL" clId="{19165FB4-5FE7-4510-B31F-37403DFE04FE}" dt="2022-04-04T09:53:40.375" v="89" actId="20577"/>
          <ac:spMkLst>
            <pc:docMk/>
            <pc:sldMk cId="492866929" sldId="279"/>
            <ac:spMk id="3" creationId="{85516D24-B07E-45F9-8D8F-FF8F7A6B6F3E}"/>
          </ac:spMkLst>
        </pc:spChg>
        <pc:spChg chg="mod">
          <ac:chgData name="SERGIO SPANO'" userId="3abdd0b9-513e-40ac-aad4-56920065037d" providerId="ADAL" clId="{19165FB4-5FE7-4510-B31F-37403DFE04FE}" dt="2022-04-04T09:53:50.347" v="90"/>
          <ac:spMkLst>
            <pc:docMk/>
            <pc:sldMk cId="492866929" sldId="279"/>
            <ac:spMk id="17" creationId="{5D12630F-0738-4695-B76D-D82294B34409}"/>
          </ac:spMkLst>
        </pc:spChg>
        <pc:spChg chg="mod">
          <ac:chgData name="SERGIO SPANO'" userId="3abdd0b9-513e-40ac-aad4-56920065037d" providerId="ADAL" clId="{19165FB4-5FE7-4510-B31F-37403DFE04FE}" dt="2022-04-04T09:53:50.347" v="90"/>
          <ac:spMkLst>
            <pc:docMk/>
            <pc:sldMk cId="492866929" sldId="279"/>
            <ac:spMk id="25" creationId="{6E46E4D7-B59B-419C-846A-5CA041D5F45D}"/>
          </ac:spMkLst>
        </pc:spChg>
        <pc:spChg chg="mod">
          <ac:chgData name="SERGIO SPANO'" userId="3abdd0b9-513e-40ac-aad4-56920065037d" providerId="ADAL" clId="{19165FB4-5FE7-4510-B31F-37403DFE04FE}" dt="2022-04-04T09:53:50.347" v="90"/>
          <ac:spMkLst>
            <pc:docMk/>
            <pc:sldMk cId="492866929" sldId="279"/>
            <ac:spMk id="27" creationId="{43791D11-A161-48FF-935E-C7472EA01828}"/>
          </ac:spMkLst>
        </pc:spChg>
        <pc:spChg chg="mod">
          <ac:chgData name="SERGIO SPANO'" userId="3abdd0b9-513e-40ac-aad4-56920065037d" providerId="ADAL" clId="{19165FB4-5FE7-4510-B31F-37403DFE04FE}" dt="2022-04-04T09:53:50.347" v="90"/>
          <ac:spMkLst>
            <pc:docMk/>
            <pc:sldMk cId="492866929" sldId="279"/>
            <ac:spMk id="28" creationId="{FE89C09F-C158-4294-A32B-CCD786350E49}"/>
          </ac:spMkLst>
        </pc:spChg>
        <pc:spChg chg="mod">
          <ac:chgData name="SERGIO SPANO'" userId="3abdd0b9-513e-40ac-aad4-56920065037d" providerId="ADAL" clId="{19165FB4-5FE7-4510-B31F-37403DFE04FE}" dt="2022-04-04T09:53:50.347" v="90"/>
          <ac:spMkLst>
            <pc:docMk/>
            <pc:sldMk cId="492866929" sldId="279"/>
            <ac:spMk id="31" creationId="{ED062AAB-57AB-4709-924E-527AA26094B8}"/>
          </ac:spMkLst>
        </pc:spChg>
        <pc:spChg chg="mod">
          <ac:chgData name="SERGIO SPANO'" userId="3abdd0b9-513e-40ac-aad4-56920065037d" providerId="ADAL" clId="{19165FB4-5FE7-4510-B31F-37403DFE04FE}" dt="2022-04-04T09:53:50.347" v="90"/>
          <ac:spMkLst>
            <pc:docMk/>
            <pc:sldMk cId="492866929" sldId="279"/>
            <ac:spMk id="32" creationId="{DB48165F-E92C-434B-A497-096A3BC3D072}"/>
          </ac:spMkLst>
        </pc:spChg>
        <pc:spChg chg="mod">
          <ac:chgData name="SERGIO SPANO'" userId="3abdd0b9-513e-40ac-aad4-56920065037d" providerId="ADAL" clId="{19165FB4-5FE7-4510-B31F-37403DFE04FE}" dt="2022-04-04T09:53:50.347" v="90"/>
          <ac:spMkLst>
            <pc:docMk/>
            <pc:sldMk cId="492866929" sldId="279"/>
            <ac:spMk id="33" creationId="{42623C88-E0F5-4587-9B36-D0110E1BEFC1}"/>
          </ac:spMkLst>
        </pc:spChg>
        <pc:spChg chg="mod">
          <ac:chgData name="SERGIO SPANO'" userId="3abdd0b9-513e-40ac-aad4-56920065037d" providerId="ADAL" clId="{19165FB4-5FE7-4510-B31F-37403DFE04FE}" dt="2022-04-04T09:53:50.347" v="90"/>
          <ac:spMkLst>
            <pc:docMk/>
            <pc:sldMk cId="492866929" sldId="279"/>
            <ac:spMk id="34" creationId="{66419B4D-7AC1-41F6-885B-B0E8460EE307}"/>
          </ac:spMkLst>
        </pc:spChg>
        <pc:spChg chg="mod">
          <ac:chgData name="SERGIO SPANO'" userId="3abdd0b9-513e-40ac-aad4-56920065037d" providerId="ADAL" clId="{19165FB4-5FE7-4510-B31F-37403DFE04FE}" dt="2022-04-04T09:53:50.347" v="90"/>
          <ac:spMkLst>
            <pc:docMk/>
            <pc:sldMk cId="492866929" sldId="279"/>
            <ac:spMk id="37" creationId="{5A565C88-5D3B-450E-8E9D-D32C8687D6DC}"/>
          </ac:spMkLst>
        </pc:spChg>
        <pc:spChg chg="add del mod">
          <ac:chgData name="SERGIO SPANO'" userId="3abdd0b9-513e-40ac-aad4-56920065037d" providerId="ADAL" clId="{19165FB4-5FE7-4510-B31F-37403DFE04FE}" dt="2022-04-04T09:53:51.738" v="91"/>
          <ac:spMkLst>
            <pc:docMk/>
            <pc:sldMk cId="492866929" sldId="279"/>
            <ac:spMk id="38" creationId="{28F37FCA-5D21-4D12-969F-9AB5B0FCBC47}"/>
          </ac:spMkLst>
        </pc:spChg>
        <pc:grpChg chg="add del mod">
          <ac:chgData name="SERGIO SPANO'" userId="3abdd0b9-513e-40ac-aad4-56920065037d" providerId="ADAL" clId="{19165FB4-5FE7-4510-B31F-37403DFE04FE}" dt="2022-04-04T09:53:51.738" v="91"/>
          <ac:grpSpMkLst>
            <pc:docMk/>
            <pc:sldMk cId="492866929" sldId="279"/>
            <ac:grpSpMk id="6" creationId="{A71B274C-26D8-4747-BCDD-F7FFF1DAF88C}"/>
          </ac:grpSpMkLst>
        </pc:grpChg>
        <pc:picChg chg="add mod">
          <ac:chgData name="SERGIO SPANO'" userId="3abdd0b9-513e-40ac-aad4-56920065037d" providerId="ADAL" clId="{19165FB4-5FE7-4510-B31F-37403DFE04FE}" dt="2022-04-04T09:53:57.284" v="95" actId="1076"/>
          <ac:picMkLst>
            <pc:docMk/>
            <pc:sldMk cId="492866929" sldId="279"/>
            <ac:picMk id="39" creationId="{D4391CB8-66C7-4D1E-91AA-2795814CEAD8}"/>
          </ac:picMkLst>
        </pc:picChg>
        <pc:cxnChg chg="mod">
          <ac:chgData name="SERGIO SPANO'" userId="3abdd0b9-513e-40ac-aad4-56920065037d" providerId="ADAL" clId="{19165FB4-5FE7-4510-B31F-37403DFE04FE}" dt="2022-04-04T09:53:50.347" v="90"/>
          <ac:cxnSpMkLst>
            <pc:docMk/>
            <pc:sldMk cId="492866929" sldId="279"/>
            <ac:cxnSpMk id="7" creationId="{0D820D66-B2B7-430A-A35E-FE112DC8F53F}"/>
          </ac:cxnSpMkLst>
        </pc:cxnChg>
        <pc:cxnChg chg="mod">
          <ac:chgData name="SERGIO SPANO'" userId="3abdd0b9-513e-40ac-aad4-56920065037d" providerId="ADAL" clId="{19165FB4-5FE7-4510-B31F-37403DFE04FE}" dt="2022-04-04T09:53:50.347" v="90"/>
          <ac:cxnSpMkLst>
            <pc:docMk/>
            <pc:sldMk cId="492866929" sldId="279"/>
            <ac:cxnSpMk id="8" creationId="{F6732FB0-2291-43FB-949B-E6DED1409C9C}"/>
          </ac:cxnSpMkLst>
        </pc:cxnChg>
        <pc:cxnChg chg="mod">
          <ac:chgData name="SERGIO SPANO'" userId="3abdd0b9-513e-40ac-aad4-56920065037d" providerId="ADAL" clId="{19165FB4-5FE7-4510-B31F-37403DFE04FE}" dt="2022-04-04T09:53:50.347" v="90"/>
          <ac:cxnSpMkLst>
            <pc:docMk/>
            <pc:sldMk cId="492866929" sldId="279"/>
            <ac:cxnSpMk id="9" creationId="{17AD1CBA-BE4B-4504-8D20-8D1E408C4D3B}"/>
          </ac:cxnSpMkLst>
        </pc:cxnChg>
        <pc:cxnChg chg="mod">
          <ac:chgData name="SERGIO SPANO'" userId="3abdd0b9-513e-40ac-aad4-56920065037d" providerId="ADAL" clId="{19165FB4-5FE7-4510-B31F-37403DFE04FE}" dt="2022-04-04T09:53:50.347" v="90"/>
          <ac:cxnSpMkLst>
            <pc:docMk/>
            <pc:sldMk cId="492866929" sldId="279"/>
            <ac:cxnSpMk id="10" creationId="{85E20A7E-F9EA-4C45-9C15-C6B7308C6165}"/>
          </ac:cxnSpMkLst>
        </pc:cxnChg>
        <pc:cxnChg chg="mod">
          <ac:chgData name="SERGIO SPANO'" userId="3abdd0b9-513e-40ac-aad4-56920065037d" providerId="ADAL" clId="{19165FB4-5FE7-4510-B31F-37403DFE04FE}" dt="2022-04-04T09:53:50.347" v="90"/>
          <ac:cxnSpMkLst>
            <pc:docMk/>
            <pc:sldMk cId="492866929" sldId="279"/>
            <ac:cxnSpMk id="11" creationId="{7CB0A672-CD62-482F-9006-323AE659FEE5}"/>
          </ac:cxnSpMkLst>
        </pc:cxnChg>
        <pc:cxnChg chg="mod">
          <ac:chgData name="SERGIO SPANO'" userId="3abdd0b9-513e-40ac-aad4-56920065037d" providerId="ADAL" clId="{19165FB4-5FE7-4510-B31F-37403DFE04FE}" dt="2022-04-04T09:53:50.347" v="90"/>
          <ac:cxnSpMkLst>
            <pc:docMk/>
            <pc:sldMk cId="492866929" sldId="279"/>
            <ac:cxnSpMk id="12" creationId="{2D3378EA-A1E3-41D1-9653-5C7D3DC83816}"/>
          </ac:cxnSpMkLst>
        </pc:cxnChg>
        <pc:cxnChg chg="mod">
          <ac:chgData name="SERGIO SPANO'" userId="3abdd0b9-513e-40ac-aad4-56920065037d" providerId="ADAL" clId="{19165FB4-5FE7-4510-B31F-37403DFE04FE}" dt="2022-04-04T09:53:50.347" v="90"/>
          <ac:cxnSpMkLst>
            <pc:docMk/>
            <pc:sldMk cId="492866929" sldId="279"/>
            <ac:cxnSpMk id="13" creationId="{5A98CFD1-556E-41E1-A179-1DD45CC9904C}"/>
          </ac:cxnSpMkLst>
        </pc:cxnChg>
        <pc:cxnChg chg="mod">
          <ac:chgData name="SERGIO SPANO'" userId="3abdd0b9-513e-40ac-aad4-56920065037d" providerId="ADAL" clId="{19165FB4-5FE7-4510-B31F-37403DFE04FE}" dt="2022-04-04T09:53:50.347" v="90"/>
          <ac:cxnSpMkLst>
            <pc:docMk/>
            <pc:sldMk cId="492866929" sldId="279"/>
            <ac:cxnSpMk id="14" creationId="{8A5ECB19-13A7-4547-83E1-F25658B440B6}"/>
          </ac:cxnSpMkLst>
        </pc:cxnChg>
        <pc:cxnChg chg="mod">
          <ac:chgData name="SERGIO SPANO'" userId="3abdd0b9-513e-40ac-aad4-56920065037d" providerId="ADAL" clId="{19165FB4-5FE7-4510-B31F-37403DFE04FE}" dt="2022-04-04T09:53:50.347" v="90"/>
          <ac:cxnSpMkLst>
            <pc:docMk/>
            <pc:sldMk cId="492866929" sldId="279"/>
            <ac:cxnSpMk id="15" creationId="{07FFA9FD-337D-4463-9AF9-EA008A3986B4}"/>
          </ac:cxnSpMkLst>
        </pc:cxnChg>
        <pc:cxnChg chg="mod">
          <ac:chgData name="SERGIO SPANO'" userId="3abdd0b9-513e-40ac-aad4-56920065037d" providerId="ADAL" clId="{19165FB4-5FE7-4510-B31F-37403DFE04FE}" dt="2022-04-04T09:53:50.347" v="90"/>
          <ac:cxnSpMkLst>
            <pc:docMk/>
            <pc:sldMk cId="492866929" sldId="279"/>
            <ac:cxnSpMk id="16" creationId="{4C7A8718-0577-4590-9609-5627AC1E482E}"/>
          </ac:cxnSpMkLst>
        </pc:cxnChg>
        <pc:cxnChg chg="mod">
          <ac:chgData name="SERGIO SPANO'" userId="3abdd0b9-513e-40ac-aad4-56920065037d" providerId="ADAL" clId="{19165FB4-5FE7-4510-B31F-37403DFE04FE}" dt="2022-04-04T09:53:50.347" v="90"/>
          <ac:cxnSpMkLst>
            <pc:docMk/>
            <pc:sldMk cId="492866929" sldId="279"/>
            <ac:cxnSpMk id="18" creationId="{EEE2F881-1D60-4F30-A8B7-A3A5D55DC840}"/>
          </ac:cxnSpMkLst>
        </pc:cxnChg>
        <pc:cxnChg chg="mod">
          <ac:chgData name="SERGIO SPANO'" userId="3abdd0b9-513e-40ac-aad4-56920065037d" providerId="ADAL" clId="{19165FB4-5FE7-4510-B31F-37403DFE04FE}" dt="2022-04-04T09:53:50.347" v="90"/>
          <ac:cxnSpMkLst>
            <pc:docMk/>
            <pc:sldMk cId="492866929" sldId="279"/>
            <ac:cxnSpMk id="19" creationId="{DB114413-FD32-4320-8622-3A161F39964B}"/>
          </ac:cxnSpMkLst>
        </pc:cxnChg>
        <pc:cxnChg chg="mod">
          <ac:chgData name="SERGIO SPANO'" userId="3abdd0b9-513e-40ac-aad4-56920065037d" providerId="ADAL" clId="{19165FB4-5FE7-4510-B31F-37403DFE04FE}" dt="2022-04-04T09:53:50.347" v="90"/>
          <ac:cxnSpMkLst>
            <pc:docMk/>
            <pc:sldMk cId="492866929" sldId="279"/>
            <ac:cxnSpMk id="20" creationId="{597BAAB7-ADDD-4FAC-993D-817CE5B40050}"/>
          </ac:cxnSpMkLst>
        </pc:cxnChg>
        <pc:cxnChg chg="mod">
          <ac:chgData name="SERGIO SPANO'" userId="3abdd0b9-513e-40ac-aad4-56920065037d" providerId="ADAL" clId="{19165FB4-5FE7-4510-B31F-37403DFE04FE}" dt="2022-04-04T09:53:50.347" v="90"/>
          <ac:cxnSpMkLst>
            <pc:docMk/>
            <pc:sldMk cId="492866929" sldId="279"/>
            <ac:cxnSpMk id="21" creationId="{610EDE4B-69C2-41B9-86AB-1C46604A555E}"/>
          </ac:cxnSpMkLst>
        </pc:cxnChg>
        <pc:cxnChg chg="mod">
          <ac:chgData name="SERGIO SPANO'" userId="3abdd0b9-513e-40ac-aad4-56920065037d" providerId="ADAL" clId="{19165FB4-5FE7-4510-B31F-37403DFE04FE}" dt="2022-04-04T09:53:50.347" v="90"/>
          <ac:cxnSpMkLst>
            <pc:docMk/>
            <pc:sldMk cId="492866929" sldId="279"/>
            <ac:cxnSpMk id="22" creationId="{B155BBF7-0812-42A0-ADB7-98C377F3B282}"/>
          </ac:cxnSpMkLst>
        </pc:cxnChg>
        <pc:cxnChg chg="mod">
          <ac:chgData name="SERGIO SPANO'" userId="3abdd0b9-513e-40ac-aad4-56920065037d" providerId="ADAL" clId="{19165FB4-5FE7-4510-B31F-37403DFE04FE}" dt="2022-04-04T09:53:50.347" v="90"/>
          <ac:cxnSpMkLst>
            <pc:docMk/>
            <pc:sldMk cId="492866929" sldId="279"/>
            <ac:cxnSpMk id="23" creationId="{FBD8410A-4769-46FC-8669-A13D43AE10A5}"/>
          </ac:cxnSpMkLst>
        </pc:cxnChg>
        <pc:cxnChg chg="mod">
          <ac:chgData name="SERGIO SPANO'" userId="3abdd0b9-513e-40ac-aad4-56920065037d" providerId="ADAL" clId="{19165FB4-5FE7-4510-B31F-37403DFE04FE}" dt="2022-04-04T09:53:50.347" v="90"/>
          <ac:cxnSpMkLst>
            <pc:docMk/>
            <pc:sldMk cId="492866929" sldId="279"/>
            <ac:cxnSpMk id="24" creationId="{13074D39-7D41-4275-A81C-673D84CBF7C1}"/>
          </ac:cxnSpMkLst>
        </pc:cxnChg>
        <pc:cxnChg chg="mod">
          <ac:chgData name="SERGIO SPANO'" userId="3abdd0b9-513e-40ac-aad4-56920065037d" providerId="ADAL" clId="{19165FB4-5FE7-4510-B31F-37403DFE04FE}" dt="2022-04-04T09:53:50.347" v="90"/>
          <ac:cxnSpMkLst>
            <pc:docMk/>
            <pc:sldMk cId="492866929" sldId="279"/>
            <ac:cxnSpMk id="26" creationId="{A249F034-D595-416C-BBF4-58E582757043}"/>
          </ac:cxnSpMkLst>
        </pc:cxnChg>
        <pc:cxnChg chg="mod">
          <ac:chgData name="SERGIO SPANO'" userId="3abdd0b9-513e-40ac-aad4-56920065037d" providerId="ADAL" clId="{19165FB4-5FE7-4510-B31F-37403DFE04FE}" dt="2022-04-04T09:53:50.347" v="90"/>
          <ac:cxnSpMkLst>
            <pc:docMk/>
            <pc:sldMk cId="492866929" sldId="279"/>
            <ac:cxnSpMk id="29" creationId="{677C0B5C-98E2-462D-A59A-D593540C2F4C}"/>
          </ac:cxnSpMkLst>
        </pc:cxnChg>
        <pc:cxnChg chg="mod">
          <ac:chgData name="SERGIO SPANO'" userId="3abdd0b9-513e-40ac-aad4-56920065037d" providerId="ADAL" clId="{19165FB4-5FE7-4510-B31F-37403DFE04FE}" dt="2022-04-04T09:53:50.347" v="90"/>
          <ac:cxnSpMkLst>
            <pc:docMk/>
            <pc:sldMk cId="492866929" sldId="279"/>
            <ac:cxnSpMk id="30" creationId="{7CFB4CE4-021E-444B-B159-ADF1695B01E8}"/>
          </ac:cxnSpMkLst>
        </pc:cxnChg>
        <pc:cxnChg chg="mod">
          <ac:chgData name="SERGIO SPANO'" userId="3abdd0b9-513e-40ac-aad4-56920065037d" providerId="ADAL" clId="{19165FB4-5FE7-4510-B31F-37403DFE04FE}" dt="2022-04-04T09:53:50.347" v="90"/>
          <ac:cxnSpMkLst>
            <pc:docMk/>
            <pc:sldMk cId="492866929" sldId="279"/>
            <ac:cxnSpMk id="35" creationId="{00FEC7A2-C0B5-4F42-82F1-360AD022B9D1}"/>
          </ac:cxnSpMkLst>
        </pc:cxnChg>
        <pc:cxnChg chg="mod">
          <ac:chgData name="SERGIO SPANO'" userId="3abdd0b9-513e-40ac-aad4-56920065037d" providerId="ADAL" clId="{19165FB4-5FE7-4510-B31F-37403DFE04FE}" dt="2022-04-04T09:53:50.347" v="90"/>
          <ac:cxnSpMkLst>
            <pc:docMk/>
            <pc:sldMk cId="492866929" sldId="279"/>
            <ac:cxnSpMk id="36" creationId="{3247EC8F-F896-4553-8EF4-4B49161876CC}"/>
          </ac:cxnSpMkLst>
        </pc:cxnChg>
      </pc:sldChg>
      <pc:sldChg chg="addSp modSp new mod">
        <pc:chgData name="SERGIO SPANO'" userId="3abdd0b9-513e-40ac-aad4-56920065037d" providerId="ADAL" clId="{19165FB4-5FE7-4510-B31F-37403DFE04FE}" dt="2022-04-04T09:56:29.519" v="155" actId="20577"/>
        <pc:sldMkLst>
          <pc:docMk/>
          <pc:sldMk cId="3726700529" sldId="280"/>
        </pc:sldMkLst>
        <pc:spChg chg="mod">
          <ac:chgData name="SERGIO SPANO'" userId="3abdd0b9-513e-40ac-aad4-56920065037d" providerId="ADAL" clId="{19165FB4-5FE7-4510-B31F-37403DFE04FE}" dt="2022-04-04T09:54:16.191" v="110" actId="20577"/>
          <ac:spMkLst>
            <pc:docMk/>
            <pc:sldMk cId="3726700529" sldId="280"/>
            <ac:spMk id="2" creationId="{CF0A6A9B-009B-49CD-88F5-7E9D89899CF5}"/>
          </ac:spMkLst>
        </pc:spChg>
        <pc:spChg chg="mod">
          <ac:chgData name="SERGIO SPANO'" userId="3abdd0b9-513e-40ac-aad4-56920065037d" providerId="ADAL" clId="{19165FB4-5FE7-4510-B31F-37403DFE04FE}" dt="2022-04-04T09:56:29.519" v="155" actId="20577"/>
          <ac:spMkLst>
            <pc:docMk/>
            <pc:sldMk cId="3726700529" sldId="280"/>
            <ac:spMk id="3" creationId="{53F3A75D-D896-4A95-AE88-5DACF28DACD7}"/>
          </ac:spMkLst>
        </pc:spChg>
        <pc:picChg chg="add mod">
          <ac:chgData name="SERGIO SPANO'" userId="3abdd0b9-513e-40ac-aad4-56920065037d" providerId="ADAL" clId="{19165FB4-5FE7-4510-B31F-37403DFE04FE}" dt="2022-04-04T09:54:58.787" v="126" actId="1076"/>
          <ac:picMkLst>
            <pc:docMk/>
            <pc:sldMk cId="3726700529" sldId="280"/>
            <ac:picMk id="6" creationId="{37F2096A-C44C-4917-A220-9C935866E3DF}"/>
          </ac:picMkLst>
        </pc:picChg>
        <pc:picChg chg="add mod">
          <ac:chgData name="SERGIO SPANO'" userId="3abdd0b9-513e-40ac-aad4-56920065037d" providerId="ADAL" clId="{19165FB4-5FE7-4510-B31F-37403DFE04FE}" dt="2022-04-04T09:55:02.703" v="129" actId="1076"/>
          <ac:picMkLst>
            <pc:docMk/>
            <pc:sldMk cId="3726700529" sldId="280"/>
            <ac:picMk id="7" creationId="{B62EF04C-1013-4D3C-898A-85860CDF7F07}"/>
          </ac:picMkLst>
        </pc:picChg>
      </pc:sldChg>
      <pc:sldChg chg="modSp new mod">
        <pc:chgData name="SERGIO SPANO'" userId="3abdd0b9-513e-40ac-aad4-56920065037d" providerId="ADAL" clId="{19165FB4-5FE7-4510-B31F-37403DFE04FE}" dt="2022-04-04T09:56:36.982" v="173" actId="20577"/>
        <pc:sldMkLst>
          <pc:docMk/>
          <pc:sldMk cId="3412644732" sldId="281"/>
        </pc:sldMkLst>
        <pc:spChg chg="mod">
          <ac:chgData name="SERGIO SPANO'" userId="3abdd0b9-513e-40ac-aad4-56920065037d" providerId="ADAL" clId="{19165FB4-5FE7-4510-B31F-37403DFE04FE}" dt="2022-04-04T09:56:36.982" v="173" actId="20577"/>
          <ac:spMkLst>
            <pc:docMk/>
            <pc:sldMk cId="3412644732" sldId="281"/>
            <ac:spMk id="2" creationId="{B7376F84-8FF3-46B0-8170-557B3F27B439}"/>
          </ac:spMkLst>
        </pc:spChg>
      </pc:sldChg>
    </pc:docChg>
  </pc:docChgLst>
  <pc:docChgLst>
    <pc:chgData name="SERGIO SPANO'" userId="3abdd0b9-513e-40ac-aad4-56920065037d" providerId="ADAL" clId="{7AD665AA-6393-48F5-92E8-5CA01B52F895}"/>
    <pc:docChg chg="undo custSel addSld delSld modSld">
      <pc:chgData name="SERGIO SPANO'" userId="3abdd0b9-513e-40ac-aad4-56920065037d" providerId="ADAL" clId="{7AD665AA-6393-48F5-92E8-5CA01B52F895}" dt="2022-04-06T14:31:10.256" v="1266" actId="1076"/>
      <pc:docMkLst>
        <pc:docMk/>
      </pc:docMkLst>
      <pc:sldChg chg="modSp add del mod">
        <pc:chgData name="SERGIO SPANO'" userId="3abdd0b9-513e-40ac-aad4-56920065037d" providerId="ADAL" clId="{7AD665AA-6393-48F5-92E8-5CA01B52F895}" dt="2022-04-06T13:10:59.724" v="52" actId="20577"/>
        <pc:sldMkLst>
          <pc:docMk/>
          <pc:sldMk cId="3676927149" sldId="256"/>
        </pc:sldMkLst>
        <pc:spChg chg="mod">
          <ac:chgData name="SERGIO SPANO'" userId="3abdd0b9-513e-40ac-aad4-56920065037d" providerId="ADAL" clId="{7AD665AA-6393-48F5-92E8-5CA01B52F895}" dt="2022-04-06T13:10:59.724" v="52" actId="20577"/>
          <ac:spMkLst>
            <pc:docMk/>
            <pc:sldMk cId="3676927149" sldId="256"/>
            <ac:spMk id="2" creationId="{AE5A0156-FA44-4B5E-AA95-BA26FE319EEF}"/>
          </ac:spMkLst>
        </pc:spChg>
      </pc:sldChg>
      <pc:sldChg chg="addSp delSp modSp new mod">
        <pc:chgData name="SERGIO SPANO'" userId="3abdd0b9-513e-40ac-aad4-56920065037d" providerId="ADAL" clId="{7AD665AA-6393-48F5-92E8-5CA01B52F895}" dt="2022-04-06T13:18:30.703" v="132" actId="20577"/>
        <pc:sldMkLst>
          <pc:docMk/>
          <pc:sldMk cId="3079279380" sldId="257"/>
        </pc:sldMkLst>
        <pc:spChg chg="mod">
          <ac:chgData name="SERGIO SPANO'" userId="3abdd0b9-513e-40ac-aad4-56920065037d" providerId="ADAL" clId="{7AD665AA-6393-48F5-92E8-5CA01B52F895}" dt="2022-04-06T13:15:50.810" v="66" actId="20577"/>
          <ac:spMkLst>
            <pc:docMk/>
            <pc:sldMk cId="3079279380" sldId="257"/>
            <ac:spMk id="2" creationId="{FC270D4F-EDF4-4644-A9D0-34A34C03C47B}"/>
          </ac:spMkLst>
        </pc:spChg>
        <pc:spChg chg="mod">
          <ac:chgData name="SERGIO SPANO'" userId="3abdd0b9-513e-40ac-aad4-56920065037d" providerId="ADAL" clId="{7AD665AA-6393-48F5-92E8-5CA01B52F895}" dt="2022-04-06T13:18:30.703" v="132" actId="20577"/>
          <ac:spMkLst>
            <pc:docMk/>
            <pc:sldMk cId="3079279380" sldId="257"/>
            <ac:spMk id="3" creationId="{F1457F22-6407-429F-B28E-317B24EBDFD7}"/>
          </ac:spMkLst>
        </pc:spChg>
        <pc:spChg chg="add mod">
          <ac:chgData name="SERGIO SPANO'" userId="3abdd0b9-513e-40ac-aad4-56920065037d" providerId="ADAL" clId="{7AD665AA-6393-48F5-92E8-5CA01B52F895}" dt="2022-04-06T13:18:02.151" v="111" actId="2085"/>
          <ac:spMkLst>
            <pc:docMk/>
            <pc:sldMk cId="3079279380" sldId="257"/>
            <ac:spMk id="8" creationId="{67419901-5EDE-4C4C-B365-A6B0978ED2FA}"/>
          </ac:spMkLst>
        </pc:spChg>
        <pc:spChg chg="add mod">
          <ac:chgData name="SERGIO SPANO'" userId="3abdd0b9-513e-40ac-aad4-56920065037d" providerId="ADAL" clId="{7AD665AA-6393-48F5-92E8-5CA01B52F895}" dt="2022-04-06T13:18:11.754" v="118" actId="1076"/>
          <ac:spMkLst>
            <pc:docMk/>
            <pc:sldMk cId="3079279380" sldId="257"/>
            <ac:spMk id="9" creationId="{18F6BBB7-6AFD-4F7A-B078-892C358BFB20}"/>
          </ac:spMkLst>
        </pc:spChg>
        <pc:spChg chg="add mod">
          <ac:chgData name="SERGIO SPANO'" userId="3abdd0b9-513e-40ac-aad4-56920065037d" providerId="ADAL" clId="{7AD665AA-6393-48F5-92E8-5CA01B52F895}" dt="2022-04-06T13:18:24.814" v="131" actId="1076"/>
          <ac:spMkLst>
            <pc:docMk/>
            <pc:sldMk cId="3079279380" sldId="257"/>
            <ac:spMk id="10" creationId="{6BC11C6A-23A4-443A-B607-EC7BD1662BA7}"/>
          </ac:spMkLst>
        </pc:spChg>
        <pc:picChg chg="add del mod">
          <ac:chgData name="SERGIO SPANO'" userId="3abdd0b9-513e-40ac-aad4-56920065037d" providerId="ADAL" clId="{7AD665AA-6393-48F5-92E8-5CA01B52F895}" dt="2022-04-06T13:17:42.951" v="104" actId="478"/>
          <ac:picMkLst>
            <pc:docMk/>
            <pc:sldMk cId="3079279380" sldId="257"/>
            <ac:picMk id="6" creationId="{E08A6E04-EAC9-4709-915F-6F5264546A17}"/>
          </ac:picMkLst>
        </pc:picChg>
        <pc:picChg chg="add mod">
          <ac:chgData name="SERGIO SPANO'" userId="3abdd0b9-513e-40ac-aad4-56920065037d" providerId="ADAL" clId="{7AD665AA-6393-48F5-92E8-5CA01B52F895}" dt="2022-04-06T13:17:50.244" v="108" actId="1076"/>
          <ac:picMkLst>
            <pc:docMk/>
            <pc:sldMk cId="3079279380" sldId="257"/>
            <ac:picMk id="7" creationId="{342D85A7-650E-4A93-B90C-75A7FF86C35F}"/>
          </ac:picMkLst>
        </pc:picChg>
      </pc:sldChg>
      <pc:sldChg chg="del">
        <pc:chgData name="SERGIO SPANO'" userId="3abdd0b9-513e-40ac-aad4-56920065037d" providerId="ADAL" clId="{7AD665AA-6393-48F5-92E8-5CA01B52F895}" dt="2022-04-06T13:10:15.488" v="23" actId="47"/>
        <pc:sldMkLst>
          <pc:docMk/>
          <pc:sldMk cId="3085469541" sldId="257"/>
        </pc:sldMkLst>
      </pc:sldChg>
      <pc:sldChg chg="addSp delSp modSp new mod">
        <pc:chgData name="SERGIO SPANO'" userId="3abdd0b9-513e-40ac-aad4-56920065037d" providerId="ADAL" clId="{7AD665AA-6393-48F5-92E8-5CA01B52F895}" dt="2022-04-06T13:17:25.546" v="103"/>
        <pc:sldMkLst>
          <pc:docMk/>
          <pc:sldMk cId="976686680" sldId="258"/>
        </pc:sldMkLst>
        <pc:spChg chg="mod">
          <ac:chgData name="SERGIO SPANO'" userId="3abdd0b9-513e-40ac-aad4-56920065037d" providerId="ADAL" clId="{7AD665AA-6393-48F5-92E8-5CA01B52F895}" dt="2022-04-06T13:17:11.136" v="99" actId="20577"/>
          <ac:spMkLst>
            <pc:docMk/>
            <pc:sldMk cId="976686680" sldId="258"/>
            <ac:spMk id="2" creationId="{9E8B995F-0F37-4BDB-B630-DF59A2EDDA4A}"/>
          </ac:spMkLst>
        </pc:spChg>
        <pc:spChg chg="del">
          <ac:chgData name="SERGIO SPANO'" userId="3abdd0b9-513e-40ac-aad4-56920065037d" providerId="ADAL" clId="{7AD665AA-6393-48F5-92E8-5CA01B52F895}" dt="2022-04-06T13:17:22.148" v="100" actId="478"/>
          <ac:spMkLst>
            <pc:docMk/>
            <pc:sldMk cId="976686680" sldId="258"/>
            <ac:spMk id="3" creationId="{9AE06F25-05EC-4BE1-97A0-766FA8288610}"/>
          </ac:spMkLst>
        </pc:spChg>
        <pc:spChg chg="add del mod">
          <ac:chgData name="SERGIO SPANO'" userId="3abdd0b9-513e-40ac-aad4-56920065037d" providerId="ADAL" clId="{7AD665AA-6393-48F5-92E8-5CA01B52F895}" dt="2022-04-06T13:17:24.438" v="102"/>
          <ac:spMkLst>
            <pc:docMk/>
            <pc:sldMk cId="976686680" sldId="258"/>
            <ac:spMk id="16" creationId="{EDECF909-3C89-4822-9E10-C815DF1CEB19}"/>
          </ac:spMkLst>
        </pc:spChg>
        <pc:spChg chg="add del mod">
          <ac:chgData name="SERGIO SPANO'" userId="3abdd0b9-513e-40ac-aad4-56920065037d" providerId="ADAL" clId="{7AD665AA-6393-48F5-92E8-5CA01B52F895}" dt="2022-04-06T13:17:24.438" v="102"/>
          <ac:spMkLst>
            <pc:docMk/>
            <pc:sldMk cId="976686680" sldId="258"/>
            <ac:spMk id="17" creationId="{2ABD5BFA-44FE-4582-AA02-931C3FC8925A}"/>
          </ac:spMkLst>
        </pc:spChg>
        <pc:spChg chg="add del mod">
          <ac:chgData name="SERGIO SPANO'" userId="3abdd0b9-513e-40ac-aad4-56920065037d" providerId="ADAL" clId="{7AD665AA-6393-48F5-92E8-5CA01B52F895}" dt="2022-04-06T13:17:24.438" v="102"/>
          <ac:spMkLst>
            <pc:docMk/>
            <pc:sldMk cId="976686680" sldId="258"/>
            <ac:spMk id="21" creationId="{E5FDEF0E-D484-49B1-A8B0-937F4C1B5A4D}"/>
          </ac:spMkLst>
        </pc:spChg>
        <pc:spChg chg="add del mod">
          <ac:chgData name="SERGIO SPANO'" userId="3abdd0b9-513e-40ac-aad4-56920065037d" providerId="ADAL" clId="{7AD665AA-6393-48F5-92E8-5CA01B52F895}" dt="2022-04-06T13:17:24.438" v="102"/>
          <ac:spMkLst>
            <pc:docMk/>
            <pc:sldMk cId="976686680" sldId="258"/>
            <ac:spMk id="22" creationId="{AABAD291-ED7F-431F-A80D-FE28F540BDF2}"/>
          </ac:spMkLst>
        </pc:spChg>
        <pc:spChg chg="add del mod">
          <ac:chgData name="SERGIO SPANO'" userId="3abdd0b9-513e-40ac-aad4-56920065037d" providerId="ADAL" clId="{7AD665AA-6393-48F5-92E8-5CA01B52F895}" dt="2022-04-06T13:17:24.438" v="102"/>
          <ac:spMkLst>
            <pc:docMk/>
            <pc:sldMk cId="976686680" sldId="258"/>
            <ac:spMk id="25" creationId="{34BCDC34-753B-4A18-BE93-2E829166F898}"/>
          </ac:spMkLst>
        </pc:spChg>
        <pc:spChg chg="add del mod">
          <ac:chgData name="SERGIO SPANO'" userId="3abdd0b9-513e-40ac-aad4-56920065037d" providerId="ADAL" clId="{7AD665AA-6393-48F5-92E8-5CA01B52F895}" dt="2022-04-06T13:17:24.438" v="102"/>
          <ac:spMkLst>
            <pc:docMk/>
            <pc:sldMk cId="976686680" sldId="258"/>
            <ac:spMk id="30" creationId="{7B858AA4-BC30-40FE-A60C-78A8D146372D}"/>
          </ac:spMkLst>
        </pc:spChg>
        <pc:grpChg chg="add del mod">
          <ac:chgData name="SERGIO SPANO'" userId="3abdd0b9-513e-40ac-aad4-56920065037d" providerId="ADAL" clId="{7AD665AA-6393-48F5-92E8-5CA01B52F895}" dt="2022-04-06T13:17:24.438" v="102"/>
          <ac:grpSpMkLst>
            <pc:docMk/>
            <pc:sldMk cId="976686680" sldId="258"/>
            <ac:grpSpMk id="6" creationId="{8DAFADB9-3D97-47AC-A2C1-FB4E2A676990}"/>
          </ac:grpSpMkLst>
        </pc:grpChg>
        <pc:grpChg chg="add del mod">
          <ac:chgData name="SERGIO SPANO'" userId="3abdd0b9-513e-40ac-aad4-56920065037d" providerId="ADAL" clId="{7AD665AA-6393-48F5-92E8-5CA01B52F895}" dt="2022-04-06T13:17:24.438" v="102"/>
          <ac:grpSpMkLst>
            <pc:docMk/>
            <pc:sldMk cId="976686680" sldId="258"/>
            <ac:grpSpMk id="26" creationId="{D4F8D59B-E38B-40FF-8424-4E56F6D29742}"/>
          </ac:grpSpMkLst>
        </pc:grpChg>
        <pc:picChg chg="add">
          <ac:chgData name="SERGIO SPANO'" userId="3abdd0b9-513e-40ac-aad4-56920065037d" providerId="ADAL" clId="{7AD665AA-6393-48F5-92E8-5CA01B52F895}" dt="2022-04-06T13:17:25.546" v="103"/>
          <ac:picMkLst>
            <pc:docMk/>
            <pc:sldMk cId="976686680" sldId="258"/>
            <ac:picMk id="31" creationId="{3250C80D-072E-459D-BA4C-B053219D4E4F}"/>
          </ac:picMkLst>
        </pc:picChg>
        <pc:cxnChg chg="mod">
          <ac:chgData name="SERGIO SPANO'" userId="3abdd0b9-513e-40ac-aad4-56920065037d" providerId="ADAL" clId="{7AD665AA-6393-48F5-92E8-5CA01B52F895}" dt="2022-04-06T13:17:22.503" v="101"/>
          <ac:cxnSpMkLst>
            <pc:docMk/>
            <pc:sldMk cId="976686680" sldId="258"/>
            <ac:cxnSpMk id="7" creationId="{0432E332-3FFE-4E62-9EDE-6474CA9F783C}"/>
          </ac:cxnSpMkLst>
        </pc:cxnChg>
        <pc:cxnChg chg="mod">
          <ac:chgData name="SERGIO SPANO'" userId="3abdd0b9-513e-40ac-aad4-56920065037d" providerId="ADAL" clId="{7AD665AA-6393-48F5-92E8-5CA01B52F895}" dt="2022-04-06T13:17:22.503" v="101"/>
          <ac:cxnSpMkLst>
            <pc:docMk/>
            <pc:sldMk cId="976686680" sldId="258"/>
            <ac:cxnSpMk id="8" creationId="{A8219EED-9A22-45E4-BF9F-46EC1E60773C}"/>
          </ac:cxnSpMkLst>
        </pc:cxnChg>
        <pc:cxnChg chg="mod">
          <ac:chgData name="SERGIO SPANO'" userId="3abdd0b9-513e-40ac-aad4-56920065037d" providerId="ADAL" clId="{7AD665AA-6393-48F5-92E8-5CA01B52F895}" dt="2022-04-06T13:17:22.503" v="101"/>
          <ac:cxnSpMkLst>
            <pc:docMk/>
            <pc:sldMk cId="976686680" sldId="258"/>
            <ac:cxnSpMk id="9" creationId="{3E1C6FB9-C5EE-47A7-B74D-7C4E43F2AA19}"/>
          </ac:cxnSpMkLst>
        </pc:cxnChg>
        <pc:cxnChg chg="mod">
          <ac:chgData name="SERGIO SPANO'" userId="3abdd0b9-513e-40ac-aad4-56920065037d" providerId="ADAL" clId="{7AD665AA-6393-48F5-92E8-5CA01B52F895}" dt="2022-04-06T13:17:22.503" v="101"/>
          <ac:cxnSpMkLst>
            <pc:docMk/>
            <pc:sldMk cId="976686680" sldId="258"/>
            <ac:cxnSpMk id="10" creationId="{F147F467-2AE5-48F3-9F9D-A9F638548B4A}"/>
          </ac:cxnSpMkLst>
        </pc:cxnChg>
        <pc:cxnChg chg="mod">
          <ac:chgData name="SERGIO SPANO'" userId="3abdd0b9-513e-40ac-aad4-56920065037d" providerId="ADAL" clId="{7AD665AA-6393-48F5-92E8-5CA01B52F895}" dt="2022-04-06T13:17:22.503" v="101"/>
          <ac:cxnSpMkLst>
            <pc:docMk/>
            <pc:sldMk cId="976686680" sldId="258"/>
            <ac:cxnSpMk id="11" creationId="{B834E6D4-4706-4DC8-82A7-B6A0BBBE6875}"/>
          </ac:cxnSpMkLst>
        </pc:cxnChg>
        <pc:cxnChg chg="mod">
          <ac:chgData name="SERGIO SPANO'" userId="3abdd0b9-513e-40ac-aad4-56920065037d" providerId="ADAL" clId="{7AD665AA-6393-48F5-92E8-5CA01B52F895}" dt="2022-04-06T13:17:22.503" v="101"/>
          <ac:cxnSpMkLst>
            <pc:docMk/>
            <pc:sldMk cId="976686680" sldId="258"/>
            <ac:cxnSpMk id="12" creationId="{9CB0553E-7CF9-4A5A-A8AC-FD5A5363AA0D}"/>
          </ac:cxnSpMkLst>
        </pc:cxnChg>
        <pc:cxnChg chg="add del mod">
          <ac:chgData name="SERGIO SPANO'" userId="3abdd0b9-513e-40ac-aad4-56920065037d" providerId="ADAL" clId="{7AD665AA-6393-48F5-92E8-5CA01B52F895}" dt="2022-04-06T13:17:24.438" v="102"/>
          <ac:cxnSpMkLst>
            <pc:docMk/>
            <pc:sldMk cId="976686680" sldId="258"/>
            <ac:cxnSpMk id="13" creationId="{EF386101-F4AA-4379-93EF-543ECC96866E}"/>
          </ac:cxnSpMkLst>
        </pc:cxnChg>
        <pc:cxnChg chg="add del mod">
          <ac:chgData name="SERGIO SPANO'" userId="3abdd0b9-513e-40ac-aad4-56920065037d" providerId="ADAL" clId="{7AD665AA-6393-48F5-92E8-5CA01B52F895}" dt="2022-04-06T13:17:24.438" v="102"/>
          <ac:cxnSpMkLst>
            <pc:docMk/>
            <pc:sldMk cId="976686680" sldId="258"/>
            <ac:cxnSpMk id="14" creationId="{072E1145-01D9-42DC-A39C-FE812C431B97}"/>
          </ac:cxnSpMkLst>
        </pc:cxnChg>
        <pc:cxnChg chg="add del mod">
          <ac:chgData name="SERGIO SPANO'" userId="3abdd0b9-513e-40ac-aad4-56920065037d" providerId="ADAL" clId="{7AD665AA-6393-48F5-92E8-5CA01B52F895}" dt="2022-04-06T13:17:24.438" v="102"/>
          <ac:cxnSpMkLst>
            <pc:docMk/>
            <pc:sldMk cId="976686680" sldId="258"/>
            <ac:cxnSpMk id="15" creationId="{CB89DCDD-268B-4939-A569-0EBB70DC1C4B}"/>
          </ac:cxnSpMkLst>
        </pc:cxnChg>
        <pc:cxnChg chg="add del mod">
          <ac:chgData name="SERGIO SPANO'" userId="3abdd0b9-513e-40ac-aad4-56920065037d" providerId="ADAL" clId="{7AD665AA-6393-48F5-92E8-5CA01B52F895}" dt="2022-04-06T13:17:24.438" v="102"/>
          <ac:cxnSpMkLst>
            <pc:docMk/>
            <pc:sldMk cId="976686680" sldId="258"/>
            <ac:cxnSpMk id="18" creationId="{7850CEB9-CBC3-4AC3-AD6F-BE443A3F3CE9}"/>
          </ac:cxnSpMkLst>
        </pc:cxnChg>
        <pc:cxnChg chg="add del mod">
          <ac:chgData name="SERGIO SPANO'" userId="3abdd0b9-513e-40ac-aad4-56920065037d" providerId="ADAL" clId="{7AD665AA-6393-48F5-92E8-5CA01B52F895}" dt="2022-04-06T13:17:24.438" v="102"/>
          <ac:cxnSpMkLst>
            <pc:docMk/>
            <pc:sldMk cId="976686680" sldId="258"/>
            <ac:cxnSpMk id="19" creationId="{D0517193-2DFB-408E-B262-C6E6BEB68A38}"/>
          </ac:cxnSpMkLst>
        </pc:cxnChg>
        <pc:cxnChg chg="add del mod">
          <ac:chgData name="SERGIO SPANO'" userId="3abdd0b9-513e-40ac-aad4-56920065037d" providerId="ADAL" clId="{7AD665AA-6393-48F5-92E8-5CA01B52F895}" dt="2022-04-06T13:17:24.438" v="102"/>
          <ac:cxnSpMkLst>
            <pc:docMk/>
            <pc:sldMk cId="976686680" sldId="258"/>
            <ac:cxnSpMk id="20" creationId="{0BC872D7-C4AC-49DD-80AE-BF19F02CD009}"/>
          </ac:cxnSpMkLst>
        </pc:cxnChg>
        <pc:cxnChg chg="add del mod">
          <ac:chgData name="SERGIO SPANO'" userId="3abdd0b9-513e-40ac-aad4-56920065037d" providerId="ADAL" clId="{7AD665AA-6393-48F5-92E8-5CA01B52F895}" dt="2022-04-06T13:17:24.438" v="102"/>
          <ac:cxnSpMkLst>
            <pc:docMk/>
            <pc:sldMk cId="976686680" sldId="258"/>
            <ac:cxnSpMk id="23" creationId="{9C7FC857-B280-4175-BB22-7715B95D7474}"/>
          </ac:cxnSpMkLst>
        </pc:cxnChg>
        <pc:cxnChg chg="add del mod">
          <ac:chgData name="SERGIO SPANO'" userId="3abdd0b9-513e-40ac-aad4-56920065037d" providerId="ADAL" clId="{7AD665AA-6393-48F5-92E8-5CA01B52F895}" dt="2022-04-06T13:17:24.438" v="102"/>
          <ac:cxnSpMkLst>
            <pc:docMk/>
            <pc:sldMk cId="976686680" sldId="258"/>
            <ac:cxnSpMk id="24" creationId="{90508C87-B803-44D7-8239-A04E57D18AC2}"/>
          </ac:cxnSpMkLst>
        </pc:cxnChg>
        <pc:cxnChg chg="mod">
          <ac:chgData name="SERGIO SPANO'" userId="3abdd0b9-513e-40ac-aad4-56920065037d" providerId="ADAL" clId="{7AD665AA-6393-48F5-92E8-5CA01B52F895}" dt="2022-04-06T13:17:22.503" v="101"/>
          <ac:cxnSpMkLst>
            <pc:docMk/>
            <pc:sldMk cId="976686680" sldId="258"/>
            <ac:cxnSpMk id="27" creationId="{2B0F054B-BFC0-4EB8-8087-AB2DDE3C04C2}"/>
          </ac:cxnSpMkLst>
        </pc:cxnChg>
        <pc:cxnChg chg="mod">
          <ac:chgData name="SERGIO SPANO'" userId="3abdd0b9-513e-40ac-aad4-56920065037d" providerId="ADAL" clId="{7AD665AA-6393-48F5-92E8-5CA01B52F895}" dt="2022-04-06T13:17:22.503" v="101"/>
          <ac:cxnSpMkLst>
            <pc:docMk/>
            <pc:sldMk cId="976686680" sldId="258"/>
            <ac:cxnSpMk id="28" creationId="{7586ED5E-349A-4934-97EB-316F0824CE02}"/>
          </ac:cxnSpMkLst>
        </pc:cxnChg>
        <pc:cxnChg chg="mod">
          <ac:chgData name="SERGIO SPANO'" userId="3abdd0b9-513e-40ac-aad4-56920065037d" providerId="ADAL" clId="{7AD665AA-6393-48F5-92E8-5CA01B52F895}" dt="2022-04-06T13:17:22.503" v="101"/>
          <ac:cxnSpMkLst>
            <pc:docMk/>
            <pc:sldMk cId="976686680" sldId="258"/>
            <ac:cxnSpMk id="29" creationId="{32B3D909-6E62-4266-8F5B-406DD757AF88}"/>
          </ac:cxnSpMkLst>
        </pc:cxnChg>
      </pc:sldChg>
      <pc:sldChg chg="del">
        <pc:chgData name="SERGIO SPANO'" userId="3abdd0b9-513e-40ac-aad4-56920065037d" providerId="ADAL" clId="{7AD665AA-6393-48F5-92E8-5CA01B52F895}" dt="2022-04-06T13:10:16.010" v="24" actId="47"/>
        <pc:sldMkLst>
          <pc:docMk/>
          <pc:sldMk cId="1234788682" sldId="258"/>
        </pc:sldMkLst>
      </pc:sldChg>
      <pc:sldChg chg="del">
        <pc:chgData name="SERGIO SPANO'" userId="3abdd0b9-513e-40ac-aad4-56920065037d" providerId="ADAL" clId="{7AD665AA-6393-48F5-92E8-5CA01B52F895}" dt="2022-04-06T13:10:16.053" v="25" actId="47"/>
        <pc:sldMkLst>
          <pc:docMk/>
          <pc:sldMk cId="213031517" sldId="259"/>
        </pc:sldMkLst>
      </pc:sldChg>
      <pc:sldChg chg="addSp delSp modSp new mod">
        <pc:chgData name="SERGIO SPANO'" userId="3abdd0b9-513e-40ac-aad4-56920065037d" providerId="ADAL" clId="{7AD665AA-6393-48F5-92E8-5CA01B52F895}" dt="2022-04-06T13:20:06.739" v="189" actId="20577"/>
        <pc:sldMkLst>
          <pc:docMk/>
          <pc:sldMk cId="540474430" sldId="259"/>
        </pc:sldMkLst>
        <pc:spChg chg="mod">
          <ac:chgData name="SERGIO SPANO'" userId="3abdd0b9-513e-40ac-aad4-56920065037d" providerId="ADAL" clId="{7AD665AA-6393-48F5-92E8-5CA01B52F895}" dt="2022-04-06T13:20:06.739" v="189" actId="20577"/>
          <ac:spMkLst>
            <pc:docMk/>
            <pc:sldMk cId="540474430" sldId="259"/>
            <ac:spMk id="2" creationId="{22758EE1-5FC3-46FB-9592-26598556C0FB}"/>
          </ac:spMkLst>
        </pc:spChg>
        <pc:spChg chg="del">
          <ac:chgData name="SERGIO SPANO'" userId="3abdd0b9-513e-40ac-aad4-56920065037d" providerId="ADAL" clId="{7AD665AA-6393-48F5-92E8-5CA01B52F895}" dt="2022-04-06T13:19:43.760" v="181" actId="478"/>
          <ac:spMkLst>
            <pc:docMk/>
            <pc:sldMk cId="540474430" sldId="259"/>
            <ac:spMk id="3" creationId="{253F7100-DEF3-449D-BAAC-F363CB0C5360}"/>
          </ac:spMkLst>
        </pc:spChg>
        <pc:picChg chg="add mod">
          <ac:chgData name="SERGIO SPANO'" userId="3abdd0b9-513e-40ac-aad4-56920065037d" providerId="ADAL" clId="{7AD665AA-6393-48F5-92E8-5CA01B52F895}" dt="2022-04-06T13:19:56.053" v="185" actId="1076"/>
          <ac:picMkLst>
            <pc:docMk/>
            <pc:sldMk cId="540474430" sldId="259"/>
            <ac:picMk id="6" creationId="{47D8CDE7-9A26-4C14-8043-1DDF12E00EC3}"/>
          </ac:picMkLst>
        </pc:picChg>
      </pc:sldChg>
      <pc:sldChg chg="addSp modSp new mod">
        <pc:chgData name="SERGIO SPANO'" userId="3abdd0b9-513e-40ac-aad4-56920065037d" providerId="ADAL" clId="{7AD665AA-6393-48F5-92E8-5CA01B52F895}" dt="2022-04-06T13:23:04.718" v="298" actId="1076"/>
        <pc:sldMkLst>
          <pc:docMk/>
          <pc:sldMk cId="860547783" sldId="260"/>
        </pc:sldMkLst>
        <pc:spChg chg="mod">
          <ac:chgData name="SERGIO SPANO'" userId="3abdd0b9-513e-40ac-aad4-56920065037d" providerId="ADAL" clId="{7AD665AA-6393-48F5-92E8-5CA01B52F895}" dt="2022-04-06T13:20:15.367" v="194" actId="20577"/>
          <ac:spMkLst>
            <pc:docMk/>
            <pc:sldMk cId="860547783" sldId="260"/>
            <ac:spMk id="2" creationId="{C0AF4DB8-CDDD-4164-B332-4AF9F66F4878}"/>
          </ac:spMkLst>
        </pc:spChg>
        <pc:spChg chg="mod">
          <ac:chgData name="SERGIO SPANO'" userId="3abdd0b9-513e-40ac-aad4-56920065037d" providerId="ADAL" clId="{7AD665AA-6393-48F5-92E8-5CA01B52F895}" dt="2022-04-06T13:22:58.905" v="297" actId="113"/>
          <ac:spMkLst>
            <pc:docMk/>
            <pc:sldMk cId="860547783" sldId="260"/>
            <ac:spMk id="3" creationId="{2AEC10D5-704E-43A7-8FD6-452295CD6D0E}"/>
          </ac:spMkLst>
        </pc:spChg>
        <pc:picChg chg="add mod">
          <ac:chgData name="SERGIO SPANO'" userId="3abdd0b9-513e-40ac-aad4-56920065037d" providerId="ADAL" clId="{7AD665AA-6393-48F5-92E8-5CA01B52F895}" dt="2022-04-06T13:23:04.718" v="298" actId="1076"/>
          <ac:picMkLst>
            <pc:docMk/>
            <pc:sldMk cId="860547783" sldId="260"/>
            <ac:picMk id="6" creationId="{B0C42F5C-FE41-4E36-8608-0E9AB72F4622}"/>
          </ac:picMkLst>
        </pc:picChg>
      </pc:sldChg>
      <pc:sldChg chg="del">
        <pc:chgData name="SERGIO SPANO'" userId="3abdd0b9-513e-40ac-aad4-56920065037d" providerId="ADAL" clId="{7AD665AA-6393-48F5-92E8-5CA01B52F895}" dt="2022-04-06T13:10:16.087" v="26" actId="47"/>
        <pc:sldMkLst>
          <pc:docMk/>
          <pc:sldMk cId="1843171920" sldId="260"/>
        </pc:sldMkLst>
      </pc:sldChg>
      <pc:sldChg chg="addSp delSp modSp new mod">
        <pc:chgData name="SERGIO SPANO'" userId="3abdd0b9-513e-40ac-aad4-56920065037d" providerId="ADAL" clId="{7AD665AA-6393-48F5-92E8-5CA01B52F895}" dt="2022-04-06T13:22:23.710" v="238" actId="1076"/>
        <pc:sldMkLst>
          <pc:docMk/>
          <pc:sldMk cId="787691870" sldId="261"/>
        </pc:sldMkLst>
        <pc:spChg chg="mod">
          <ac:chgData name="SERGIO SPANO'" userId="3abdd0b9-513e-40ac-aad4-56920065037d" providerId="ADAL" clId="{7AD665AA-6393-48F5-92E8-5CA01B52F895}" dt="2022-04-06T13:22:03.766" v="229" actId="20577"/>
          <ac:spMkLst>
            <pc:docMk/>
            <pc:sldMk cId="787691870" sldId="261"/>
            <ac:spMk id="2" creationId="{3771A526-7E36-41EA-AEFB-41A89B77E747}"/>
          </ac:spMkLst>
        </pc:spChg>
        <pc:spChg chg="del">
          <ac:chgData name="SERGIO SPANO'" userId="3abdd0b9-513e-40ac-aad4-56920065037d" providerId="ADAL" clId="{7AD665AA-6393-48F5-92E8-5CA01B52F895}" dt="2022-04-06T13:22:06.248" v="230" actId="478"/>
          <ac:spMkLst>
            <pc:docMk/>
            <pc:sldMk cId="787691870" sldId="261"/>
            <ac:spMk id="3" creationId="{4BE9F799-62BA-4A09-B906-ED7B9F88880F}"/>
          </ac:spMkLst>
        </pc:spChg>
        <pc:picChg chg="add mod">
          <ac:chgData name="SERGIO SPANO'" userId="3abdd0b9-513e-40ac-aad4-56920065037d" providerId="ADAL" clId="{7AD665AA-6393-48F5-92E8-5CA01B52F895}" dt="2022-04-06T13:22:23.710" v="238" actId="1076"/>
          <ac:picMkLst>
            <pc:docMk/>
            <pc:sldMk cId="787691870" sldId="261"/>
            <ac:picMk id="6" creationId="{EF02FF5C-2F87-48C4-B1F9-92EC1C94E790}"/>
          </ac:picMkLst>
        </pc:picChg>
        <pc:picChg chg="add mod">
          <ac:chgData name="SERGIO SPANO'" userId="3abdd0b9-513e-40ac-aad4-56920065037d" providerId="ADAL" clId="{7AD665AA-6393-48F5-92E8-5CA01B52F895}" dt="2022-04-06T13:22:22.586" v="237" actId="1076"/>
          <ac:picMkLst>
            <pc:docMk/>
            <pc:sldMk cId="787691870" sldId="261"/>
            <ac:picMk id="7" creationId="{7C512D89-C181-4CB5-A9BA-1B1353F95BDB}"/>
          </ac:picMkLst>
        </pc:picChg>
      </pc:sldChg>
      <pc:sldChg chg="del">
        <pc:chgData name="SERGIO SPANO'" userId="3abdd0b9-513e-40ac-aad4-56920065037d" providerId="ADAL" clId="{7AD665AA-6393-48F5-92E8-5CA01B52F895}" dt="2022-04-06T13:10:16.119" v="27" actId="47"/>
        <pc:sldMkLst>
          <pc:docMk/>
          <pc:sldMk cId="2853228998" sldId="261"/>
        </pc:sldMkLst>
      </pc:sldChg>
      <pc:sldChg chg="del">
        <pc:chgData name="SERGIO SPANO'" userId="3abdd0b9-513e-40ac-aad4-56920065037d" providerId="ADAL" clId="{7AD665AA-6393-48F5-92E8-5CA01B52F895}" dt="2022-04-06T13:10:16.158" v="28" actId="47"/>
        <pc:sldMkLst>
          <pc:docMk/>
          <pc:sldMk cId="3030670358" sldId="262"/>
        </pc:sldMkLst>
      </pc:sldChg>
      <pc:sldChg chg="addSp modSp new mod">
        <pc:chgData name="SERGIO SPANO'" userId="3abdd0b9-513e-40ac-aad4-56920065037d" providerId="ADAL" clId="{7AD665AA-6393-48F5-92E8-5CA01B52F895}" dt="2022-04-06T13:41:19.824" v="352" actId="20577"/>
        <pc:sldMkLst>
          <pc:docMk/>
          <pc:sldMk cId="3495427858" sldId="262"/>
        </pc:sldMkLst>
        <pc:spChg chg="mod">
          <ac:chgData name="SERGIO SPANO'" userId="3abdd0b9-513e-40ac-aad4-56920065037d" providerId="ADAL" clId="{7AD665AA-6393-48F5-92E8-5CA01B52F895}" dt="2022-04-06T13:41:19.824" v="352" actId="20577"/>
          <ac:spMkLst>
            <pc:docMk/>
            <pc:sldMk cId="3495427858" sldId="262"/>
            <ac:spMk id="2" creationId="{B0FBC7E3-6EB5-4A9D-BB5E-CB2E2DEF7000}"/>
          </ac:spMkLst>
        </pc:spChg>
        <pc:spChg chg="mod">
          <ac:chgData name="SERGIO SPANO'" userId="3abdd0b9-513e-40ac-aad4-56920065037d" providerId="ADAL" clId="{7AD665AA-6393-48F5-92E8-5CA01B52F895}" dt="2022-04-06T13:41:03.331" v="306" actId="14100"/>
          <ac:spMkLst>
            <pc:docMk/>
            <pc:sldMk cId="3495427858" sldId="262"/>
            <ac:spMk id="3" creationId="{9978F355-361F-4351-9C0C-9D38B5361D18}"/>
          </ac:spMkLst>
        </pc:spChg>
        <pc:picChg chg="add mod">
          <ac:chgData name="SERGIO SPANO'" userId="3abdd0b9-513e-40ac-aad4-56920065037d" providerId="ADAL" clId="{7AD665AA-6393-48F5-92E8-5CA01B52F895}" dt="2022-04-06T13:41:08.661" v="309" actId="1076"/>
          <ac:picMkLst>
            <pc:docMk/>
            <pc:sldMk cId="3495427858" sldId="262"/>
            <ac:picMk id="6" creationId="{F96594D2-53B1-44D2-BC1A-C3CCF6C0757A}"/>
          </ac:picMkLst>
        </pc:picChg>
      </pc:sldChg>
      <pc:sldChg chg="del">
        <pc:chgData name="SERGIO SPANO'" userId="3abdd0b9-513e-40ac-aad4-56920065037d" providerId="ADAL" clId="{7AD665AA-6393-48F5-92E8-5CA01B52F895}" dt="2022-04-06T13:10:16.190" v="29" actId="47"/>
        <pc:sldMkLst>
          <pc:docMk/>
          <pc:sldMk cId="823009787" sldId="263"/>
        </pc:sldMkLst>
      </pc:sldChg>
      <pc:sldChg chg="addSp delSp modSp new mod">
        <pc:chgData name="SERGIO SPANO'" userId="3abdd0b9-513e-40ac-aad4-56920065037d" providerId="ADAL" clId="{7AD665AA-6393-48F5-92E8-5CA01B52F895}" dt="2022-04-06T13:41:56.645" v="417" actId="1076"/>
        <pc:sldMkLst>
          <pc:docMk/>
          <pc:sldMk cId="2577865179" sldId="263"/>
        </pc:sldMkLst>
        <pc:spChg chg="mod">
          <ac:chgData name="SERGIO SPANO'" userId="3abdd0b9-513e-40ac-aad4-56920065037d" providerId="ADAL" clId="{7AD665AA-6393-48F5-92E8-5CA01B52F895}" dt="2022-04-06T13:41:45.444" v="413" actId="20577"/>
          <ac:spMkLst>
            <pc:docMk/>
            <pc:sldMk cId="2577865179" sldId="263"/>
            <ac:spMk id="2" creationId="{B0A0461A-D2E6-4D13-92F0-5614E9FBEAEA}"/>
          </ac:spMkLst>
        </pc:spChg>
        <pc:spChg chg="del">
          <ac:chgData name="SERGIO SPANO'" userId="3abdd0b9-513e-40ac-aad4-56920065037d" providerId="ADAL" clId="{7AD665AA-6393-48F5-92E8-5CA01B52F895}" dt="2022-04-06T13:41:49.239" v="414" actId="478"/>
          <ac:spMkLst>
            <pc:docMk/>
            <pc:sldMk cId="2577865179" sldId="263"/>
            <ac:spMk id="3" creationId="{F5D60FB6-1963-44D4-83E7-030DB93FC457}"/>
          </ac:spMkLst>
        </pc:spChg>
        <pc:picChg chg="add mod">
          <ac:chgData name="SERGIO SPANO'" userId="3abdd0b9-513e-40ac-aad4-56920065037d" providerId="ADAL" clId="{7AD665AA-6393-48F5-92E8-5CA01B52F895}" dt="2022-04-06T13:41:56.645" v="417" actId="1076"/>
          <ac:picMkLst>
            <pc:docMk/>
            <pc:sldMk cId="2577865179" sldId="263"/>
            <ac:picMk id="6" creationId="{727BF7DD-AF24-4640-9B4D-C296314F36B5}"/>
          </ac:picMkLst>
        </pc:picChg>
      </pc:sldChg>
      <pc:sldChg chg="del">
        <pc:chgData name="SERGIO SPANO'" userId="3abdd0b9-513e-40ac-aad4-56920065037d" providerId="ADAL" clId="{7AD665AA-6393-48F5-92E8-5CA01B52F895}" dt="2022-04-06T13:10:16.234" v="30" actId="47"/>
        <pc:sldMkLst>
          <pc:docMk/>
          <pc:sldMk cId="1740980508" sldId="264"/>
        </pc:sldMkLst>
      </pc:sldChg>
      <pc:sldChg chg="addSp modSp new mod">
        <pc:chgData name="SERGIO SPANO'" userId="3abdd0b9-513e-40ac-aad4-56920065037d" providerId="ADAL" clId="{7AD665AA-6393-48F5-92E8-5CA01B52F895}" dt="2022-04-06T13:42:53.832" v="537" actId="1076"/>
        <pc:sldMkLst>
          <pc:docMk/>
          <pc:sldMk cId="2146057155" sldId="264"/>
        </pc:sldMkLst>
        <pc:spChg chg="mod">
          <ac:chgData name="SERGIO SPANO'" userId="3abdd0b9-513e-40ac-aad4-56920065037d" providerId="ADAL" clId="{7AD665AA-6393-48F5-92E8-5CA01B52F895}" dt="2022-04-06T13:42:15.920" v="454" actId="20577"/>
          <ac:spMkLst>
            <pc:docMk/>
            <pc:sldMk cId="2146057155" sldId="264"/>
            <ac:spMk id="2" creationId="{CA42BF19-E758-411A-9859-27093C6E09D0}"/>
          </ac:spMkLst>
        </pc:spChg>
        <pc:spChg chg="mod">
          <ac:chgData name="SERGIO SPANO'" userId="3abdd0b9-513e-40ac-aad4-56920065037d" providerId="ADAL" clId="{7AD665AA-6393-48F5-92E8-5CA01B52F895}" dt="2022-04-06T13:42:37.958" v="533" actId="20577"/>
          <ac:spMkLst>
            <pc:docMk/>
            <pc:sldMk cId="2146057155" sldId="264"/>
            <ac:spMk id="3" creationId="{D0B2530C-A389-4677-91C2-7EB40C62DA77}"/>
          </ac:spMkLst>
        </pc:spChg>
        <pc:picChg chg="add mod">
          <ac:chgData name="SERGIO SPANO'" userId="3abdd0b9-513e-40ac-aad4-56920065037d" providerId="ADAL" clId="{7AD665AA-6393-48F5-92E8-5CA01B52F895}" dt="2022-04-06T13:42:53.832" v="537" actId="1076"/>
          <ac:picMkLst>
            <pc:docMk/>
            <pc:sldMk cId="2146057155" sldId="264"/>
            <ac:picMk id="6" creationId="{2A93038E-7CCE-4E39-B1C7-B56B41945221}"/>
          </ac:picMkLst>
        </pc:picChg>
      </pc:sldChg>
      <pc:sldChg chg="del">
        <pc:chgData name="SERGIO SPANO'" userId="3abdd0b9-513e-40ac-aad4-56920065037d" providerId="ADAL" clId="{7AD665AA-6393-48F5-92E8-5CA01B52F895}" dt="2022-04-06T13:10:16.268" v="31" actId="47"/>
        <pc:sldMkLst>
          <pc:docMk/>
          <pc:sldMk cId="1890930988" sldId="265"/>
        </pc:sldMkLst>
      </pc:sldChg>
      <pc:sldChg chg="addSp delSp modSp new mod">
        <pc:chgData name="SERGIO SPANO'" userId="3abdd0b9-513e-40ac-aad4-56920065037d" providerId="ADAL" clId="{7AD665AA-6393-48F5-92E8-5CA01B52F895}" dt="2022-04-06T13:43:55.436" v="554" actId="1076"/>
        <pc:sldMkLst>
          <pc:docMk/>
          <pc:sldMk cId="2713962453" sldId="265"/>
        </pc:sldMkLst>
        <pc:spChg chg="mod">
          <ac:chgData name="SERGIO SPANO'" userId="3abdd0b9-513e-40ac-aad4-56920065037d" providerId="ADAL" clId="{7AD665AA-6393-48F5-92E8-5CA01B52F895}" dt="2022-04-06T13:43:43.813" v="550" actId="20577"/>
          <ac:spMkLst>
            <pc:docMk/>
            <pc:sldMk cId="2713962453" sldId="265"/>
            <ac:spMk id="2" creationId="{1733D1E9-F3C6-44DB-892A-BB235F8C86C7}"/>
          </ac:spMkLst>
        </pc:spChg>
        <pc:spChg chg="del">
          <ac:chgData name="SERGIO SPANO'" userId="3abdd0b9-513e-40ac-aad4-56920065037d" providerId="ADAL" clId="{7AD665AA-6393-48F5-92E8-5CA01B52F895}" dt="2022-04-06T13:43:49.787" v="551" actId="478"/>
          <ac:spMkLst>
            <pc:docMk/>
            <pc:sldMk cId="2713962453" sldId="265"/>
            <ac:spMk id="3" creationId="{D1370811-B92B-40A2-8018-8EAB9E15870C}"/>
          </ac:spMkLst>
        </pc:spChg>
        <pc:picChg chg="add mod">
          <ac:chgData name="SERGIO SPANO'" userId="3abdd0b9-513e-40ac-aad4-56920065037d" providerId="ADAL" clId="{7AD665AA-6393-48F5-92E8-5CA01B52F895}" dt="2022-04-06T13:43:55.436" v="554" actId="1076"/>
          <ac:picMkLst>
            <pc:docMk/>
            <pc:sldMk cId="2713962453" sldId="265"/>
            <ac:picMk id="6" creationId="{104C76CB-CD38-4656-A55F-832617E2E540}"/>
          </ac:picMkLst>
        </pc:picChg>
      </pc:sldChg>
      <pc:sldChg chg="del">
        <pc:chgData name="SERGIO SPANO'" userId="3abdd0b9-513e-40ac-aad4-56920065037d" providerId="ADAL" clId="{7AD665AA-6393-48F5-92E8-5CA01B52F895}" dt="2022-04-06T13:10:16.323" v="32" actId="47"/>
        <pc:sldMkLst>
          <pc:docMk/>
          <pc:sldMk cId="471329938" sldId="266"/>
        </pc:sldMkLst>
      </pc:sldChg>
      <pc:sldChg chg="addSp modSp new mod">
        <pc:chgData name="SERGIO SPANO'" userId="3abdd0b9-513e-40ac-aad4-56920065037d" providerId="ADAL" clId="{7AD665AA-6393-48F5-92E8-5CA01B52F895}" dt="2022-04-06T13:44:31.470" v="587" actId="1076"/>
        <pc:sldMkLst>
          <pc:docMk/>
          <pc:sldMk cId="2575782065" sldId="266"/>
        </pc:sldMkLst>
        <pc:spChg chg="mod">
          <ac:chgData name="SERGIO SPANO'" userId="3abdd0b9-513e-40ac-aad4-56920065037d" providerId="ADAL" clId="{7AD665AA-6393-48F5-92E8-5CA01B52F895}" dt="2022-04-06T13:44:11.261" v="579" actId="20577"/>
          <ac:spMkLst>
            <pc:docMk/>
            <pc:sldMk cId="2575782065" sldId="266"/>
            <ac:spMk id="2" creationId="{E0FCB8EF-9058-40DD-9F3B-0CBA51DB05F5}"/>
          </ac:spMkLst>
        </pc:spChg>
        <pc:spChg chg="mod">
          <ac:chgData name="SERGIO SPANO'" userId="3abdd0b9-513e-40ac-aad4-56920065037d" providerId="ADAL" clId="{7AD665AA-6393-48F5-92E8-5CA01B52F895}" dt="2022-04-06T13:44:26.426" v="584" actId="404"/>
          <ac:spMkLst>
            <pc:docMk/>
            <pc:sldMk cId="2575782065" sldId="266"/>
            <ac:spMk id="3" creationId="{E40BA1C0-B51F-480A-B319-BA3707E943F6}"/>
          </ac:spMkLst>
        </pc:spChg>
        <pc:picChg chg="add mod">
          <ac:chgData name="SERGIO SPANO'" userId="3abdd0b9-513e-40ac-aad4-56920065037d" providerId="ADAL" clId="{7AD665AA-6393-48F5-92E8-5CA01B52F895}" dt="2022-04-06T13:44:31.470" v="587" actId="1076"/>
          <ac:picMkLst>
            <pc:docMk/>
            <pc:sldMk cId="2575782065" sldId="266"/>
            <ac:picMk id="6" creationId="{92D16D02-560F-4984-A852-C10B5DCA4A7F}"/>
          </ac:picMkLst>
        </pc:picChg>
      </pc:sldChg>
      <pc:sldChg chg="del">
        <pc:chgData name="SERGIO SPANO'" userId="3abdd0b9-513e-40ac-aad4-56920065037d" providerId="ADAL" clId="{7AD665AA-6393-48F5-92E8-5CA01B52F895}" dt="2022-04-06T13:10:16.352" v="33" actId="47"/>
        <pc:sldMkLst>
          <pc:docMk/>
          <pc:sldMk cId="2483044283" sldId="267"/>
        </pc:sldMkLst>
      </pc:sldChg>
      <pc:sldChg chg="addSp delSp modSp new mod">
        <pc:chgData name="SERGIO SPANO'" userId="3abdd0b9-513e-40ac-aad4-56920065037d" providerId="ADAL" clId="{7AD665AA-6393-48F5-92E8-5CA01B52F895}" dt="2022-04-06T13:45:47.793" v="629" actId="1076"/>
        <pc:sldMkLst>
          <pc:docMk/>
          <pc:sldMk cId="3910624316" sldId="267"/>
        </pc:sldMkLst>
        <pc:spChg chg="mod">
          <ac:chgData name="SERGIO SPANO'" userId="3abdd0b9-513e-40ac-aad4-56920065037d" providerId="ADAL" clId="{7AD665AA-6393-48F5-92E8-5CA01B52F895}" dt="2022-04-06T13:45:37.213" v="625" actId="20577"/>
          <ac:spMkLst>
            <pc:docMk/>
            <pc:sldMk cId="3910624316" sldId="267"/>
            <ac:spMk id="2" creationId="{E5AB83EB-AB0A-4FDE-8979-ACD36614FBAC}"/>
          </ac:spMkLst>
        </pc:spChg>
        <pc:spChg chg="del">
          <ac:chgData name="SERGIO SPANO'" userId="3abdd0b9-513e-40ac-aad4-56920065037d" providerId="ADAL" clId="{7AD665AA-6393-48F5-92E8-5CA01B52F895}" dt="2022-04-06T13:45:41.871" v="626" actId="478"/>
          <ac:spMkLst>
            <pc:docMk/>
            <pc:sldMk cId="3910624316" sldId="267"/>
            <ac:spMk id="3" creationId="{06BFB9B9-A648-4CCA-810D-08FF9A97EA0A}"/>
          </ac:spMkLst>
        </pc:spChg>
        <pc:picChg chg="add mod">
          <ac:chgData name="SERGIO SPANO'" userId="3abdd0b9-513e-40ac-aad4-56920065037d" providerId="ADAL" clId="{7AD665AA-6393-48F5-92E8-5CA01B52F895}" dt="2022-04-06T13:45:47.793" v="629" actId="1076"/>
          <ac:picMkLst>
            <pc:docMk/>
            <pc:sldMk cId="3910624316" sldId="267"/>
            <ac:picMk id="6" creationId="{9A29CA87-B616-43E6-8907-53EBB3F4141C}"/>
          </ac:picMkLst>
        </pc:picChg>
      </pc:sldChg>
      <pc:sldChg chg="del">
        <pc:chgData name="SERGIO SPANO'" userId="3abdd0b9-513e-40ac-aad4-56920065037d" providerId="ADAL" clId="{7AD665AA-6393-48F5-92E8-5CA01B52F895}" dt="2022-04-06T13:10:16.384" v="34" actId="47"/>
        <pc:sldMkLst>
          <pc:docMk/>
          <pc:sldMk cId="215904899" sldId="268"/>
        </pc:sldMkLst>
      </pc:sldChg>
      <pc:sldChg chg="addSp delSp modSp new mod">
        <pc:chgData name="SERGIO SPANO'" userId="3abdd0b9-513e-40ac-aad4-56920065037d" providerId="ADAL" clId="{7AD665AA-6393-48F5-92E8-5CA01B52F895}" dt="2022-04-06T13:47:14.545" v="735" actId="14100"/>
        <pc:sldMkLst>
          <pc:docMk/>
          <pc:sldMk cId="643271485" sldId="268"/>
        </pc:sldMkLst>
        <pc:spChg chg="mod">
          <ac:chgData name="SERGIO SPANO'" userId="3abdd0b9-513e-40ac-aad4-56920065037d" providerId="ADAL" clId="{7AD665AA-6393-48F5-92E8-5CA01B52F895}" dt="2022-04-06T13:46:11.304" v="681" actId="20577"/>
          <ac:spMkLst>
            <pc:docMk/>
            <pc:sldMk cId="643271485" sldId="268"/>
            <ac:spMk id="2" creationId="{18163EE0-94CE-4B58-900E-AF27B88DE0C3}"/>
          </ac:spMkLst>
        </pc:spChg>
        <pc:spChg chg="del">
          <ac:chgData name="SERGIO SPANO'" userId="3abdd0b9-513e-40ac-aad4-56920065037d" providerId="ADAL" clId="{7AD665AA-6393-48F5-92E8-5CA01B52F895}" dt="2022-04-06T13:46:14.360" v="682" actId="478"/>
          <ac:spMkLst>
            <pc:docMk/>
            <pc:sldMk cId="643271485" sldId="268"/>
            <ac:spMk id="3" creationId="{1A1CDDE2-C895-4AC9-84AC-73E617EED4A8}"/>
          </ac:spMkLst>
        </pc:spChg>
        <pc:spChg chg="add mod">
          <ac:chgData name="SERGIO SPANO'" userId="3abdd0b9-513e-40ac-aad4-56920065037d" providerId="ADAL" clId="{7AD665AA-6393-48F5-92E8-5CA01B52F895}" dt="2022-04-06T13:47:14.545" v="735" actId="14100"/>
          <ac:spMkLst>
            <pc:docMk/>
            <pc:sldMk cId="643271485" sldId="268"/>
            <ac:spMk id="7" creationId="{690F14D5-6078-46A8-B2F7-0442AB8F5695}"/>
          </ac:spMkLst>
        </pc:spChg>
        <pc:picChg chg="add mod">
          <ac:chgData name="SERGIO SPANO'" userId="3abdd0b9-513e-40ac-aad4-56920065037d" providerId="ADAL" clId="{7AD665AA-6393-48F5-92E8-5CA01B52F895}" dt="2022-04-06T13:46:21.860" v="686" actId="1076"/>
          <ac:picMkLst>
            <pc:docMk/>
            <pc:sldMk cId="643271485" sldId="268"/>
            <ac:picMk id="6" creationId="{6650C97D-AED1-48AF-AB5A-CED9230A499A}"/>
          </ac:picMkLst>
        </pc:picChg>
      </pc:sldChg>
      <pc:sldChg chg="addSp delSp modSp new mod">
        <pc:chgData name="SERGIO SPANO'" userId="3abdd0b9-513e-40ac-aad4-56920065037d" providerId="ADAL" clId="{7AD665AA-6393-48F5-92E8-5CA01B52F895}" dt="2022-04-06T13:48:17.737" v="762" actId="1076"/>
        <pc:sldMkLst>
          <pc:docMk/>
          <pc:sldMk cId="1882528860" sldId="269"/>
        </pc:sldMkLst>
        <pc:spChg chg="mod">
          <ac:chgData name="SERGIO SPANO'" userId="3abdd0b9-513e-40ac-aad4-56920065037d" providerId="ADAL" clId="{7AD665AA-6393-48F5-92E8-5CA01B52F895}" dt="2022-04-06T13:48:07.060" v="757" actId="20577"/>
          <ac:spMkLst>
            <pc:docMk/>
            <pc:sldMk cId="1882528860" sldId="269"/>
            <ac:spMk id="2" creationId="{51D3937B-602A-4FE1-99E7-CAF19EA4C2E5}"/>
          </ac:spMkLst>
        </pc:spChg>
        <pc:spChg chg="del">
          <ac:chgData name="SERGIO SPANO'" userId="3abdd0b9-513e-40ac-aad4-56920065037d" providerId="ADAL" clId="{7AD665AA-6393-48F5-92E8-5CA01B52F895}" dt="2022-04-06T13:48:12.092" v="758" actId="478"/>
          <ac:spMkLst>
            <pc:docMk/>
            <pc:sldMk cId="1882528860" sldId="269"/>
            <ac:spMk id="3" creationId="{68BB1C89-47E9-4849-A472-B450B7639572}"/>
          </ac:spMkLst>
        </pc:spChg>
        <pc:picChg chg="add mod">
          <ac:chgData name="SERGIO SPANO'" userId="3abdd0b9-513e-40ac-aad4-56920065037d" providerId="ADAL" clId="{7AD665AA-6393-48F5-92E8-5CA01B52F895}" dt="2022-04-06T13:48:17.737" v="762" actId="1076"/>
          <ac:picMkLst>
            <pc:docMk/>
            <pc:sldMk cId="1882528860" sldId="269"/>
            <ac:picMk id="6" creationId="{9730416E-9B9F-4770-83C5-4314D9A3EAFD}"/>
          </ac:picMkLst>
        </pc:picChg>
      </pc:sldChg>
      <pc:sldChg chg="addSp delSp modSp new mod">
        <pc:chgData name="SERGIO SPANO'" userId="3abdd0b9-513e-40ac-aad4-56920065037d" providerId="ADAL" clId="{7AD665AA-6393-48F5-92E8-5CA01B52F895}" dt="2022-04-06T13:50:50.073" v="847" actId="1076"/>
        <pc:sldMkLst>
          <pc:docMk/>
          <pc:sldMk cId="309781755" sldId="270"/>
        </pc:sldMkLst>
        <pc:spChg chg="mod">
          <ac:chgData name="SERGIO SPANO'" userId="3abdd0b9-513e-40ac-aad4-56920065037d" providerId="ADAL" clId="{7AD665AA-6393-48F5-92E8-5CA01B52F895}" dt="2022-04-06T13:49:10.854" v="780" actId="20577"/>
          <ac:spMkLst>
            <pc:docMk/>
            <pc:sldMk cId="309781755" sldId="270"/>
            <ac:spMk id="2" creationId="{B7B649C9-B352-465C-8B76-209E5A07B8F1}"/>
          </ac:spMkLst>
        </pc:spChg>
        <pc:spChg chg="del">
          <ac:chgData name="SERGIO SPANO'" userId="3abdd0b9-513e-40ac-aad4-56920065037d" providerId="ADAL" clId="{7AD665AA-6393-48F5-92E8-5CA01B52F895}" dt="2022-04-06T13:49:14.557" v="781" actId="478"/>
          <ac:spMkLst>
            <pc:docMk/>
            <pc:sldMk cId="309781755" sldId="270"/>
            <ac:spMk id="3" creationId="{9EA6D47C-813D-41A7-96CB-5BABA2C37D24}"/>
          </ac:spMkLst>
        </pc:spChg>
        <pc:spChg chg="add mod">
          <ac:chgData name="SERGIO SPANO'" userId="3abdd0b9-513e-40ac-aad4-56920065037d" providerId="ADAL" clId="{7AD665AA-6393-48F5-92E8-5CA01B52F895}" dt="2022-04-06T13:50:19.800" v="805" actId="1076"/>
          <ac:spMkLst>
            <pc:docMk/>
            <pc:sldMk cId="309781755" sldId="270"/>
            <ac:spMk id="12" creationId="{4FD49950-ACF8-4EDC-801E-5E6195AB148D}"/>
          </ac:spMkLst>
        </pc:spChg>
        <pc:spChg chg="add mod">
          <ac:chgData name="SERGIO SPANO'" userId="3abdd0b9-513e-40ac-aad4-56920065037d" providerId="ADAL" clId="{7AD665AA-6393-48F5-92E8-5CA01B52F895}" dt="2022-04-06T13:50:50.073" v="847" actId="1076"/>
          <ac:spMkLst>
            <pc:docMk/>
            <pc:sldMk cId="309781755" sldId="270"/>
            <ac:spMk id="13" creationId="{C9FD9CE9-4D88-4601-AB29-793A98F3D1CD}"/>
          </ac:spMkLst>
        </pc:spChg>
        <pc:picChg chg="add mod">
          <ac:chgData name="SERGIO SPANO'" userId="3abdd0b9-513e-40ac-aad4-56920065037d" providerId="ADAL" clId="{7AD665AA-6393-48F5-92E8-5CA01B52F895}" dt="2022-04-06T13:50:21.126" v="806" actId="1076"/>
          <ac:picMkLst>
            <pc:docMk/>
            <pc:sldMk cId="309781755" sldId="270"/>
            <ac:picMk id="6" creationId="{C42B0B16-DA83-418B-A379-9528107B74CC}"/>
          </ac:picMkLst>
        </pc:picChg>
        <pc:picChg chg="add mod modCrop">
          <ac:chgData name="SERGIO SPANO'" userId="3abdd0b9-513e-40ac-aad4-56920065037d" providerId="ADAL" clId="{7AD665AA-6393-48F5-92E8-5CA01B52F895}" dt="2022-04-06T13:49:38.568" v="792" actId="1076"/>
          <ac:picMkLst>
            <pc:docMk/>
            <pc:sldMk cId="309781755" sldId="270"/>
            <ac:picMk id="7" creationId="{D90D3B5C-FEF9-4BFD-9B8D-966CA2187B39}"/>
          </ac:picMkLst>
        </pc:picChg>
        <pc:cxnChg chg="add mod">
          <ac:chgData name="SERGIO SPANO'" userId="3abdd0b9-513e-40ac-aad4-56920065037d" providerId="ADAL" clId="{7AD665AA-6393-48F5-92E8-5CA01B52F895}" dt="2022-04-06T13:49:59.523" v="799" actId="1035"/>
          <ac:cxnSpMkLst>
            <pc:docMk/>
            <pc:sldMk cId="309781755" sldId="270"/>
            <ac:cxnSpMk id="9" creationId="{251A91C3-CF4A-4D75-8E7C-5839C303BA97}"/>
          </ac:cxnSpMkLst>
        </pc:cxnChg>
        <pc:cxnChg chg="add mod">
          <ac:chgData name="SERGIO SPANO'" userId="3abdd0b9-513e-40ac-aad4-56920065037d" providerId="ADAL" clId="{7AD665AA-6393-48F5-92E8-5CA01B52F895}" dt="2022-04-06T13:50:08.561" v="802" actId="1076"/>
          <ac:cxnSpMkLst>
            <pc:docMk/>
            <pc:sldMk cId="309781755" sldId="270"/>
            <ac:cxnSpMk id="10" creationId="{DB5969D2-8C4B-4766-BAC9-94B9D8F31052}"/>
          </ac:cxnSpMkLst>
        </pc:cxnChg>
      </pc:sldChg>
      <pc:sldChg chg="addSp modSp new mod">
        <pc:chgData name="SERGIO SPANO'" userId="3abdd0b9-513e-40ac-aad4-56920065037d" providerId="ADAL" clId="{7AD665AA-6393-48F5-92E8-5CA01B52F895}" dt="2022-04-06T14:18:02.598" v="883" actId="1076"/>
        <pc:sldMkLst>
          <pc:docMk/>
          <pc:sldMk cId="2305292719" sldId="271"/>
        </pc:sldMkLst>
        <pc:spChg chg="mod">
          <ac:chgData name="SERGIO SPANO'" userId="3abdd0b9-513e-40ac-aad4-56920065037d" providerId="ADAL" clId="{7AD665AA-6393-48F5-92E8-5CA01B52F895}" dt="2022-04-06T14:17:49.608" v="878" actId="20577"/>
          <ac:spMkLst>
            <pc:docMk/>
            <pc:sldMk cId="2305292719" sldId="271"/>
            <ac:spMk id="2" creationId="{ED85704D-2330-4FB9-9266-E6E87C9A60CA}"/>
          </ac:spMkLst>
        </pc:spChg>
        <pc:spChg chg="mod">
          <ac:chgData name="SERGIO SPANO'" userId="3abdd0b9-513e-40ac-aad4-56920065037d" providerId="ADAL" clId="{7AD665AA-6393-48F5-92E8-5CA01B52F895}" dt="2022-04-06T14:17:54.547" v="879"/>
          <ac:spMkLst>
            <pc:docMk/>
            <pc:sldMk cId="2305292719" sldId="271"/>
            <ac:spMk id="3" creationId="{F917B78E-A9E0-46F3-80E4-CA4205535361}"/>
          </ac:spMkLst>
        </pc:spChg>
        <pc:picChg chg="add mod">
          <ac:chgData name="SERGIO SPANO'" userId="3abdd0b9-513e-40ac-aad4-56920065037d" providerId="ADAL" clId="{7AD665AA-6393-48F5-92E8-5CA01B52F895}" dt="2022-04-06T14:18:02.598" v="883" actId="1076"/>
          <ac:picMkLst>
            <pc:docMk/>
            <pc:sldMk cId="2305292719" sldId="271"/>
            <ac:picMk id="6" creationId="{9AC1B214-5CAC-411B-8A2F-202923072EB0}"/>
          </ac:picMkLst>
        </pc:picChg>
      </pc:sldChg>
      <pc:sldChg chg="addSp modSp new mod">
        <pc:chgData name="SERGIO SPANO'" userId="3abdd0b9-513e-40ac-aad4-56920065037d" providerId="ADAL" clId="{7AD665AA-6393-48F5-92E8-5CA01B52F895}" dt="2022-04-06T14:18:36.068" v="950" actId="1076"/>
        <pc:sldMkLst>
          <pc:docMk/>
          <pc:sldMk cId="4235874755" sldId="272"/>
        </pc:sldMkLst>
        <pc:spChg chg="mod">
          <ac:chgData name="SERGIO SPANO'" userId="3abdd0b9-513e-40ac-aad4-56920065037d" providerId="ADAL" clId="{7AD665AA-6393-48F5-92E8-5CA01B52F895}" dt="2022-04-06T14:18:23.161" v="945" actId="20577"/>
          <ac:spMkLst>
            <pc:docMk/>
            <pc:sldMk cId="4235874755" sldId="272"/>
            <ac:spMk id="2" creationId="{C95E57D8-176D-49E9-B7DA-DFF0D205FBFC}"/>
          </ac:spMkLst>
        </pc:spChg>
        <pc:spChg chg="mod">
          <ac:chgData name="SERGIO SPANO'" userId="3abdd0b9-513e-40ac-aad4-56920065037d" providerId="ADAL" clId="{7AD665AA-6393-48F5-92E8-5CA01B52F895}" dt="2022-04-06T14:18:28.868" v="946"/>
          <ac:spMkLst>
            <pc:docMk/>
            <pc:sldMk cId="4235874755" sldId="272"/>
            <ac:spMk id="3" creationId="{89FA4472-ACAC-475A-9B2E-D432F3DDB6B6}"/>
          </ac:spMkLst>
        </pc:spChg>
        <pc:picChg chg="add mod">
          <ac:chgData name="SERGIO SPANO'" userId="3abdd0b9-513e-40ac-aad4-56920065037d" providerId="ADAL" clId="{7AD665AA-6393-48F5-92E8-5CA01B52F895}" dt="2022-04-06T14:18:36.068" v="950" actId="1076"/>
          <ac:picMkLst>
            <pc:docMk/>
            <pc:sldMk cId="4235874755" sldId="272"/>
            <ac:picMk id="6" creationId="{51A9F841-D9F2-47AC-948D-D7578A5A7A75}"/>
          </ac:picMkLst>
        </pc:picChg>
      </pc:sldChg>
      <pc:sldChg chg="addSp delSp modSp new mod">
        <pc:chgData name="SERGIO SPANO'" userId="3abdd0b9-513e-40ac-aad4-56920065037d" providerId="ADAL" clId="{7AD665AA-6393-48F5-92E8-5CA01B52F895}" dt="2022-04-06T14:19:28.978" v="995" actId="1076"/>
        <pc:sldMkLst>
          <pc:docMk/>
          <pc:sldMk cId="3415594892" sldId="273"/>
        </pc:sldMkLst>
        <pc:spChg chg="mod">
          <ac:chgData name="SERGIO SPANO'" userId="3abdd0b9-513e-40ac-aad4-56920065037d" providerId="ADAL" clId="{7AD665AA-6393-48F5-92E8-5CA01B52F895}" dt="2022-04-06T14:19:17.580" v="990" actId="20577"/>
          <ac:spMkLst>
            <pc:docMk/>
            <pc:sldMk cId="3415594892" sldId="273"/>
            <ac:spMk id="2" creationId="{B3203F2D-2053-4D7B-9EB7-D9F6EC59F0DE}"/>
          </ac:spMkLst>
        </pc:spChg>
        <pc:spChg chg="del">
          <ac:chgData name="SERGIO SPANO'" userId="3abdd0b9-513e-40ac-aad4-56920065037d" providerId="ADAL" clId="{7AD665AA-6393-48F5-92E8-5CA01B52F895}" dt="2022-04-06T14:19:22.375" v="991" actId="478"/>
          <ac:spMkLst>
            <pc:docMk/>
            <pc:sldMk cId="3415594892" sldId="273"/>
            <ac:spMk id="3" creationId="{E6AABCFF-A4B5-456E-B554-228C69005099}"/>
          </ac:spMkLst>
        </pc:spChg>
        <pc:picChg chg="add mod">
          <ac:chgData name="SERGIO SPANO'" userId="3abdd0b9-513e-40ac-aad4-56920065037d" providerId="ADAL" clId="{7AD665AA-6393-48F5-92E8-5CA01B52F895}" dt="2022-04-06T14:19:28.978" v="995" actId="1076"/>
          <ac:picMkLst>
            <pc:docMk/>
            <pc:sldMk cId="3415594892" sldId="273"/>
            <ac:picMk id="6" creationId="{C52E74F8-1115-4029-80B9-76FE0509838E}"/>
          </ac:picMkLst>
        </pc:picChg>
      </pc:sldChg>
      <pc:sldChg chg="addSp delSp modSp new mod">
        <pc:chgData name="SERGIO SPANO'" userId="3abdd0b9-513e-40ac-aad4-56920065037d" providerId="ADAL" clId="{7AD665AA-6393-48F5-92E8-5CA01B52F895}" dt="2022-04-06T14:28:18.232" v="1091" actId="20577"/>
        <pc:sldMkLst>
          <pc:docMk/>
          <pc:sldMk cId="359844362" sldId="274"/>
        </pc:sldMkLst>
        <pc:spChg chg="mod">
          <ac:chgData name="SERGIO SPANO'" userId="3abdd0b9-513e-40ac-aad4-56920065037d" providerId="ADAL" clId="{7AD665AA-6393-48F5-92E8-5CA01B52F895}" dt="2022-04-06T14:28:18.232" v="1091" actId="20577"/>
          <ac:spMkLst>
            <pc:docMk/>
            <pc:sldMk cId="359844362" sldId="274"/>
            <ac:spMk id="2" creationId="{F473A9B0-C73A-4996-9A94-EEBC07FEA550}"/>
          </ac:spMkLst>
        </pc:spChg>
        <pc:spChg chg="del">
          <ac:chgData name="SERGIO SPANO'" userId="3abdd0b9-513e-40ac-aad4-56920065037d" providerId="ADAL" clId="{7AD665AA-6393-48F5-92E8-5CA01B52F895}" dt="2022-04-06T14:27:09.863" v="1068" actId="478"/>
          <ac:spMkLst>
            <pc:docMk/>
            <pc:sldMk cId="359844362" sldId="274"/>
            <ac:spMk id="3" creationId="{7DA6474A-6B93-4445-A3A2-D86E282B12BE}"/>
          </ac:spMkLst>
        </pc:spChg>
        <pc:spChg chg="add del mod">
          <ac:chgData name="SERGIO SPANO'" userId="3abdd0b9-513e-40ac-aad4-56920065037d" providerId="ADAL" clId="{7AD665AA-6393-48F5-92E8-5CA01B52F895}" dt="2022-04-06T14:27:13.433" v="1070"/>
          <ac:spMkLst>
            <pc:docMk/>
            <pc:sldMk cId="359844362" sldId="274"/>
            <ac:spMk id="6" creationId="{D62BC4A2-DB82-4191-95D4-4B5EA64CE376}"/>
          </ac:spMkLst>
        </pc:spChg>
        <pc:picChg chg="add mod">
          <ac:chgData name="SERGIO SPANO'" userId="3abdd0b9-513e-40ac-aad4-56920065037d" providerId="ADAL" clId="{7AD665AA-6393-48F5-92E8-5CA01B52F895}" dt="2022-04-06T14:27:41.882" v="1079" actId="1076"/>
          <ac:picMkLst>
            <pc:docMk/>
            <pc:sldMk cId="359844362" sldId="274"/>
            <ac:picMk id="7" creationId="{CB26A057-93D6-4D58-907A-2A8A8F74EE48}"/>
          </ac:picMkLst>
        </pc:picChg>
        <pc:picChg chg="add mod">
          <ac:chgData name="SERGIO SPANO'" userId="3abdd0b9-513e-40ac-aad4-56920065037d" providerId="ADAL" clId="{7AD665AA-6393-48F5-92E8-5CA01B52F895}" dt="2022-04-06T14:27:44.110" v="1080" actId="1076"/>
          <ac:picMkLst>
            <pc:docMk/>
            <pc:sldMk cId="359844362" sldId="274"/>
            <ac:picMk id="8" creationId="{24AB7908-167A-41BD-A358-4CB473F29317}"/>
          </ac:picMkLst>
        </pc:picChg>
      </pc:sldChg>
      <pc:sldChg chg="addSp delSp modSp add mod">
        <pc:chgData name="SERGIO SPANO'" userId="3abdd0b9-513e-40ac-aad4-56920065037d" providerId="ADAL" clId="{7AD665AA-6393-48F5-92E8-5CA01B52F895}" dt="2022-04-06T14:28:30.888" v="1115" actId="20577"/>
        <pc:sldMkLst>
          <pc:docMk/>
          <pc:sldMk cId="327629406" sldId="275"/>
        </pc:sldMkLst>
        <pc:spChg chg="mod">
          <ac:chgData name="SERGIO SPANO'" userId="3abdd0b9-513e-40ac-aad4-56920065037d" providerId="ADAL" clId="{7AD665AA-6393-48F5-92E8-5CA01B52F895}" dt="2022-04-06T14:28:30.888" v="1115" actId="20577"/>
          <ac:spMkLst>
            <pc:docMk/>
            <pc:sldMk cId="327629406" sldId="275"/>
            <ac:spMk id="2" creationId="{F473A9B0-C73A-4996-9A94-EEBC07FEA550}"/>
          </ac:spMkLst>
        </pc:spChg>
        <pc:picChg chg="del">
          <ac:chgData name="SERGIO SPANO'" userId="3abdd0b9-513e-40ac-aad4-56920065037d" providerId="ADAL" clId="{7AD665AA-6393-48F5-92E8-5CA01B52F895}" dt="2022-04-06T14:27:58.870" v="1084" actId="478"/>
          <ac:picMkLst>
            <pc:docMk/>
            <pc:sldMk cId="327629406" sldId="275"/>
            <ac:picMk id="7" creationId="{CB26A057-93D6-4D58-907A-2A8A8F74EE48}"/>
          </ac:picMkLst>
        </pc:picChg>
        <pc:picChg chg="del">
          <ac:chgData name="SERGIO SPANO'" userId="3abdd0b9-513e-40ac-aad4-56920065037d" providerId="ADAL" clId="{7AD665AA-6393-48F5-92E8-5CA01B52F895}" dt="2022-04-06T14:27:59.450" v="1085" actId="478"/>
          <ac:picMkLst>
            <pc:docMk/>
            <pc:sldMk cId="327629406" sldId="275"/>
            <ac:picMk id="8" creationId="{24AB7908-167A-41BD-A358-4CB473F29317}"/>
          </ac:picMkLst>
        </pc:picChg>
        <pc:picChg chg="add mod">
          <ac:chgData name="SERGIO SPANO'" userId="3abdd0b9-513e-40ac-aad4-56920065037d" providerId="ADAL" clId="{7AD665AA-6393-48F5-92E8-5CA01B52F895}" dt="2022-04-06T14:28:09.569" v="1090" actId="14100"/>
          <ac:picMkLst>
            <pc:docMk/>
            <pc:sldMk cId="327629406" sldId="275"/>
            <ac:picMk id="9" creationId="{942080C2-A4CA-456A-9400-12FD7026E3F3}"/>
          </ac:picMkLst>
        </pc:picChg>
      </pc:sldChg>
      <pc:sldChg chg="addSp delSp modSp new mod">
        <pc:chgData name="SERGIO SPANO'" userId="3abdd0b9-513e-40ac-aad4-56920065037d" providerId="ADAL" clId="{7AD665AA-6393-48F5-92E8-5CA01B52F895}" dt="2022-04-06T14:29:11.423" v="1155" actId="1076"/>
        <pc:sldMkLst>
          <pc:docMk/>
          <pc:sldMk cId="3822050782" sldId="276"/>
        </pc:sldMkLst>
        <pc:spChg chg="mod">
          <ac:chgData name="SERGIO SPANO'" userId="3abdd0b9-513e-40ac-aad4-56920065037d" providerId="ADAL" clId="{7AD665AA-6393-48F5-92E8-5CA01B52F895}" dt="2022-04-06T14:28:40.161" v="1146" actId="20577"/>
          <ac:spMkLst>
            <pc:docMk/>
            <pc:sldMk cId="3822050782" sldId="276"/>
            <ac:spMk id="2" creationId="{540C77E9-06FE-4E41-80B3-C19D380630D3}"/>
          </ac:spMkLst>
        </pc:spChg>
        <pc:spChg chg="del">
          <ac:chgData name="SERGIO SPANO'" userId="3abdd0b9-513e-40ac-aad4-56920065037d" providerId="ADAL" clId="{7AD665AA-6393-48F5-92E8-5CA01B52F895}" dt="2022-04-06T14:28:47.012" v="1147" actId="478"/>
          <ac:spMkLst>
            <pc:docMk/>
            <pc:sldMk cId="3822050782" sldId="276"/>
            <ac:spMk id="3" creationId="{9C91B406-BAA1-4094-80DF-63F91916CD15}"/>
          </ac:spMkLst>
        </pc:spChg>
        <pc:picChg chg="add mod">
          <ac:chgData name="SERGIO SPANO'" userId="3abdd0b9-513e-40ac-aad4-56920065037d" providerId="ADAL" clId="{7AD665AA-6393-48F5-92E8-5CA01B52F895}" dt="2022-04-06T14:29:09.509" v="1154" actId="1076"/>
          <ac:picMkLst>
            <pc:docMk/>
            <pc:sldMk cId="3822050782" sldId="276"/>
            <ac:picMk id="6" creationId="{3880D176-A837-4E10-A1D8-F37577B9D26F}"/>
          </ac:picMkLst>
        </pc:picChg>
        <pc:picChg chg="add mod">
          <ac:chgData name="SERGIO SPANO'" userId="3abdd0b9-513e-40ac-aad4-56920065037d" providerId="ADAL" clId="{7AD665AA-6393-48F5-92E8-5CA01B52F895}" dt="2022-04-06T14:29:11.423" v="1155" actId="1076"/>
          <ac:picMkLst>
            <pc:docMk/>
            <pc:sldMk cId="3822050782" sldId="276"/>
            <ac:picMk id="7" creationId="{52D9B053-A649-498D-933C-06C78073783F}"/>
          </ac:picMkLst>
        </pc:picChg>
      </pc:sldChg>
      <pc:sldChg chg="addSp modSp new mod">
        <pc:chgData name="SERGIO SPANO'" userId="3abdd0b9-513e-40ac-aad4-56920065037d" providerId="ADAL" clId="{7AD665AA-6393-48F5-92E8-5CA01B52F895}" dt="2022-04-06T14:31:10.256" v="1266" actId="1076"/>
        <pc:sldMkLst>
          <pc:docMk/>
          <pc:sldMk cId="3953436106" sldId="277"/>
        </pc:sldMkLst>
        <pc:spChg chg="mod">
          <ac:chgData name="SERGIO SPANO'" userId="3abdd0b9-513e-40ac-aad4-56920065037d" providerId="ADAL" clId="{7AD665AA-6393-48F5-92E8-5CA01B52F895}" dt="2022-04-06T14:29:52.329" v="1167" actId="20577"/>
          <ac:spMkLst>
            <pc:docMk/>
            <pc:sldMk cId="3953436106" sldId="277"/>
            <ac:spMk id="2" creationId="{9700E2DB-ABDC-4538-8CEA-D7AB98F29B9E}"/>
          </ac:spMkLst>
        </pc:spChg>
        <pc:spChg chg="mod">
          <ac:chgData name="SERGIO SPANO'" userId="3abdd0b9-513e-40ac-aad4-56920065037d" providerId="ADAL" clId="{7AD665AA-6393-48F5-92E8-5CA01B52F895}" dt="2022-04-06T14:30:36.361" v="1251" actId="20577"/>
          <ac:spMkLst>
            <pc:docMk/>
            <pc:sldMk cId="3953436106" sldId="277"/>
            <ac:spMk id="3" creationId="{61F5910A-DF9E-4BF1-8BBC-8BBC0F2AFBD4}"/>
          </ac:spMkLst>
        </pc:spChg>
        <pc:spChg chg="add mod">
          <ac:chgData name="SERGIO SPANO'" userId="3abdd0b9-513e-40ac-aad4-56920065037d" providerId="ADAL" clId="{7AD665AA-6393-48F5-92E8-5CA01B52F895}" dt="2022-04-06T14:31:09.159" v="1265" actId="14100"/>
          <ac:spMkLst>
            <pc:docMk/>
            <pc:sldMk cId="3953436106" sldId="277"/>
            <ac:spMk id="7" creationId="{146F4546-4828-4B67-8DF7-8ADD7C242BF1}"/>
          </ac:spMkLst>
        </pc:spChg>
        <pc:picChg chg="add mod">
          <ac:chgData name="SERGIO SPANO'" userId="3abdd0b9-513e-40ac-aad4-56920065037d" providerId="ADAL" clId="{7AD665AA-6393-48F5-92E8-5CA01B52F895}" dt="2022-04-06T14:31:10.256" v="1266" actId="1076"/>
          <ac:picMkLst>
            <pc:docMk/>
            <pc:sldMk cId="3953436106" sldId="277"/>
            <ac:picMk id="6" creationId="{364BE497-D844-4B9B-95D6-B3B5940BF35E}"/>
          </ac:picMkLst>
        </pc:picChg>
      </pc:sldChg>
    </pc:docChg>
  </pc:docChgLst>
  <pc:docChgLst>
    <pc:chgData name="SERGIO SPANO'" userId="3abdd0b9-513e-40ac-aad4-56920065037d" providerId="ADAL" clId="{141950AE-6424-44F9-B8F8-3E30C7D8D697}"/>
    <pc:docChg chg="undo custSel addSld delSld modSld">
      <pc:chgData name="SERGIO SPANO'" userId="3abdd0b9-513e-40ac-aad4-56920065037d" providerId="ADAL" clId="{141950AE-6424-44F9-B8F8-3E30C7D8D697}" dt="2022-04-07T15:04:28.487" v="1237" actId="1076"/>
      <pc:docMkLst>
        <pc:docMk/>
      </pc:docMkLst>
      <pc:sldChg chg="modSp mod">
        <pc:chgData name="SERGIO SPANO'" userId="3abdd0b9-513e-40ac-aad4-56920065037d" providerId="ADAL" clId="{141950AE-6424-44F9-B8F8-3E30C7D8D697}" dt="2022-04-07T14:27:20.161" v="34" actId="20577"/>
        <pc:sldMkLst>
          <pc:docMk/>
          <pc:sldMk cId="3676927149" sldId="256"/>
        </pc:sldMkLst>
        <pc:spChg chg="mod">
          <ac:chgData name="SERGIO SPANO'" userId="3abdd0b9-513e-40ac-aad4-56920065037d" providerId="ADAL" clId="{141950AE-6424-44F9-B8F8-3E30C7D8D697}" dt="2022-04-07T14:27:20.161" v="34" actId="20577"/>
          <ac:spMkLst>
            <pc:docMk/>
            <pc:sldMk cId="3676927149" sldId="256"/>
            <ac:spMk id="2" creationId="{AE5A0156-FA44-4B5E-AA95-BA26FE319EEF}"/>
          </ac:spMkLst>
        </pc:spChg>
      </pc:sldChg>
      <pc:sldChg chg="addSp delSp modSp new mod">
        <pc:chgData name="SERGIO SPANO'" userId="3abdd0b9-513e-40ac-aad4-56920065037d" providerId="ADAL" clId="{141950AE-6424-44F9-B8F8-3E30C7D8D697}" dt="2022-04-07T14:34:52.263" v="83" actId="732"/>
        <pc:sldMkLst>
          <pc:docMk/>
          <pc:sldMk cId="2251886705" sldId="257"/>
        </pc:sldMkLst>
        <pc:spChg chg="mod">
          <ac:chgData name="SERGIO SPANO'" userId="3abdd0b9-513e-40ac-aad4-56920065037d" providerId="ADAL" clId="{141950AE-6424-44F9-B8F8-3E30C7D8D697}" dt="2022-04-07T14:27:53.103" v="66" actId="20577"/>
          <ac:spMkLst>
            <pc:docMk/>
            <pc:sldMk cId="2251886705" sldId="257"/>
            <ac:spMk id="2" creationId="{EFBC31E5-F171-489D-8B3E-B5029F7E47BE}"/>
          </ac:spMkLst>
        </pc:spChg>
        <pc:spChg chg="del">
          <ac:chgData name="SERGIO SPANO'" userId="3abdd0b9-513e-40ac-aad4-56920065037d" providerId="ADAL" clId="{141950AE-6424-44F9-B8F8-3E30C7D8D697}" dt="2022-04-07T14:31:57.932" v="67" actId="478"/>
          <ac:spMkLst>
            <pc:docMk/>
            <pc:sldMk cId="2251886705" sldId="257"/>
            <ac:spMk id="3" creationId="{817FB935-77A8-47B1-A188-EA15EA3592C9}"/>
          </ac:spMkLst>
        </pc:spChg>
        <pc:picChg chg="add mod">
          <ac:chgData name="SERGIO SPANO'" userId="3abdd0b9-513e-40ac-aad4-56920065037d" providerId="ADAL" clId="{141950AE-6424-44F9-B8F8-3E30C7D8D697}" dt="2022-04-07T14:34:52.263" v="83" actId="732"/>
          <ac:picMkLst>
            <pc:docMk/>
            <pc:sldMk cId="2251886705" sldId="257"/>
            <ac:picMk id="6" creationId="{887865D8-392E-4058-8983-9122D271390C}"/>
          </ac:picMkLst>
        </pc:picChg>
        <pc:picChg chg="add mod">
          <ac:chgData name="SERGIO SPANO'" userId="3abdd0b9-513e-40ac-aad4-56920065037d" providerId="ADAL" clId="{141950AE-6424-44F9-B8F8-3E30C7D8D697}" dt="2022-04-07T14:34:31.615" v="80" actId="1076"/>
          <ac:picMkLst>
            <pc:docMk/>
            <pc:sldMk cId="2251886705" sldId="257"/>
            <ac:picMk id="7" creationId="{7359230B-1799-4E47-8D06-3059EFFB52DF}"/>
          </ac:picMkLst>
        </pc:picChg>
      </pc:sldChg>
      <pc:sldChg chg="del">
        <pc:chgData name="SERGIO SPANO'" userId="3abdd0b9-513e-40ac-aad4-56920065037d" providerId="ADAL" clId="{141950AE-6424-44F9-B8F8-3E30C7D8D697}" dt="2022-04-07T14:27:21.968" v="35" actId="47"/>
        <pc:sldMkLst>
          <pc:docMk/>
          <pc:sldMk cId="3079279380" sldId="257"/>
        </pc:sldMkLst>
      </pc:sldChg>
      <pc:sldChg chg="addSp delSp modSp new mod">
        <pc:chgData name="SERGIO SPANO'" userId="3abdd0b9-513e-40ac-aad4-56920065037d" providerId="ADAL" clId="{141950AE-6424-44F9-B8F8-3E30C7D8D697}" dt="2022-04-07T14:37:16.783" v="99" actId="1076"/>
        <pc:sldMkLst>
          <pc:docMk/>
          <pc:sldMk cId="340297134" sldId="258"/>
        </pc:sldMkLst>
        <pc:spChg chg="mod">
          <ac:chgData name="SERGIO SPANO'" userId="3abdd0b9-513e-40ac-aad4-56920065037d" providerId="ADAL" clId="{141950AE-6424-44F9-B8F8-3E30C7D8D697}" dt="2022-04-07T14:36:59.302" v="94" actId="20577"/>
          <ac:spMkLst>
            <pc:docMk/>
            <pc:sldMk cId="340297134" sldId="258"/>
            <ac:spMk id="2" creationId="{B7F3F288-81B9-46C0-B1B5-8492E06FDDAB}"/>
          </ac:spMkLst>
        </pc:spChg>
        <pc:spChg chg="del">
          <ac:chgData name="SERGIO SPANO'" userId="3abdd0b9-513e-40ac-aad4-56920065037d" providerId="ADAL" clId="{141950AE-6424-44F9-B8F8-3E30C7D8D697}" dt="2022-04-07T14:37:03.207" v="95" actId="478"/>
          <ac:spMkLst>
            <pc:docMk/>
            <pc:sldMk cId="340297134" sldId="258"/>
            <ac:spMk id="3" creationId="{032F5337-EBAE-48FD-991E-863466947685}"/>
          </ac:spMkLst>
        </pc:spChg>
        <pc:picChg chg="add mod">
          <ac:chgData name="SERGIO SPANO'" userId="3abdd0b9-513e-40ac-aad4-56920065037d" providerId="ADAL" clId="{141950AE-6424-44F9-B8F8-3E30C7D8D697}" dt="2022-04-07T14:37:10.839" v="96"/>
          <ac:picMkLst>
            <pc:docMk/>
            <pc:sldMk cId="340297134" sldId="258"/>
            <ac:picMk id="6" creationId="{FA4901DE-B7F5-4D04-B3B8-08C115E4163A}"/>
          </ac:picMkLst>
        </pc:picChg>
        <pc:picChg chg="add mod">
          <ac:chgData name="SERGIO SPANO'" userId="3abdd0b9-513e-40ac-aad4-56920065037d" providerId="ADAL" clId="{141950AE-6424-44F9-B8F8-3E30C7D8D697}" dt="2022-04-07T14:37:16.783" v="99" actId="1076"/>
          <ac:picMkLst>
            <pc:docMk/>
            <pc:sldMk cId="340297134" sldId="258"/>
            <ac:picMk id="7" creationId="{74EACB99-6E25-4DCA-91C6-285FAAC98DAA}"/>
          </ac:picMkLst>
        </pc:picChg>
      </pc:sldChg>
      <pc:sldChg chg="del">
        <pc:chgData name="SERGIO SPANO'" userId="3abdd0b9-513e-40ac-aad4-56920065037d" providerId="ADAL" clId="{141950AE-6424-44F9-B8F8-3E30C7D8D697}" dt="2022-04-07T14:27:22.489" v="36" actId="47"/>
        <pc:sldMkLst>
          <pc:docMk/>
          <pc:sldMk cId="976686680" sldId="258"/>
        </pc:sldMkLst>
      </pc:sldChg>
      <pc:sldChg chg="del">
        <pc:chgData name="SERGIO SPANO'" userId="3abdd0b9-513e-40ac-aad4-56920065037d" providerId="ADAL" clId="{141950AE-6424-44F9-B8F8-3E30C7D8D697}" dt="2022-04-07T14:27:22.545" v="37" actId="47"/>
        <pc:sldMkLst>
          <pc:docMk/>
          <pc:sldMk cId="540474430" sldId="259"/>
        </pc:sldMkLst>
      </pc:sldChg>
      <pc:sldChg chg="addSp delSp modSp new mod">
        <pc:chgData name="SERGIO SPANO'" userId="3abdd0b9-513e-40ac-aad4-56920065037d" providerId="ADAL" clId="{141950AE-6424-44F9-B8F8-3E30C7D8D697}" dt="2022-04-07T14:37:59.512" v="114" actId="1076"/>
        <pc:sldMkLst>
          <pc:docMk/>
          <pc:sldMk cId="1067205247" sldId="259"/>
        </pc:sldMkLst>
        <pc:spChg chg="mod">
          <ac:chgData name="SERGIO SPANO'" userId="3abdd0b9-513e-40ac-aad4-56920065037d" providerId="ADAL" clId="{141950AE-6424-44F9-B8F8-3E30C7D8D697}" dt="2022-04-07T14:37:54.199" v="112" actId="20577"/>
          <ac:spMkLst>
            <pc:docMk/>
            <pc:sldMk cId="1067205247" sldId="259"/>
            <ac:spMk id="2" creationId="{E7E43AA6-D6AD-4A0A-B475-1AB4ACCBFFE2}"/>
          </ac:spMkLst>
        </pc:spChg>
        <pc:spChg chg="del">
          <ac:chgData name="SERGIO SPANO'" userId="3abdd0b9-513e-40ac-aad4-56920065037d" providerId="ADAL" clId="{141950AE-6424-44F9-B8F8-3E30C7D8D697}" dt="2022-04-07T14:37:50.772" v="101" actId="478"/>
          <ac:spMkLst>
            <pc:docMk/>
            <pc:sldMk cId="1067205247" sldId="259"/>
            <ac:spMk id="3" creationId="{A5A81BDC-278D-47BA-84A6-7517D2B679C7}"/>
          </ac:spMkLst>
        </pc:spChg>
        <pc:picChg chg="add mod">
          <ac:chgData name="SERGIO SPANO'" userId="3abdd0b9-513e-40ac-aad4-56920065037d" providerId="ADAL" clId="{141950AE-6424-44F9-B8F8-3E30C7D8D697}" dt="2022-04-07T14:37:51.101" v="103" actId="27636"/>
          <ac:picMkLst>
            <pc:docMk/>
            <pc:sldMk cId="1067205247" sldId="259"/>
            <ac:picMk id="6" creationId="{56273A45-827F-4B2F-9986-6EB1C2938DA7}"/>
          </ac:picMkLst>
        </pc:picChg>
        <pc:picChg chg="add mod">
          <ac:chgData name="SERGIO SPANO'" userId="3abdd0b9-513e-40ac-aad4-56920065037d" providerId="ADAL" clId="{141950AE-6424-44F9-B8F8-3E30C7D8D697}" dt="2022-04-07T14:37:59.512" v="114" actId="1076"/>
          <ac:picMkLst>
            <pc:docMk/>
            <pc:sldMk cId="1067205247" sldId="259"/>
            <ac:picMk id="7" creationId="{7A6A9133-1B10-4A04-9A22-C72745EFFEF5}"/>
          </ac:picMkLst>
        </pc:picChg>
      </pc:sldChg>
      <pc:sldChg chg="del">
        <pc:chgData name="SERGIO SPANO'" userId="3abdd0b9-513e-40ac-aad4-56920065037d" providerId="ADAL" clId="{141950AE-6424-44F9-B8F8-3E30C7D8D697}" dt="2022-04-07T14:27:22.566" v="38" actId="47"/>
        <pc:sldMkLst>
          <pc:docMk/>
          <pc:sldMk cId="860547783" sldId="260"/>
        </pc:sldMkLst>
      </pc:sldChg>
      <pc:sldChg chg="addSp delSp modSp new mod">
        <pc:chgData name="SERGIO SPANO'" userId="3abdd0b9-513e-40ac-aad4-56920065037d" providerId="ADAL" clId="{141950AE-6424-44F9-B8F8-3E30C7D8D697}" dt="2022-04-07T14:39:00.253" v="136" actId="1076"/>
        <pc:sldMkLst>
          <pc:docMk/>
          <pc:sldMk cId="2061653469" sldId="260"/>
        </pc:sldMkLst>
        <pc:spChg chg="mod">
          <ac:chgData name="SERGIO SPANO'" userId="3abdd0b9-513e-40ac-aad4-56920065037d" providerId="ADAL" clId="{141950AE-6424-44F9-B8F8-3E30C7D8D697}" dt="2022-04-07T14:38:37.419" v="131" actId="20577"/>
          <ac:spMkLst>
            <pc:docMk/>
            <pc:sldMk cId="2061653469" sldId="260"/>
            <ac:spMk id="2" creationId="{51F7F62A-D901-4D46-AC09-B60DCB3EE08A}"/>
          </ac:spMkLst>
        </pc:spChg>
        <pc:spChg chg="del">
          <ac:chgData name="SERGIO SPANO'" userId="3abdd0b9-513e-40ac-aad4-56920065037d" providerId="ADAL" clId="{141950AE-6424-44F9-B8F8-3E30C7D8D697}" dt="2022-04-07T14:38:40.555" v="132" actId="478"/>
          <ac:spMkLst>
            <pc:docMk/>
            <pc:sldMk cId="2061653469" sldId="260"/>
            <ac:spMk id="3" creationId="{AFC3ACD5-FDF7-4FDB-A7FB-6A1ED27E2790}"/>
          </ac:spMkLst>
        </pc:spChg>
        <pc:picChg chg="add mod">
          <ac:chgData name="SERGIO SPANO'" userId="3abdd0b9-513e-40ac-aad4-56920065037d" providerId="ADAL" clId="{141950AE-6424-44F9-B8F8-3E30C7D8D697}" dt="2022-04-07T14:38:53.750" v="134" actId="1076"/>
          <ac:picMkLst>
            <pc:docMk/>
            <pc:sldMk cId="2061653469" sldId="260"/>
            <ac:picMk id="6" creationId="{367D10B9-7426-4279-BD77-C91562C513F1}"/>
          </ac:picMkLst>
        </pc:picChg>
        <pc:picChg chg="add mod">
          <ac:chgData name="SERGIO SPANO'" userId="3abdd0b9-513e-40ac-aad4-56920065037d" providerId="ADAL" clId="{141950AE-6424-44F9-B8F8-3E30C7D8D697}" dt="2022-04-07T14:39:00.253" v="136" actId="1076"/>
          <ac:picMkLst>
            <pc:docMk/>
            <pc:sldMk cId="2061653469" sldId="260"/>
            <ac:picMk id="7" creationId="{978E95CD-8F6E-469C-B4DA-9F63D088D0EC}"/>
          </ac:picMkLst>
        </pc:picChg>
      </pc:sldChg>
      <pc:sldChg chg="del">
        <pc:chgData name="SERGIO SPANO'" userId="3abdd0b9-513e-40ac-aad4-56920065037d" providerId="ADAL" clId="{141950AE-6424-44F9-B8F8-3E30C7D8D697}" dt="2022-04-07T14:27:22.619" v="39" actId="47"/>
        <pc:sldMkLst>
          <pc:docMk/>
          <pc:sldMk cId="787691870" sldId="261"/>
        </pc:sldMkLst>
      </pc:sldChg>
      <pc:sldChg chg="addSp delSp modSp new mod">
        <pc:chgData name="SERGIO SPANO'" userId="3abdd0b9-513e-40ac-aad4-56920065037d" providerId="ADAL" clId="{141950AE-6424-44F9-B8F8-3E30C7D8D697}" dt="2022-04-07T14:41:28.603" v="167" actId="1076"/>
        <pc:sldMkLst>
          <pc:docMk/>
          <pc:sldMk cId="2556970871" sldId="261"/>
        </pc:sldMkLst>
        <pc:spChg chg="mod">
          <ac:chgData name="SERGIO SPANO'" userId="3abdd0b9-513e-40ac-aad4-56920065037d" providerId="ADAL" clId="{141950AE-6424-44F9-B8F8-3E30C7D8D697}" dt="2022-04-07T14:41:09.322" v="161" actId="20577"/>
          <ac:spMkLst>
            <pc:docMk/>
            <pc:sldMk cId="2556970871" sldId="261"/>
            <ac:spMk id="2" creationId="{17443682-C322-4217-B29F-A76EB6714569}"/>
          </ac:spMkLst>
        </pc:spChg>
        <pc:spChg chg="del">
          <ac:chgData name="SERGIO SPANO'" userId="3abdd0b9-513e-40ac-aad4-56920065037d" providerId="ADAL" clId="{141950AE-6424-44F9-B8F8-3E30C7D8D697}" dt="2022-04-07T14:41:15.398" v="162" actId="478"/>
          <ac:spMkLst>
            <pc:docMk/>
            <pc:sldMk cId="2556970871" sldId="261"/>
            <ac:spMk id="3" creationId="{57118680-0D91-4D93-9672-17DCC2827CFA}"/>
          </ac:spMkLst>
        </pc:spChg>
        <pc:picChg chg="add mod">
          <ac:chgData name="SERGIO SPANO'" userId="3abdd0b9-513e-40ac-aad4-56920065037d" providerId="ADAL" clId="{141950AE-6424-44F9-B8F8-3E30C7D8D697}" dt="2022-04-07T14:41:18.933" v="163"/>
          <ac:picMkLst>
            <pc:docMk/>
            <pc:sldMk cId="2556970871" sldId="261"/>
            <ac:picMk id="6" creationId="{72FE78CD-1987-495D-B5EC-90B1DC6DB96A}"/>
          </ac:picMkLst>
        </pc:picChg>
        <pc:picChg chg="add mod">
          <ac:chgData name="SERGIO SPANO'" userId="3abdd0b9-513e-40ac-aad4-56920065037d" providerId="ADAL" clId="{141950AE-6424-44F9-B8F8-3E30C7D8D697}" dt="2022-04-07T14:41:28.603" v="167" actId="1076"/>
          <ac:picMkLst>
            <pc:docMk/>
            <pc:sldMk cId="2556970871" sldId="261"/>
            <ac:picMk id="7" creationId="{F95E0066-6CA2-4C1F-B216-219E62E0FBA3}"/>
          </ac:picMkLst>
        </pc:picChg>
      </pc:sldChg>
      <pc:sldChg chg="addSp delSp modSp new mod">
        <pc:chgData name="SERGIO SPANO'" userId="3abdd0b9-513e-40ac-aad4-56920065037d" providerId="ADAL" clId="{141950AE-6424-44F9-B8F8-3E30C7D8D697}" dt="2022-04-07T14:42:43.821" v="193" actId="1076"/>
        <pc:sldMkLst>
          <pc:docMk/>
          <pc:sldMk cId="3431364087" sldId="262"/>
        </pc:sldMkLst>
        <pc:spChg chg="mod">
          <ac:chgData name="SERGIO SPANO'" userId="3abdd0b9-513e-40ac-aad4-56920065037d" providerId="ADAL" clId="{141950AE-6424-44F9-B8F8-3E30C7D8D697}" dt="2022-04-07T14:42:17.672" v="184" actId="20577"/>
          <ac:spMkLst>
            <pc:docMk/>
            <pc:sldMk cId="3431364087" sldId="262"/>
            <ac:spMk id="2" creationId="{183810DA-F3B2-4AE0-A30E-650047FBE408}"/>
          </ac:spMkLst>
        </pc:spChg>
        <pc:spChg chg="del">
          <ac:chgData name="SERGIO SPANO'" userId="3abdd0b9-513e-40ac-aad4-56920065037d" providerId="ADAL" clId="{141950AE-6424-44F9-B8F8-3E30C7D8D697}" dt="2022-04-07T14:42:24.683" v="185" actId="478"/>
          <ac:spMkLst>
            <pc:docMk/>
            <pc:sldMk cId="3431364087" sldId="262"/>
            <ac:spMk id="3" creationId="{673DDCF8-0A55-450C-90E5-2A8E79100811}"/>
          </ac:spMkLst>
        </pc:spChg>
        <pc:picChg chg="add mod">
          <ac:chgData name="SERGIO SPANO'" userId="3abdd0b9-513e-40ac-aad4-56920065037d" providerId="ADAL" clId="{141950AE-6424-44F9-B8F8-3E30C7D8D697}" dt="2022-04-07T14:42:42.944" v="192" actId="1076"/>
          <ac:picMkLst>
            <pc:docMk/>
            <pc:sldMk cId="3431364087" sldId="262"/>
            <ac:picMk id="6" creationId="{AA84D4D1-8A79-4ECE-8EF4-7BEC74572EA3}"/>
          </ac:picMkLst>
        </pc:picChg>
        <pc:picChg chg="add mod">
          <ac:chgData name="SERGIO SPANO'" userId="3abdd0b9-513e-40ac-aad4-56920065037d" providerId="ADAL" clId="{141950AE-6424-44F9-B8F8-3E30C7D8D697}" dt="2022-04-07T14:42:43.821" v="193" actId="1076"/>
          <ac:picMkLst>
            <pc:docMk/>
            <pc:sldMk cId="3431364087" sldId="262"/>
            <ac:picMk id="7" creationId="{3C1B6204-0BE0-4AB6-A0AC-CFDA0115BA79}"/>
          </ac:picMkLst>
        </pc:picChg>
      </pc:sldChg>
      <pc:sldChg chg="del">
        <pc:chgData name="SERGIO SPANO'" userId="3abdd0b9-513e-40ac-aad4-56920065037d" providerId="ADAL" clId="{141950AE-6424-44F9-B8F8-3E30C7D8D697}" dt="2022-04-07T14:27:22.694" v="40" actId="47"/>
        <pc:sldMkLst>
          <pc:docMk/>
          <pc:sldMk cId="3495427858" sldId="262"/>
        </pc:sldMkLst>
      </pc:sldChg>
      <pc:sldChg chg="addSp delSp modSp new mod">
        <pc:chgData name="SERGIO SPANO'" userId="3abdd0b9-513e-40ac-aad4-56920065037d" providerId="ADAL" clId="{141950AE-6424-44F9-B8F8-3E30C7D8D697}" dt="2022-04-07T14:44:33.959" v="239" actId="1076"/>
        <pc:sldMkLst>
          <pc:docMk/>
          <pc:sldMk cId="306208367" sldId="263"/>
        </pc:sldMkLst>
        <pc:spChg chg="mod">
          <ac:chgData name="SERGIO SPANO'" userId="3abdd0b9-513e-40ac-aad4-56920065037d" providerId="ADAL" clId="{141950AE-6424-44F9-B8F8-3E30C7D8D697}" dt="2022-04-07T14:43:45.696" v="234" actId="20577"/>
          <ac:spMkLst>
            <pc:docMk/>
            <pc:sldMk cId="306208367" sldId="263"/>
            <ac:spMk id="2" creationId="{D9BF3189-3931-4E0B-9D3B-5FE568C0AAD4}"/>
          </ac:spMkLst>
        </pc:spChg>
        <pc:spChg chg="del">
          <ac:chgData name="SERGIO SPANO'" userId="3abdd0b9-513e-40ac-aad4-56920065037d" providerId="ADAL" clId="{141950AE-6424-44F9-B8F8-3E30C7D8D697}" dt="2022-04-07T14:43:18.942" v="219" actId="478"/>
          <ac:spMkLst>
            <pc:docMk/>
            <pc:sldMk cId="306208367" sldId="263"/>
            <ac:spMk id="3" creationId="{2017AF5F-2744-4100-9D70-56C9A251B7B3}"/>
          </ac:spMkLst>
        </pc:spChg>
        <pc:picChg chg="add del mod">
          <ac:chgData name="SERGIO SPANO'" userId="3abdd0b9-513e-40ac-aad4-56920065037d" providerId="ADAL" clId="{141950AE-6424-44F9-B8F8-3E30C7D8D697}" dt="2022-04-07T14:44:23.865" v="235" actId="478"/>
          <ac:picMkLst>
            <pc:docMk/>
            <pc:sldMk cId="306208367" sldId="263"/>
            <ac:picMk id="6" creationId="{D1780F3E-32E2-4BED-90C5-6E6483DBAA04}"/>
          </ac:picMkLst>
        </pc:picChg>
        <pc:picChg chg="add mod">
          <ac:chgData name="SERGIO SPANO'" userId="3abdd0b9-513e-40ac-aad4-56920065037d" providerId="ADAL" clId="{141950AE-6424-44F9-B8F8-3E30C7D8D697}" dt="2022-04-07T14:44:33.959" v="239" actId="1076"/>
          <ac:picMkLst>
            <pc:docMk/>
            <pc:sldMk cId="306208367" sldId="263"/>
            <ac:picMk id="7" creationId="{8A4BB36F-355B-4E94-B9FE-B31EC84084A4}"/>
          </ac:picMkLst>
        </pc:picChg>
      </pc:sldChg>
      <pc:sldChg chg="del">
        <pc:chgData name="SERGIO SPANO'" userId="3abdd0b9-513e-40ac-aad4-56920065037d" providerId="ADAL" clId="{141950AE-6424-44F9-B8F8-3E30C7D8D697}" dt="2022-04-07T14:27:22.706" v="41" actId="47"/>
        <pc:sldMkLst>
          <pc:docMk/>
          <pc:sldMk cId="2577865179" sldId="263"/>
        </pc:sldMkLst>
      </pc:sldChg>
      <pc:sldChg chg="del">
        <pc:chgData name="SERGIO SPANO'" userId="3abdd0b9-513e-40ac-aad4-56920065037d" providerId="ADAL" clId="{141950AE-6424-44F9-B8F8-3E30C7D8D697}" dt="2022-04-07T14:27:22.718" v="42" actId="47"/>
        <pc:sldMkLst>
          <pc:docMk/>
          <pc:sldMk cId="2146057155" sldId="264"/>
        </pc:sldMkLst>
      </pc:sldChg>
      <pc:sldChg chg="addSp delSp modSp new mod">
        <pc:chgData name="SERGIO SPANO'" userId="3abdd0b9-513e-40ac-aad4-56920065037d" providerId="ADAL" clId="{141950AE-6424-44F9-B8F8-3E30C7D8D697}" dt="2022-04-07T14:45:08.690" v="254" actId="1076"/>
        <pc:sldMkLst>
          <pc:docMk/>
          <pc:sldMk cId="2406218256" sldId="264"/>
        </pc:sldMkLst>
        <pc:spChg chg="mod">
          <ac:chgData name="SERGIO SPANO'" userId="3abdd0b9-513e-40ac-aad4-56920065037d" providerId="ADAL" clId="{141950AE-6424-44F9-B8F8-3E30C7D8D697}" dt="2022-04-07T14:44:52.235" v="249" actId="20577"/>
          <ac:spMkLst>
            <pc:docMk/>
            <pc:sldMk cId="2406218256" sldId="264"/>
            <ac:spMk id="2" creationId="{457CC194-F142-4AA5-A220-ECE466DD76C6}"/>
          </ac:spMkLst>
        </pc:spChg>
        <pc:spChg chg="del">
          <ac:chgData name="SERGIO SPANO'" userId="3abdd0b9-513e-40ac-aad4-56920065037d" providerId="ADAL" clId="{141950AE-6424-44F9-B8F8-3E30C7D8D697}" dt="2022-04-07T14:44:59.133" v="250" actId="478"/>
          <ac:spMkLst>
            <pc:docMk/>
            <pc:sldMk cId="2406218256" sldId="264"/>
            <ac:spMk id="3" creationId="{665D8DF8-C5C3-44C2-8D2B-48C882047D74}"/>
          </ac:spMkLst>
        </pc:spChg>
        <pc:picChg chg="add mod">
          <ac:chgData name="SERGIO SPANO'" userId="3abdd0b9-513e-40ac-aad4-56920065037d" providerId="ADAL" clId="{141950AE-6424-44F9-B8F8-3E30C7D8D697}" dt="2022-04-07T14:45:03.807" v="252" actId="1076"/>
          <ac:picMkLst>
            <pc:docMk/>
            <pc:sldMk cId="2406218256" sldId="264"/>
            <ac:picMk id="6" creationId="{6A0464C3-4C35-406F-968A-0A53E70EBBD9}"/>
          </ac:picMkLst>
        </pc:picChg>
        <pc:picChg chg="add mod">
          <ac:chgData name="SERGIO SPANO'" userId="3abdd0b9-513e-40ac-aad4-56920065037d" providerId="ADAL" clId="{141950AE-6424-44F9-B8F8-3E30C7D8D697}" dt="2022-04-07T14:45:08.690" v="254" actId="1076"/>
          <ac:picMkLst>
            <pc:docMk/>
            <pc:sldMk cId="2406218256" sldId="264"/>
            <ac:picMk id="7" creationId="{F76D0157-4ED3-445B-A75D-D0597609B084}"/>
          </ac:picMkLst>
        </pc:picChg>
      </pc:sldChg>
      <pc:sldChg chg="addSp delSp modSp add mod">
        <pc:chgData name="SERGIO SPANO'" userId="3abdd0b9-513e-40ac-aad4-56920065037d" providerId="ADAL" clId="{141950AE-6424-44F9-B8F8-3E30C7D8D697}" dt="2022-04-07T14:45:35.049" v="258" actId="1076"/>
        <pc:sldMkLst>
          <pc:docMk/>
          <pc:sldMk cId="2489361959" sldId="265"/>
        </pc:sldMkLst>
        <pc:picChg chg="del">
          <ac:chgData name="SERGIO SPANO'" userId="3abdd0b9-513e-40ac-aad4-56920065037d" providerId="ADAL" clId="{141950AE-6424-44F9-B8F8-3E30C7D8D697}" dt="2022-04-07T14:45:31.101" v="256" actId="478"/>
          <ac:picMkLst>
            <pc:docMk/>
            <pc:sldMk cId="2489361959" sldId="265"/>
            <ac:picMk id="6" creationId="{6A0464C3-4C35-406F-968A-0A53E70EBBD9}"/>
          </ac:picMkLst>
        </pc:picChg>
        <pc:picChg chg="add mod">
          <ac:chgData name="SERGIO SPANO'" userId="3abdd0b9-513e-40ac-aad4-56920065037d" providerId="ADAL" clId="{141950AE-6424-44F9-B8F8-3E30C7D8D697}" dt="2022-04-07T14:45:35.049" v="258" actId="1076"/>
          <ac:picMkLst>
            <pc:docMk/>
            <pc:sldMk cId="2489361959" sldId="265"/>
            <ac:picMk id="8" creationId="{495A2FF3-7983-4320-ACCF-40F5303870DA}"/>
          </ac:picMkLst>
        </pc:picChg>
      </pc:sldChg>
      <pc:sldChg chg="del">
        <pc:chgData name="SERGIO SPANO'" userId="3abdd0b9-513e-40ac-aad4-56920065037d" providerId="ADAL" clId="{141950AE-6424-44F9-B8F8-3E30C7D8D697}" dt="2022-04-07T14:27:22.754" v="43" actId="47"/>
        <pc:sldMkLst>
          <pc:docMk/>
          <pc:sldMk cId="2713962453" sldId="265"/>
        </pc:sldMkLst>
      </pc:sldChg>
      <pc:sldChg chg="modSp new mod">
        <pc:chgData name="SERGIO SPANO'" userId="3abdd0b9-513e-40ac-aad4-56920065037d" providerId="ADAL" clId="{141950AE-6424-44F9-B8F8-3E30C7D8D697}" dt="2022-04-07T14:48:44.408" v="383" actId="20577"/>
        <pc:sldMkLst>
          <pc:docMk/>
          <pc:sldMk cId="208749251" sldId="266"/>
        </pc:sldMkLst>
        <pc:spChg chg="mod">
          <ac:chgData name="SERGIO SPANO'" userId="3abdd0b9-513e-40ac-aad4-56920065037d" providerId="ADAL" clId="{141950AE-6424-44F9-B8F8-3E30C7D8D697}" dt="2022-04-07T14:46:57.209" v="283" actId="20577"/>
          <ac:spMkLst>
            <pc:docMk/>
            <pc:sldMk cId="208749251" sldId="266"/>
            <ac:spMk id="2" creationId="{7D67574A-6406-4C65-8B5C-B6256D2548A1}"/>
          </ac:spMkLst>
        </pc:spChg>
        <pc:spChg chg="mod">
          <ac:chgData name="SERGIO SPANO'" userId="3abdd0b9-513e-40ac-aad4-56920065037d" providerId="ADAL" clId="{141950AE-6424-44F9-B8F8-3E30C7D8D697}" dt="2022-04-07T14:48:44.408" v="383" actId="20577"/>
          <ac:spMkLst>
            <pc:docMk/>
            <pc:sldMk cId="208749251" sldId="266"/>
            <ac:spMk id="3" creationId="{30FC1F5C-7A54-4325-87D3-EEA2BA4C8F9B}"/>
          </ac:spMkLst>
        </pc:spChg>
      </pc:sldChg>
      <pc:sldChg chg="del">
        <pc:chgData name="SERGIO SPANO'" userId="3abdd0b9-513e-40ac-aad4-56920065037d" providerId="ADAL" clId="{141950AE-6424-44F9-B8F8-3E30C7D8D697}" dt="2022-04-07T14:27:22.785" v="44" actId="47"/>
        <pc:sldMkLst>
          <pc:docMk/>
          <pc:sldMk cId="2575782065" sldId="266"/>
        </pc:sldMkLst>
      </pc:sldChg>
      <pc:sldChg chg="addSp delSp modSp new mod">
        <pc:chgData name="SERGIO SPANO'" userId="3abdd0b9-513e-40ac-aad4-56920065037d" providerId="ADAL" clId="{141950AE-6424-44F9-B8F8-3E30C7D8D697}" dt="2022-04-07T14:51:57.461" v="498" actId="1076"/>
        <pc:sldMkLst>
          <pc:docMk/>
          <pc:sldMk cId="2277460798" sldId="267"/>
        </pc:sldMkLst>
        <pc:spChg chg="mod">
          <ac:chgData name="SERGIO SPANO'" userId="3abdd0b9-513e-40ac-aad4-56920065037d" providerId="ADAL" clId="{141950AE-6424-44F9-B8F8-3E30C7D8D697}" dt="2022-04-07T14:49:02.435" v="404" actId="20577"/>
          <ac:spMkLst>
            <pc:docMk/>
            <pc:sldMk cId="2277460798" sldId="267"/>
            <ac:spMk id="2" creationId="{577F896B-1C47-43F4-A486-8365DA1D228F}"/>
          </ac:spMkLst>
        </pc:spChg>
        <pc:spChg chg="del">
          <ac:chgData name="SERGIO SPANO'" userId="3abdd0b9-513e-40ac-aad4-56920065037d" providerId="ADAL" clId="{141950AE-6424-44F9-B8F8-3E30C7D8D697}" dt="2022-04-07T14:49:04.933" v="405" actId="478"/>
          <ac:spMkLst>
            <pc:docMk/>
            <pc:sldMk cId="2277460798" sldId="267"/>
            <ac:spMk id="3" creationId="{54AEE50D-0DCF-40FE-ABFE-69BA12F1E1DD}"/>
          </ac:spMkLst>
        </pc:spChg>
        <pc:spChg chg="add mod">
          <ac:chgData name="SERGIO SPANO'" userId="3abdd0b9-513e-40ac-aad4-56920065037d" providerId="ADAL" clId="{141950AE-6424-44F9-B8F8-3E30C7D8D697}" dt="2022-04-07T14:51:46.094" v="495" actId="1038"/>
          <ac:spMkLst>
            <pc:docMk/>
            <pc:sldMk cId="2277460798" sldId="267"/>
            <ac:spMk id="8" creationId="{A5751897-7600-4402-9869-494824F9B444}"/>
          </ac:spMkLst>
        </pc:spChg>
        <pc:spChg chg="add mod">
          <ac:chgData name="SERGIO SPANO'" userId="3abdd0b9-513e-40ac-aad4-56920065037d" providerId="ADAL" clId="{141950AE-6424-44F9-B8F8-3E30C7D8D697}" dt="2022-04-07T14:51:57.461" v="498" actId="1076"/>
          <ac:spMkLst>
            <pc:docMk/>
            <pc:sldMk cId="2277460798" sldId="267"/>
            <ac:spMk id="9" creationId="{245DC1F9-1E38-4528-A3DC-CDD53E3A70EC}"/>
          </ac:spMkLst>
        </pc:spChg>
        <pc:picChg chg="add del mod">
          <ac:chgData name="SERGIO SPANO'" userId="3abdd0b9-513e-40ac-aad4-56920065037d" providerId="ADAL" clId="{141950AE-6424-44F9-B8F8-3E30C7D8D697}" dt="2022-04-07T14:49:32.703" v="411" actId="478"/>
          <ac:picMkLst>
            <pc:docMk/>
            <pc:sldMk cId="2277460798" sldId="267"/>
            <ac:picMk id="6" creationId="{89F3D995-D1A0-44CA-8E5E-F9F723A64FB6}"/>
          </ac:picMkLst>
        </pc:picChg>
        <pc:picChg chg="add mod">
          <ac:chgData name="SERGIO SPANO'" userId="3abdd0b9-513e-40ac-aad4-56920065037d" providerId="ADAL" clId="{141950AE-6424-44F9-B8F8-3E30C7D8D697}" dt="2022-04-07T14:51:54.025" v="497" actId="1076"/>
          <ac:picMkLst>
            <pc:docMk/>
            <pc:sldMk cId="2277460798" sldId="267"/>
            <ac:picMk id="7" creationId="{F9BEC23B-FF54-4F88-BEB7-89F6AD5A8E7B}"/>
          </ac:picMkLst>
        </pc:picChg>
      </pc:sldChg>
      <pc:sldChg chg="del">
        <pc:chgData name="SERGIO SPANO'" userId="3abdd0b9-513e-40ac-aad4-56920065037d" providerId="ADAL" clId="{141950AE-6424-44F9-B8F8-3E30C7D8D697}" dt="2022-04-07T14:27:22.820" v="45" actId="47"/>
        <pc:sldMkLst>
          <pc:docMk/>
          <pc:sldMk cId="3910624316" sldId="267"/>
        </pc:sldMkLst>
      </pc:sldChg>
      <pc:sldChg chg="del">
        <pc:chgData name="SERGIO SPANO'" userId="3abdd0b9-513e-40ac-aad4-56920065037d" providerId="ADAL" clId="{141950AE-6424-44F9-B8F8-3E30C7D8D697}" dt="2022-04-07T14:27:23.923" v="46" actId="47"/>
        <pc:sldMkLst>
          <pc:docMk/>
          <pc:sldMk cId="643271485" sldId="268"/>
        </pc:sldMkLst>
      </pc:sldChg>
      <pc:sldChg chg="addSp modSp new mod">
        <pc:chgData name="SERGIO SPANO'" userId="3abdd0b9-513e-40ac-aad4-56920065037d" providerId="ADAL" clId="{141950AE-6424-44F9-B8F8-3E30C7D8D697}" dt="2022-04-07T14:52:13.465" v="506" actId="20577"/>
        <pc:sldMkLst>
          <pc:docMk/>
          <pc:sldMk cId="2945420473" sldId="268"/>
        </pc:sldMkLst>
        <pc:spChg chg="mod">
          <ac:chgData name="SERGIO SPANO'" userId="3abdd0b9-513e-40ac-aad4-56920065037d" providerId="ADAL" clId="{141950AE-6424-44F9-B8F8-3E30C7D8D697}" dt="2022-04-07T14:49:54.211" v="438" actId="20577"/>
          <ac:spMkLst>
            <pc:docMk/>
            <pc:sldMk cId="2945420473" sldId="268"/>
            <ac:spMk id="2" creationId="{77448E7C-4C50-4CDE-A50B-18DCBB14DA82}"/>
          </ac:spMkLst>
        </pc:spChg>
        <pc:spChg chg="mod">
          <ac:chgData name="SERGIO SPANO'" userId="3abdd0b9-513e-40ac-aad4-56920065037d" providerId="ADAL" clId="{141950AE-6424-44F9-B8F8-3E30C7D8D697}" dt="2022-04-07T14:52:13.465" v="506" actId="20577"/>
          <ac:spMkLst>
            <pc:docMk/>
            <pc:sldMk cId="2945420473" sldId="268"/>
            <ac:spMk id="3" creationId="{77F5F648-E0F1-4F00-9D7D-776BFE773B1B}"/>
          </ac:spMkLst>
        </pc:spChg>
        <pc:picChg chg="add mod">
          <ac:chgData name="SERGIO SPANO'" userId="3abdd0b9-513e-40ac-aad4-56920065037d" providerId="ADAL" clId="{141950AE-6424-44F9-B8F8-3E30C7D8D697}" dt="2022-04-07T14:50:58.061" v="443" actId="1076"/>
          <ac:picMkLst>
            <pc:docMk/>
            <pc:sldMk cId="2945420473" sldId="268"/>
            <ac:picMk id="1026" creationId="{A95C66A9-04AA-43E1-AE38-114C2CDEA843}"/>
          </ac:picMkLst>
        </pc:picChg>
      </pc:sldChg>
      <pc:sldChg chg="addSp modSp new mod">
        <pc:chgData name="SERGIO SPANO'" userId="3abdd0b9-513e-40ac-aad4-56920065037d" providerId="ADAL" clId="{141950AE-6424-44F9-B8F8-3E30C7D8D697}" dt="2022-04-07T14:57:11.616" v="853" actId="20577"/>
        <pc:sldMkLst>
          <pc:docMk/>
          <pc:sldMk cId="477011363" sldId="269"/>
        </pc:sldMkLst>
        <pc:spChg chg="mod">
          <ac:chgData name="SERGIO SPANO'" userId="3abdd0b9-513e-40ac-aad4-56920065037d" providerId="ADAL" clId="{141950AE-6424-44F9-B8F8-3E30C7D8D697}" dt="2022-04-07T14:53:52.350" v="541" actId="20577"/>
          <ac:spMkLst>
            <pc:docMk/>
            <pc:sldMk cId="477011363" sldId="269"/>
            <ac:spMk id="2" creationId="{33C225EF-63EF-43B8-934F-529950B89191}"/>
          </ac:spMkLst>
        </pc:spChg>
        <pc:spChg chg="mod">
          <ac:chgData name="SERGIO SPANO'" userId="3abdd0b9-513e-40ac-aad4-56920065037d" providerId="ADAL" clId="{141950AE-6424-44F9-B8F8-3E30C7D8D697}" dt="2022-04-07T14:57:11.616" v="853" actId="20577"/>
          <ac:spMkLst>
            <pc:docMk/>
            <pc:sldMk cId="477011363" sldId="269"/>
            <ac:spMk id="3" creationId="{84120F72-98A0-4972-8EB9-4D517A891D65}"/>
          </ac:spMkLst>
        </pc:spChg>
        <pc:picChg chg="add mod">
          <ac:chgData name="SERGIO SPANO'" userId="3abdd0b9-513e-40ac-aad4-56920065037d" providerId="ADAL" clId="{141950AE-6424-44F9-B8F8-3E30C7D8D697}" dt="2022-04-07T14:56:58.075" v="813" actId="14100"/>
          <ac:picMkLst>
            <pc:docMk/>
            <pc:sldMk cId="477011363" sldId="269"/>
            <ac:picMk id="6" creationId="{2F892F3F-2DA2-4D0D-AF8D-9D26A5B9DA2E}"/>
          </ac:picMkLst>
        </pc:picChg>
      </pc:sldChg>
      <pc:sldChg chg="del">
        <pc:chgData name="SERGIO SPANO'" userId="3abdd0b9-513e-40ac-aad4-56920065037d" providerId="ADAL" clId="{141950AE-6424-44F9-B8F8-3E30C7D8D697}" dt="2022-04-07T14:27:24.446" v="47" actId="47"/>
        <pc:sldMkLst>
          <pc:docMk/>
          <pc:sldMk cId="1882528860" sldId="269"/>
        </pc:sldMkLst>
      </pc:sldChg>
      <pc:sldChg chg="del">
        <pc:chgData name="SERGIO SPANO'" userId="3abdd0b9-513e-40ac-aad4-56920065037d" providerId="ADAL" clId="{141950AE-6424-44F9-B8F8-3E30C7D8D697}" dt="2022-04-07T14:27:24.485" v="48" actId="47"/>
        <pc:sldMkLst>
          <pc:docMk/>
          <pc:sldMk cId="309781755" sldId="270"/>
        </pc:sldMkLst>
      </pc:sldChg>
      <pc:sldChg chg="addSp delSp modSp new mod">
        <pc:chgData name="SERGIO SPANO'" userId="3abdd0b9-513e-40ac-aad4-56920065037d" providerId="ADAL" clId="{141950AE-6424-44F9-B8F8-3E30C7D8D697}" dt="2022-04-07T15:01:22.350" v="978" actId="20577"/>
        <pc:sldMkLst>
          <pc:docMk/>
          <pc:sldMk cId="3826015998" sldId="270"/>
        </pc:sldMkLst>
        <pc:spChg chg="mod">
          <ac:chgData name="SERGIO SPANO'" userId="3abdd0b9-513e-40ac-aad4-56920065037d" providerId="ADAL" clId="{141950AE-6424-44F9-B8F8-3E30C7D8D697}" dt="2022-04-07T15:01:22.350" v="978" actId="20577"/>
          <ac:spMkLst>
            <pc:docMk/>
            <pc:sldMk cId="3826015998" sldId="270"/>
            <ac:spMk id="2" creationId="{B986C64C-4B64-4204-8A43-B4E88DEA6AE4}"/>
          </ac:spMkLst>
        </pc:spChg>
        <pc:spChg chg="mod">
          <ac:chgData name="SERGIO SPANO'" userId="3abdd0b9-513e-40ac-aad4-56920065037d" providerId="ADAL" clId="{141950AE-6424-44F9-B8F8-3E30C7D8D697}" dt="2022-04-07T14:59:36.197" v="904" actId="20577"/>
          <ac:spMkLst>
            <pc:docMk/>
            <pc:sldMk cId="3826015998" sldId="270"/>
            <ac:spMk id="3" creationId="{16A5E38E-8DD7-457E-99E8-A134AB6079FC}"/>
          </ac:spMkLst>
        </pc:spChg>
        <pc:spChg chg="mod">
          <ac:chgData name="SERGIO SPANO'" userId="3abdd0b9-513e-40ac-aad4-56920065037d" providerId="ADAL" clId="{141950AE-6424-44F9-B8F8-3E30C7D8D697}" dt="2022-04-07T14:58:20.507" v="888"/>
          <ac:spMkLst>
            <pc:docMk/>
            <pc:sldMk cId="3826015998" sldId="270"/>
            <ac:spMk id="11" creationId="{648DAADE-7131-4FF5-AA9A-F07582BCF853}"/>
          </ac:spMkLst>
        </pc:spChg>
        <pc:spChg chg="mod">
          <ac:chgData name="SERGIO SPANO'" userId="3abdd0b9-513e-40ac-aad4-56920065037d" providerId="ADAL" clId="{141950AE-6424-44F9-B8F8-3E30C7D8D697}" dt="2022-04-07T14:58:20.507" v="888"/>
          <ac:spMkLst>
            <pc:docMk/>
            <pc:sldMk cId="3826015998" sldId="270"/>
            <ac:spMk id="12" creationId="{A47435FD-67C5-401A-A172-E50CDD578637}"/>
          </ac:spMkLst>
        </pc:spChg>
        <pc:spChg chg="mod">
          <ac:chgData name="SERGIO SPANO'" userId="3abdd0b9-513e-40ac-aad4-56920065037d" providerId="ADAL" clId="{141950AE-6424-44F9-B8F8-3E30C7D8D697}" dt="2022-04-07T14:58:20.507" v="888"/>
          <ac:spMkLst>
            <pc:docMk/>
            <pc:sldMk cId="3826015998" sldId="270"/>
            <ac:spMk id="13" creationId="{ECB32375-8900-4074-BDC9-96E84326BA31}"/>
          </ac:spMkLst>
        </pc:spChg>
        <pc:spChg chg="mod">
          <ac:chgData name="SERGIO SPANO'" userId="3abdd0b9-513e-40ac-aad4-56920065037d" providerId="ADAL" clId="{141950AE-6424-44F9-B8F8-3E30C7D8D697}" dt="2022-04-07T14:58:20.507" v="888"/>
          <ac:spMkLst>
            <pc:docMk/>
            <pc:sldMk cId="3826015998" sldId="270"/>
            <ac:spMk id="26" creationId="{D5941356-DC26-4905-ACDF-84EBC6CBE47C}"/>
          </ac:spMkLst>
        </pc:spChg>
        <pc:spChg chg="mod">
          <ac:chgData name="SERGIO SPANO'" userId="3abdd0b9-513e-40ac-aad4-56920065037d" providerId="ADAL" clId="{141950AE-6424-44F9-B8F8-3E30C7D8D697}" dt="2022-04-07T14:58:20.507" v="888"/>
          <ac:spMkLst>
            <pc:docMk/>
            <pc:sldMk cId="3826015998" sldId="270"/>
            <ac:spMk id="27" creationId="{EE54AF4E-5129-409A-A937-3987FB14EDCE}"/>
          </ac:spMkLst>
        </pc:spChg>
        <pc:spChg chg="mod">
          <ac:chgData name="SERGIO SPANO'" userId="3abdd0b9-513e-40ac-aad4-56920065037d" providerId="ADAL" clId="{141950AE-6424-44F9-B8F8-3E30C7D8D697}" dt="2022-04-07T14:58:20.507" v="888"/>
          <ac:spMkLst>
            <pc:docMk/>
            <pc:sldMk cId="3826015998" sldId="270"/>
            <ac:spMk id="29" creationId="{65452DDC-83DA-4535-BA37-78BABE94A1F4}"/>
          </ac:spMkLst>
        </pc:spChg>
        <pc:spChg chg="mod">
          <ac:chgData name="SERGIO SPANO'" userId="3abdd0b9-513e-40ac-aad4-56920065037d" providerId="ADAL" clId="{141950AE-6424-44F9-B8F8-3E30C7D8D697}" dt="2022-04-07T14:58:20.507" v="888"/>
          <ac:spMkLst>
            <pc:docMk/>
            <pc:sldMk cId="3826015998" sldId="270"/>
            <ac:spMk id="32" creationId="{38527559-6B1E-4A21-9FA6-9490D666BBCD}"/>
          </ac:spMkLst>
        </pc:spChg>
        <pc:spChg chg="mod">
          <ac:chgData name="SERGIO SPANO'" userId="3abdd0b9-513e-40ac-aad4-56920065037d" providerId="ADAL" clId="{141950AE-6424-44F9-B8F8-3E30C7D8D697}" dt="2022-04-07T14:58:20.507" v="888"/>
          <ac:spMkLst>
            <pc:docMk/>
            <pc:sldMk cId="3826015998" sldId="270"/>
            <ac:spMk id="33" creationId="{640A1047-C8BA-4854-845C-A77D0DA4E250}"/>
          </ac:spMkLst>
        </pc:spChg>
        <pc:spChg chg="mod">
          <ac:chgData name="SERGIO SPANO'" userId="3abdd0b9-513e-40ac-aad4-56920065037d" providerId="ADAL" clId="{141950AE-6424-44F9-B8F8-3E30C7D8D697}" dt="2022-04-07T14:58:20.507" v="888"/>
          <ac:spMkLst>
            <pc:docMk/>
            <pc:sldMk cId="3826015998" sldId="270"/>
            <ac:spMk id="34" creationId="{D6BC1BD4-8FC0-4634-A196-2118AC333BC7}"/>
          </ac:spMkLst>
        </pc:spChg>
        <pc:spChg chg="mod">
          <ac:chgData name="SERGIO SPANO'" userId="3abdd0b9-513e-40ac-aad4-56920065037d" providerId="ADAL" clId="{141950AE-6424-44F9-B8F8-3E30C7D8D697}" dt="2022-04-07T14:58:20.507" v="888"/>
          <ac:spMkLst>
            <pc:docMk/>
            <pc:sldMk cId="3826015998" sldId="270"/>
            <ac:spMk id="35" creationId="{F9E145D4-BAC9-4FEF-BFEB-BF5C42BBF635}"/>
          </ac:spMkLst>
        </pc:spChg>
        <pc:spChg chg="mod">
          <ac:chgData name="SERGIO SPANO'" userId="3abdd0b9-513e-40ac-aad4-56920065037d" providerId="ADAL" clId="{141950AE-6424-44F9-B8F8-3E30C7D8D697}" dt="2022-04-07T14:58:20.507" v="888"/>
          <ac:spMkLst>
            <pc:docMk/>
            <pc:sldMk cId="3826015998" sldId="270"/>
            <ac:spMk id="36" creationId="{64BE9D25-11F3-461F-B992-CA26CD0649BC}"/>
          </ac:spMkLst>
        </pc:spChg>
        <pc:spChg chg="mod">
          <ac:chgData name="SERGIO SPANO'" userId="3abdd0b9-513e-40ac-aad4-56920065037d" providerId="ADAL" clId="{141950AE-6424-44F9-B8F8-3E30C7D8D697}" dt="2022-04-07T14:58:20.507" v="888"/>
          <ac:spMkLst>
            <pc:docMk/>
            <pc:sldMk cId="3826015998" sldId="270"/>
            <ac:spMk id="54" creationId="{3C507175-3AFF-4C7B-8E33-80C1754E7793}"/>
          </ac:spMkLst>
        </pc:spChg>
        <pc:spChg chg="mod">
          <ac:chgData name="SERGIO SPANO'" userId="3abdd0b9-513e-40ac-aad4-56920065037d" providerId="ADAL" clId="{141950AE-6424-44F9-B8F8-3E30C7D8D697}" dt="2022-04-07T14:58:20.507" v="888"/>
          <ac:spMkLst>
            <pc:docMk/>
            <pc:sldMk cId="3826015998" sldId="270"/>
            <ac:spMk id="84" creationId="{2B98B721-B3DE-4D10-8940-B3DEE1843FE5}"/>
          </ac:spMkLst>
        </pc:spChg>
        <pc:spChg chg="mod">
          <ac:chgData name="SERGIO SPANO'" userId="3abdd0b9-513e-40ac-aad4-56920065037d" providerId="ADAL" clId="{141950AE-6424-44F9-B8F8-3E30C7D8D697}" dt="2022-04-07T14:58:20.507" v="888"/>
          <ac:spMkLst>
            <pc:docMk/>
            <pc:sldMk cId="3826015998" sldId="270"/>
            <ac:spMk id="91" creationId="{93677FA0-9FE9-4AFB-969A-BD3360DEC8BC}"/>
          </ac:spMkLst>
        </pc:spChg>
        <pc:grpChg chg="add del mod">
          <ac:chgData name="SERGIO SPANO'" userId="3abdd0b9-513e-40ac-aad4-56920065037d" providerId="ADAL" clId="{141950AE-6424-44F9-B8F8-3E30C7D8D697}" dt="2022-04-07T14:59:14.532" v="897" actId="478"/>
          <ac:grpSpMkLst>
            <pc:docMk/>
            <pc:sldMk cId="3826015998" sldId="270"/>
            <ac:grpSpMk id="7" creationId="{4039CD8E-146D-49AF-A456-1DD8DF1088FB}"/>
          </ac:grpSpMkLst>
        </pc:grpChg>
        <pc:grpChg chg="mod">
          <ac:chgData name="SERGIO SPANO'" userId="3abdd0b9-513e-40ac-aad4-56920065037d" providerId="ADAL" clId="{141950AE-6424-44F9-B8F8-3E30C7D8D697}" dt="2022-04-07T14:58:20.507" v="888"/>
          <ac:grpSpMkLst>
            <pc:docMk/>
            <pc:sldMk cId="3826015998" sldId="270"/>
            <ac:grpSpMk id="18" creationId="{33A14AAC-395E-4C8C-A2E4-C54B378995C1}"/>
          </ac:grpSpMkLst>
        </pc:grpChg>
        <pc:grpChg chg="mod">
          <ac:chgData name="SERGIO SPANO'" userId="3abdd0b9-513e-40ac-aad4-56920065037d" providerId="ADAL" clId="{141950AE-6424-44F9-B8F8-3E30C7D8D697}" dt="2022-04-07T14:58:20.507" v="888"/>
          <ac:grpSpMkLst>
            <pc:docMk/>
            <pc:sldMk cId="3826015998" sldId="270"/>
            <ac:grpSpMk id="30" creationId="{200CD99F-12AE-4732-A446-C0D6A2CD56BF}"/>
          </ac:grpSpMkLst>
        </pc:grpChg>
        <pc:grpChg chg="mod">
          <ac:chgData name="SERGIO SPANO'" userId="3abdd0b9-513e-40ac-aad4-56920065037d" providerId="ADAL" clId="{141950AE-6424-44F9-B8F8-3E30C7D8D697}" dt="2022-04-07T14:58:20.507" v="888"/>
          <ac:grpSpMkLst>
            <pc:docMk/>
            <pc:sldMk cId="3826015998" sldId="270"/>
            <ac:grpSpMk id="37" creationId="{FABE27C4-B414-40B6-8203-CCBD8A8CE5A9}"/>
          </ac:grpSpMkLst>
        </pc:grpChg>
        <pc:grpChg chg="mod">
          <ac:chgData name="SERGIO SPANO'" userId="3abdd0b9-513e-40ac-aad4-56920065037d" providerId="ADAL" clId="{141950AE-6424-44F9-B8F8-3E30C7D8D697}" dt="2022-04-07T14:58:20.507" v="888"/>
          <ac:grpSpMkLst>
            <pc:docMk/>
            <pc:sldMk cId="3826015998" sldId="270"/>
            <ac:grpSpMk id="38" creationId="{6CCCCA98-BCD9-43D8-801F-D028C790D175}"/>
          </ac:grpSpMkLst>
        </pc:grpChg>
        <pc:grpChg chg="mod">
          <ac:chgData name="SERGIO SPANO'" userId="3abdd0b9-513e-40ac-aad4-56920065037d" providerId="ADAL" clId="{141950AE-6424-44F9-B8F8-3E30C7D8D697}" dt="2022-04-07T14:58:20.507" v="888"/>
          <ac:grpSpMkLst>
            <pc:docMk/>
            <pc:sldMk cId="3826015998" sldId="270"/>
            <ac:grpSpMk id="39" creationId="{B3E5F4CF-BD8A-4F36-B01B-E571FDCE6102}"/>
          </ac:grpSpMkLst>
        </pc:grpChg>
        <pc:grpChg chg="mod">
          <ac:chgData name="SERGIO SPANO'" userId="3abdd0b9-513e-40ac-aad4-56920065037d" providerId="ADAL" clId="{141950AE-6424-44F9-B8F8-3E30C7D8D697}" dt="2022-04-07T14:58:20.507" v="888"/>
          <ac:grpSpMkLst>
            <pc:docMk/>
            <pc:sldMk cId="3826015998" sldId="270"/>
            <ac:grpSpMk id="40" creationId="{976E7D1D-5FC1-4C94-8401-5082F49D12D8}"/>
          </ac:grpSpMkLst>
        </pc:grpChg>
        <pc:picChg chg="add del mod">
          <ac:chgData name="SERGIO SPANO'" userId="3abdd0b9-513e-40ac-aad4-56920065037d" providerId="ADAL" clId="{141950AE-6424-44F9-B8F8-3E30C7D8D697}" dt="2022-04-07T14:58:50.990" v="892" actId="478"/>
          <ac:picMkLst>
            <pc:docMk/>
            <pc:sldMk cId="3826015998" sldId="270"/>
            <ac:picMk id="6" creationId="{434D9F63-8A1C-4DED-9DE2-2E4E950FE8BA}"/>
          </ac:picMkLst>
        </pc:picChg>
        <pc:picChg chg="add mod">
          <ac:chgData name="SERGIO SPANO'" userId="3abdd0b9-513e-40ac-aad4-56920065037d" providerId="ADAL" clId="{141950AE-6424-44F9-B8F8-3E30C7D8D697}" dt="2022-04-07T14:59:40.152" v="905" actId="1076"/>
          <ac:picMkLst>
            <pc:docMk/>
            <pc:sldMk cId="3826015998" sldId="270"/>
            <ac:picMk id="2050" creationId="{2FA00B2F-0783-49C3-9933-CD77375A4562}"/>
          </ac:picMkLst>
        </pc:picChg>
        <pc:cxnChg chg="mod">
          <ac:chgData name="SERGIO SPANO'" userId="3abdd0b9-513e-40ac-aad4-56920065037d" providerId="ADAL" clId="{141950AE-6424-44F9-B8F8-3E30C7D8D697}" dt="2022-04-07T14:58:20.507" v="888"/>
          <ac:cxnSpMkLst>
            <pc:docMk/>
            <pc:sldMk cId="3826015998" sldId="270"/>
            <ac:cxnSpMk id="8" creationId="{505ED537-F24A-49EF-9A07-E872F4F9F96F}"/>
          </ac:cxnSpMkLst>
        </pc:cxnChg>
        <pc:cxnChg chg="mod">
          <ac:chgData name="SERGIO SPANO'" userId="3abdd0b9-513e-40ac-aad4-56920065037d" providerId="ADAL" clId="{141950AE-6424-44F9-B8F8-3E30C7D8D697}" dt="2022-04-07T14:58:20.507" v="888"/>
          <ac:cxnSpMkLst>
            <pc:docMk/>
            <pc:sldMk cId="3826015998" sldId="270"/>
            <ac:cxnSpMk id="9" creationId="{79C5F1B2-AEA5-4581-90FE-B6A7C4D3E382}"/>
          </ac:cxnSpMkLst>
        </pc:cxnChg>
        <pc:cxnChg chg="mod">
          <ac:chgData name="SERGIO SPANO'" userId="3abdd0b9-513e-40ac-aad4-56920065037d" providerId="ADAL" clId="{141950AE-6424-44F9-B8F8-3E30C7D8D697}" dt="2022-04-07T14:58:20.507" v="888"/>
          <ac:cxnSpMkLst>
            <pc:docMk/>
            <pc:sldMk cId="3826015998" sldId="270"/>
            <ac:cxnSpMk id="10" creationId="{B5AE4916-DC79-4EF6-A810-408784E111D8}"/>
          </ac:cxnSpMkLst>
        </pc:cxnChg>
        <pc:cxnChg chg="mod">
          <ac:chgData name="SERGIO SPANO'" userId="3abdd0b9-513e-40ac-aad4-56920065037d" providerId="ADAL" clId="{141950AE-6424-44F9-B8F8-3E30C7D8D697}" dt="2022-04-07T14:58:20.507" v="888"/>
          <ac:cxnSpMkLst>
            <pc:docMk/>
            <pc:sldMk cId="3826015998" sldId="270"/>
            <ac:cxnSpMk id="14" creationId="{106D201D-D322-4063-9003-54362DFE341D}"/>
          </ac:cxnSpMkLst>
        </pc:cxnChg>
        <pc:cxnChg chg="mod">
          <ac:chgData name="SERGIO SPANO'" userId="3abdd0b9-513e-40ac-aad4-56920065037d" providerId="ADAL" clId="{141950AE-6424-44F9-B8F8-3E30C7D8D697}" dt="2022-04-07T14:58:20.507" v="888"/>
          <ac:cxnSpMkLst>
            <pc:docMk/>
            <pc:sldMk cId="3826015998" sldId="270"/>
            <ac:cxnSpMk id="15" creationId="{FB6F5DE6-8210-4D7B-8838-CD475561B99E}"/>
          </ac:cxnSpMkLst>
        </pc:cxnChg>
        <pc:cxnChg chg="mod">
          <ac:chgData name="SERGIO SPANO'" userId="3abdd0b9-513e-40ac-aad4-56920065037d" providerId="ADAL" clId="{141950AE-6424-44F9-B8F8-3E30C7D8D697}" dt="2022-04-07T14:58:20.507" v="888"/>
          <ac:cxnSpMkLst>
            <pc:docMk/>
            <pc:sldMk cId="3826015998" sldId="270"/>
            <ac:cxnSpMk id="16" creationId="{ABEBDF88-8615-4106-979A-D7E689822EF0}"/>
          </ac:cxnSpMkLst>
        </pc:cxnChg>
        <pc:cxnChg chg="mod">
          <ac:chgData name="SERGIO SPANO'" userId="3abdd0b9-513e-40ac-aad4-56920065037d" providerId="ADAL" clId="{141950AE-6424-44F9-B8F8-3E30C7D8D697}" dt="2022-04-07T14:58:20.507" v="888"/>
          <ac:cxnSpMkLst>
            <pc:docMk/>
            <pc:sldMk cId="3826015998" sldId="270"/>
            <ac:cxnSpMk id="17" creationId="{A553750A-1FA6-424E-B9AC-115392A6EF84}"/>
          </ac:cxnSpMkLst>
        </pc:cxnChg>
        <pc:cxnChg chg="mod">
          <ac:chgData name="SERGIO SPANO'" userId="3abdd0b9-513e-40ac-aad4-56920065037d" providerId="ADAL" clId="{141950AE-6424-44F9-B8F8-3E30C7D8D697}" dt="2022-04-07T14:58:20.507" v="888"/>
          <ac:cxnSpMkLst>
            <pc:docMk/>
            <pc:sldMk cId="3826015998" sldId="270"/>
            <ac:cxnSpMk id="19" creationId="{5F4B65F0-7E95-4438-8CE1-52A130AD3C79}"/>
          </ac:cxnSpMkLst>
        </pc:cxnChg>
        <pc:cxnChg chg="mod">
          <ac:chgData name="SERGIO SPANO'" userId="3abdd0b9-513e-40ac-aad4-56920065037d" providerId="ADAL" clId="{141950AE-6424-44F9-B8F8-3E30C7D8D697}" dt="2022-04-07T14:58:20.507" v="888"/>
          <ac:cxnSpMkLst>
            <pc:docMk/>
            <pc:sldMk cId="3826015998" sldId="270"/>
            <ac:cxnSpMk id="20" creationId="{8EA7162E-0771-4009-9D7C-07AD0F4D3D47}"/>
          </ac:cxnSpMkLst>
        </pc:cxnChg>
        <pc:cxnChg chg="mod">
          <ac:chgData name="SERGIO SPANO'" userId="3abdd0b9-513e-40ac-aad4-56920065037d" providerId="ADAL" clId="{141950AE-6424-44F9-B8F8-3E30C7D8D697}" dt="2022-04-07T14:58:20.507" v="888"/>
          <ac:cxnSpMkLst>
            <pc:docMk/>
            <pc:sldMk cId="3826015998" sldId="270"/>
            <ac:cxnSpMk id="21" creationId="{BFF2B683-7E7D-4CEC-AEB0-1E675693D692}"/>
          </ac:cxnSpMkLst>
        </pc:cxnChg>
        <pc:cxnChg chg="mod">
          <ac:chgData name="SERGIO SPANO'" userId="3abdd0b9-513e-40ac-aad4-56920065037d" providerId="ADAL" clId="{141950AE-6424-44F9-B8F8-3E30C7D8D697}" dt="2022-04-07T14:58:20.507" v="888"/>
          <ac:cxnSpMkLst>
            <pc:docMk/>
            <pc:sldMk cId="3826015998" sldId="270"/>
            <ac:cxnSpMk id="22" creationId="{225F6FE9-B3E6-479A-B3E3-CBDD2C811F2D}"/>
          </ac:cxnSpMkLst>
        </pc:cxnChg>
        <pc:cxnChg chg="mod">
          <ac:chgData name="SERGIO SPANO'" userId="3abdd0b9-513e-40ac-aad4-56920065037d" providerId="ADAL" clId="{141950AE-6424-44F9-B8F8-3E30C7D8D697}" dt="2022-04-07T14:58:20.507" v="888"/>
          <ac:cxnSpMkLst>
            <pc:docMk/>
            <pc:sldMk cId="3826015998" sldId="270"/>
            <ac:cxnSpMk id="23" creationId="{C20750A7-D4AD-4C46-A838-1AE182B4263E}"/>
          </ac:cxnSpMkLst>
        </pc:cxnChg>
        <pc:cxnChg chg="mod">
          <ac:chgData name="SERGIO SPANO'" userId="3abdd0b9-513e-40ac-aad4-56920065037d" providerId="ADAL" clId="{141950AE-6424-44F9-B8F8-3E30C7D8D697}" dt="2022-04-07T14:58:20.507" v="888"/>
          <ac:cxnSpMkLst>
            <pc:docMk/>
            <pc:sldMk cId="3826015998" sldId="270"/>
            <ac:cxnSpMk id="24" creationId="{F4F93DFD-C8FF-4564-833C-039276416072}"/>
          </ac:cxnSpMkLst>
        </pc:cxnChg>
        <pc:cxnChg chg="mod">
          <ac:chgData name="SERGIO SPANO'" userId="3abdd0b9-513e-40ac-aad4-56920065037d" providerId="ADAL" clId="{141950AE-6424-44F9-B8F8-3E30C7D8D697}" dt="2022-04-07T14:58:20.507" v="888"/>
          <ac:cxnSpMkLst>
            <pc:docMk/>
            <pc:sldMk cId="3826015998" sldId="270"/>
            <ac:cxnSpMk id="25" creationId="{816330D2-398D-4010-BE49-4DDE645583E8}"/>
          </ac:cxnSpMkLst>
        </pc:cxnChg>
        <pc:cxnChg chg="mod">
          <ac:chgData name="SERGIO SPANO'" userId="3abdd0b9-513e-40ac-aad4-56920065037d" providerId="ADAL" clId="{141950AE-6424-44F9-B8F8-3E30C7D8D697}" dt="2022-04-07T14:58:20.507" v="888"/>
          <ac:cxnSpMkLst>
            <pc:docMk/>
            <pc:sldMk cId="3826015998" sldId="270"/>
            <ac:cxnSpMk id="28" creationId="{C906C824-6112-49BB-99F5-1F2BF4D71A6B}"/>
          </ac:cxnSpMkLst>
        </pc:cxnChg>
        <pc:cxnChg chg="mod">
          <ac:chgData name="SERGIO SPANO'" userId="3abdd0b9-513e-40ac-aad4-56920065037d" providerId="ADAL" clId="{141950AE-6424-44F9-B8F8-3E30C7D8D697}" dt="2022-04-07T14:58:20.507" v="888"/>
          <ac:cxnSpMkLst>
            <pc:docMk/>
            <pc:sldMk cId="3826015998" sldId="270"/>
            <ac:cxnSpMk id="31" creationId="{42542B57-E369-4288-9A65-90202C81B4E4}"/>
          </ac:cxnSpMkLst>
        </pc:cxnChg>
        <pc:cxnChg chg="mod">
          <ac:chgData name="SERGIO SPANO'" userId="3abdd0b9-513e-40ac-aad4-56920065037d" providerId="ADAL" clId="{141950AE-6424-44F9-B8F8-3E30C7D8D697}" dt="2022-04-07T14:58:20.507" v="888"/>
          <ac:cxnSpMkLst>
            <pc:docMk/>
            <pc:sldMk cId="3826015998" sldId="270"/>
            <ac:cxnSpMk id="41" creationId="{A57E342F-4DB5-419A-BC77-479708F64B71}"/>
          </ac:cxnSpMkLst>
        </pc:cxnChg>
        <pc:cxnChg chg="mod">
          <ac:chgData name="SERGIO SPANO'" userId="3abdd0b9-513e-40ac-aad4-56920065037d" providerId="ADAL" clId="{141950AE-6424-44F9-B8F8-3E30C7D8D697}" dt="2022-04-07T14:58:20.507" v="888"/>
          <ac:cxnSpMkLst>
            <pc:docMk/>
            <pc:sldMk cId="3826015998" sldId="270"/>
            <ac:cxnSpMk id="42" creationId="{8E76F28D-222F-4C46-B426-51C195480184}"/>
          </ac:cxnSpMkLst>
        </pc:cxnChg>
        <pc:cxnChg chg="mod">
          <ac:chgData name="SERGIO SPANO'" userId="3abdd0b9-513e-40ac-aad4-56920065037d" providerId="ADAL" clId="{141950AE-6424-44F9-B8F8-3E30C7D8D697}" dt="2022-04-07T14:58:20.507" v="888"/>
          <ac:cxnSpMkLst>
            <pc:docMk/>
            <pc:sldMk cId="3826015998" sldId="270"/>
            <ac:cxnSpMk id="43" creationId="{A4899EB0-95CA-4FFD-ADA4-A4D19BD5059B}"/>
          </ac:cxnSpMkLst>
        </pc:cxnChg>
        <pc:cxnChg chg="mod">
          <ac:chgData name="SERGIO SPANO'" userId="3abdd0b9-513e-40ac-aad4-56920065037d" providerId="ADAL" clId="{141950AE-6424-44F9-B8F8-3E30C7D8D697}" dt="2022-04-07T14:58:20.507" v="888"/>
          <ac:cxnSpMkLst>
            <pc:docMk/>
            <pc:sldMk cId="3826015998" sldId="270"/>
            <ac:cxnSpMk id="44" creationId="{036F7001-44B0-4D81-8EE0-46212D132C43}"/>
          </ac:cxnSpMkLst>
        </pc:cxnChg>
        <pc:cxnChg chg="mod">
          <ac:chgData name="SERGIO SPANO'" userId="3abdd0b9-513e-40ac-aad4-56920065037d" providerId="ADAL" clId="{141950AE-6424-44F9-B8F8-3E30C7D8D697}" dt="2022-04-07T14:58:20.507" v="888"/>
          <ac:cxnSpMkLst>
            <pc:docMk/>
            <pc:sldMk cId="3826015998" sldId="270"/>
            <ac:cxnSpMk id="45" creationId="{427CBF13-B8F5-44B3-AF83-4E4BF3B59B0C}"/>
          </ac:cxnSpMkLst>
        </pc:cxnChg>
        <pc:cxnChg chg="mod">
          <ac:chgData name="SERGIO SPANO'" userId="3abdd0b9-513e-40ac-aad4-56920065037d" providerId="ADAL" clId="{141950AE-6424-44F9-B8F8-3E30C7D8D697}" dt="2022-04-07T14:58:20.507" v="888"/>
          <ac:cxnSpMkLst>
            <pc:docMk/>
            <pc:sldMk cId="3826015998" sldId="270"/>
            <ac:cxnSpMk id="46" creationId="{E57DA127-6A45-46EF-A810-CFAC7B30D5C9}"/>
          </ac:cxnSpMkLst>
        </pc:cxnChg>
        <pc:cxnChg chg="mod">
          <ac:chgData name="SERGIO SPANO'" userId="3abdd0b9-513e-40ac-aad4-56920065037d" providerId="ADAL" clId="{141950AE-6424-44F9-B8F8-3E30C7D8D697}" dt="2022-04-07T14:58:20.507" v="888"/>
          <ac:cxnSpMkLst>
            <pc:docMk/>
            <pc:sldMk cId="3826015998" sldId="270"/>
            <ac:cxnSpMk id="47" creationId="{DE0EC494-1853-4239-AFC5-989B8D70FBEE}"/>
          </ac:cxnSpMkLst>
        </pc:cxnChg>
        <pc:cxnChg chg="mod">
          <ac:chgData name="SERGIO SPANO'" userId="3abdd0b9-513e-40ac-aad4-56920065037d" providerId="ADAL" clId="{141950AE-6424-44F9-B8F8-3E30C7D8D697}" dt="2022-04-07T14:58:20.507" v="888"/>
          <ac:cxnSpMkLst>
            <pc:docMk/>
            <pc:sldMk cId="3826015998" sldId="270"/>
            <ac:cxnSpMk id="48" creationId="{1DE750EE-FC71-44CB-80EA-ADDDD631AFA4}"/>
          </ac:cxnSpMkLst>
        </pc:cxnChg>
        <pc:cxnChg chg="mod">
          <ac:chgData name="SERGIO SPANO'" userId="3abdd0b9-513e-40ac-aad4-56920065037d" providerId="ADAL" clId="{141950AE-6424-44F9-B8F8-3E30C7D8D697}" dt="2022-04-07T14:58:20.507" v="888"/>
          <ac:cxnSpMkLst>
            <pc:docMk/>
            <pc:sldMk cId="3826015998" sldId="270"/>
            <ac:cxnSpMk id="49" creationId="{56F46EBC-0A72-4FBF-A9A8-8B20B662D986}"/>
          </ac:cxnSpMkLst>
        </pc:cxnChg>
        <pc:cxnChg chg="mod">
          <ac:chgData name="SERGIO SPANO'" userId="3abdd0b9-513e-40ac-aad4-56920065037d" providerId="ADAL" clId="{141950AE-6424-44F9-B8F8-3E30C7D8D697}" dt="2022-04-07T14:58:20.507" v="888"/>
          <ac:cxnSpMkLst>
            <pc:docMk/>
            <pc:sldMk cId="3826015998" sldId="270"/>
            <ac:cxnSpMk id="50" creationId="{F50D579E-A53B-4816-9679-12C4DB1463DE}"/>
          </ac:cxnSpMkLst>
        </pc:cxnChg>
        <pc:cxnChg chg="mod">
          <ac:chgData name="SERGIO SPANO'" userId="3abdd0b9-513e-40ac-aad4-56920065037d" providerId="ADAL" clId="{141950AE-6424-44F9-B8F8-3E30C7D8D697}" dt="2022-04-07T14:58:20.507" v="888"/>
          <ac:cxnSpMkLst>
            <pc:docMk/>
            <pc:sldMk cId="3826015998" sldId="270"/>
            <ac:cxnSpMk id="51" creationId="{FF4ED8B1-536C-49DD-B1F7-D31C826325D2}"/>
          </ac:cxnSpMkLst>
        </pc:cxnChg>
        <pc:cxnChg chg="mod">
          <ac:chgData name="SERGIO SPANO'" userId="3abdd0b9-513e-40ac-aad4-56920065037d" providerId="ADAL" clId="{141950AE-6424-44F9-B8F8-3E30C7D8D697}" dt="2022-04-07T14:58:20.507" v="888"/>
          <ac:cxnSpMkLst>
            <pc:docMk/>
            <pc:sldMk cId="3826015998" sldId="270"/>
            <ac:cxnSpMk id="52" creationId="{E3DB8619-B608-4087-8F08-20AFAD718E56}"/>
          </ac:cxnSpMkLst>
        </pc:cxnChg>
        <pc:cxnChg chg="mod">
          <ac:chgData name="SERGIO SPANO'" userId="3abdd0b9-513e-40ac-aad4-56920065037d" providerId="ADAL" clId="{141950AE-6424-44F9-B8F8-3E30C7D8D697}" dt="2022-04-07T14:58:20.507" v="888"/>
          <ac:cxnSpMkLst>
            <pc:docMk/>
            <pc:sldMk cId="3826015998" sldId="270"/>
            <ac:cxnSpMk id="53" creationId="{2C6F0C2D-68DA-4892-862C-93F81CC94472}"/>
          </ac:cxnSpMkLst>
        </pc:cxnChg>
        <pc:cxnChg chg="mod">
          <ac:chgData name="SERGIO SPANO'" userId="3abdd0b9-513e-40ac-aad4-56920065037d" providerId="ADAL" clId="{141950AE-6424-44F9-B8F8-3E30C7D8D697}" dt="2022-04-07T14:58:20.507" v="888"/>
          <ac:cxnSpMkLst>
            <pc:docMk/>
            <pc:sldMk cId="3826015998" sldId="270"/>
            <ac:cxnSpMk id="55" creationId="{85ECCDC9-E786-4589-AFDB-6BA2CB4FB0A6}"/>
          </ac:cxnSpMkLst>
        </pc:cxnChg>
        <pc:cxnChg chg="mod">
          <ac:chgData name="SERGIO SPANO'" userId="3abdd0b9-513e-40ac-aad4-56920065037d" providerId="ADAL" clId="{141950AE-6424-44F9-B8F8-3E30C7D8D697}" dt="2022-04-07T14:58:20.507" v="888"/>
          <ac:cxnSpMkLst>
            <pc:docMk/>
            <pc:sldMk cId="3826015998" sldId="270"/>
            <ac:cxnSpMk id="56" creationId="{94DBF261-8AE6-42B2-AB4F-848F72391791}"/>
          </ac:cxnSpMkLst>
        </pc:cxnChg>
        <pc:cxnChg chg="mod">
          <ac:chgData name="SERGIO SPANO'" userId="3abdd0b9-513e-40ac-aad4-56920065037d" providerId="ADAL" clId="{141950AE-6424-44F9-B8F8-3E30C7D8D697}" dt="2022-04-07T14:58:20.507" v="888"/>
          <ac:cxnSpMkLst>
            <pc:docMk/>
            <pc:sldMk cId="3826015998" sldId="270"/>
            <ac:cxnSpMk id="57" creationId="{93CCF5E4-642C-4F68-9947-C21116D2895D}"/>
          </ac:cxnSpMkLst>
        </pc:cxnChg>
        <pc:cxnChg chg="mod">
          <ac:chgData name="SERGIO SPANO'" userId="3abdd0b9-513e-40ac-aad4-56920065037d" providerId="ADAL" clId="{141950AE-6424-44F9-B8F8-3E30C7D8D697}" dt="2022-04-07T14:58:20.507" v="888"/>
          <ac:cxnSpMkLst>
            <pc:docMk/>
            <pc:sldMk cId="3826015998" sldId="270"/>
            <ac:cxnSpMk id="58" creationId="{03544264-B3D8-4237-AF8B-76E7F527A029}"/>
          </ac:cxnSpMkLst>
        </pc:cxnChg>
        <pc:cxnChg chg="mod">
          <ac:chgData name="SERGIO SPANO'" userId="3abdd0b9-513e-40ac-aad4-56920065037d" providerId="ADAL" clId="{141950AE-6424-44F9-B8F8-3E30C7D8D697}" dt="2022-04-07T14:58:20.507" v="888"/>
          <ac:cxnSpMkLst>
            <pc:docMk/>
            <pc:sldMk cId="3826015998" sldId="270"/>
            <ac:cxnSpMk id="59" creationId="{1ACE4F85-2797-46BF-851B-87FEB7B83703}"/>
          </ac:cxnSpMkLst>
        </pc:cxnChg>
        <pc:cxnChg chg="mod">
          <ac:chgData name="SERGIO SPANO'" userId="3abdd0b9-513e-40ac-aad4-56920065037d" providerId="ADAL" clId="{141950AE-6424-44F9-B8F8-3E30C7D8D697}" dt="2022-04-07T14:58:20.507" v="888"/>
          <ac:cxnSpMkLst>
            <pc:docMk/>
            <pc:sldMk cId="3826015998" sldId="270"/>
            <ac:cxnSpMk id="60" creationId="{39B96863-38B3-4DC2-8A24-8DEE3EFF5944}"/>
          </ac:cxnSpMkLst>
        </pc:cxnChg>
        <pc:cxnChg chg="mod">
          <ac:chgData name="SERGIO SPANO'" userId="3abdd0b9-513e-40ac-aad4-56920065037d" providerId="ADAL" clId="{141950AE-6424-44F9-B8F8-3E30C7D8D697}" dt="2022-04-07T14:58:20.507" v="888"/>
          <ac:cxnSpMkLst>
            <pc:docMk/>
            <pc:sldMk cId="3826015998" sldId="270"/>
            <ac:cxnSpMk id="61" creationId="{39B9CEA5-F4F8-4D89-A508-161298C30B9A}"/>
          </ac:cxnSpMkLst>
        </pc:cxnChg>
        <pc:cxnChg chg="mod">
          <ac:chgData name="SERGIO SPANO'" userId="3abdd0b9-513e-40ac-aad4-56920065037d" providerId="ADAL" clId="{141950AE-6424-44F9-B8F8-3E30C7D8D697}" dt="2022-04-07T14:58:20.507" v="888"/>
          <ac:cxnSpMkLst>
            <pc:docMk/>
            <pc:sldMk cId="3826015998" sldId="270"/>
            <ac:cxnSpMk id="62" creationId="{9D99F3C8-6E7F-46E1-8618-DDCD0B032135}"/>
          </ac:cxnSpMkLst>
        </pc:cxnChg>
        <pc:cxnChg chg="mod">
          <ac:chgData name="SERGIO SPANO'" userId="3abdd0b9-513e-40ac-aad4-56920065037d" providerId="ADAL" clId="{141950AE-6424-44F9-B8F8-3E30C7D8D697}" dt="2022-04-07T14:58:20.507" v="888"/>
          <ac:cxnSpMkLst>
            <pc:docMk/>
            <pc:sldMk cId="3826015998" sldId="270"/>
            <ac:cxnSpMk id="63" creationId="{230BA4D9-B88F-4591-9457-7B4B59D11784}"/>
          </ac:cxnSpMkLst>
        </pc:cxnChg>
        <pc:cxnChg chg="mod">
          <ac:chgData name="SERGIO SPANO'" userId="3abdd0b9-513e-40ac-aad4-56920065037d" providerId="ADAL" clId="{141950AE-6424-44F9-B8F8-3E30C7D8D697}" dt="2022-04-07T14:58:20.507" v="888"/>
          <ac:cxnSpMkLst>
            <pc:docMk/>
            <pc:sldMk cId="3826015998" sldId="270"/>
            <ac:cxnSpMk id="64" creationId="{A47ABEF4-D88F-46AD-912B-636287386618}"/>
          </ac:cxnSpMkLst>
        </pc:cxnChg>
        <pc:cxnChg chg="mod">
          <ac:chgData name="SERGIO SPANO'" userId="3abdd0b9-513e-40ac-aad4-56920065037d" providerId="ADAL" clId="{141950AE-6424-44F9-B8F8-3E30C7D8D697}" dt="2022-04-07T14:58:20.507" v="888"/>
          <ac:cxnSpMkLst>
            <pc:docMk/>
            <pc:sldMk cId="3826015998" sldId="270"/>
            <ac:cxnSpMk id="65" creationId="{B3A73B81-AB2F-4EBB-BDFE-648F08ABA93E}"/>
          </ac:cxnSpMkLst>
        </pc:cxnChg>
        <pc:cxnChg chg="mod">
          <ac:chgData name="SERGIO SPANO'" userId="3abdd0b9-513e-40ac-aad4-56920065037d" providerId="ADAL" clId="{141950AE-6424-44F9-B8F8-3E30C7D8D697}" dt="2022-04-07T14:58:20.507" v="888"/>
          <ac:cxnSpMkLst>
            <pc:docMk/>
            <pc:sldMk cId="3826015998" sldId="270"/>
            <ac:cxnSpMk id="66" creationId="{0849FA00-2521-42DA-8925-B7456C885B94}"/>
          </ac:cxnSpMkLst>
        </pc:cxnChg>
        <pc:cxnChg chg="mod">
          <ac:chgData name="SERGIO SPANO'" userId="3abdd0b9-513e-40ac-aad4-56920065037d" providerId="ADAL" clId="{141950AE-6424-44F9-B8F8-3E30C7D8D697}" dt="2022-04-07T14:58:20.507" v="888"/>
          <ac:cxnSpMkLst>
            <pc:docMk/>
            <pc:sldMk cId="3826015998" sldId="270"/>
            <ac:cxnSpMk id="67" creationId="{6EEB12A8-817A-41C0-B364-685CC753B987}"/>
          </ac:cxnSpMkLst>
        </pc:cxnChg>
        <pc:cxnChg chg="mod">
          <ac:chgData name="SERGIO SPANO'" userId="3abdd0b9-513e-40ac-aad4-56920065037d" providerId="ADAL" clId="{141950AE-6424-44F9-B8F8-3E30C7D8D697}" dt="2022-04-07T14:58:20.507" v="888"/>
          <ac:cxnSpMkLst>
            <pc:docMk/>
            <pc:sldMk cId="3826015998" sldId="270"/>
            <ac:cxnSpMk id="68" creationId="{58E1D75F-0867-4F32-940D-BD71A28A47B0}"/>
          </ac:cxnSpMkLst>
        </pc:cxnChg>
        <pc:cxnChg chg="mod">
          <ac:chgData name="SERGIO SPANO'" userId="3abdd0b9-513e-40ac-aad4-56920065037d" providerId="ADAL" clId="{141950AE-6424-44F9-B8F8-3E30C7D8D697}" dt="2022-04-07T14:58:20.507" v="888"/>
          <ac:cxnSpMkLst>
            <pc:docMk/>
            <pc:sldMk cId="3826015998" sldId="270"/>
            <ac:cxnSpMk id="69" creationId="{A3C3D6EC-CA80-4430-B072-9AFD10BEC1EA}"/>
          </ac:cxnSpMkLst>
        </pc:cxnChg>
        <pc:cxnChg chg="mod">
          <ac:chgData name="SERGIO SPANO'" userId="3abdd0b9-513e-40ac-aad4-56920065037d" providerId="ADAL" clId="{141950AE-6424-44F9-B8F8-3E30C7D8D697}" dt="2022-04-07T14:58:20.507" v="888"/>
          <ac:cxnSpMkLst>
            <pc:docMk/>
            <pc:sldMk cId="3826015998" sldId="270"/>
            <ac:cxnSpMk id="70" creationId="{0BF628C5-0C90-49DB-A3C4-D35054DB5CE4}"/>
          </ac:cxnSpMkLst>
        </pc:cxnChg>
        <pc:cxnChg chg="mod">
          <ac:chgData name="SERGIO SPANO'" userId="3abdd0b9-513e-40ac-aad4-56920065037d" providerId="ADAL" clId="{141950AE-6424-44F9-B8F8-3E30C7D8D697}" dt="2022-04-07T14:58:20.507" v="888"/>
          <ac:cxnSpMkLst>
            <pc:docMk/>
            <pc:sldMk cId="3826015998" sldId="270"/>
            <ac:cxnSpMk id="71" creationId="{CAF823FA-984D-424D-8ABE-E410085A0554}"/>
          </ac:cxnSpMkLst>
        </pc:cxnChg>
        <pc:cxnChg chg="mod">
          <ac:chgData name="SERGIO SPANO'" userId="3abdd0b9-513e-40ac-aad4-56920065037d" providerId="ADAL" clId="{141950AE-6424-44F9-B8F8-3E30C7D8D697}" dt="2022-04-07T14:58:20.507" v="888"/>
          <ac:cxnSpMkLst>
            <pc:docMk/>
            <pc:sldMk cId="3826015998" sldId="270"/>
            <ac:cxnSpMk id="72" creationId="{F3A93A47-640B-4E09-9415-8C3F1789CA16}"/>
          </ac:cxnSpMkLst>
        </pc:cxnChg>
        <pc:cxnChg chg="mod">
          <ac:chgData name="SERGIO SPANO'" userId="3abdd0b9-513e-40ac-aad4-56920065037d" providerId="ADAL" clId="{141950AE-6424-44F9-B8F8-3E30C7D8D697}" dt="2022-04-07T14:58:20.507" v="888"/>
          <ac:cxnSpMkLst>
            <pc:docMk/>
            <pc:sldMk cId="3826015998" sldId="270"/>
            <ac:cxnSpMk id="73" creationId="{9BD8D973-53F1-441D-98E4-1ECDA146B9A4}"/>
          </ac:cxnSpMkLst>
        </pc:cxnChg>
        <pc:cxnChg chg="mod">
          <ac:chgData name="SERGIO SPANO'" userId="3abdd0b9-513e-40ac-aad4-56920065037d" providerId="ADAL" clId="{141950AE-6424-44F9-B8F8-3E30C7D8D697}" dt="2022-04-07T14:58:20.507" v="888"/>
          <ac:cxnSpMkLst>
            <pc:docMk/>
            <pc:sldMk cId="3826015998" sldId="270"/>
            <ac:cxnSpMk id="74" creationId="{1D260AF6-B6F0-460D-B16F-700B554211DC}"/>
          </ac:cxnSpMkLst>
        </pc:cxnChg>
        <pc:cxnChg chg="mod">
          <ac:chgData name="SERGIO SPANO'" userId="3abdd0b9-513e-40ac-aad4-56920065037d" providerId="ADAL" clId="{141950AE-6424-44F9-B8F8-3E30C7D8D697}" dt="2022-04-07T14:58:20.507" v="888"/>
          <ac:cxnSpMkLst>
            <pc:docMk/>
            <pc:sldMk cId="3826015998" sldId="270"/>
            <ac:cxnSpMk id="75" creationId="{E27C0D0A-68A3-44F8-823A-B4713BB59DC3}"/>
          </ac:cxnSpMkLst>
        </pc:cxnChg>
        <pc:cxnChg chg="mod">
          <ac:chgData name="SERGIO SPANO'" userId="3abdd0b9-513e-40ac-aad4-56920065037d" providerId="ADAL" clId="{141950AE-6424-44F9-B8F8-3E30C7D8D697}" dt="2022-04-07T14:58:20.507" v="888"/>
          <ac:cxnSpMkLst>
            <pc:docMk/>
            <pc:sldMk cId="3826015998" sldId="270"/>
            <ac:cxnSpMk id="76" creationId="{EFDA6981-9669-43BA-A31D-4B7C1BCA532F}"/>
          </ac:cxnSpMkLst>
        </pc:cxnChg>
        <pc:cxnChg chg="mod">
          <ac:chgData name="SERGIO SPANO'" userId="3abdd0b9-513e-40ac-aad4-56920065037d" providerId="ADAL" clId="{141950AE-6424-44F9-B8F8-3E30C7D8D697}" dt="2022-04-07T14:58:20.507" v="888"/>
          <ac:cxnSpMkLst>
            <pc:docMk/>
            <pc:sldMk cId="3826015998" sldId="270"/>
            <ac:cxnSpMk id="77" creationId="{830EF0B7-8870-4FB4-A0BC-E67B6BA94C54}"/>
          </ac:cxnSpMkLst>
        </pc:cxnChg>
        <pc:cxnChg chg="mod">
          <ac:chgData name="SERGIO SPANO'" userId="3abdd0b9-513e-40ac-aad4-56920065037d" providerId="ADAL" clId="{141950AE-6424-44F9-B8F8-3E30C7D8D697}" dt="2022-04-07T14:58:20.507" v="888"/>
          <ac:cxnSpMkLst>
            <pc:docMk/>
            <pc:sldMk cId="3826015998" sldId="270"/>
            <ac:cxnSpMk id="78" creationId="{C09C8CED-5357-4389-86CA-764C353559D5}"/>
          </ac:cxnSpMkLst>
        </pc:cxnChg>
        <pc:cxnChg chg="mod">
          <ac:chgData name="SERGIO SPANO'" userId="3abdd0b9-513e-40ac-aad4-56920065037d" providerId="ADAL" clId="{141950AE-6424-44F9-B8F8-3E30C7D8D697}" dt="2022-04-07T14:58:20.507" v="888"/>
          <ac:cxnSpMkLst>
            <pc:docMk/>
            <pc:sldMk cId="3826015998" sldId="270"/>
            <ac:cxnSpMk id="79" creationId="{2223B04A-7312-4A2D-AEC4-750FA6D14FC6}"/>
          </ac:cxnSpMkLst>
        </pc:cxnChg>
        <pc:cxnChg chg="mod">
          <ac:chgData name="SERGIO SPANO'" userId="3abdd0b9-513e-40ac-aad4-56920065037d" providerId="ADAL" clId="{141950AE-6424-44F9-B8F8-3E30C7D8D697}" dt="2022-04-07T14:58:20.507" v="888"/>
          <ac:cxnSpMkLst>
            <pc:docMk/>
            <pc:sldMk cId="3826015998" sldId="270"/>
            <ac:cxnSpMk id="80" creationId="{7F6F74B5-9CE0-42BE-8409-64E45838B06C}"/>
          </ac:cxnSpMkLst>
        </pc:cxnChg>
        <pc:cxnChg chg="mod">
          <ac:chgData name="SERGIO SPANO'" userId="3abdd0b9-513e-40ac-aad4-56920065037d" providerId="ADAL" clId="{141950AE-6424-44F9-B8F8-3E30C7D8D697}" dt="2022-04-07T14:58:20.507" v="888"/>
          <ac:cxnSpMkLst>
            <pc:docMk/>
            <pc:sldMk cId="3826015998" sldId="270"/>
            <ac:cxnSpMk id="81" creationId="{0C037D48-A497-4418-AF4E-BE7BD2B6DDFE}"/>
          </ac:cxnSpMkLst>
        </pc:cxnChg>
        <pc:cxnChg chg="mod">
          <ac:chgData name="SERGIO SPANO'" userId="3abdd0b9-513e-40ac-aad4-56920065037d" providerId="ADAL" clId="{141950AE-6424-44F9-B8F8-3E30C7D8D697}" dt="2022-04-07T14:58:20.507" v="888"/>
          <ac:cxnSpMkLst>
            <pc:docMk/>
            <pc:sldMk cId="3826015998" sldId="270"/>
            <ac:cxnSpMk id="82" creationId="{1B634133-35FE-4D71-B792-37355D18ECD8}"/>
          </ac:cxnSpMkLst>
        </pc:cxnChg>
        <pc:cxnChg chg="mod">
          <ac:chgData name="SERGIO SPANO'" userId="3abdd0b9-513e-40ac-aad4-56920065037d" providerId="ADAL" clId="{141950AE-6424-44F9-B8F8-3E30C7D8D697}" dt="2022-04-07T14:58:20.507" v="888"/>
          <ac:cxnSpMkLst>
            <pc:docMk/>
            <pc:sldMk cId="3826015998" sldId="270"/>
            <ac:cxnSpMk id="83" creationId="{100FFEFB-0E26-4AD9-9449-FEF37A93C3FB}"/>
          </ac:cxnSpMkLst>
        </pc:cxnChg>
        <pc:cxnChg chg="mod">
          <ac:chgData name="SERGIO SPANO'" userId="3abdd0b9-513e-40ac-aad4-56920065037d" providerId="ADAL" clId="{141950AE-6424-44F9-B8F8-3E30C7D8D697}" dt="2022-04-07T14:59:14.532" v="897" actId="478"/>
          <ac:cxnSpMkLst>
            <pc:docMk/>
            <pc:sldMk cId="3826015998" sldId="270"/>
            <ac:cxnSpMk id="85" creationId="{DDEB5F28-049F-4056-B17E-D35A2D473E3A}"/>
          </ac:cxnSpMkLst>
        </pc:cxnChg>
        <pc:cxnChg chg="mod">
          <ac:chgData name="SERGIO SPANO'" userId="3abdd0b9-513e-40ac-aad4-56920065037d" providerId="ADAL" clId="{141950AE-6424-44F9-B8F8-3E30C7D8D697}" dt="2022-04-07T14:58:20.507" v="888"/>
          <ac:cxnSpMkLst>
            <pc:docMk/>
            <pc:sldMk cId="3826015998" sldId="270"/>
            <ac:cxnSpMk id="86" creationId="{670B50D4-4D21-47E5-AAD2-B711160A6249}"/>
          </ac:cxnSpMkLst>
        </pc:cxnChg>
        <pc:cxnChg chg="mod">
          <ac:chgData name="SERGIO SPANO'" userId="3abdd0b9-513e-40ac-aad4-56920065037d" providerId="ADAL" clId="{141950AE-6424-44F9-B8F8-3E30C7D8D697}" dt="2022-04-07T14:58:20.507" v="888"/>
          <ac:cxnSpMkLst>
            <pc:docMk/>
            <pc:sldMk cId="3826015998" sldId="270"/>
            <ac:cxnSpMk id="87" creationId="{9E86B4E3-B91A-4AD0-A1B8-D4E3BF42B0F0}"/>
          </ac:cxnSpMkLst>
        </pc:cxnChg>
        <pc:cxnChg chg="mod">
          <ac:chgData name="SERGIO SPANO'" userId="3abdd0b9-513e-40ac-aad4-56920065037d" providerId="ADAL" clId="{141950AE-6424-44F9-B8F8-3E30C7D8D697}" dt="2022-04-07T14:58:20.507" v="888"/>
          <ac:cxnSpMkLst>
            <pc:docMk/>
            <pc:sldMk cId="3826015998" sldId="270"/>
            <ac:cxnSpMk id="88" creationId="{AF2B4E00-904F-48CF-A227-3D7545BBB7FE}"/>
          </ac:cxnSpMkLst>
        </pc:cxnChg>
        <pc:cxnChg chg="mod">
          <ac:chgData name="SERGIO SPANO'" userId="3abdd0b9-513e-40ac-aad4-56920065037d" providerId="ADAL" clId="{141950AE-6424-44F9-B8F8-3E30C7D8D697}" dt="2022-04-07T14:58:20.507" v="888"/>
          <ac:cxnSpMkLst>
            <pc:docMk/>
            <pc:sldMk cId="3826015998" sldId="270"/>
            <ac:cxnSpMk id="89" creationId="{4B6214ED-9511-4EDA-A7D6-30B50C366D79}"/>
          </ac:cxnSpMkLst>
        </pc:cxnChg>
        <pc:cxnChg chg="mod">
          <ac:chgData name="SERGIO SPANO'" userId="3abdd0b9-513e-40ac-aad4-56920065037d" providerId="ADAL" clId="{141950AE-6424-44F9-B8F8-3E30C7D8D697}" dt="2022-04-07T14:58:20.507" v="888"/>
          <ac:cxnSpMkLst>
            <pc:docMk/>
            <pc:sldMk cId="3826015998" sldId="270"/>
            <ac:cxnSpMk id="90" creationId="{8F623821-6849-4629-97AB-BD896F67815B}"/>
          </ac:cxnSpMkLst>
        </pc:cxnChg>
        <pc:cxnChg chg="mod">
          <ac:chgData name="SERGIO SPANO'" userId="3abdd0b9-513e-40ac-aad4-56920065037d" providerId="ADAL" clId="{141950AE-6424-44F9-B8F8-3E30C7D8D697}" dt="2022-04-07T14:59:14.532" v="897" actId="478"/>
          <ac:cxnSpMkLst>
            <pc:docMk/>
            <pc:sldMk cId="3826015998" sldId="270"/>
            <ac:cxnSpMk id="92" creationId="{A6143248-1790-4415-91AE-ABDEBCA70D75}"/>
          </ac:cxnSpMkLst>
        </pc:cxnChg>
      </pc:sldChg>
      <pc:sldChg chg="addSp modSp new mod">
        <pc:chgData name="SERGIO SPANO'" userId="3abdd0b9-513e-40ac-aad4-56920065037d" providerId="ADAL" clId="{141950AE-6424-44F9-B8F8-3E30C7D8D697}" dt="2022-04-07T15:04:28.487" v="1237" actId="1076"/>
        <pc:sldMkLst>
          <pc:docMk/>
          <pc:sldMk cId="20643975" sldId="271"/>
        </pc:sldMkLst>
        <pc:spChg chg="mod">
          <ac:chgData name="SERGIO SPANO'" userId="3abdd0b9-513e-40ac-aad4-56920065037d" providerId="ADAL" clId="{141950AE-6424-44F9-B8F8-3E30C7D8D697}" dt="2022-04-07T15:01:26.294" v="983" actId="20577"/>
          <ac:spMkLst>
            <pc:docMk/>
            <pc:sldMk cId="20643975" sldId="271"/>
            <ac:spMk id="2" creationId="{0C4B0A6D-96CF-48DC-B934-7E80F8C5EE58}"/>
          </ac:spMkLst>
        </pc:spChg>
        <pc:spChg chg="mod">
          <ac:chgData name="SERGIO SPANO'" userId="3abdd0b9-513e-40ac-aad4-56920065037d" providerId="ADAL" clId="{141950AE-6424-44F9-B8F8-3E30C7D8D697}" dt="2022-04-07T15:04:25.099" v="1236" actId="404"/>
          <ac:spMkLst>
            <pc:docMk/>
            <pc:sldMk cId="20643975" sldId="271"/>
            <ac:spMk id="3" creationId="{A3FC5F4E-5128-4B4F-9B96-C640C2B60529}"/>
          </ac:spMkLst>
        </pc:spChg>
        <pc:picChg chg="add mod">
          <ac:chgData name="SERGIO SPANO'" userId="3abdd0b9-513e-40ac-aad4-56920065037d" providerId="ADAL" clId="{141950AE-6424-44F9-B8F8-3E30C7D8D697}" dt="2022-04-07T15:04:28.487" v="1237" actId="1076"/>
          <ac:picMkLst>
            <pc:docMk/>
            <pc:sldMk cId="20643975" sldId="271"/>
            <ac:picMk id="3074" creationId="{F2902BB6-6D25-4144-9224-79BFAB842B96}"/>
          </ac:picMkLst>
        </pc:picChg>
      </pc:sldChg>
      <pc:sldChg chg="del">
        <pc:chgData name="SERGIO SPANO'" userId="3abdd0b9-513e-40ac-aad4-56920065037d" providerId="ADAL" clId="{141950AE-6424-44F9-B8F8-3E30C7D8D697}" dt="2022-04-07T14:27:24.526" v="49" actId="47"/>
        <pc:sldMkLst>
          <pc:docMk/>
          <pc:sldMk cId="2305292719" sldId="271"/>
        </pc:sldMkLst>
      </pc:sldChg>
      <pc:sldChg chg="del">
        <pc:chgData name="SERGIO SPANO'" userId="3abdd0b9-513e-40ac-aad4-56920065037d" providerId="ADAL" clId="{141950AE-6424-44F9-B8F8-3E30C7D8D697}" dt="2022-04-07T14:27:24.557" v="50" actId="47"/>
        <pc:sldMkLst>
          <pc:docMk/>
          <pc:sldMk cId="4235874755" sldId="272"/>
        </pc:sldMkLst>
      </pc:sldChg>
      <pc:sldChg chg="del">
        <pc:chgData name="SERGIO SPANO'" userId="3abdd0b9-513e-40ac-aad4-56920065037d" providerId="ADAL" clId="{141950AE-6424-44F9-B8F8-3E30C7D8D697}" dt="2022-04-07T14:27:24.594" v="51" actId="47"/>
        <pc:sldMkLst>
          <pc:docMk/>
          <pc:sldMk cId="3415594892" sldId="273"/>
        </pc:sldMkLst>
      </pc:sldChg>
      <pc:sldChg chg="del">
        <pc:chgData name="SERGIO SPANO'" userId="3abdd0b9-513e-40ac-aad4-56920065037d" providerId="ADAL" clId="{141950AE-6424-44F9-B8F8-3E30C7D8D697}" dt="2022-04-07T14:27:24.633" v="52" actId="47"/>
        <pc:sldMkLst>
          <pc:docMk/>
          <pc:sldMk cId="359844362" sldId="274"/>
        </pc:sldMkLst>
      </pc:sldChg>
      <pc:sldChg chg="del">
        <pc:chgData name="SERGIO SPANO'" userId="3abdd0b9-513e-40ac-aad4-56920065037d" providerId="ADAL" clId="{141950AE-6424-44F9-B8F8-3E30C7D8D697}" dt="2022-04-07T14:27:24.668" v="53" actId="47"/>
        <pc:sldMkLst>
          <pc:docMk/>
          <pc:sldMk cId="327629406" sldId="275"/>
        </pc:sldMkLst>
      </pc:sldChg>
      <pc:sldChg chg="del">
        <pc:chgData name="SERGIO SPANO'" userId="3abdd0b9-513e-40ac-aad4-56920065037d" providerId="ADAL" clId="{141950AE-6424-44F9-B8F8-3E30C7D8D697}" dt="2022-04-07T14:27:25.681" v="54" actId="47"/>
        <pc:sldMkLst>
          <pc:docMk/>
          <pc:sldMk cId="3822050782" sldId="276"/>
        </pc:sldMkLst>
      </pc:sldChg>
      <pc:sldChg chg="del">
        <pc:chgData name="SERGIO SPANO'" userId="3abdd0b9-513e-40ac-aad4-56920065037d" providerId="ADAL" clId="{141950AE-6424-44F9-B8F8-3E30C7D8D697}" dt="2022-04-07T14:27:25.828" v="55" actId="47"/>
        <pc:sldMkLst>
          <pc:docMk/>
          <pc:sldMk cId="3953436106" sldId="277"/>
        </pc:sldMkLst>
      </pc:sldChg>
    </pc:docChg>
  </pc:docChgLst>
  <pc:docChgLst>
    <pc:chgData name="SERGIO SPANO'" userId="3abdd0b9-513e-40ac-aad4-56920065037d" providerId="ADAL" clId="{A04F6209-C852-4D0D-AABD-D7CE25CBB79B}"/>
    <pc:docChg chg="undo redo custSel addSld delSld modSld addMainMaster delMainMaster modMainMaster">
      <pc:chgData name="SERGIO SPANO'" userId="3abdd0b9-513e-40ac-aad4-56920065037d" providerId="ADAL" clId="{A04F6209-C852-4D0D-AABD-D7CE25CBB79B}" dt="2022-02-09T15:29:52.140" v="1701" actId="2696"/>
      <pc:docMkLst>
        <pc:docMk/>
      </pc:docMkLst>
      <pc:sldChg chg="addSp delSp modSp mod">
        <pc:chgData name="SERGIO SPANO'" userId="3abdd0b9-513e-40ac-aad4-56920065037d" providerId="ADAL" clId="{A04F6209-C852-4D0D-AABD-D7CE25CBB79B}" dt="2022-02-08T11:18:09.999" v="528" actId="1036"/>
        <pc:sldMkLst>
          <pc:docMk/>
          <pc:sldMk cId="3676927149" sldId="256"/>
        </pc:sldMkLst>
        <pc:spChg chg="mod">
          <ac:chgData name="SERGIO SPANO'" userId="3abdd0b9-513e-40ac-aad4-56920065037d" providerId="ADAL" clId="{A04F6209-C852-4D0D-AABD-D7CE25CBB79B}" dt="2022-02-08T10:54:51.611" v="117" actId="20577"/>
          <ac:spMkLst>
            <pc:docMk/>
            <pc:sldMk cId="3676927149" sldId="256"/>
            <ac:spMk id="2" creationId="{AE5A0156-FA44-4B5E-AA95-BA26FE319EEF}"/>
          </ac:spMkLst>
        </pc:spChg>
        <pc:spChg chg="mod">
          <ac:chgData name="SERGIO SPANO'" userId="3abdd0b9-513e-40ac-aad4-56920065037d" providerId="ADAL" clId="{A04F6209-C852-4D0D-AABD-D7CE25CBB79B}" dt="2022-02-08T10:55:57.298" v="151" actId="14100"/>
          <ac:spMkLst>
            <pc:docMk/>
            <pc:sldMk cId="3676927149" sldId="256"/>
            <ac:spMk id="3" creationId="{9DAC625A-2F47-4E94-ABBC-7F67DDCC72AE}"/>
          </ac:spMkLst>
        </pc:spChg>
        <pc:spChg chg="del">
          <ac:chgData name="SERGIO SPANO'" userId="3abdd0b9-513e-40ac-aad4-56920065037d" providerId="ADAL" clId="{A04F6209-C852-4D0D-AABD-D7CE25CBB79B}" dt="2022-02-08T11:05:02.573" v="422" actId="478"/>
          <ac:spMkLst>
            <pc:docMk/>
            <pc:sldMk cId="3676927149" sldId="256"/>
            <ac:spMk id="4" creationId="{F1E012E0-B33A-4608-8A34-844CBC93A0C6}"/>
          </ac:spMkLst>
        </pc:spChg>
        <pc:spChg chg="add del">
          <ac:chgData name="SERGIO SPANO'" userId="3abdd0b9-513e-40ac-aad4-56920065037d" providerId="ADAL" clId="{A04F6209-C852-4D0D-AABD-D7CE25CBB79B}" dt="2022-02-08T10:55:32.218" v="144" actId="478"/>
          <ac:spMkLst>
            <pc:docMk/>
            <pc:sldMk cId="3676927149" sldId="256"/>
            <ac:spMk id="8" creationId="{8E3CABD1-75E7-4CC5-9091-543C1C7C47A8}"/>
          </ac:spMkLst>
        </pc:spChg>
        <pc:spChg chg="add mod">
          <ac:chgData name="SERGIO SPANO'" userId="3abdd0b9-513e-40ac-aad4-56920065037d" providerId="ADAL" clId="{A04F6209-C852-4D0D-AABD-D7CE25CBB79B}" dt="2022-02-08T11:01:19.250" v="372" actId="20577"/>
          <ac:spMkLst>
            <pc:docMk/>
            <pc:sldMk cId="3676927149" sldId="256"/>
            <ac:spMk id="9" creationId="{318439EC-548D-4D8A-A188-8D14B752B73D}"/>
          </ac:spMkLst>
        </pc:spChg>
        <pc:spChg chg="add mod">
          <ac:chgData name="SERGIO SPANO'" userId="3abdd0b9-513e-40ac-aad4-56920065037d" providerId="ADAL" clId="{A04F6209-C852-4D0D-AABD-D7CE25CBB79B}" dt="2022-02-08T11:01:31.741" v="374" actId="113"/>
          <ac:spMkLst>
            <pc:docMk/>
            <pc:sldMk cId="3676927149" sldId="256"/>
            <ac:spMk id="10" creationId="{1C28BD56-FEA0-4AD1-A103-B45E0AC86A2B}"/>
          </ac:spMkLst>
        </pc:spChg>
        <pc:spChg chg="del">
          <ac:chgData name="SERGIO SPANO'" userId="3abdd0b9-513e-40ac-aad4-56920065037d" providerId="ADAL" clId="{A04F6209-C852-4D0D-AABD-D7CE25CBB79B}" dt="2022-02-08T11:05:01.200" v="421" actId="478"/>
          <ac:spMkLst>
            <pc:docMk/>
            <pc:sldMk cId="3676927149" sldId="256"/>
            <ac:spMk id="11" creationId="{E8EACAF0-786F-466C-B23D-7B23D144F75A}"/>
          </ac:spMkLst>
        </pc:spChg>
        <pc:spChg chg="add mod">
          <ac:chgData name="SERGIO SPANO'" userId="3abdd0b9-513e-40ac-aad4-56920065037d" providerId="ADAL" clId="{A04F6209-C852-4D0D-AABD-D7CE25CBB79B}" dt="2022-02-08T11:18:09.999" v="528" actId="1036"/>
          <ac:spMkLst>
            <pc:docMk/>
            <pc:sldMk cId="3676927149" sldId="256"/>
            <ac:spMk id="12" creationId="{8040EDA3-6872-4ECF-8CB6-CC5146A39550}"/>
          </ac:spMkLst>
        </pc:spChg>
        <pc:picChg chg="add mod modCrop">
          <ac:chgData name="SERGIO SPANO'" userId="3abdd0b9-513e-40ac-aad4-56920065037d" providerId="ADAL" clId="{A04F6209-C852-4D0D-AABD-D7CE25CBB79B}" dt="2022-02-08T11:05:50.153" v="426" actId="14100"/>
          <ac:picMkLst>
            <pc:docMk/>
            <pc:sldMk cId="3676927149" sldId="256"/>
            <ac:picMk id="6" creationId="{126A9E0D-5C69-4CAA-AA33-76FF1ABC5F6F}"/>
          </ac:picMkLst>
        </pc:picChg>
      </pc:sldChg>
      <pc:sldChg chg="addSp delSp modSp new mod modClrScheme chgLayout">
        <pc:chgData name="SERGIO SPANO'" userId="3abdd0b9-513e-40ac-aad4-56920065037d" providerId="ADAL" clId="{A04F6209-C852-4D0D-AABD-D7CE25CBB79B}" dt="2022-02-08T11:30:13.904" v="914" actId="27636"/>
        <pc:sldMkLst>
          <pc:docMk/>
          <pc:sldMk cId="1057790455" sldId="257"/>
        </pc:sldMkLst>
        <pc:spChg chg="mod ord">
          <ac:chgData name="SERGIO SPANO'" userId="3abdd0b9-513e-40ac-aad4-56920065037d" providerId="ADAL" clId="{A04F6209-C852-4D0D-AABD-D7CE25CBB79B}" dt="2022-02-08T11:27:27.286" v="748" actId="27636"/>
          <ac:spMkLst>
            <pc:docMk/>
            <pc:sldMk cId="1057790455" sldId="257"/>
            <ac:spMk id="2" creationId="{6827C538-B230-4D60-BE01-2CE5117965C8}"/>
          </ac:spMkLst>
        </pc:spChg>
        <pc:spChg chg="del">
          <ac:chgData name="SERGIO SPANO'" userId="3abdd0b9-513e-40ac-aad4-56920065037d" providerId="ADAL" clId="{A04F6209-C852-4D0D-AABD-D7CE25CBB79B}" dt="2022-02-08T11:06:32.167" v="427" actId="700"/>
          <ac:spMkLst>
            <pc:docMk/>
            <pc:sldMk cId="1057790455" sldId="257"/>
            <ac:spMk id="3" creationId="{D515C019-CE26-4C31-9386-5F85B758CCE9}"/>
          </ac:spMkLst>
        </pc:spChg>
        <pc:spChg chg="mod ord">
          <ac:chgData name="SERGIO SPANO'" userId="3abdd0b9-513e-40ac-aad4-56920065037d" providerId="ADAL" clId="{A04F6209-C852-4D0D-AABD-D7CE25CBB79B}" dt="2022-02-08T11:18:13.106" v="529" actId="700"/>
          <ac:spMkLst>
            <pc:docMk/>
            <pc:sldMk cId="1057790455" sldId="257"/>
            <ac:spMk id="4" creationId="{B7A21A2F-3234-4E9A-A450-CCDD10A6F17B}"/>
          </ac:spMkLst>
        </pc:spChg>
        <pc:spChg chg="mod ord">
          <ac:chgData name="SERGIO SPANO'" userId="3abdd0b9-513e-40ac-aad4-56920065037d" providerId="ADAL" clId="{A04F6209-C852-4D0D-AABD-D7CE25CBB79B}" dt="2022-02-08T11:18:13.106" v="529" actId="700"/>
          <ac:spMkLst>
            <pc:docMk/>
            <pc:sldMk cId="1057790455" sldId="257"/>
            <ac:spMk id="5" creationId="{F6A65043-8FDC-418D-9410-81C8C9BB8EB4}"/>
          </ac:spMkLst>
        </pc:spChg>
        <pc:spChg chg="add del mod">
          <ac:chgData name="SERGIO SPANO'" userId="3abdd0b9-513e-40ac-aad4-56920065037d" providerId="ADAL" clId="{A04F6209-C852-4D0D-AABD-D7CE25CBB79B}" dt="2022-02-08T11:06:45.127" v="429" actId="478"/>
          <ac:spMkLst>
            <pc:docMk/>
            <pc:sldMk cId="1057790455" sldId="257"/>
            <ac:spMk id="6" creationId="{5B612A94-D894-4C5C-8C71-A83974BF68F3}"/>
          </ac:spMkLst>
        </pc:spChg>
        <pc:spChg chg="add del mod">
          <ac:chgData name="SERGIO SPANO'" userId="3abdd0b9-513e-40ac-aad4-56920065037d" providerId="ADAL" clId="{A04F6209-C852-4D0D-AABD-D7CE25CBB79B}" dt="2022-02-08T11:18:02.938" v="526"/>
          <ac:spMkLst>
            <pc:docMk/>
            <pc:sldMk cId="1057790455" sldId="257"/>
            <ac:spMk id="7" creationId="{C335B4E5-0FDB-4B9C-8A8E-A059D55E9CBB}"/>
          </ac:spMkLst>
        </pc:spChg>
        <pc:spChg chg="add del mod">
          <ac:chgData name="SERGIO SPANO'" userId="3abdd0b9-513e-40ac-aad4-56920065037d" providerId="ADAL" clId="{A04F6209-C852-4D0D-AABD-D7CE25CBB79B}" dt="2022-02-08T11:18:02.938" v="526"/>
          <ac:spMkLst>
            <pc:docMk/>
            <pc:sldMk cId="1057790455" sldId="257"/>
            <ac:spMk id="8" creationId="{0280CC2E-658D-4852-90EC-9B4C815A5714}"/>
          </ac:spMkLst>
        </pc:spChg>
        <pc:spChg chg="add del mod">
          <ac:chgData name="SERGIO SPANO'" userId="3abdd0b9-513e-40ac-aad4-56920065037d" providerId="ADAL" clId="{A04F6209-C852-4D0D-AABD-D7CE25CBB79B}" dt="2022-02-08T11:18:02.938" v="526"/>
          <ac:spMkLst>
            <pc:docMk/>
            <pc:sldMk cId="1057790455" sldId="257"/>
            <ac:spMk id="9" creationId="{D5AA91AF-6A70-4742-98B8-77F8C706DBA6}"/>
          </ac:spMkLst>
        </pc:spChg>
        <pc:spChg chg="add del mod">
          <ac:chgData name="SERGIO SPANO'" userId="3abdd0b9-513e-40ac-aad4-56920065037d" providerId="ADAL" clId="{A04F6209-C852-4D0D-AABD-D7CE25CBB79B}" dt="2022-02-08T11:18:02.938" v="526"/>
          <ac:spMkLst>
            <pc:docMk/>
            <pc:sldMk cId="1057790455" sldId="257"/>
            <ac:spMk id="10" creationId="{7801837F-96A6-4004-ADE6-63E80EDF1A11}"/>
          </ac:spMkLst>
        </pc:spChg>
        <pc:spChg chg="add del mod">
          <ac:chgData name="SERGIO SPANO'" userId="3abdd0b9-513e-40ac-aad4-56920065037d" providerId="ADAL" clId="{A04F6209-C852-4D0D-AABD-D7CE25CBB79B}" dt="2022-02-08T11:18:02.938" v="526"/>
          <ac:spMkLst>
            <pc:docMk/>
            <pc:sldMk cId="1057790455" sldId="257"/>
            <ac:spMk id="11" creationId="{C76270BD-C670-470A-AADE-AA528FD39654}"/>
          </ac:spMkLst>
        </pc:spChg>
        <pc:spChg chg="add mod ord">
          <ac:chgData name="SERGIO SPANO'" userId="3abdd0b9-513e-40ac-aad4-56920065037d" providerId="ADAL" clId="{A04F6209-C852-4D0D-AABD-D7CE25CBB79B}" dt="2022-02-08T11:22:52.219" v="714" actId="313"/>
          <ac:spMkLst>
            <pc:docMk/>
            <pc:sldMk cId="1057790455" sldId="257"/>
            <ac:spMk id="12" creationId="{A6BCF31B-D9A1-4A52-AF84-AAAFF37C2EC6}"/>
          </ac:spMkLst>
        </pc:spChg>
        <pc:spChg chg="add del mod">
          <ac:chgData name="SERGIO SPANO'" userId="3abdd0b9-513e-40ac-aad4-56920065037d" providerId="ADAL" clId="{A04F6209-C852-4D0D-AABD-D7CE25CBB79B}" dt="2022-02-08T11:18:43.622" v="565"/>
          <ac:spMkLst>
            <pc:docMk/>
            <pc:sldMk cId="1057790455" sldId="257"/>
            <ac:spMk id="13" creationId="{3A342365-8D27-4114-82EA-E2876C1FCDB0}"/>
          </ac:spMkLst>
        </pc:spChg>
        <pc:spChg chg="add del mod">
          <ac:chgData name="SERGIO SPANO'" userId="3abdd0b9-513e-40ac-aad4-56920065037d" providerId="ADAL" clId="{A04F6209-C852-4D0D-AABD-D7CE25CBB79B}" dt="2022-02-08T11:18:43.622" v="565"/>
          <ac:spMkLst>
            <pc:docMk/>
            <pc:sldMk cId="1057790455" sldId="257"/>
            <ac:spMk id="14" creationId="{4ED03273-2CF5-4B3A-A6FF-8AB6BEE0BDEE}"/>
          </ac:spMkLst>
        </pc:spChg>
        <pc:spChg chg="add del mod">
          <ac:chgData name="SERGIO SPANO'" userId="3abdd0b9-513e-40ac-aad4-56920065037d" providerId="ADAL" clId="{A04F6209-C852-4D0D-AABD-D7CE25CBB79B}" dt="2022-02-08T11:18:43.622" v="565"/>
          <ac:spMkLst>
            <pc:docMk/>
            <pc:sldMk cId="1057790455" sldId="257"/>
            <ac:spMk id="15" creationId="{F99021AB-BCAB-439A-A101-5CD1361FEDC4}"/>
          </ac:spMkLst>
        </pc:spChg>
        <pc:spChg chg="add del mod">
          <ac:chgData name="SERGIO SPANO'" userId="3abdd0b9-513e-40ac-aad4-56920065037d" providerId="ADAL" clId="{A04F6209-C852-4D0D-AABD-D7CE25CBB79B}" dt="2022-02-08T11:18:43.622" v="565"/>
          <ac:spMkLst>
            <pc:docMk/>
            <pc:sldMk cId="1057790455" sldId="257"/>
            <ac:spMk id="16" creationId="{80E36E5B-BADE-404A-A3B4-F6A8B585D0CF}"/>
          </ac:spMkLst>
        </pc:spChg>
        <pc:spChg chg="add del mod">
          <ac:chgData name="SERGIO SPANO'" userId="3abdd0b9-513e-40ac-aad4-56920065037d" providerId="ADAL" clId="{A04F6209-C852-4D0D-AABD-D7CE25CBB79B}" dt="2022-02-08T11:18:43.622" v="565"/>
          <ac:spMkLst>
            <pc:docMk/>
            <pc:sldMk cId="1057790455" sldId="257"/>
            <ac:spMk id="17" creationId="{7FB1A49B-9E31-42D8-9EB8-3F3F53099CFC}"/>
          </ac:spMkLst>
        </pc:spChg>
        <pc:spChg chg="add mod">
          <ac:chgData name="SERGIO SPANO'" userId="3abdd0b9-513e-40ac-aad4-56920065037d" providerId="ADAL" clId="{A04F6209-C852-4D0D-AABD-D7CE25CBB79B}" dt="2022-02-08T11:29:43.298" v="887" actId="14100"/>
          <ac:spMkLst>
            <pc:docMk/>
            <pc:sldMk cId="1057790455" sldId="257"/>
            <ac:spMk id="18" creationId="{820264D0-3374-4D82-94DC-2903A858A186}"/>
          </ac:spMkLst>
        </pc:spChg>
        <pc:spChg chg="add mod">
          <ac:chgData name="SERGIO SPANO'" userId="3abdd0b9-513e-40ac-aad4-56920065037d" providerId="ADAL" clId="{A04F6209-C852-4D0D-AABD-D7CE25CBB79B}" dt="2022-02-08T11:30:13.904" v="914" actId="27636"/>
          <ac:spMkLst>
            <pc:docMk/>
            <pc:sldMk cId="1057790455" sldId="257"/>
            <ac:spMk id="19" creationId="{4F1E078B-295C-4CDA-8F27-68251FE9E3A7}"/>
          </ac:spMkLst>
        </pc:spChg>
      </pc:sldChg>
      <pc:sldChg chg="new del">
        <pc:chgData name="SERGIO SPANO'" userId="3abdd0b9-513e-40ac-aad4-56920065037d" providerId="ADAL" clId="{A04F6209-C852-4D0D-AABD-D7CE25CBB79B}" dt="2022-02-08T10:53:48.076" v="59" actId="47"/>
        <pc:sldMkLst>
          <pc:docMk/>
          <pc:sldMk cId="2680682753" sldId="257"/>
        </pc:sldMkLst>
      </pc:sldChg>
      <pc:sldChg chg="addSp delSp modSp add mod">
        <pc:chgData name="SERGIO SPANO'" userId="3abdd0b9-513e-40ac-aad4-56920065037d" providerId="ADAL" clId="{A04F6209-C852-4D0D-AABD-D7CE25CBB79B}" dt="2022-02-08T11:50:47.746" v="956" actId="207"/>
        <pc:sldMkLst>
          <pc:docMk/>
          <pc:sldMk cId="1990872283" sldId="258"/>
        </pc:sldMkLst>
        <pc:spChg chg="add mod">
          <ac:chgData name="SERGIO SPANO'" userId="3abdd0b9-513e-40ac-aad4-56920065037d" providerId="ADAL" clId="{A04F6209-C852-4D0D-AABD-D7CE25CBB79B}" dt="2022-02-08T11:50:45.710" v="955" actId="207"/>
          <ac:spMkLst>
            <pc:docMk/>
            <pc:sldMk cId="1990872283" sldId="258"/>
            <ac:spMk id="6" creationId="{980FE79C-9B06-4339-9ECB-6DF75A435249}"/>
          </ac:spMkLst>
        </pc:spChg>
        <pc:spChg chg="add mod">
          <ac:chgData name="SERGIO SPANO'" userId="3abdd0b9-513e-40ac-aad4-56920065037d" providerId="ADAL" clId="{A04F6209-C852-4D0D-AABD-D7CE25CBB79B}" dt="2022-02-08T11:50:38.610" v="954" actId="1036"/>
          <ac:spMkLst>
            <pc:docMk/>
            <pc:sldMk cId="1990872283" sldId="258"/>
            <ac:spMk id="7" creationId="{36C05B16-DE17-4520-BD01-390EFE774350}"/>
          </ac:spMkLst>
        </pc:spChg>
        <pc:spChg chg="add mod">
          <ac:chgData name="SERGIO SPANO'" userId="3abdd0b9-513e-40ac-aad4-56920065037d" providerId="ADAL" clId="{A04F6209-C852-4D0D-AABD-D7CE25CBB79B}" dt="2022-02-08T11:50:45.710" v="955" actId="207"/>
          <ac:spMkLst>
            <pc:docMk/>
            <pc:sldMk cId="1990872283" sldId="258"/>
            <ac:spMk id="8" creationId="{53430D70-C800-473D-AE38-933781675EFE}"/>
          </ac:spMkLst>
        </pc:spChg>
        <pc:spChg chg="add mod">
          <ac:chgData name="SERGIO SPANO'" userId="3abdd0b9-513e-40ac-aad4-56920065037d" providerId="ADAL" clId="{A04F6209-C852-4D0D-AABD-D7CE25CBB79B}" dt="2022-02-08T11:50:29.084" v="932" actId="1076"/>
          <ac:spMkLst>
            <pc:docMk/>
            <pc:sldMk cId="1990872283" sldId="258"/>
            <ac:spMk id="9" creationId="{7D955C67-C6A3-49B8-BB42-171F4072CF1A}"/>
          </ac:spMkLst>
        </pc:spChg>
        <pc:spChg chg="add mod">
          <ac:chgData name="SERGIO SPANO'" userId="3abdd0b9-513e-40ac-aad4-56920065037d" providerId="ADAL" clId="{A04F6209-C852-4D0D-AABD-D7CE25CBB79B}" dt="2022-02-08T11:50:29.084" v="932" actId="1076"/>
          <ac:spMkLst>
            <pc:docMk/>
            <pc:sldMk cId="1990872283" sldId="258"/>
            <ac:spMk id="10" creationId="{7F71B4A0-0BD8-4C84-9AD8-BDC839DAF1CB}"/>
          </ac:spMkLst>
        </pc:spChg>
        <pc:spChg chg="add mod">
          <ac:chgData name="SERGIO SPANO'" userId="3abdd0b9-513e-40ac-aad4-56920065037d" providerId="ADAL" clId="{A04F6209-C852-4D0D-AABD-D7CE25CBB79B}" dt="2022-02-08T11:50:47.746" v="956" actId="207"/>
          <ac:spMkLst>
            <pc:docMk/>
            <pc:sldMk cId="1990872283" sldId="258"/>
            <ac:spMk id="11" creationId="{C847B313-8C34-46AC-84B6-4963257AD1BA}"/>
          </ac:spMkLst>
        </pc:spChg>
        <pc:spChg chg="mod">
          <ac:chgData name="SERGIO SPANO'" userId="3abdd0b9-513e-40ac-aad4-56920065037d" providerId="ADAL" clId="{A04F6209-C852-4D0D-AABD-D7CE25CBB79B}" dt="2022-02-08T11:31:23.151" v="930" actId="20577"/>
          <ac:spMkLst>
            <pc:docMk/>
            <pc:sldMk cId="1990872283" sldId="258"/>
            <ac:spMk id="12" creationId="{A6BCF31B-D9A1-4A52-AF84-AAAFF37C2EC6}"/>
          </ac:spMkLst>
        </pc:spChg>
        <pc:spChg chg="del">
          <ac:chgData name="SERGIO SPANO'" userId="3abdd0b9-513e-40ac-aad4-56920065037d" providerId="ADAL" clId="{A04F6209-C852-4D0D-AABD-D7CE25CBB79B}" dt="2022-02-08T11:30:52.552" v="918" actId="478"/>
          <ac:spMkLst>
            <pc:docMk/>
            <pc:sldMk cId="1990872283" sldId="258"/>
            <ac:spMk id="18" creationId="{820264D0-3374-4D82-94DC-2903A858A186}"/>
          </ac:spMkLst>
        </pc:spChg>
        <pc:spChg chg="del">
          <ac:chgData name="SERGIO SPANO'" userId="3abdd0b9-513e-40ac-aad4-56920065037d" providerId="ADAL" clId="{A04F6209-C852-4D0D-AABD-D7CE25CBB79B}" dt="2022-02-08T11:30:53.941" v="919" actId="478"/>
          <ac:spMkLst>
            <pc:docMk/>
            <pc:sldMk cId="1990872283" sldId="258"/>
            <ac:spMk id="19" creationId="{4F1E078B-295C-4CDA-8F27-68251FE9E3A7}"/>
          </ac:spMkLst>
        </pc:spChg>
      </pc:sldChg>
      <pc:sldChg chg="new del">
        <pc:chgData name="SERGIO SPANO'" userId="3abdd0b9-513e-40ac-aad4-56920065037d" providerId="ADAL" clId="{A04F6209-C852-4D0D-AABD-D7CE25CBB79B}" dt="2022-02-08T11:25:45.590" v="737" actId="680"/>
        <pc:sldMkLst>
          <pc:docMk/>
          <pc:sldMk cId="3120832413" sldId="258"/>
        </pc:sldMkLst>
      </pc:sldChg>
      <pc:sldChg chg="new del">
        <pc:chgData name="SERGIO SPANO'" userId="3abdd0b9-513e-40ac-aad4-56920065037d" providerId="ADAL" clId="{A04F6209-C852-4D0D-AABD-D7CE25CBB79B}" dt="2022-02-08T11:27:12.062" v="746" actId="680"/>
        <pc:sldMkLst>
          <pc:docMk/>
          <pc:sldMk cId="3274510398" sldId="258"/>
        </pc:sldMkLst>
      </pc:sldChg>
      <pc:sldChg chg="addSp delSp modSp new mod">
        <pc:chgData name="SERGIO SPANO'" userId="3abdd0b9-513e-40ac-aad4-56920065037d" providerId="ADAL" clId="{A04F6209-C852-4D0D-AABD-D7CE25CBB79B}" dt="2022-02-08T11:57:25.415" v="1111" actId="1035"/>
        <pc:sldMkLst>
          <pc:docMk/>
          <pc:sldMk cId="2819488547" sldId="259"/>
        </pc:sldMkLst>
        <pc:spChg chg="mod">
          <ac:chgData name="SERGIO SPANO'" userId="3abdd0b9-513e-40ac-aad4-56920065037d" providerId="ADAL" clId="{A04F6209-C852-4D0D-AABD-D7CE25CBB79B}" dt="2022-02-08T11:51:40.572" v="989" actId="20577"/>
          <ac:spMkLst>
            <pc:docMk/>
            <pc:sldMk cId="2819488547" sldId="259"/>
            <ac:spMk id="2" creationId="{19B253CA-D372-4143-A86C-3F42E8AB218F}"/>
          </ac:spMkLst>
        </pc:spChg>
        <pc:spChg chg="mod">
          <ac:chgData name="SERGIO SPANO'" userId="3abdd0b9-513e-40ac-aad4-56920065037d" providerId="ADAL" clId="{A04F6209-C852-4D0D-AABD-D7CE25CBB79B}" dt="2022-02-08T11:55:19.840" v="1024" actId="14100"/>
          <ac:spMkLst>
            <pc:docMk/>
            <pc:sldMk cId="2819488547" sldId="259"/>
            <ac:spMk id="3" creationId="{ED07BFD6-689E-4A64-8830-80A9EA8FBF0A}"/>
          </ac:spMkLst>
        </pc:spChg>
        <pc:spChg chg="add mod">
          <ac:chgData name="SERGIO SPANO'" userId="3abdd0b9-513e-40ac-aad4-56920065037d" providerId="ADAL" clId="{A04F6209-C852-4D0D-AABD-D7CE25CBB79B}" dt="2022-02-08T11:57:25.415" v="1111" actId="1035"/>
          <ac:spMkLst>
            <pc:docMk/>
            <pc:sldMk cId="2819488547" sldId="259"/>
            <ac:spMk id="6" creationId="{694D52C7-AEFE-4E0E-A048-9C5D398A0790}"/>
          </ac:spMkLst>
        </pc:spChg>
        <pc:spChg chg="add del mod">
          <ac:chgData name="SERGIO SPANO'" userId="3abdd0b9-513e-40ac-aad4-56920065037d" providerId="ADAL" clId="{A04F6209-C852-4D0D-AABD-D7CE25CBB79B}" dt="2022-02-08T11:52:59.003" v="1005" actId="478"/>
          <ac:spMkLst>
            <pc:docMk/>
            <pc:sldMk cId="2819488547" sldId="259"/>
            <ac:spMk id="8" creationId="{5875E264-39A4-45A4-9F71-8ABA8A5C8A2B}"/>
          </ac:spMkLst>
        </pc:spChg>
        <pc:spChg chg="add mod">
          <ac:chgData name="SERGIO SPANO'" userId="3abdd0b9-513e-40ac-aad4-56920065037d" providerId="ADAL" clId="{A04F6209-C852-4D0D-AABD-D7CE25CBB79B}" dt="2022-02-08T11:57:13.364" v="1085" actId="1076"/>
          <ac:spMkLst>
            <pc:docMk/>
            <pc:sldMk cId="2819488547" sldId="259"/>
            <ac:spMk id="9" creationId="{2DB301DE-7052-4DE4-B441-DEEA9E7BED9A}"/>
          </ac:spMkLst>
        </pc:spChg>
        <pc:picChg chg="add mod modCrop">
          <ac:chgData name="SERGIO SPANO'" userId="3abdd0b9-513e-40ac-aad4-56920065037d" providerId="ADAL" clId="{A04F6209-C852-4D0D-AABD-D7CE25CBB79B}" dt="2022-02-08T11:57:25.415" v="1111" actId="1035"/>
          <ac:picMkLst>
            <pc:docMk/>
            <pc:sldMk cId="2819488547" sldId="259"/>
            <ac:picMk id="7" creationId="{FA5D388C-6AF7-4198-8ED3-F294F2EFC1AB}"/>
          </ac:picMkLst>
        </pc:picChg>
      </pc:sldChg>
      <pc:sldChg chg="delSp modSp add mod">
        <pc:chgData name="SERGIO SPANO'" userId="3abdd0b9-513e-40ac-aad4-56920065037d" providerId="ADAL" clId="{A04F6209-C852-4D0D-AABD-D7CE25CBB79B}" dt="2022-02-08T14:13:47.019" v="1216" actId="20577"/>
        <pc:sldMkLst>
          <pc:docMk/>
          <pc:sldMk cId="3685782682" sldId="260"/>
        </pc:sldMkLst>
        <pc:spChg chg="mod">
          <ac:chgData name="SERGIO SPANO'" userId="3abdd0b9-513e-40ac-aad4-56920065037d" providerId="ADAL" clId="{A04F6209-C852-4D0D-AABD-D7CE25CBB79B}" dt="2022-02-08T14:13:47.019" v="1216" actId="20577"/>
          <ac:spMkLst>
            <pc:docMk/>
            <pc:sldMk cId="3685782682" sldId="260"/>
            <ac:spMk id="3" creationId="{ED07BFD6-689E-4A64-8830-80A9EA8FBF0A}"/>
          </ac:spMkLst>
        </pc:spChg>
        <pc:spChg chg="del">
          <ac:chgData name="SERGIO SPANO'" userId="3abdd0b9-513e-40ac-aad4-56920065037d" providerId="ADAL" clId="{A04F6209-C852-4D0D-AABD-D7CE25CBB79B}" dt="2022-02-08T14:10:11.323" v="1138" actId="478"/>
          <ac:spMkLst>
            <pc:docMk/>
            <pc:sldMk cId="3685782682" sldId="260"/>
            <ac:spMk id="6" creationId="{694D52C7-AEFE-4E0E-A048-9C5D398A0790}"/>
          </ac:spMkLst>
        </pc:spChg>
        <pc:spChg chg="del">
          <ac:chgData name="SERGIO SPANO'" userId="3abdd0b9-513e-40ac-aad4-56920065037d" providerId="ADAL" clId="{A04F6209-C852-4D0D-AABD-D7CE25CBB79B}" dt="2022-02-08T14:10:14.046" v="1140" actId="478"/>
          <ac:spMkLst>
            <pc:docMk/>
            <pc:sldMk cId="3685782682" sldId="260"/>
            <ac:spMk id="9" creationId="{2DB301DE-7052-4DE4-B441-DEEA9E7BED9A}"/>
          </ac:spMkLst>
        </pc:spChg>
        <pc:picChg chg="del">
          <ac:chgData name="SERGIO SPANO'" userId="3abdd0b9-513e-40ac-aad4-56920065037d" providerId="ADAL" clId="{A04F6209-C852-4D0D-AABD-D7CE25CBB79B}" dt="2022-02-08T14:10:12.041" v="1139" actId="478"/>
          <ac:picMkLst>
            <pc:docMk/>
            <pc:sldMk cId="3685782682" sldId="260"/>
            <ac:picMk id="7" creationId="{FA5D388C-6AF7-4198-8ED3-F294F2EFC1AB}"/>
          </ac:picMkLst>
        </pc:picChg>
      </pc:sldChg>
      <pc:sldChg chg="addSp modSp add mod">
        <pc:chgData name="SERGIO SPANO'" userId="3abdd0b9-513e-40ac-aad4-56920065037d" providerId="ADAL" clId="{A04F6209-C852-4D0D-AABD-D7CE25CBB79B}" dt="2022-02-08T14:18:00.713" v="1296" actId="1076"/>
        <pc:sldMkLst>
          <pc:docMk/>
          <pc:sldMk cId="1863524637" sldId="261"/>
        </pc:sldMkLst>
        <pc:spChg chg="mod">
          <ac:chgData name="SERGIO SPANO'" userId="3abdd0b9-513e-40ac-aad4-56920065037d" providerId="ADAL" clId="{A04F6209-C852-4D0D-AABD-D7CE25CBB79B}" dt="2022-02-08T14:17:56.127" v="1295" actId="1076"/>
          <ac:spMkLst>
            <pc:docMk/>
            <pc:sldMk cId="1863524637" sldId="261"/>
            <ac:spMk id="3" creationId="{ED07BFD6-689E-4A64-8830-80A9EA8FBF0A}"/>
          </ac:spMkLst>
        </pc:spChg>
        <pc:spChg chg="mod">
          <ac:chgData name="SERGIO SPANO'" userId="3abdd0b9-513e-40ac-aad4-56920065037d" providerId="ADAL" clId="{A04F6209-C852-4D0D-AABD-D7CE25CBB79B}" dt="2022-02-08T14:15:15.532" v="1233" actId="207"/>
          <ac:spMkLst>
            <pc:docMk/>
            <pc:sldMk cId="1863524637" sldId="261"/>
            <ac:spMk id="8" creationId="{BBBC6467-97CC-4777-B3D8-7ACF3AD35BF8}"/>
          </ac:spMkLst>
        </pc:spChg>
        <pc:spChg chg="mod">
          <ac:chgData name="SERGIO SPANO'" userId="3abdd0b9-513e-40ac-aad4-56920065037d" providerId="ADAL" clId="{A04F6209-C852-4D0D-AABD-D7CE25CBB79B}" dt="2022-02-08T14:15:51.710" v="1260" actId="1076"/>
          <ac:spMkLst>
            <pc:docMk/>
            <pc:sldMk cId="1863524637" sldId="261"/>
            <ac:spMk id="10" creationId="{14D906FF-46E0-4DA5-808F-2E4DD800F8C1}"/>
          </ac:spMkLst>
        </pc:spChg>
        <pc:spChg chg="mod">
          <ac:chgData name="SERGIO SPANO'" userId="3abdd0b9-513e-40ac-aad4-56920065037d" providerId="ADAL" clId="{A04F6209-C852-4D0D-AABD-D7CE25CBB79B}" dt="2022-02-08T14:15:26.771" v="1251" actId="20577"/>
          <ac:spMkLst>
            <pc:docMk/>
            <pc:sldMk cId="1863524637" sldId="261"/>
            <ac:spMk id="11" creationId="{228C5950-9E0A-4815-83A9-96712BF3781E}"/>
          </ac:spMkLst>
        </pc:spChg>
        <pc:spChg chg="mod">
          <ac:chgData name="SERGIO SPANO'" userId="3abdd0b9-513e-40ac-aad4-56920065037d" providerId="ADAL" clId="{A04F6209-C852-4D0D-AABD-D7CE25CBB79B}" dt="2022-02-08T14:17:19.935" v="1291" actId="6549"/>
          <ac:spMkLst>
            <pc:docMk/>
            <pc:sldMk cId="1863524637" sldId="261"/>
            <ac:spMk id="14" creationId="{5B3B4D00-7145-4DAF-98FB-E24866A51D9A}"/>
          </ac:spMkLst>
        </pc:spChg>
        <pc:spChg chg="mod">
          <ac:chgData name="SERGIO SPANO'" userId="3abdd0b9-513e-40ac-aad4-56920065037d" providerId="ADAL" clId="{A04F6209-C852-4D0D-AABD-D7CE25CBB79B}" dt="2022-02-08T14:16:52.518" v="1280" actId="208"/>
          <ac:spMkLst>
            <pc:docMk/>
            <pc:sldMk cId="1863524637" sldId="261"/>
            <ac:spMk id="15" creationId="{F72AE901-D624-45AD-B2D9-C110964351F8}"/>
          </ac:spMkLst>
        </pc:spChg>
        <pc:grpChg chg="add mod">
          <ac:chgData name="SERGIO SPANO'" userId="3abdd0b9-513e-40ac-aad4-56920065037d" providerId="ADAL" clId="{A04F6209-C852-4D0D-AABD-D7CE25CBB79B}" dt="2022-02-08T14:18:00.713" v="1296" actId="1076"/>
          <ac:grpSpMkLst>
            <pc:docMk/>
            <pc:sldMk cId="1863524637" sldId="261"/>
            <ac:grpSpMk id="6" creationId="{780D1274-D9C1-41B5-88F5-67D497BCB354}"/>
          </ac:grpSpMkLst>
        </pc:grpChg>
        <pc:grpChg chg="add mod">
          <ac:chgData name="SERGIO SPANO'" userId="3abdd0b9-513e-40ac-aad4-56920065037d" providerId="ADAL" clId="{A04F6209-C852-4D0D-AABD-D7CE25CBB79B}" dt="2022-02-08T14:18:00.713" v="1296" actId="1076"/>
          <ac:grpSpMkLst>
            <pc:docMk/>
            <pc:sldMk cId="1863524637" sldId="261"/>
            <ac:grpSpMk id="9" creationId="{99DD414F-599D-4969-8D98-DFE6063CB41B}"/>
          </ac:grpSpMkLst>
        </pc:grpChg>
        <pc:grpChg chg="add mod">
          <ac:chgData name="SERGIO SPANO'" userId="3abdd0b9-513e-40ac-aad4-56920065037d" providerId="ADAL" clId="{A04F6209-C852-4D0D-AABD-D7CE25CBB79B}" dt="2022-02-08T14:17:53.614" v="1293" actId="1076"/>
          <ac:grpSpMkLst>
            <pc:docMk/>
            <pc:sldMk cId="1863524637" sldId="261"/>
            <ac:grpSpMk id="12" creationId="{DC686362-BE4C-4E1A-9850-539BB537BB20}"/>
          </ac:grpSpMkLst>
        </pc:grpChg>
        <pc:picChg chg="mod">
          <ac:chgData name="SERGIO SPANO'" userId="3abdd0b9-513e-40ac-aad4-56920065037d" providerId="ADAL" clId="{A04F6209-C852-4D0D-AABD-D7CE25CBB79B}" dt="2022-02-08T14:15:08.515" v="1231"/>
          <ac:picMkLst>
            <pc:docMk/>
            <pc:sldMk cId="1863524637" sldId="261"/>
            <ac:picMk id="7" creationId="{2B0A9813-07E3-442C-B15D-9859A08A7295}"/>
          </ac:picMkLst>
        </pc:picChg>
        <pc:picChg chg="mod">
          <ac:chgData name="SERGIO SPANO'" userId="3abdd0b9-513e-40ac-aad4-56920065037d" providerId="ADAL" clId="{A04F6209-C852-4D0D-AABD-D7CE25CBB79B}" dt="2022-02-08T14:16:49.695" v="1279" actId="208"/>
          <ac:picMkLst>
            <pc:docMk/>
            <pc:sldMk cId="1863524637" sldId="261"/>
            <ac:picMk id="13" creationId="{98939417-3B57-4EAF-84B0-244CC3A026DB}"/>
          </ac:picMkLst>
        </pc:picChg>
      </pc:sldChg>
      <pc:sldChg chg="addSp delSp modSp add mod">
        <pc:chgData name="SERGIO SPANO'" userId="3abdd0b9-513e-40ac-aad4-56920065037d" providerId="ADAL" clId="{A04F6209-C852-4D0D-AABD-D7CE25CBB79B}" dt="2022-02-08T14:20:10.548" v="1327" actId="1076"/>
        <pc:sldMkLst>
          <pc:docMk/>
          <pc:sldMk cId="1970257463" sldId="262"/>
        </pc:sldMkLst>
        <pc:spChg chg="mod">
          <ac:chgData name="SERGIO SPANO'" userId="3abdd0b9-513e-40ac-aad4-56920065037d" providerId="ADAL" clId="{A04F6209-C852-4D0D-AABD-D7CE25CBB79B}" dt="2022-02-08T14:19:11.223" v="1310"/>
          <ac:spMkLst>
            <pc:docMk/>
            <pc:sldMk cId="1970257463" sldId="262"/>
            <ac:spMk id="3" creationId="{ED07BFD6-689E-4A64-8830-80A9EA8FBF0A}"/>
          </ac:spMkLst>
        </pc:spChg>
        <pc:spChg chg="add mod">
          <ac:chgData name="SERGIO SPANO'" userId="3abdd0b9-513e-40ac-aad4-56920065037d" providerId="ADAL" clId="{A04F6209-C852-4D0D-AABD-D7CE25CBB79B}" dt="2022-02-08T14:19:52.886" v="1322" actId="1076"/>
          <ac:spMkLst>
            <pc:docMk/>
            <pc:sldMk cId="1970257463" sldId="262"/>
            <ac:spMk id="18" creationId="{2309C5A0-D65A-498E-8B7B-EA272D2CE2F5}"/>
          </ac:spMkLst>
        </pc:spChg>
        <pc:grpChg chg="del">
          <ac:chgData name="SERGIO SPANO'" userId="3abdd0b9-513e-40ac-aad4-56920065037d" providerId="ADAL" clId="{A04F6209-C852-4D0D-AABD-D7CE25CBB79B}" dt="2022-02-08T14:19:13.590" v="1312" actId="478"/>
          <ac:grpSpMkLst>
            <pc:docMk/>
            <pc:sldMk cId="1970257463" sldId="262"/>
            <ac:grpSpMk id="6" creationId="{780D1274-D9C1-41B5-88F5-67D497BCB354}"/>
          </ac:grpSpMkLst>
        </pc:grpChg>
        <pc:grpChg chg="del">
          <ac:chgData name="SERGIO SPANO'" userId="3abdd0b9-513e-40ac-aad4-56920065037d" providerId="ADAL" clId="{A04F6209-C852-4D0D-AABD-D7CE25CBB79B}" dt="2022-02-08T14:19:14.348" v="1313" actId="478"/>
          <ac:grpSpMkLst>
            <pc:docMk/>
            <pc:sldMk cId="1970257463" sldId="262"/>
            <ac:grpSpMk id="9" creationId="{99DD414F-599D-4969-8D98-DFE6063CB41B}"/>
          </ac:grpSpMkLst>
        </pc:grpChg>
        <pc:grpChg chg="del">
          <ac:chgData name="SERGIO SPANO'" userId="3abdd0b9-513e-40ac-aad4-56920065037d" providerId="ADAL" clId="{A04F6209-C852-4D0D-AABD-D7CE25CBB79B}" dt="2022-02-08T14:19:12.936" v="1311" actId="478"/>
          <ac:grpSpMkLst>
            <pc:docMk/>
            <pc:sldMk cId="1970257463" sldId="262"/>
            <ac:grpSpMk id="12" creationId="{DC686362-BE4C-4E1A-9850-539BB537BB20}"/>
          </ac:grpSpMkLst>
        </pc:grpChg>
        <pc:picChg chg="add mod">
          <ac:chgData name="SERGIO SPANO'" userId="3abdd0b9-513e-40ac-aad4-56920065037d" providerId="ADAL" clId="{A04F6209-C852-4D0D-AABD-D7CE25CBB79B}" dt="2022-02-08T14:20:10.548" v="1327" actId="1076"/>
          <ac:picMkLst>
            <pc:docMk/>
            <pc:sldMk cId="1970257463" sldId="262"/>
            <ac:picMk id="16" creationId="{05AFB90C-9A87-4E2D-B5EE-B36C62AF40BA}"/>
          </ac:picMkLst>
        </pc:picChg>
        <pc:picChg chg="add mod">
          <ac:chgData name="SERGIO SPANO'" userId="3abdd0b9-513e-40ac-aad4-56920065037d" providerId="ADAL" clId="{A04F6209-C852-4D0D-AABD-D7CE25CBB79B}" dt="2022-02-08T14:20:05.768" v="1325" actId="1076"/>
          <ac:picMkLst>
            <pc:docMk/>
            <pc:sldMk cId="1970257463" sldId="262"/>
            <ac:picMk id="17" creationId="{79F8A5BC-59C8-4546-B88C-8EB700759950}"/>
          </ac:picMkLst>
        </pc:picChg>
      </pc:sldChg>
      <pc:sldChg chg="delSp modSp add mod">
        <pc:chgData name="SERGIO SPANO'" userId="3abdd0b9-513e-40ac-aad4-56920065037d" providerId="ADAL" clId="{A04F6209-C852-4D0D-AABD-D7CE25CBB79B}" dt="2022-02-08T14:36:32.548" v="1700" actId="20577"/>
        <pc:sldMkLst>
          <pc:docMk/>
          <pc:sldMk cId="3652673721" sldId="263"/>
        </pc:sldMkLst>
        <pc:spChg chg="mod">
          <ac:chgData name="SERGIO SPANO'" userId="3abdd0b9-513e-40ac-aad4-56920065037d" providerId="ADAL" clId="{A04F6209-C852-4D0D-AABD-D7CE25CBB79B}" dt="2022-02-08T14:36:32.548" v="1700" actId="20577"/>
          <ac:spMkLst>
            <pc:docMk/>
            <pc:sldMk cId="3652673721" sldId="263"/>
            <ac:spMk id="3" creationId="{ED07BFD6-689E-4A64-8830-80A9EA8FBF0A}"/>
          </ac:spMkLst>
        </pc:spChg>
        <pc:spChg chg="del">
          <ac:chgData name="SERGIO SPANO'" userId="3abdd0b9-513e-40ac-aad4-56920065037d" providerId="ADAL" clId="{A04F6209-C852-4D0D-AABD-D7CE25CBB79B}" dt="2022-02-08T14:21:02.865" v="1332" actId="478"/>
          <ac:spMkLst>
            <pc:docMk/>
            <pc:sldMk cId="3652673721" sldId="263"/>
            <ac:spMk id="18" creationId="{2309C5A0-D65A-498E-8B7B-EA272D2CE2F5}"/>
          </ac:spMkLst>
        </pc:spChg>
        <pc:picChg chg="del">
          <ac:chgData name="SERGIO SPANO'" userId="3abdd0b9-513e-40ac-aad4-56920065037d" providerId="ADAL" clId="{A04F6209-C852-4D0D-AABD-D7CE25CBB79B}" dt="2022-02-08T14:20:58.700" v="1331" actId="478"/>
          <ac:picMkLst>
            <pc:docMk/>
            <pc:sldMk cId="3652673721" sldId="263"/>
            <ac:picMk id="16" creationId="{05AFB90C-9A87-4E2D-B5EE-B36C62AF40BA}"/>
          </ac:picMkLst>
        </pc:picChg>
        <pc:picChg chg="del">
          <ac:chgData name="SERGIO SPANO'" userId="3abdd0b9-513e-40ac-aad4-56920065037d" providerId="ADAL" clId="{A04F6209-C852-4D0D-AABD-D7CE25CBB79B}" dt="2022-02-08T14:21:03.365" v="1333" actId="478"/>
          <ac:picMkLst>
            <pc:docMk/>
            <pc:sldMk cId="3652673721" sldId="263"/>
            <ac:picMk id="17" creationId="{79F8A5BC-59C8-4546-B88C-8EB700759950}"/>
          </ac:picMkLst>
        </pc:picChg>
      </pc:sldChg>
      <pc:sldChg chg="addSp delSp modSp add del mod">
        <pc:chgData name="SERGIO SPANO'" userId="3abdd0b9-513e-40ac-aad4-56920065037d" providerId="ADAL" clId="{A04F6209-C852-4D0D-AABD-D7CE25CBB79B}" dt="2022-02-09T15:29:52.140" v="1701" actId="2696"/>
        <pc:sldMkLst>
          <pc:docMk/>
          <pc:sldMk cId="3125779800" sldId="264"/>
        </pc:sldMkLst>
        <pc:spChg chg="mod">
          <ac:chgData name="SERGIO SPANO'" userId="3abdd0b9-513e-40ac-aad4-56920065037d" providerId="ADAL" clId="{A04F6209-C852-4D0D-AABD-D7CE25CBB79B}" dt="2022-02-08T14:22:49.369" v="1392"/>
          <ac:spMkLst>
            <pc:docMk/>
            <pc:sldMk cId="3125779800" sldId="264"/>
            <ac:spMk id="3" creationId="{ED07BFD6-689E-4A64-8830-80A9EA8FBF0A}"/>
          </ac:spMkLst>
        </pc:spChg>
        <pc:spChg chg="add mod">
          <ac:chgData name="SERGIO SPANO'" userId="3abdd0b9-513e-40ac-aad4-56920065037d" providerId="ADAL" clId="{A04F6209-C852-4D0D-AABD-D7CE25CBB79B}" dt="2022-02-08T14:23:49.059" v="1413" actId="1076"/>
          <ac:spMkLst>
            <pc:docMk/>
            <pc:sldMk cId="3125779800" sldId="264"/>
            <ac:spMk id="18" creationId="{4EDC715D-A19D-48C1-A645-47D6FAF7FF82}"/>
          </ac:spMkLst>
        </pc:spChg>
        <pc:grpChg chg="del">
          <ac:chgData name="SERGIO SPANO'" userId="3abdd0b9-513e-40ac-aad4-56920065037d" providerId="ADAL" clId="{A04F6209-C852-4D0D-AABD-D7CE25CBB79B}" dt="2022-02-08T14:22:04.230" v="1353" actId="478"/>
          <ac:grpSpMkLst>
            <pc:docMk/>
            <pc:sldMk cId="3125779800" sldId="264"/>
            <ac:grpSpMk id="6" creationId="{780D1274-D9C1-41B5-88F5-67D497BCB354}"/>
          </ac:grpSpMkLst>
        </pc:grpChg>
        <pc:grpChg chg="del">
          <ac:chgData name="SERGIO SPANO'" userId="3abdd0b9-513e-40ac-aad4-56920065037d" providerId="ADAL" clId="{A04F6209-C852-4D0D-AABD-D7CE25CBB79B}" dt="2022-02-08T14:22:05.426" v="1354" actId="478"/>
          <ac:grpSpMkLst>
            <pc:docMk/>
            <pc:sldMk cId="3125779800" sldId="264"/>
            <ac:grpSpMk id="9" creationId="{99DD414F-599D-4969-8D98-DFE6063CB41B}"/>
          </ac:grpSpMkLst>
        </pc:grpChg>
        <pc:grpChg chg="del">
          <ac:chgData name="SERGIO SPANO'" userId="3abdd0b9-513e-40ac-aad4-56920065037d" providerId="ADAL" clId="{A04F6209-C852-4D0D-AABD-D7CE25CBB79B}" dt="2022-02-08T14:22:03.784" v="1352" actId="478"/>
          <ac:grpSpMkLst>
            <pc:docMk/>
            <pc:sldMk cId="3125779800" sldId="264"/>
            <ac:grpSpMk id="12" creationId="{DC686362-BE4C-4E1A-9850-539BB537BB20}"/>
          </ac:grpSpMkLst>
        </pc:grpChg>
        <pc:picChg chg="add mod">
          <ac:chgData name="SERGIO SPANO'" userId="3abdd0b9-513e-40ac-aad4-56920065037d" providerId="ADAL" clId="{A04F6209-C852-4D0D-AABD-D7CE25CBB79B}" dt="2022-02-08T14:22:37.958" v="1372" actId="1076"/>
          <ac:picMkLst>
            <pc:docMk/>
            <pc:sldMk cId="3125779800" sldId="264"/>
            <ac:picMk id="16" creationId="{F815A66F-D6B2-48C4-A2BD-5EFAF889C734}"/>
          </ac:picMkLst>
        </pc:picChg>
        <pc:picChg chg="add mod">
          <ac:chgData name="SERGIO SPANO'" userId="3abdd0b9-513e-40ac-aad4-56920065037d" providerId="ADAL" clId="{A04F6209-C852-4D0D-AABD-D7CE25CBB79B}" dt="2022-02-08T14:23:04.396" v="1398" actId="1076"/>
          <ac:picMkLst>
            <pc:docMk/>
            <pc:sldMk cId="3125779800" sldId="264"/>
            <ac:picMk id="17" creationId="{19F81637-5254-4FBB-B8CC-394957E2416E}"/>
          </ac:picMkLst>
        </pc:picChg>
      </pc:sldChg>
      <pc:sldChg chg="addSp delSp modSp add del mod">
        <pc:chgData name="SERGIO SPANO'" userId="3abdd0b9-513e-40ac-aad4-56920065037d" providerId="ADAL" clId="{A04F6209-C852-4D0D-AABD-D7CE25CBB79B}" dt="2022-02-09T15:29:52.140" v="1701" actId="2696"/>
        <pc:sldMkLst>
          <pc:docMk/>
          <pc:sldMk cId="2488555029" sldId="265"/>
        </pc:sldMkLst>
        <pc:spChg chg="mod">
          <ac:chgData name="SERGIO SPANO'" userId="3abdd0b9-513e-40ac-aad4-56920065037d" providerId="ADAL" clId="{A04F6209-C852-4D0D-AABD-D7CE25CBB79B}" dt="2022-02-08T14:24:24.440" v="1418" actId="20577"/>
          <ac:spMkLst>
            <pc:docMk/>
            <pc:sldMk cId="2488555029" sldId="265"/>
            <ac:spMk id="3" creationId="{ED07BFD6-689E-4A64-8830-80A9EA8FBF0A}"/>
          </ac:spMkLst>
        </pc:spChg>
        <pc:spChg chg="mod">
          <ac:chgData name="SERGIO SPANO'" userId="3abdd0b9-513e-40ac-aad4-56920065037d" providerId="ADAL" clId="{A04F6209-C852-4D0D-AABD-D7CE25CBB79B}" dt="2022-02-08T14:24:56.933" v="1426" actId="1076"/>
          <ac:spMkLst>
            <pc:docMk/>
            <pc:sldMk cId="2488555029" sldId="265"/>
            <ac:spMk id="18" creationId="{4EDC715D-A19D-48C1-A645-47D6FAF7FF82}"/>
          </ac:spMkLst>
        </pc:spChg>
        <pc:picChg chg="add mod">
          <ac:chgData name="SERGIO SPANO'" userId="3abdd0b9-513e-40ac-aad4-56920065037d" providerId="ADAL" clId="{A04F6209-C852-4D0D-AABD-D7CE25CBB79B}" dt="2022-02-08T14:24:45.166" v="1422" actId="1076"/>
          <ac:picMkLst>
            <pc:docMk/>
            <pc:sldMk cId="2488555029" sldId="265"/>
            <ac:picMk id="9" creationId="{91976E8D-1897-486B-9582-A7BBAE4130CC}"/>
          </ac:picMkLst>
        </pc:picChg>
        <pc:picChg chg="add mod">
          <ac:chgData name="SERGIO SPANO'" userId="3abdd0b9-513e-40ac-aad4-56920065037d" providerId="ADAL" clId="{A04F6209-C852-4D0D-AABD-D7CE25CBB79B}" dt="2022-02-08T14:24:59.069" v="1427" actId="1076"/>
          <ac:picMkLst>
            <pc:docMk/>
            <pc:sldMk cId="2488555029" sldId="265"/>
            <ac:picMk id="10" creationId="{B61405DE-D87B-4EDE-87B7-AD8351C2B1A0}"/>
          </ac:picMkLst>
        </pc:picChg>
        <pc:picChg chg="del">
          <ac:chgData name="SERGIO SPANO'" userId="3abdd0b9-513e-40ac-aad4-56920065037d" providerId="ADAL" clId="{A04F6209-C852-4D0D-AABD-D7CE25CBB79B}" dt="2022-02-08T14:24:41.950" v="1420" actId="478"/>
          <ac:picMkLst>
            <pc:docMk/>
            <pc:sldMk cId="2488555029" sldId="265"/>
            <ac:picMk id="16" creationId="{F815A66F-D6B2-48C4-A2BD-5EFAF889C734}"/>
          </ac:picMkLst>
        </pc:picChg>
        <pc:picChg chg="del">
          <ac:chgData name="SERGIO SPANO'" userId="3abdd0b9-513e-40ac-aad4-56920065037d" providerId="ADAL" clId="{A04F6209-C852-4D0D-AABD-D7CE25CBB79B}" dt="2022-02-08T14:24:46.929" v="1423" actId="478"/>
          <ac:picMkLst>
            <pc:docMk/>
            <pc:sldMk cId="2488555029" sldId="265"/>
            <ac:picMk id="17" creationId="{19F81637-5254-4FBB-B8CC-394957E2416E}"/>
          </ac:picMkLst>
        </pc:picChg>
      </pc:sldChg>
      <pc:sldMasterChg chg="addSp delSp modSp mod modSldLayout">
        <pc:chgData name="SERGIO SPANO'" userId="3abdd0b9-513e-40ac-aad4-56920065037d" providerId="ADAL" clId="{A04F6209-C852-4D0D-AABD-D7CE25CBB79B}" dt="2022-02-08T11:28:28.236" v="785" actId="14100"/>
        <pc:sldMasterMkLst>
          <pc:docMk/>
          <pc:sldMasterMk cId="2117844949" sldId="2147483648"/>
        </pc:sldMasterMkLst>
        <pc:spChg chg="mod">
          <ac:chgData name="SERGIO SPANO'" userId="3abdd0b9-513e-40ac-aad4-56920065037d" providerId="ADAL" clId="{A04F6209-C852-4D0D-AABD-D7CE25CBB79B}" dt="2022-02-08T11:26:54.759" v="743" actId="14100"/>
          <ac:spMkLst>
            <pc:docMk/>
            <pc:sldMasterMk cId="2117844949" sldId="2147483648"/>
            <ac:spMk id="2" creationId="{F6A7BD6A-2E1D-4EE9-9550-3278CC20D11B}"/>
          </ac:spMkLst>
        </pc:spChg>
        <pc:spChg chg="mod">
          <ac:chgData name="SERGIO SPANO'" userId="3abdd0b9-513e-40ac-aad4-56920065037d" providerId="ADAL" clId="{A04F6209-C852-4D0D-AABD-D7CE25CBB79B}" dt="2022-02-08T11:26:57.797" v="744" actId="14100"/>
          <ac:spMkLst>
            <pc:docMk/>
            <pc:sldMasterMk cId="2117844949" sldId="2147483648"/>
            <ac:spMk id="3" creationId="{4A5DA657-DDD8-4A05-9088-B977D6547C9B}"/>
          </ac:spMkLst>
        </pc:spChg>
        <pc:spChg chg="mod">
          <ac:chgData name="SERGIO SPANO'" userId="3abdd0b9-513e-40ac-aad4-56920065037d" providerId="ADAL" clId="{A04F6209-C852-4D0D-AABD-D7CE25CBB79B}" dt="2022-02-08T11:04:16.570" v="418" actId="1036"/>
          <ac:spMkLst>
            <pc:docMk/>
            <pc:sldMasterMk cId="2117844949" sldId="2147483648"/>
            <ac:spMk id="4" creationId="{3CA61BD2-CA09-4BEB-B08B-4B0A8533DEC8}"/>
          </ac:spMkLst>
        </pc:spChg>
        <pc:spChg chg="mod">
          <ac:chgData name="SERGIO SPANO'" userId="3abdd0b9-513e-40ac-aad4-56920065037d" providerId="ADAL" clId="{A04F6209-C852-4D0D-AABD-D7CE25CBB79B}" dt="2022-02-08T11:04:22.077" v="419" actId="14100"/>
          <ac:spMkLst>
            <pc:docMk/>
            <pc:sldMasterMk cId="2117844949" sldId="2147483648"/>
            <ac:spMk id="5" creationId="{26C1109A-83E1-4943-908E-29C1D523D264}"/>
          </ac:spMkLst>
        </pc:spChg>
        <pc:spChg chg="mod">
          <ac:chgData name="SERGIO SPANO'" userId="3abdd0b9-513e-40ac-aad4-56920065037d" providerId="ADAL" clId="{A04F6209-C852-4D0D-AABD-D7CE25CBB79B}" dt="2022-02-08T11:04:06.714" v="414" actId="1035"/>
          <ac:spMkLst>
            <pc:docMk/>
            <pc:sldMasterMk cId="2117844949" sldId="2147483648"/>
            <ac:spMk id="6" creationId="{3A1501F7-399C-4A0A-8183-EF9F4C72DD54}"/>
          </ac:spMkLst>
        </pc:spChg>
        <pc:spChg chg="mod">
          <ac:chgData name="SERGIO SPANO'" userId="3abdd0b9-513e-40ac-aad4-56920065037d" providerId="ADAL" clId="{A04F6209-C852-4D0D-AABD-D7CE25CBB79B}" dt="2022-02-08T11:04:48.898" v="420" actId="1076"/>
          <ac:spMkLst>
            <pc:docMk/>
            <pc:sldMasterMk cId="2117844949" sldId="2147483648"/>
            <ac:spMk id="8" creationId="{A3AC1E41-574B-4706-A1F7-FE8C4D963D8A}"/>
          </ac:spMkLst>
        </pc:spChg>
        <pc:picChg chg="add mod modCrop">
          <ac:chgData name="SERGIO SPANO'" userId="3abdd0b9-513e-40ac-aad4-56920065037d" providerId="ADAL" clId="{A04F6209-C852-4D0D-AABD-D7CE25CBB79B}" dt="2022-02-08T10:52:11.443" v="36" actId="1076"/>
          <ac:picMkLst>
            <pc:docMk/>
            <pc:sldMasterMk cId="2117844949" sldId="2147483648"/>
            <ac:picMk id="11" creationId="{691F592A-D320-4879-B8DA-C414E6D36C34}"/>
          </ac:picMkLst>
        </pc:picChg>
        <pc:picChg chg="add del mod">
          <ac:chgData name="SERGIO SPANO'" userId="3abdd0b9-513e-40ac-aad4-56920065037d" providerId="ADAL" clId="{A04F6209-C852-4D0D-AABD-D7CE25CBB79B}" dt="2022-02-08T10:51:50.980" v="28" actId="478"/>
          <ac:picMkLst>
            <pc:docMk/>
            <pc:sldMasterMk cId="2117844949" sldId="2147483648"/>
            <ac:picMk id="1026" creationId="{72DA61AA-B479-4F8C-9657-B87AC8A26E66}"/>
          </ac:picMkLst>
        </pc:picChg>
        <pc:sldLayoutChg chg="modSp mod">
          <pc:chgData name="SERGIO SPANO'" userId="3abdd0b9-513e-40ac-aad4-56920065037d" providerId="ADAL" clId="{A04F6209-C852-4D0D-AABD-D7CE25CBB79B}" dt="2022-02-08T11:05:32.232" v="424" actId="14100"/>
          <pc:sldLayoutMkLst>
            <pc:docMk/>
            <pc:sldMasterMk cId="2117844949" sldId="2147483648"/>
            <pc:sldLayoutMk cId="638397118" sldId="2147483649"/>
          </pc:sldLayoutMkLst>
          <pc:spChg chg="mod">
            <ac:chgData name="SERGIO SPANO'" userId="3abdd0b9-513e-40ac-aad4-56920065037d" providerId="ADAL" clId="{A04F6209-C852-4D0D-AABD-D7CE25CBB79B}" dt="2022-02-08T11:05:32.232" v="424" actId="14100"/>
            <ac:spMkLst>
              <pc:docMk/>
              <pc:sldMasterMk cId="2117844949" sldId="2147483648"/>
              <pc:sldLayoutMk cId="638397118" sldId="2147483649"/>
              <ac:spMk id="11" creationId="{25F9DEEE-4CB7-4A0F-950C-148A6085C071}"/>
            </ac:spMkLst>
          </pc:spChg>
          <pc:spChg chg="mod">
            <ac:chgData name="SERGIO SPANO'" userId="3abdd0b9-513e-40ac-aad4-56920065037d" providerId="ADAL" clId="{A04F6209-C852-4D0D-AABD-D7CE25CBB79B}" dt="2022-02-08T10:56:48.489" v="156" actId="1036"/>
            <ac:spMkLst>
              <pc:docMk/>
              <pc:sldMasterMk cId="2117844949" sldId="2147483648"/>
              <pc:sldLayoutMk cId="638397118" sldId="2147483649"/>
              <ac:spMk id="12" creationId="{97D68861-15CF-45CE-801C-70DD06C46F7E}"/>
            </ac:spMkLst>
          </pc:spChg>
        </pc:sldLayoutChg>
        <pc:sldLayoutChg chg="modSp mod">
          <pc:chgData name="SERGIO SPANO'" userId="3abdd0b9-513e-40ac-aad4-56920065037d" providerId="ADAL" clId="{A04F6209-C852-4D0D-AABD-D7CE25CBB79B}" dt="2022-02-08T11:27:29.330" v="749" actId="14100"/>
          <pc:sldLayoutMkLst>
            <pc:docMk/>
            <pc:sldMasterMk cId="2117844949" sldId="2147483648"/>
            <pc:sldLayoutMk cId="1468147844" sldId="2147483650"/>
          </pc:sldLayoutMkLst>
          <pc:spChg chg="mod">
            <ac:chgData name="SERGIO SPANO'" userId="3abdd0b9-513e-40ac-aad4-56920065037d" providerId="ADAL" clId="{A04F6209-C852-4D0D-AABD-D7CE25CBB79B}" dt="2022-02-08T11:27:27.114" v="747" actId="14100"/>
            <ac:spMkLst>
              <pc:docMk/>
              <pc:sldMasterMk cId="2117844949" sldId="2147483648"/>
              <pc:sldLayoutMk cId="1468147844" sldId="2147483650"/>
              <ac:spMk id="2" creationId="{2BE5BC59-9EE5-454B-8731-458C5A4ADF9E}"/>
            </ac:spMkLst>
          </pc:spChg>
          <pc:spChg chg="mod">
            <ac:chgData name="SERGIO SPANO'" userId="3abdd0b9-513e-40ac-aad4-56920065037d" providerId="ADAL" clId="{A04F6209-C852-4D0D-AABD-D7CE25CBB79B}" dt="2022-02-08T11:27:29.330" v="749" actId="14100"/>
            <ac:spMkLst>
              <pc:docMk/>
              <pc:sldMasterMk cId="2117844949" sldId="2147483648"/>
              <pc:sldLayoutMk cId="1468147844" sldId="2147483650"/>
              <ac:spMk id="3" creationId="{C8D96458-0AB6-462F-A722-F5069EFC3FCA}"/>
            </ac:spMkLst>
          </pc:spChg>
        </pc:sldLayoutChg>
        <pc:sldLayoutChg chg="addSp delSp modSp mod">
          <pc:chgData name="SERGIO SPANO'" userId="3abdd0b9-513e-40ac-aad4-56920065037d" providerId="ADAL" clId="{A04F6209-C852-4D0D-AABD-D7CE25CBB79B}" dt="2022-02-08T11:28:28.236" v="785" actId="14100"/>
          <pc:sldLayoutMkLst>
            <pc:docMk/>
            <pc:sldMasterMk cId="2117844949" sldId="2147483648"/>
            <pc:sldLayoutMk cId="1127178419" sldId="2147483652"/>
          </pc:sldLayoutMkLst>
          <pc:spChg chg="del">
            <ac:chgData name="SERGIO SPANO'" userId="3abdd0b9-513e-40ac-aad4-56920065037d" providerId="ADAL" clId="{A04F6209-C852-4D0D-AABD-D7CE25CBB79B}" dt="2022-02-08T11:27:44.873" v="750" actId="478"/>
            <ac:spMkLst>
              <pc:docMk/>
              <pc:sldMasterMk cId="2117844949" sldId="2147483648"/>
              <pc:sldLayoutMk cId="1127178419" sldId="2147483652"/>
              <ac:spMk id="2" creationId="{5F6997AA-10C8-478B-A0F8-97F1FB861335}"/>
            </ac:spMkLst>
          </pc:spChg>
          <pc:spChg chg="mod">
            <ac:chgData name="SERGIO SPANO'" userId="3abdd0b9-513e-40ac-aad4-56920065037d" providerId="ADAL" clId="{A04F6209-C852-4D0D-AABD-D7CE25CBB79B}" dt="2022-02-08T11:28:28.236" v="785" actId="14100"/>
            <ac:spMkLst>
              <pc:docMk/>
              <pc:sldMasterMk cId="2117844949" sldId="2147483648"/>
              <pc:sldLayoutMk cId="1127178419" sldId="2147483652"/>
              <ac:spMk id="3" creationId="{489F5267-AD86-4D32-944C-03F3ED38DE9D}"/>
            </ac:spMkLst>
          </pc:spChg>
          <pc:spChg chg="mod">
            <ac:chgData name="SERGIO SPANO'" userId="3abdd0b9-513e-40ac-aad4-56920065037d" providerId="ADAL" clId="{A04F6209-C852-4D0D-AABD-D7CE25CBB79B}" dt="2022-02-08T11:28:28.236" v="785" actId="14100"/>
            <ac:spMkLst>
              <pc:docMk/>
              <pc:sldMasterMk cId="2117844949" sldId="2147483648"/>
              <pc:sldLayoutMk cId="1127178419" sldId="2147483652"/>
              <ac:spMk id="4" creationId="{2288A62B-98DA-4E63-A89D-B7A2FD1344C6}"/>
            </ac:spMkLst>
          </pc:spChg>
          <pc:spChg chg="add mod">
            <ac:chgData name="SERGIO SPANO'" userId="3abdd0b9-513e-40ac-aad4-56920065037d" providerId="ADAL" clId="{A04F6209-C852-4D0D-AABD-D7CE25CBB79B}" dt="2022-02-08T11:27:45.215" v="751"/>
            <ac:spMkLst>
              <pc:docMk/>
              <pc:sldMasterMk cId="2117844949" sldId="2147483648"/>
              <pc:sldLayoutMk cId="1127178419" sldId="2147483652"/>
              <ac:spMk id="8" creationId="{67776211-7E7A-4D51-BC4B-F861FB8091AB}"/>
            </ac:spMkLst>
          </pc:spChg>
        </pc:sldLayoutChg>
        <pc:sldLayoutChg chg="addSp delSp modSp mod">
          <pc:chgData name="SERGIO SPANO'" userId="3abdd0b9-513e-40ac-aad4-56920065037d" providerId="ADAL" clId="{A04F6209-C852-4D0D-AABD-D7CE25CBB79B}" dt="2022-02-08T11:28:23.532" v="784" actId="14100"/>
          <pc:sldLayoutMkLst>
            <pc:docMk/>
            <pc:sldMasterMk cId="2117844949" sldId="2147483648"/>
            <pc:sldLayoutMk cId="3277322425" sldId="2147483653"/>
          </pc:sldLayoutMkLst>
          <pc:spChg chg="del">
            <ac:chgData name="SERGIO SPANO'" userId="3abdd0b9-513e-40ac-aad4-56920065037d" providerId="ADAL" clId="{A04F6209-C852-4D0D-AABD-D7CE25CBB79B}" dt="2022-02-08T11:27:48.706" v="752" actId="478"/>
            <ac:spMkLst>
              <pc:docMk/>
              <pc:sldMasterMk cId="2117844949" sldId="2147483648"/>
              <pc:sldLayoutMk cId="3277322425" sldId="2147483653"/>
              <ac:spMk id="2" creationId="{5E1D8EA1-9C49-465B-BADE-8BD2C192ADCE}"/>
            </ac:spMkLst>
          </pc:spChg>
          <pc:spChg chg="mod">
            <ac:chgData name="SERGIO SPANO'" userId="3abdd0b9-513e-40ac-aad4-56920065037d" providerId="ADAL" clId="{A04F6209-C852-4D0D-AABD-D7CE25CBB79B}" dt="2022-02-08T11:28:20.151" v="783" actId="1036"/>
            <ac:spMkLst>
              <pc:docMk/>
              <pc:sldMasterMk cId="2117844949" sldId="2147483648"/>
              <pc:sldLayoutMk cId="3277322425" sldId="2147483653"/>
              <ac:spMk id="3" creationId="{303B0D27-A200-4420-A47D-C5E6827F90FB}"/>
            </ac:spMkLst>
          </pc:spChg>
          <pc:spChg chg="mod">
            <ac:chgData name="SERGIO SPANO'" userId="3abdd0b9-513e-40ac-aad4-56920065037d" providerId="ADAL" clId="{A04F6209-C852-4D0D-AABD-D7CE25CBB79B}" dt="2022-02-08T11:28:23.532" v="784" actId="14100"/>
            <ac:spMkLst>
              <pc:docMk/>
              <pc:sldMasterMk cId="2117844949" sldId="2147483648"/>
              <pc:sldLayoutMk cId="3277322425" sldId="2147483653"/>
              <ac:spMk id="4" creationId="{76D52593-7A57-42B3-A2DE-96B6662C08B5}"/>
            </ac:spMkLst>
          </pc:spChg>
          <pc:spChg chg="mod">
            <ac:chgData name="SERGIO SPANO'" userId="3abdd0b9-513e-40ac-aad4-56920065037d" providerId="ADAL" clId="{A04F6209-C852-4D0D-AABD-D7CE25CBB79B}" dt="2022-02-08T11:28:20.151" v="783" actId="1036"/>
            <ac:spMkLst>
              <pc:docMk/>
              <pc:sldMasterMk cId="2117844949" sldId="2147483648"/>
              <pc:sldLayoutMk cId="3277322425" sldId="2147483653"/>
              <ac:spMk id="5" creationId="{0D1156F2-1FD9-4D4B-8C64-92B0A8DD40B8}"/>
            </ac:spMkLst>
          </pc:spChg>
          <pc:spChg chg="mod">
            <ac:chgData name="SERGIO SPANO'" userId="3abdd0b9-513e-40ac-aad4-56920065037d" providerId="ADAL" clId="{A04F6209-C852-4D0D-AABD-D7CE25CBB79B}" dt="2022-02-08T11:28:23.532" v="784" actId="14100"/>
            <ac:spMkLst>
              <pc:docMk/>
              <pc:sldMasterMk cId="2117844949" sldId="2147483648"/>
              <pc:sldLayoutMk cId="3277322425" sldId="2147483653"/>
              <ac:spMk id="6" creationId="{8190BA44-D273-408B-922F-FD483788162C}"/>
            </ac:spMkLst>
          </pc:spChg>
          <pc:spChg chg="add mod">
            <ac:chgData name="SERGIO SPANO'" userId="3abdd0b9-513e-40ac-aad4-56920065037d" providerId="ADAL" clId="{A04F6209-C852-4D0D-AABD-D7CE25CBB79B}" dt="2022-02-08T11:27:49.043" v="753"/>
            <ac:spMkLst>
              <pc:docMk/>
              <pc:sldMasterMk cId="2117844949" sldId="2147483648"/>
              <pc:sldLayoutMk cId="3277322425" sldId="2147483653"/>
              <ac:spMk id="10" creationId="{A8F6C17E-282B-471C-8A6A-1732C05C21B7}"/>
            </ac:spMkLst>
          </pc:spChg>
        </pc:sldLayoutChg>
      </pc:sldMasterChg>
      <pc:sldMasterChg chg="new del mod addSldLayout delSldLayout">
        <pc:chgData name="SERGIO SPANO'" userId="3abdd0b9-513e-40ac-aad4-56920065037d" providerId="ADAL" clId="{A04F6209-C852-4D0D-AABD-D7CE25CBB79B}" dt="2022-02-08T11:26:29.517" v="741" actId="6938"/>
        <pc:sldMasterMkLst>
          <pc:docMk/>
          <pc:sldMasterMk cId="2177974319" sldId="2147483660"/>
        </pc:sldMasterMkLst>
        <pc:sldLayoutChg chg="new del replId">
          <pc:chgData name="SERGIO SPANO'" userId="3abdd0b9-513e-40ac-aad4-56920065037d" providerId="ADAL" clId="{A04F6209-C852-4D0D-AABD-D7CE25CBB79B}" dt="2022-02-08T11:26:29.517" v="741" actId="6938"/>
          <pc:sldLayoutMkLst>
            <pc:docMk/>
            <pc:sldMasterMk cId="2177974319" sldId="2147483660"/>
            <pc:sldLayoutMk cId="667871096" sldId="2147483661"/>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840901277" sldId="2147483662"/>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2172030084" sldId="2147483663"/>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4032976318" sldId="2147483664"/>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3407117195" sldId="2147483665"/>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2104806343" sldId="2147483666"/>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3710623891" sldId="2147483667"/>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1076801329" sldId="2147483668"/>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423349767" sldId="2147483669"/>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2852625107" sldId="2147483670"/>
          </pc:sldLayoutMkLst>
        </pc:sldLayoutChg>
        <pc:sldLayoutChg chg="new del replId">
          <pc:chgData name="SERGIO SPANO'" userId="3abdd0b9-513e-40ac-aad4-56920065037d" providerId="ADAL" clId="{A04F6209-C852-4D0D-AABD-D7CE25CBB79B}" dt="2022-02-08T11:26:29.517" v="741" actId="6938"/>
          <pc:sldLayoutMkLst>
            <pc:docMk/>
            <pc:sldMasterMk cId="2177974319" sldId="2147483660"/>
            <pc:sldLayoutMk cId="1771743731" sldId="2147483671"/>
          </pc:sldLayoutMkLst>
        </pc:sldLayoutChg>
      </pc:sldMasterChg>
    </pc:docChg>
  </pc:docChgLst>
  <pc:docChgLst>
    <pc:chgData name="SERGIO SPANO'" userId="3abdd0b9-513e-40ac-aad4-56920065037d" providerId="ADAL" clId="{EB531F0E-993B-405D-8267-FD103D4CA550}"/>
    <pc:docChg chg="undo custSel addSld delSld modSld sldOrd">
      <pc:chgData name="SERGIO SPANO'" userId="3abdd0b9-513e-40ac-aad4-56920065037d" providerId="ADAL" clId="{EB531F0E-993B-405D-8267-FD103D4CA550}" dt="2022-04-11T10:18:35.964" v="1482" actId="20577"/>
      <pc:docMkLst>
        <pc:docMk/>
      </pc:docMkLst>
      <pc:sldChg chg="modSp mod">
        <pc:chgData name="SERGIO SPANO'" userId="3abdd0b9-513e-40ac-aad4-56920065037d" providerId="ADAL" clId="{EB531F0E-993B-405D-8267-FD103D4CA550}" dt="2022-04-11T09:16:54.029" v="18" actId="20577"/>
        <pc:sldMkLst>
          <pc:docMk/>
          <pc:sldMk cId="3676927149" sldId="256"/>
        </pc:sldMkLst>
        <pc:spChg chg="mod">
          <ac:chgData name="SERGIO SPANO'" userId="3abdd0b9-513e-40ac-aad4-56920065037d" providerId="ADAL" clId="{EB531F0E-993B-405D-8267-FD103D4CA550}" dt="2022-04-11T09:16:54.029" v="18" actId="20577"/>
          <ac:spMkLst>
            <pc:docMk/>
            <pc:sldMk cId="3676927149" sldId="256"/>
            <ac:spMk id="2" creationId="{AE5A0156-FA44-4B5E-AA95-BA26FE319EEF}"/>
          </ac:spMkLst>
        </pc:spChg>
      </pc:sldChg>
      <pc:sldChg chg="modSp new mod">
        <pc:chgData name="SERGIO SPANO'" userId="3abdd0b9-513e-40ac-aad4-56920065037d" providerId="ADAL" clId="{EB531F0E-993B-405D-8267-FD103D4CA550}" dt="2022-04-11T09:20:59.173" v="118" actId="20577"/>
        <pc:sldMkLst>
          <pc:docMk/>
          <pc:sldMk cId="1525464714" sldId="257"/>
        </pc:sldMkLst>
        <pc:spChg chg="mod">
          <ac:chgData name="SERGIO SPANO'" userId="3abdd0b9-513e-40ac-aad4-56920065037d" providerId="ADAL" clId="{EB531F0E-993B-405D-8267-FD103D4CA550}" dt="2022-04-11T09:18:36.303" v="54" actId="20577"/>
          <ac:spMkLst>
            <pc:docMk/>
            <pc:sldMk cId="1525464714" sldId="257"/>
            <ac:spMk id="2" creationId="{7DFCF836-7918-458E-97DF-46340F63A440}"/>
          </ac:spMkLst>
        </pc:spChg>
        <pc:spChg chg="mod">
          <ac:chgData name="SERGIO SPANO'" userId="3abdd0b9-513e-40ac-aad4-56920065037d" providerId="ADAL" clId="{EB531F0E-993B-405D-8267-FD103D4CA550}" dt="2022-04-11T09:20:59.173" v="118" actId="20577"/>
          <ac:spMkLst>
            <pc:docMk/>
            <pc:sldMk cId="1525464714" sldId="257"/>
            <ac:spMk id="3" creationId="{0921BDCB-DA24-48BA-B171-5F7008A7BE29}"/>
          </ac:spMkLst>
        </pc:spChg>
      </pc:sldChg>
      <pc:sldChg chg="del">
        <pc:chgData name="SERGIO SPANO'" userId="3abdd0b9-513e-40ac-aad4-56920065037d" providerId="ADAL" clId="{EB531F0E-993B-405D-8267-FD103D4CA550}" dt="2022-04-11T09:17:04.002" v="19" actId="47"/>
        <pc:sldMkLst>
          <pc:docMk/>
          <pc:sldMk cId="2251886705" sldId="257"/>
        </pc:sldMkLst>
      </pc:sldChg>
      <pc:sldChg chg="del">
        <pc:chgData name="SERGIO SPANO'" userId="3abdd0b9-513e-40ac-aad4-56920065037d" providerId="ADAL" clId="{EB531F0E-993B-405D-8267-FD103D4CA550}" dt="2022-04-11T09:17:04.523" v="20" actId="47"/>
        <pc:sldMkLst>
          <pc:docMk/>
          <pc:sldMk cId="340297134" sldId="258"/>
        </pc:sldMkLst>
      </pc:sldChg>
      <pc:sldChg chg="addSp modSp new mod">
        <pc:chgData name="SERGIO SPANO'" userId="3abdd0b9-513e-40ac-aad4-56920065037d" providerId="ADAL" clId="{EB531F0E-993B-405D-8267-FD103D4CA550}" dt="2022-04-11T09:23:43.456" v="136" actId="1076"/>
        <pc:sldMkLst>
          <pc:docMk/>
          <pc:sldMk cId="3506276720" sldId="258"/>
        </pc:sldMkLst>
        <pc:spChg chg="mod">
          <ac:chgData name="SERGIO SPANO'" userId="3abdd0b9-513e-40ac-aad4-56920065037d" providerId="ADAL" clId="{EB531F0E-993B-405D-8267-FD103D4CA550}" dt="2022-04-11T09:23:03.811" v="121" actId="27636"/>
          <ac:spMkLst>
            <pc:docMk/>
            <pc:sldMk cId="3506276720" sldId="258"/>
            <ac:spMk id="2" creationId="{7DA8D786-517F-454F-833A-D76A47191762}"/>
          </ac:spMkLst>
        </pc:spChg>
        <pc:spChg chg="mod">
          <ac:chgData name="SERGIO SPANO'" userId="3abdd0b9-513e-40ac-aad4-56920065037d" providerId="ADAL" clId="{EB531F0E-993B-405D-8267-FD103D4CA550}" dt="2022-04-11T09:23:27.869" v="130" actId="20577"/>
          <ac:spMkLst>
            <pc:docMk/>
            <pc:sldMk cId="3506276720" sldId="258"/>
            <ac:spMk id="3" creationId="{F1B57712-30F2-455E-BC77-CD89F3841E64}"/>
          </ac:spMkLst>
        </pc:spChg>
        <pc:picChg chg="add mod">
          <ac:chgData name="SERGIO SPANO'" userId="3abdd0b9-513e-40ac-aad4-56920065037d" providerId="ADAL" clId="{EB531F0E-993B-405D-8267-FD103D4CA550}" dt="2022-04-11T09:23:43.456" v="136" actId="1076"/>
          <ac:picMkLst>
            <pc:docMk/>
            <pc:sldMk cId="3506276720" sldId="258"/>
            <ac:picMk id="6" creationId="{24B56216-1E0D-4C11-A217-B834FF9E405E}"/>
          </ac:picMkLst>
        </pc:picChg>
      </pc:sldChg>
      <pc:sldChg chg="del">
        <pc:chgData name="SERGIO SPANO'" userId="3abdd0b9-513e-40ac-aad4-56920065037d" providerId="ADAL" clId="{EB531F0E-993B-405D-8267-FD103D4CA550}" dt="2022-04-11T09:17:04.558" v="21" actId="47"/>
        <pc:sldMkLst>
          <pc:docMk/>
          <pc:sldMk cId="1067205247" sldId="259"/>
        </pc:sldMkLst>
      </pc:sldChg>
      <pc:sldChg chg="addSp modSp new mod">
        <pc:chgData name="SERGIO SPANO'" userId="3abdd0b9-513e-40ac-aad4-56920065037d" providerId="ADAL" clId="{EB531F0E-993B-405D-8267-FD103D4CA550}" dt="2022-04-11T09:34:24.416" v="190" actId="1076"/>
        <pc:sldMkLst>
          <pc:docMk/>
          <pc:sldMk cId="3578117372" sldId="259"/>
        </pc:sldMkLst>
        <pc:spChg chg="mod">
          <ac:chgData name="SERGIO SPANO'" userId="3abdd0b9-513e-40ac-aad4-56920065037d" providerId="ADAL" clId="{EB531F0E-993B-405D-8267-FD103D4CA550}" dt="2022-04-11T09:33:19.500" v="154" actId="20577"/>
          <ac:spMkLst>
            <pc:docMk/>
            <pc:sldMk cId="3578117372" sldId="259"/>
            <ac:spMk id="2" creationId="{FC01630E-DB59-40DC-A530-354B4E569A71}"/>
          </ac:spMkLst>
        </pc:spChg>
        <pc:spChg chg="mod">
          <ac:chgData name="SERGIO SPANO'" userId="3abdd0b9-513e-40ac-aad4-56920065037d" providerId="ADAL" clId="{EB531F0E-993B-405D-8267-FD103D4CA550}" dt="2022-04-11T09:34:16.887" v="186" actId="20577"/>
          <ac:spMkLst>
            <pc:docMk/>
            <pc:sldMk cId="3578117372" sldId="259"/>
            <ac:spMk id="3" creationId="{9091BCAC-6DA0-4364-A1DE-EBA61ADCDC49}"/>
          </ac:spMkLst>
        </pc:spChg>
        <pc:picChg chg="add mod">
          <ac:chgData name="SERGIO SPANO'" userId="3abdd0b9-513e-40ac-aad4-56920065037d" providerId="ADAL" clId="{EB531F0E-993B-405D-8267-FD103D4CA550}" dt="2022-04-11T09:34:24.416" v="190" actId="1076"/>
          <ac:picMkLst>
            <pc:docMk/>
            <pc:sldMk cId="3578117372" sldId="259"/>
            <ac:picMk id="6" creationId="{BA3F650F-9907-4FC4-BB94-969B9C8FCAA8}"/>
          </ac:picMkLst>
        </pc:picChg>
      </pc:sldChg>
      <pc:sldChg chg="addSp modSp new mod">
        <pc:chgData name="SERGIO SPANO'" userId="3abdd0b9-513e-40ac-aad4-56920065037d" providerId="ADAL" clId="{EB531F0E-993B-405D-8267-FD103D4CA550}" dt="2022-04-11T09:36:46.159" v="259" actId="1076"/>
        <pc:sldMkLst>
          <pc:docMk/>
          <pc:sldMk cId="1662387367" sldId="260"/>
        </pc:sldMkLst>
        <pc:spChg chg="mod">
          <ac:chgData name="SERGIO SPANO'" userId="3abdd0b9-513e-40ac-aad4-56920065037d" providerId="ADAL" clId="{EB531F0E-993B-405D-8267-FD103D4CA550}" dt="2022-04-11T09:35:24.175" v="220" actId="20577"/>
          <ac:spMkLst>
            <pc:docMk/>
            <pc:sldMk cId="1662387367" sldId="260"/>
            <ac:spMk id="2" creationId="{2C5457F6-8C77-43CF-B020-177CA97F28AD}"/>
          </ac:spMkLst>
        </pc:spChg>
        <pc:spChg chg="mod">
          <ac:chgData name="SERGIO SPANO'" userId="3abdd0b9-513e-40ac-aad4-56920065037d" providerId="ADAL" clId="{EB531F0E-993B-405D-8267-FD103D4CA550}" dt="2022-04-11T09:36:32.368" v="255" actId="12"/>
          <ac:spMkLst>
            <pc:docMk/>
            <pc:sldMk cId="1662387367" sldId="260"/>
            <ac:spMk id="3" creationId="{0C7A00F7-B95E-49E9-B3C4-F5DCB5863C39}"/>
          </ac:spMkLst>
        </pc:spChg>
        <pc:picChg chg="add mod">
          <ac:chgData name="SERGIO SPANO'" userId="3abdd0b9-513e-40ac-aad4-56920065037d" providerId="ADAL" clId="{EB531F0E-993B-405D-8267-FD103D4CA550}" dt="2022-04-11T09:36:46.159" v="259" actId="1076"/>
          <ac:picMkLst>
            <pc:docMk/>
            <pc:sldMk cId="1662387367" sldId="260"/>
            <ac:picMk id="6" creationId="{7DB31FC6-DD4A-4D8F-8757-5AB3BA58293B}"/>
          </ac:picMkLst>
        </pc:picChg>
      </pc:sldChg>
      <pc:sldChg chg="del">
        <pc:chgData name="SERGIO SPANO'" userId="3abdd0b9-513e-40ac-aad4-56920065037d" providerId="ADAL" clId="{EB531F0E-993B-405D-8267-FD103D4CA550}" dt="2022-04-11T09:17:04.603" v="22" actId="47"/>
        <pc:sldMkLst>
          <pc:docMk/>
          <pc:sldMk cId="2061653469" sldId="260"/>
        </pc:sldMkLst>
      </pc:sldChg>
      <pc:sldChg chg="del">
        <pc:chgData name="SERGIO SPANO'" userId="3abdd0b9-513e-40ac-aad4-56920065037d" providerId="ADAL" clId="{EB531F0E-993B-405D-8267-FD103D4CA550}" dt="2022-04-11T09:17:04.631" v="23" actId="47"/>
        <pc:sldMkLst>
          <pc:docMk/>
          <pc:sldMk cId="2556970871" sldId="261"/>
        </pc:sldMkLst>
      </pc:sldChg>
      <pc:sldChg chg="addSp modSp new mod">
        <pc:chgData name="SERGIO SPANO'" userId="3abdd0b9-513e-40ac-aad4-56920065037d" providerId="ADAL" clId="{EB531F0E-993B-405D-8267-FD103D4CA550}" dt="2022-04-11T09:38:20.067" v="294" actId="1076"/>
        <pc:sldMkLst>
          <pc:docMk/>
          <pc:sldMk cId="4067024195" sldId="261"/>
        </pc:sldMkLst>
        <pc:spChg chg="mod">
          <ac:chgData name="SERGIO SPANO'" userId="3abdd0b9-513e-40ac-aad4-56920065037d" providerId="ADAL" clId="{EB531F0E-993B-405D-8267-FD103D4CA550}" dt="2022-04-11T09:37:51.183" v="281" actId="20577"/>
          <ac:spMkLst>
            <pc:docMk/>
            <pc:sldMk cId="4067024195" sldId="261"/>
            <ac:spMk id="2" creationId="{EC89B410-1277-411E-AF0D-A6631301484B}"/>
          </ac:spMkLst>
        </pc:spChg>
        <pc:spChg chg="mod">
          <ac:chgData name="SERGIO SPANO'" userId="3abdd0b9-513e-40ac-aad4-56920065037d" providerId="ADAL" clId="{EB531F0E-993B-405D-8267-FD103D4CA550}" dt="2022-04-11T09:38:02.656" v="285" actId="15"/>
          <ac:spMkLst>
            <pc:docMk/>
            <pc:sldMk cId="4067024195" sldId="261"/>
            <ac:spMk id="3" creationId="{9DCF35CB-CF9D-46AA-90C0-EFA3A2CAA295}"/>
          </ac:spMkLst>
        </pc:spChg>
        <pc:picChg chg="add mod">
          <ac:chgData name="SERGIO SPANO'" userId="3abdd0b9-513e-40ac-aad4-56920065037d" providerId="ADAL" clId="{EB531F0E-993B-405D-8267-FD103D4CA550}" dt="2022-04-11T09:38:20.067" v="294" actId="1076"/>
          <ac:picMkLst>
            <pc:docMk/>
            <pc:sldMk cId="4067024195" sldId="261"/>
            <ac:picMk id="6" creationId="{50F4B7F1-138B-4F93-8F4F-D17ADDB51972}"/>
          </ac:picMkLst>
        </pc:picChg>
        <pc:picChg chg="add mod">
          <ac:chgData name="SERGIO SPANO'" userId="3abdd0b9-513e-40ac-aad4-56920065037d" providerId="ADAL" clId="{EB531F0E-993B-405D-8267-FD103D4CA550}" dt="2022-04-11T09:38:15.815" v="291" actId="1076"/>
          <ac:picMkLst>
            <pc:docMk/>
            <pc:sldMk cId="4067024195" sldId="261"/>
            <ac:picMk id="7" creationId="{46A9A670-85C8-41DB-8743-4E1C4F90A575}"/>
          </ac:picMkLst>
        </pc:picChg>
      </pc:sldChg>
      <pc:sldChg chg="del">
        <pc:chgData name="SERGIO SPANO'" userId="3abdd0b9-513e-40ac-aad4-56920065037d" providerId="ADAL" clId="{EB531F0E-993B-405D-8267-FD103D4CA550}" dt="2022-04-11T09:17:04.666" v="24" actId="47"/>
        <pc:sldMkLst>
          <pc:docMk/>
          <pc:sldMk cId="3431364087" sldId="262"/>
        </pc:sldMkLst>
      </pc:sldChg>
      <pc:sldChg chg="addSp modSp new mod">
        <pc:chgData name="SERGIO SPANO'" userId="3abdd0b9-513e-40ac-aad4-56920065037d" providerId="ADAL" clId="{EB531F0E-993B-405D-8267-FD103D4CA550}" dt="2022-04-11T09:39:53.354" v="358" actId="1076"/>
        <pc:sldMkLst>
          <pc:docMk/>
          <pc:sldMk cId="3765646427" sldId="262"/>
        </pc:sldMkLst>
        <pc:spChg chg="mod">
          <ac:chgData name="SERGIO SPANO'" userId="3abdd0b9-513e-40ac-aad4-56920065037d" providerId="ADAL" clId="{EB531F0E-993B-405D-8267-FD103D4CA550}" dt="2022-04-11T09:38:46.757" v="320" actId="20577"/>
          <ac:spMkLst>
            <pc:docMk/>
            <pc:sldMk cId="3765646427" sldId="262"/>
            <ac:spMk id="2" creationId="{AD823B40-E004-4D26-92F3-24831EFC8DD4}"/>
          </ac:spMkLst>
        </pc:spChg>
        <pc:spChg chg="mod">
          <ac:chgData name="SERGIO SPANO'" userId="3abdd0b9-513e-40ac-aad4-56920065037d" providerId="ADAL" clId="{EB531F0E-993B-405D-8267-FD103D4CA550}" dt="2022-04-11T09:39:44.471" v="354" actId="5793"/>
          <ac:spMkLst>
            <pc:docMk/>
            <pc:sldMk cId="3765646427" sldId="262"/>
            <ac:spMk id="3" creationId="{2EF40A2F-1468-4CEF-B390-3441747241CD}"/>
          </ac:spMkLst>
        </pc:spChg>
        <pc:picChg chg="add mod">
          <ac:chgData name="SERGIO SPANO'" userId="3abdd0b9-513e-40ac-aad4-56920065037d" providerId="ADAL" clId="{EB531F0E-993B-405D-8267-FD103D4CA550}" dt="2022-04-11T09:39:53.354" v="358" actId="1076"/>
          <ac:picMkLst>
            <pc:docMk/>
            <pc:sldMk cId="3765646427" sldId="262"/>
            <ac:picMk id="6" creationId="{89F949B6-43CE-43E4-A83E-9B3C8BB91602}"/>
          </ac:picMkLst>
        </pc:picChg>
      </pc:sldChg>
      <pc:sldChg chg="del">
        <pc:chgData name="SERGIO SPANO'" userId="3abdd0b9-513e-40ac-aad4-56920065037d" providerId="ADAL" clId="{EB531F0E-993B-405D-8267-FD103D4CA550}" dt="2022-04-11T09:17:04.703" v="25" actId="47"/>
        <pc:sldMkLst>
          <pc:docMk/>
          <pc:sldMk cId="306208367" sldId="263"/>
        </pc:sldMkLst>
      </pc:sldChg>
      <pc:sldChg chg="addSp modSp new mod">
        <pc:chgData name="SERGIO SPANO'" userId="3abdd0b9-513e-40ac-aad4-56920065037d" providerId="ADAL" clId="{EB531F0E-993B-405D-8267-FD103D4CA550}" dt="2022-04-11T09:43:11.856" v="414" actId="1076"/>
        <pc:sldMkLst>
          <pc:docMk/>
          <pc:sldMk cId="2918311123" sldId="263"/>
        </pc:sldMkLst>
        <pc:spChg chg="mod">
          <ac:chgData name="SERGIO SPANO'" userId="3abdd0b9-513e-40ac-aad4-56920065037d" providerId="ADAL" clId="{EB531F0E-993B-405D-8267-FD103D4CA550}" dt="2022-04-11T09:41:50.005" v="393" actId="20577"/>
          <ac:spMkLst>
            <pc:docMk/>
            <pc:sldMk cId="2918311123" sldId="263"/>
            <ac:spMk id="2" creationId="{CE349FB0-C243-4B69-AF28-DED72832B511}"/>
          </ac:spMkLst>
        </pc:spChg>
        <pc:spChg chg="mod">
          <ac:chgData name="SERGIO SPANO'" userId="3abdd0b9-513e-40ac-aad4-56920065037d" providerId="ADAL" clId="{EB531F0E-993B-405D-8267-FD103D4CA550}" dt="2022-04-11T09:42:33.086" v="410" actId="20577"/>
          <ac:spMkLst>
            <pc:docMk/>
            <pc:sldMk cId="2918311123" sldId="263"/>
            <ac:spMk id="3" creationId="{F159D30A-6F17-4892-9967-7164615D46F3}"/>
          </ac:spMkLst>
        </pc:spChg>
        <pc:picChg chg="add mod">
          <ac:chgData name="SERGIO SPANO'" userId="3abdd0b9-513e-40ac-aad4-56920065037d" providerId="ADAL" clId="{EB531F0E-993B-405D-8267-FD103D4CA550}" dt="2022-04-11T09:43:11.856" v="414" actId="1076"/>
          <ac:picMkLst>
            <pc:docMk/>
            <pc:sldMk cId="2918311123" sldId="263"/>
            <ac:picMk id="6" creationId="{852C1F47-6115-4252-8D26-B016DD297B1C}"/>
          </ac:picMkLst>
        </pc:picChg>
      </pc:sldChg>
      <pc:sldChg chg="addSp modSp new mod">
        <pc:chgData name="SERGIO SPANO'" userId="3abdd0b9-513e-40ac-aad4-56920065037d" providerId="ADAL" clId="{EB531F0E-993B-405D-8267-FD103D4CA550}" dt="2022-04-11T09:45:12.328" v="449" actId="1076"/>
        <pc:sldMkLst>
          <pc:docMk/>
          <pc:sldMk cId="143287984" sldId="264"/>
        </pc:sldMkLst>
        <pc:spChg chg="mod">
          <ac:chgData name="SERGIO SPANO'" userId="3abdd0b9-513e-40ac-aad4-56920065037d" providerId="ADAL" clId="{EB531F0E-993B-405D-8267-FD103D4CA550}" dt="2022-04-11T09:44:39.898" v="436" actId="20577"/>
          <ac:spMkLst>
            <pc:docMk/>
            <pc:sldMk cId="143287984" sldId="264"/>
            <ac:spMk id="2" creationId="{43CFBA44-256C-4A61-A30D-59BFEC73AEC2}"/>
          </ac:spMkLst>
        </pc:spChg>
        <pc:spChg chg="mod">
          <ac:chgData name="SERGIO SPANO'" userId="3abdd0b9-513e-40ac-aad4-56920065037d" providerId="ADAL" clId="{EB531F0E-993B-405D-8267-FD103D4CA550}" dt="2022-04-11T09:45:01.134" v="443" actId="14100"/>
          <ac:spMkLst>
            <pc:docMk/>
            <pc:sldMk cId="143287984" sldId="264"/>
            <ac:spMk id="3" creationId="{E288E0F7-DFD7-4E43-9350-0E2C2269AC58}"/>
          </ac:spMkLst>
        </pc:spChg>
        <pc:picChg chg="add mod">
          <ac:chgData name="SERGIO SPANO'" userId="3abdd0b9-513e-40ac-aad4-56920065037d" providerId="ADAL" clId="{EB531F0E-993B-405D-8267-FD103D4CA550}" dt="2022-04-11T09:45:12.328" v="449" actId="1076"/>
          <ac:picMkLst>
            <pc:docMk/>
            <pc:sldMk cId="143287984" sldId="264"/>
            <ac:picMk id="6" creationId="{6DC8D4DB-13CD-427E-A495-046A83C9F326}"/>
          </ac:picMkLst>
        </pc:picChg>
      </pc:sldChg>
      <pc:sldChg chg="del">
        <pc:chgData name="SERGIO SPANO'" userId="3abdd0b9-513e-40ac-aad4-56920065037d" providerId="ADAL" clId="{EB531F0E-993B-405D-8267-FD103D4CA550}" dt="2022-04-11T09:17:04.751" v="26" actId="47"/>
        <pc:sldMkLst>
          <pc:docMk/>
          <pc:sldMk cId="2406218256" sldId="264"/>
        </pc:sldMkLst>
      </pc:sldChg>
      <pc:sldChg chg="addSp modSp new mod">
        <pc:chgData name="SERGIO SPANO'" userId="3abdd0b9-513e-40ac-aad4-56920065037d" providerId="ADAL" clId="{EB531F0E-993B-405D-8267-FD103D4CA550}" dt="2022-04-11T09:52:23.238" v="493" actId="1076"/>
        <pc:sldMkLst>
          <pc:docMk/>
          <pc:sldMk cId="1122673045" sldId="265"/>
        </pc:sldMkLst>
        <pc:spChg chg="mod">
          <ac:chgData name="SERGIO SPANO'" userId="3abdd0b9-513e-40ac-aad4-56920065037d" providerId="ADAL" clId="{EB531F0E-993B-405D-8267-FD103D4CA550}" dt="2022-04-11T09:47:10.870" v="452" actId="27636"/>
          <ac:spMkLst>
            <pc:docMk/>
            <pc:sldMk cId="1122673045" sldId="265"/>
            <ac:spMk id="2" creationId="{825AAAE9-6EE3-4A57-AD18-938010AEA219}"/>
          </ac:spMkLst>
        </pc:spChg>
        <pc:spChg chg="mod">
          <ac:chgData name="SERGIO SPANO'" userId="3abdd0b9-513e-40ac-aad4-56920065037d" providerId="ADAL" clId="{EB531F0E-993B-405D-8267-FD103D4CA550}" dt="2022-04-11T09:51:19.440" v="475" actId="15"/>
          <ac:spMkLst>
            <pc:docMk/>
            <pc:sldMk cId="1122673045" sldId="265"/>
            <ac:spMk id="3" creationId="{8B5E0139-675E-4629-B6E7-E382F3FB508C}"/>
          </ac:spMkLst>
        </pc:spChg>
        <pc:spChg chg="add mod">
          <ac:chgData name="SERGIO SPANO'" userId="3abdd0b9-513e-40ac-aad4-56920065037d" providerId="ADAL" clId="{EB531F0E-993B-405D-8267-FD103D4CA550}" dt="2022-04-11T09:52:13.714" v="487" actId="164"/>
          <ac:spMkLst>
            <pc:docMk/>
            <pc:sldMk cId="1122673045" sldId="265"/>
            <ac:spMk id="7" creationId="{D5CCF4C0-857F-4284-9F1A-899BAA09917B}"/>
          </ac:spMkLst>
        </pc:spChg>
        <pc:spChg chg="add mod">
          <ac:chgData name="SERGIO SPANO'" userId="3abdd0b9-513e-40ac-aad4-56920065037d" providerId="ADAL" clId="{EB531F0E-993B-405D-8267-FD103D4CA550}" dt="2022-04-11T09:52:13.714" v="487" actId="164"/>
          <ac:spMkLst>
            <pc:docMk/>
            <pc:sldMk cId="1122673045" sldId="265"/>
            <ac:spMk id="8" creationId="{97B6B74E-EE2B-4869-A9A9-998323F762F5}"/>
          </ac:spMkLst>
        </pc:spChg>
        <pc:grpChg chg="add mod ord">
          <ac:chgData name="SERGIO SPANO'" userId="3abdd0b9-513e-40ac-aad4-56920065037d" providerId="ADAL" clId="{EB531F0E-993B-405D-8267-FD103D4CA550}" dt="2022-04-11T09:52:23.238" v="493" actId="1076"/>
          <ac:grpSpMkLst>
            <pc:docMk/>
            <pc:sldMk cId="1122673045" sldId="265"/>
            <ac:grpSpMk id="9" creationId="{03EBDCAB-3E2F-4C9D-B89B-BBDECE49B7B3}"/>
          </ac:grpSpMkLst>
        </pc:grpChg>
        <pc:picChg chg="add mod">
          <ac:chgData name="SERGIO SPANO'" userId="3abdd0b9-513e-40ac-aad4-56920065037d" providerId="ADAL" clId="{EB531F0E-993B-405D-8267-FD103D4CA550}" dt="2022-04-11T09:52:13.714" v="487" actId="164"/>
          <ac:picMkLst>
            <pc:docMk/>
            <pc:sldMk cId="1122673045" sldId="265"/>
            <ac:picMk id="6" creationId="{A5E31DED-1AC4-4F0F-9FE1-08D11955AB68}"/>
          </ac:picMkLst>
        </pc:picChg>
      </pc:sldChg>
      <pc:sldChg chg="del">
        <pc:chgData name="SERGIO SPANO'" userId="3abdd0b9-513e-40ac-aad4-56920065037d" providerId="ADAL" clId="{EB531F0E-993B-405D-8267-FD103D4CA550}" dt="2022-04-11T09:17:04.791" v="27" actId="47"/>
        <pc:sldMkLst>
          <pc:docMk/>
          <pc:sldMk cId="2489361959" sldId="265"/>
        </pc:sldMkLst>
      </pc:sldChg>
      <pc:sldChg chg="del">
        <pc:chgData name="SERGIO SPANO'" userId="3abdd0b9-513e-40ac-aad4-56920065037d" providerId="ADAL" clId="{EB531F0E-993B-405D-8267-FD103D4CA550}" dt="2022-04-11T09:17:04.832" v="28" actId="47"/>
        <pc:sldMkLst>
          <pc:docMk/>
          <pc:sldMk cId="208749251" sldId="266"/>
        </pc:sldMkLst>
      </pc:sldChg>
      <pc:sldChg chg="addSp modSp new mod">
        <pc:chgData name="SERGIO SPANO'" userId="3abdd0b9-513e-40ac-aad4-56920065037d" providerId="ADAL" clId="{EB531F0E-993B-405D-8267-FD103D4CA550}" dt="2022-04-11T09:53:51.015" v="539" actId="732"/>
        <pc:sldMkLst>
          <pc:docMk/>
          <pc:sldMk cId="3631129158" sldId="266"/>
        </pc:sldMkLst>
        <pc:spChg chg="mod">
          <ac:chgData name="SERGIO SPANO'" userId="3abdd0b9-513e-40ac-aad4-56920065037d" providerId="ADAL" clId="{EB531F0E-993B-405D-8267-FD103D4CA550}" dt="2022-04-11T09:52:34.035" v="503" actId="20577"/>
          <ac:spMkLst>
            <pc:docMk/>
            <pc:sldMk cId="3631129158" sldId="266"/>
            <ac:spMk id="2" creationId="{F29AF0C9-A4DA-49DF-BC2E-96735956A417}"/>
          </ac:spMkLst>
        </pc:spChg>
        <pc:spChg chg="mod">
          <ac:chgData name="SERGIO SPANO'" userId="3abdd0b9-513e-40ac-aad4-56920065037d" providerId="ADAL" clId="{EB531F0E-993B-405D-8267-FD103D4CA550}" dt="2022-04-11T09:53:30.568" v="534" actId="20577"/>
          <ac:spMkLst>
            <pc:docMk/>
            <pc:sldMk cId="3631129158" sldId="266"/>
            <ac:spMk id="3" creationId="{1B6D4DA8-3C9E-44C2-A719-DFF1D97FBE43}"/>
          </ac:spMkLst>
        </pc:spChg>
        <pc:picChg chg="add mod">
          <ac:chgData name="SERGIO SPANO'" userId="3abdd0b9-513e-40ac-aad4-56920065037d" providerId="ADAL" clId="{EB531F0E-993B-405D-8267-FD103D4CA550}" dt="2022-04-11T09:53:51.015" v="539" actId="732"/>
          <ac:picMkLst>
            <pc:docMk/>
            <pc:sldMk cId="3631129158" sldId="266"/>
            <ac:picMk id="6" creationId="{E56027D4-5F3F-4A39-8550-7B39723A2B42}"/>
          </ac:picMkLst>
        </pc:picChg>
      </pc:sldChg>
      <pc:sldChg chg="addSp modSp new mod">
        <pc:chgData name="SERGIO SPANO'" userId="3abdd0b9-513e-40ac-aad4-56920065037d" providerId="ADAL" clId="{EB531F0E-993B-405D-8267-FD103D4CA550}" dt="2022-04-11T09:55:01.168" v="579" actId="1076"/>
        <pc:sldMkLst>
          <pc:docMk/>
          <pc:sldMk cId="554601427" sldId="267"/>
        </pc:sldMkLst>
        <pc:spChg chg="mod">
          <ac:chgData name="SERGIO SPANO'" userId="3abdd0b9-513e-40ac-aad4-56920065037d" providerId="ADAL" clId="{EB531F0E-993B-405D-8267-FD103D4CA550}" dt="2022-04-11T09:54:43.746" v="573" actId="20577"/>
          <ac:spMkLst>
            <pc:docMk/>
            <pc:sldMk cId="554601427" sldId="267"/>
            <ac:spMk id="2" creationId="{AD710479-3F65-487A-886B-FD85FC9245D0}"/>
          </ac:spMkLst>
        </pc:spChg>
        <pc:spChg chg="mod">
          <ac:chgData name="SERGIO SPANO'" userId="3abdd0b9-513e-40ac-aad4-56920065037d" providerId="ADAL" clId="{EB531F0E-993B-405D-8267-FD103D4CA550}" dt="2022-04-11T09:54:49.055" v="574"/>
          <ac:spMkLst>
            <pc:docMk/>
            <pc:sldMk cId="554601427" sldId="267"/>
            <ac:spMk id="3" creationId="{2297A2AD-EE7A-4DA8-BB23-15232098E86F}"/>
          </ac:spMkLst>
        </pc:spChg>
        <pc:picChg chg="add mod">
          <ac:chgData name="SERGIO SPANO'" userId="3abdd0b9-513e-40ac-aad4-56920065037d" providerId="ADAL" clId="{EB531F0E-993B-405D-8267-FD103D4CA550}" dt="2022-04-11T09:55:01.168" v="579" actId="1076"/>
          <ac:picMkLst>
            <pc:docMk/>
            <pc:sldMk cId="554601427" sldId="267"/>
            <ac:picMk id="6" creationId="{42884BA1-7F6B-499E-8174-BAA86C9875EB}"/>
          </ac:picMkLst>
        </pc:picChg>
      </pc:sldChg>
      <pc:sldChg chg="del">
        <pc:chgData name="SERGIO SPANO'" userId="3abdd0b9-513e-40ac-aad4-56920065037d" providerId="ADAL" clId="{EB531F0E-993B-405D-8267-FD103D4CA550}" dt="2022-04-11T09:17:04.870" v="29" actId="47"/>
        <pc:sldMkLst>
          <pc:docMk/>
          <pc:sldMk cId="2277460798" sldId="267"/>
        </pc:sldMkLst>
      </pc:sldChg>
      <pc:sldChg chg="del">
        <pc:chgData name="SERGIO SPANO'" userId="3abdd0b9-513e-40ac-aad4-56920065037d" providerId="ADAL" clId="{EB531F0E-993B-405D-8267-FD103D4CA550}" dt="2022-04-11T09:17:04.913" v="30" actId="47"/>
        <pc:sldMkLst>
          <pc:docMk/>
          <pc:sldMk cId="2945420473" sldId="268"/>
        </pc:sldMkLst>
      </pc:sldChg>
      <pc:sldChg chg="addSp modSp new mod">
        <pc:chgData name="SERGIO SPANO'" userId="3abdd0b9-513e-40ac-aad4-56920065037d" providerId="ADAL" clId="{EB531F0E-993B-405D-8267-FD103D4CA550}" dt="2022-04-11T09:56:21.122" v="614" actId="1076"/>
        <pc:sldMkLst>
          <pc:docMk/>
          <pc:sldMk cId="4122805853" sldId="268"/>
        </pc:sldMkLst>
        <pc:spChg chg="mod">
          <ac:chgData name="SERGIO SPANO'" userId="3abdd0b9-513e-40ac-aad4-56920065037d" providerId="ADAL" clId="{EB531F0E-993B-405D-8267-FD103D4CA550}" dt="2022-04-11T09:55:23.735" v="604" actId="20577"/>
          <ac:spMkLst>
            <pc:docMk/>
            <pc:sldMk cId="4122805853" sldId="268"/>
            <ac:spMk id="2" creationId="{07521FD6-8888-4886-BF12-0172D8F6EF0B}"/>
          </ac:spMkLst>
        </pc:spChg>
        <pc:spChg chg="mod">
          <ac:chgData name="SERGIO SPANO'" userId="3abdd0b9-513e-40ac-aad4-56920065037d" providerId="ADAL" clId="{EB531F0E-993B-405D-8267-FD103D4CA550}" dt="2022-04-11T09:56:11.636" v="610" actId="20577"/>
          <ac:spMkLst>
            <pc:docMk/>
            <pc:sldMk cId="4122805853" sldId="268"/>
            <ac:spMk id="3" creationId="{45978E4D-EF08-4330-ADFF-C9F86C67A885}"/>
          </ac:spMkLst>
        </pc:spChg>
        <pc:picChg chg="add mod">
          <ac:chgData name="SERGIO SPANO'" userId="3abdd0b9-513e-40ac-aad4-56920065037d" providerId="ADAL" clId="{EB531F0E-993B-405D-8267-FD103D4CA550}" dt="2022-04-11T09:56:21.122" v="614" actId="1076"/>
          <ac:picMkLst>
            <pc:docMk/>
            <pc:sldMk cId="4122805853" sldId="268"/>
            <ac:picMk id="6" creationId="{13DC4433-9619-4E26-BC24-AC5AF4CE56E3}"/>
          </ac:picMkLst>
        </pc:picChg>
      </pc:sldChg>
      <pc:sldChg chg="del">
        <pc:chgData name="SERGIO SPANO'" userId="3abdd0b9-513e-40ac-aad4-56920065037d" providerId="ADAL" clId="{EB531F0E-993B-405D-8267-FD103D4CA550}" dt="2022-04-11T09:17:04.945" v="31" actId="47"/>
        <pc:sldMkLst>
          <pc:docMk/>
          <pc:sldMk cId="477011363" sldId="269"/>
        </pc:sldMkLst>
      </pc:sldChg>
      <pc:sldChg chg="addSp modSp new mod ord">
        <pc:chgData name="SERGIO SPANO'" userId="3abdd0b9-513e-40ac-aad4-56920065037d" providerId="ADAL" clId="{EB531F0E-993B-405D-8267-FD103D4CA550}" dt="2022-04-11T09:58:08.965" v="664"/>
        <pc:sldMkLst>
          <pc:docMk/>
          <pc:sldMk cId="1357334644" sldId="269"/>
        </pc:sldMkLst>
        <pc:spChg chg="mod">
          <ac:chgData name="SERGIO SPANO'" userId="3abdd0b9-513e-40ac-aad4-56920065037d" providerId="ADAL" clId="{EB531F0E-993B-405D-8267-FD103D4CA550}" dt="2022-04-11T09:56:33.177" v="628" actId="20577"/>
          <ac:spMkLst>
            <pc:docMk/>
            <pc:sldMk cId="1357334644" sldId="269"/>
            <ac:spMk id="2" creationId="{F400684E-08B8-4213-AC5D-D3E7F419E4EB}"/>
          </ac:spMkLst>
        </pc:spChg>
        <pc:spChg chg="mod">
          <ac:chgData name="SERGIO SPANO'" userId="3abdd0b9-513e-40ac-aad4-56920065037d" providerId="ADAL" clId="{EB531F0E-993B-405D-8267-FD103D4CA550}" dt="2022-04-11T09:57:56.661" v="660" actId="20577"/>
          <ac:spMkLst>
            <pc:docMk/>
            <pc:sldMk cId="1357334644" sldId="269"/>
            <ac:spMk id="3" creationId="{1E4F3AE8-FC2E-424A-BF6B-45458000D1DA}"/>
          </ac:spMkLst>
        </pc:spChg>
        <pc:picChg chg="add mod">
          <ac:chgData name="SERGIO SPANO'" userId="3abdd0b9-513e-40ac-aad4-56920065037d" providerId="ADAL" clId="{EB531F0E-993B-405D-8267-FD103D4CA550}" dt="2022-04-11T09:58:04.162" v="662" actId="1076"/>
          <ac:picMkLst>
            <pc:docMk/>
            <pc:sldMk cId="1357334644" sldId="269"/>
            <ac:picMk id="6" creationId="{7F082D6F-3472-4169-951B-9E906B2136B1}"/>
          </ac:picMkLst>
        </pc:picChg>
      </pc:sldChg>
      <pc:sldChg chg="del">
        <pc:chgData name="SERGIO SPANO'" userId="3abdd0b9-513e-40ac-aad4-56920065037d" providerId="ADAL" clId="{EB531F0E-993B-405D-8267-FD103D4CA550}" dt="2022-04-11T09:17:04.974" v="32" actId="47"/>
        <pc:sldMkLst>
          <pc:docMk/>
          <pc:sldMk cId="3826015998" sldId="270"/>
        </pc:sldMkLst>
      </pc:sldChg>
      <pc:sldChg chg="addSp modSp new mod">
        <pc:chgData name="SERGIO SPANO'" userId="3abdd0b9-513e-40ac-aad4-56920065037d" providerId="ADAL" clId="{EB531F0E-993B-405D-8267-FD103D4CA550}" dt="2022-04-11T10:00:54.991" v="712" actId="1076"/>
        <pc:sldMkLst>
          <pc:docMk/>
          <pc:sldMk cId="3935148506" sldId="270"/>
        </pc:sldMkLst>
        <pc:spChg chg="mod">
          <ac:chgData name="SERGIO SPANO'" userId="3abdd0b9-513e-40ac-aad4-56920065037d" providerId="ADAL" clId="{EB531F0E-993B-405D-8267-FD103D4CA550}" dt="2022-04-11T09:59:05.332" v="700" actId="20577"/>
          <ac:spMkLst>
            <pc:docMk/>
            <pc:sldMk cId="3935148506" sldId="270"/>
            <ac:spMk id="2" creationId="{47B9C2CB-BD63-465E-8378-62749CA6837C}"/>
          </ac:spMkLst>
        </pc:spChg>
        <pc:spChg chg="mod">
          <ac:chgData name="SERGIO SPANO'" userId="3abdd0b9-513e-40ac-aad4-56920065037d" providerId="ADAL" clId="{EB531F0E-993B-405D-8267-FD103D4CA550}" dt="2022-04-11T10:00:34.578" v="705" actId="20577"/>
          <ac:spMkLst>
            <pc:docMk/>
            <pc:sldMk cId="3935148506" sldId="270"/>
            <ac:spMk id="3" creationId="{15C32C9E-071C-41EF-9B74-D4D83B4BF8EB}"/>
          </ac:spMkLst>
        </pc:spChg>
        <pc:picChg chg="add mod">
          <ac:chgData name="SERGIO SPANO'" userId="3abdd0b9-513e-40ac-aad4-56920065037d" providerId="ADAL" clId="{EB531F0E-993B-405D-8267-FD103D4CA550}" dt="2022-04-11T10:00:50.491" v="709" actId="1076"/>
          <ac:picMkLst>
            <pc:docMk/>
            <pc:sldMk cId="3935148506" sldId="270"/>
            <ac:picMk id="6" creationId="{FEE37361-B9FA-4B50-8C7F-4EDCBA652713}"/>
          </ac:picMkLst>
        </pc:picChg>
        <pc:picChg chg="add mod">
          <ac:chgData name="SERGIO SPANO'" userId="3abdd0b9-513e-40ac-aad4-56920065037d" providerId="ADAL" clId="{EB531F0E-993B-405D-8267-FD103D4CA550}" dt="2022-04-11T10:00:54.991" v="712" actId="1076"/>
          <ac:picMkLst>
            <pc:docMk/>
            <pc:sldMk cId="3935148506" sldId="270"/>
            <ac:picMk id="7" creationId="{BCB10788-8844-468E-A79C-585DD0CCB690}"/>
          </ac:picMkLst>
        </pc:picChg>
      </pc:sldChg>
      <pc:sldChg chg="del">
        <pc:chgData name="SERGIO SPANO'" userId="3abdd0b9-513e-40ac-aad4-56920065037d" providerId="ADAL" clId="{EB531F0E-993B-405D-8267-FD103D4CA550}" dt="2022-04-11T09:17:05.971" v="33" actId="47"/>
        <pc:sldMkLst>
          <pc:docMk/>
          <pc:sldMk cId="20643975" sldId="271"/>
        </pc:sldMkLst>
      </pc:sldChg>
      <pc:sldChg chg="modSp new mod">
        <pc:chgData name="SERGIO SPANO'" userId="3abdd0b9-513e-40ac-aad4-56920065037d" providerId="ADAL" clId="{EB531F0E-993B-405D-8267-FD103D4CA550}" dt="2022-04-11T10:02:27.135" v="768" actId="20577"/>
        <pc:sldMkLst>
          <pc:docMk/>
          <pc:sldMk cId="1156485930" sldId="271"/>
        </pc:sldMkLst>
        <pc:spChg chg="mod">
          <ac:chgData name="SERGIO SPANO'" userId="3abdd0b9-513e-40ac-aad4-56920065037d" providerId="ADAL" clId="{EB531F0E-993B-405D-8267-FD103D4CA550}" dt="2022-04-11T10:01:16.615" v="734" actId="20577"/>
          <ac:spMkLst>
            <pc:docMk/>
            <pc:sldMk cId="1156485930" sldId="271"/>
            <ac:spMk id="2" creationId="{70532A16-CDE2-45C2-A8FB-C29008760C30}"/>
          </ac:spMkLst>
        </pc:spChg>
        <pc:spChg chg="mod">
          <ac:chgData name="SERGIO SPANO'" userId="3abdd0b9-513e-40ac-aad4-56920065037d" providerId="ADAL" clId="{EB531F0E-993B-405D-8267-FD103D4CA550}" dt="2022-04-11T10:02:27.135" v="768" actId="20577"/>
          <ac:spMkLst>
            <pc:docMk/>
            <pc:sldMk cId="1156485930" sldId="271"/>
            <ac:spMk id="3" creationId="{3B736779-FEC9-4438-9419-FAC31DE503E8}"/>
          </ac:spMkLst>
        </pc:spChg>
      </pc:sldChg>
      <pc:sldChg chg="addSp modSp new mod">
        <pc:chgData name="SERGIO SPANO'" userId="3abdd0b9-513e-40ac-aad4-56920065037d" providerId="ADAL" clId="{EB531F0E-993B-405D-8267-FD103D4CA550}" dt="2022-04-11T10:03:43.619" v="849" actId="1076"/>
        <pc:sldMkLst>
          <pc:docMk/>
          <pc:sldMk cId="2345743216" sldId="272"/>
        </pc:sldMkLst>
        <pc:spChg chg="mod">
          <ac:chgData name="SERGIO SPANO'" userId="3abdd0b9-513e-40ac-aad4-56920065037d" providerId="ADAL" clId="{EB531F0E-993B-405D-8267-FD103D4CA550}" dt="2022-04-11T10:02:55.948" v="822" actId="20577"/>
          <ac:spMkLst>
            <pc:docMk/>
            <pc:sldMk cId="2345743216" sldId="272"/>
            <ac:spMk id="2" creationId="{FC88421B-3B86-40C4-AF43-EA4CA1E54C6F}"/>
          </ac:spMkLst>
        </pc:spChg>
        <pc:spChg chg="mod">
          <ac:chgData name="SERGIO SPANO'" userId="3abdd0b9-513e-40ac-aad4-56920065037d" providerId="ADAL" clId="{EB531F0E-993B-405D-8267-FD103D4CA550}" dt="2022-04-11T10:03:22.761" v="845" actId="20577"/>
          <ac:spMkLst>
            <pc:docMk/>
            <pc:sldMk cId="2345743216" sldId="272"/>
            <ac:spMk id="3" creationId="{D275F462-BCB4-410D-A5EE-D8E6771F0DCF}"/>
          </ac:spMkLst>
        </pc:spChg>
        <pc:picChg chg="add mod">
          <ac:chgData name="SERGIO SPANO'" userId="3abdd0b9-513e-40ac-aad4-56920065037d" providerId="ADAL" clId="{EB531F0E-993B-405D-8267-FD103D4CA550}" dt="2022-04-11T10:03:43.619" v="849" actId="1076"/>
          <ac:picMkLst>
            <pc:docMk/>
            <pc:sldMk cId="2345743216" sldId="272"/>
            <ac:picMk id="6" creationId="{51B67FD0-1A26-4641-93C4-0AAA29215D54}"/>
          </ac:picMkLst>
        </pc:picChg>
      </pc:sldChg>
      <pc:sldChg chg="modSp new mod">
        <pc:chgData name="SERGIO SPANO'" userId="3abdd0b9-513e-40ac-aad4-56920065037d" providerId="ADAL" clId="{EB531F0E-993B-405D-8267-FD103D4CA550}" dt="2022-04-11T10:05:17.722" v="891" actId="403"/>
        <pc:sldMkLst>
          <pc:docMk/>
          <pc:sldMk cId="2359234425" sldId="273"/>
        </pc:sldMkLst>
        <pc:spChg chg="mod">
          <ac:chgData name="SERGIO SPANO'" userId="3abdd0b9-513e-40ac-aad4-56920065037d" providerId="ADAL" clId="{EB531F0E-993B-405D-8267-FD103D4CA550}" dt="2022-04-11T10:04:01.370" v="852" actId="27636"/>
          <ac:spMkLst>
            <pc:docMk/>
            <pc:sldMk cId="2359234425" sldId="273"/>
            <ac:spMk id="2" creationId="{2FE4858A-29C2-441F-A2B2-9B934DDFEB2E}"/>
          </ac:spMkLst>
        </pc:spChg>
        <pc:spChg chg="mod">
          <ac:chgData name="SERGIO SPANO'" userId="3abdd0b9-513e-40ac-aad4-56920065037d" providerId="ADAL" clId="{EB531F0E-993B-405D-8267-FD103D4CA550}" dt="2022-04-11T10:05:17.722" v="891" actId="403"/>
          <ac:spMkLst>
            <pc:docMk/>
            <pc:sldMk cId="2359234425" sldId="273"/>
            <ac:spMk id="3" creationId="{032D95C3-AAB3-4390-A24C-AA012183CAE1}"/>
          </ac:spMkLst>
        </pc:spChg>
      </pc:sldChg>
      <pc:sldChg chg="modSp new mod">
        <pc:chgData name="SERGIO SPANO'" userId="3abdd0b9-513e-40ac-aad4-56920065037d" providerId="ADAL" clId="{EB531F0E-993B-405D-8267-FD103D4CA550}" dt="2022-04-11T10:07:13.534" v="917" actId="20577"/>
        <pc:sldMkLst>
          <pc:docMk/>
          <pc:sldMk cId="2782350407" sldId="274"/>
        </pc:sldMkLst>
        <pc:spChg chg="mod">
          <ac:chgData name="SERGIO SPANO'" userId="3abdd0b9-513e-40ac-aad4-56920065037d" providerId="ADAL" clId="{EB531F0E-993B-405D-8267-FD103D4CA550}" dt="2022-04-11T10:07:03.894" v="915" actId="20577"/>
          <ac:spMkLst>
            <pc:docMk/>
            <pc:sldMk cId="2782350407" sldId="274"/>
            <ac:spMk id="2" creationId="{7967D0ED-1C4D-40DD-B88C-284EF30AF4B5}"/>
          </ac:spMkLst>
        </pc:spChg>
        <pc:spChg chg="mod">
          <ac:chgData name="SERGIO SPANO'" userId="3abdd0b9-513e-40ac-aad4-56920065037d" providerId="ADAL" clId="{EB531F0E-993B-405D-8267-FD103D4CA550}" dt="2022-04-11T10:07:13.534" v="917" actId="20577"/>
          <ac:spMkLst>
            <pc:docMk/>
            <pc:sldMk cId="2782350407" sldId="274"/>
            <ac:spMk id="3" creationId="{DC4DF0D2-402E-436D-8E38-3BCC9A242BB3}"/>
          </ac:spMkLst>
        </pc:spChg>
      </pc:sldChg>
      <pc:sldChg chg="modSp new mod">
        <pc:chgData name="SERGIO SPANO'" userId="3abdd0b9-513e-40ac-aad4-56920065037d" providerId="ADAL" clId="{EB531F0E-993B-405D-8267-FD103D4CA550}" dt="2022-04-11T10:13:07.032" v="1167" actId="20577"/>
        <pc:sldMkLst>
          <pc:docMk/>
          <pc:sldMk cId="850558562" sldId="275"/>
        </pc:sldMkLst>
        <pc:spChg chg="mod">
          <ac:chgData name="SERGIO SPANO'" userId="3abdd0b9-513e-40ac-aad4-56920065037d" providerId="ADAL" clId="{EB531F0E-993B-405D-8267-FD103D4CA550}" dt="2022-04-11T10:07:23.960" v="920" actId="27636"/>
          <ac:spMkLst>
            <pc:docMk/>
            <pc:sldMk cId="850558562" sldId="275"/>
            <ac:spMk id="2" creationId="{54A9EE73-69D6-45E0-A635-55E4E4D2AE62}"/>
          </ac:spMkLst>
        </pc:spChg>
        <pc:spChg chg="mod">
          <ac:chgData name="SERGIO SPANO'" userId="3abdd0b9-513e-40ac-aad4-56920065037d" providerId="ADAL" clId="{EB531F0E-993B-405D-8267-FD103D4CA550}" dt="2022-04-11T10:13:07.032" v="1167" actId="20577"/>
          <ac:spMkLst>
            <pc:docMk/>
            <pc:sldMk cId="850558562" sldId="275"/>
            <ac:spMk id="3" creationId="{42DE4649-ED56-4C90-B09D-BB0408A1D114}"/>
          </ac:spMkLst>
        </pc:spChg>
      </pc:sldChg>
      <pc:sldChg chg="addSp modSp new mod">
        <pc:chgData name="SERGIO SPANO'" userId="3abdd0b9-513e-40ac-aad4-56920065037d" providerId="ADAL" clId="{EB531F0E-993B-405D-8267-FD103D4CA550}" dt="2022-04-11T10:12:32.192" v="1127" actId="1076"/>
        <pc:sldMkLst>
          <pc:docMk/>
          <pc:sldMk cId="1903634861" sldId="276"/>
        </pc:sldMkLst>
        <pc:spChg chg="mod">
          <ac:chgData name="SERGIO SPANO'" userId="3abdd0b9-513e-40ac-aad4-56920065037d" providerId="ADAL" clId="{EB531F0E-993B-405D-8267-FD103D4CA550}" dt="2022-04-11T10:12:16.061" v="1121" actId="27636"/>
          <ac:spMkLst>
            <pc:docMk/>
            <pc:sldMk cId="1903634861" sldId="276"/>
            <ac:spMk id="2" creationId="{B0572FAF-31D1-4120-B099-80A783A0B71C}"/>
          </ac:spMkLst>
        </pc:spChg>
        <pc:spChg chg="mod">
          <ac:chgData name="SERGIO SPANO'" userId="3abdd0b9-513e-40ac-aad4-56920065037d" providerId="ADAL" clId="{EB531F0E-993B-405D-8267-FD103D4CA550}" dt="2022-04-11T10:12:22.805" v="1123" actId="20577"/>
          <ac:spMkLst>
            <pc:docMk/>
            <pc:sldMk cId="1903634861" sldId="276"/>
            <ac:spMk id="3" creationId="{0C32113D-68F2-4F4A-A7D1-678BC87D2F88}"/>
          </ac:spMkLst>
        </pc:spChg>
        <pc:picChg chg="add mod">
          <ac:chgData name="SERGIO SPANO'" userId="3abdd0b9-513e-40ac-aad4-56920065037d" providerId="ADAL" clId="{EB531F0E-993B-405D-8267-FD103D4CA550}" dt="2022-04-11T10:12:32.192" v="1127" actId="1076"/>
          <ac:picMkLst>
            <pc:docMk/>
            <pc:sldMk cId="1903634861" sldId="276"/>
            <ac:picMk id="6" creationId="{A5808FE9-2A0F-4EB7-8647-EF75655DBF39}"/>
          </ac:picMkLst>
        </pc:picChg>
      </pc:sldChg>
      <pc:sldChg chg="addSp modSp new mod">
        <pc:chgData name="SERGIO SPANO'" userId="3abdd0b9-513e-40ac-aad4-56920065037d" providerId="ADAL" clId="{EB531F0E-993B-405D-8267-FD103D4CA550}" dt="2022-04-11T10:13:58.324" v="1191" actId="14100"/>
        <pc:sldMkLst>
          <pc:docMk/>
          <pc:sldMk cId="3307436624" sldId="277"/>
        </pc:sldMkLst>
        <pc:spChg chg="mod">
          <ac:chgData name="SERGIO SPANO'" userId="3abdd0b9-513e-40ac-aad4-56920065037d" providerId="ADAL" clId="{EB531F0E-993B-405D-8267-FD103D4CA550}" dt="2022-04-11T10:12:39.752" v="1130" actId="27636"/>
          <ac:spMkLst>
            <pc:docMk/>
            <pc:sldMk cId="3307436624" sldId="277"/>
            <ac:spMk id="2" creationId="{AF4B3E13-2CCD-45E8-BC90-D81CBFA2FBFE}"/>
          </ac:spMkLst>
        </pc:spChg>
        <pc:spChg chg="mod">
          <ac:chgData name="SERGIO SPANO'" userId="3abdd0b9-513e-40ac-aad4-56920065037d" providerId="ADAL" clId="{EB531F0E-993B-405D-8267-FD103D4CA550}" dt="2022-04-11T10:13:21.226" v="1173" actId="20577"/>
          <ac:spMkLst>
            <pc:docMk/>
            <pc:sldMk cId="3307436624" sldId="277"/>
            <ac:spMk id="3" creationId="{07DDDDA4-F743-4936-B347-4D57FB124EFF}"/>
          </ac:spMkLst>
        </pc:spChg>
        <pc:spChg chg="add mod">
          <ac:chgData name="SERGIO SPANO'" userId="3abdd0b9-513e-40ac-aad4-56920065037d" providerId="ADAL" clId="{EB531F0E-993B-405D-8267-FD103D4CA550}" dt="2022-04-11T10:13:58.324" v="1191" actId="14100"/>
          <ac:spMkLst>
            <pc:docMk/>
            <pc:sldMk cId="3307436624" sldId="277"/>
            <ac:spMk id="6" creationId="{56B360DA-D85D-4A1E-A11D-DDE467F4CF7F}"/>
          </ac:spMkLst>
        </pc:spChg>
        <pc:spChg chg="add mod">
          <ac:chgData name="SERGIO SPANO'" userId="3abdd0b9-513e-40ac-aad4-56920065037d" providerId="ADAL" clId="{EB531F0E-993B-405D-8267-FD103D4CA550}" dt="2022-04-11T10:13:52.912" v="1189" actId="1076"/>
          <ac:spMkLst>
            <pc:docMk/>
            <pc:sldMk cId="3307436624" sldId="277"/>
            <ac:spMk id="7" creationId="{C7972ADB-5BFE-4628-8D5E-1ABBCAD88366}"/>
          </ac:spMkLst>
        </pc:spChg>
        <pc:picChg chg="add mod">
          <ac:chgData name="SERGIO SPANO'" userId="3abdd0b9-513e-40ac-aad4-56920065037d" providerId="ADAL" clId="{EB531F0E-993B-405D-8267-FD103D4CA550}" dt="2022-04-11T10:13:51.888" v="1188" actId="1076"/>
          <ac:picMkLst>
            <pc:docMk/>
            <pc:sldMk cId="3307436624" sldId="277"/>
            <ac:picMk id="8" creationId="{A01C002C-17C0-47E6-B9B8-AED4783B70CE}"/>
          </ac:picMkLst>
        </pc:picChg>
      </pc:sldChg>
      <pc:sldChg chg="addSp modSp new mod">
        <pc:chgData name="SERGIO SPANO'" userId="3abdd0b9-513e-40ac-aad4-56920065037d" providerId="ADAL" clId="{EB531F0E-993B-405D-8267-FD103D4CA550}" dt="2022-04-11T10:14:54.449" v="1224" actId="1076"/>
        <pc:sldMkLst>
          <pc:docMk/>
          <pc:sldMk cId="3613286939" sldId="278"/>
        </pc:sldMkLst>
        <pc:spChg chg="mod">
          <ac:chgData name="SERGIO SPANO'" userId="3abdd0b9-513e-40ac-aad4-56920065037d" providerId="ADAL" clId="{EB531F0E-993B-405D-8267-FD103D4CA550}" dt="2022-04-11T10:14:12.884" v="1194" actId="27636"/>
          <ac:spMkLst>
            <pc:docMk/>
            <pc:sldMk cId="3613286939" sldId="278"/>
            <ac:spMk id="2" creationId="{FE2C81FD-6B7F-46FC-97C3-DFD9A08779E2}"/>
          </ac:spMkLst>
        </pc:spChg>
        <pc:spChg chg="mod">
          <ac:chgData name="SERGIO SPANO'" userId="3abdd0b9-513e-40ac-aad4-56920065037d" providerId="ADAL" clId="{EB531F0E-993B-405D-8267-FD103D4CA550}" dt="2022-04-11T10:14:42.094" v="1218" actId="20577"/>
          <ac:spMkLst>
            <pc:docMk/>
            <pc:sldMk cId="3613286939" sldId="278"/>
            <ac:spMk id="3" creationId="{DF75A0BE-A63A-43E9-8EC5-C8C2DF03A88B}"/>
          </ac:spMkLst>
        </pc:spChg>
        <pc:picChg chg="add mod">
          <ac:chgData name="SERGIO SPANO'" userId="3abdd0b9-513e-40ac-aad4-56920065037d" providerId="ADAL" clId="{EB531F0E-993B-405D-8267-FD103D4CA550}" dt="2022-04-11T10:14:54.449" v="1224" actId="1076"/>
          <ac:picMkLst>
            <pc:docMk/>
            <pc:sldMk cId="3613286939" sldId="278"/>
            <ac:picMk id="6" creationId="{E5B64E46-17D8-448B-9B7E-3A4C12BB3922}"/>
          </ac:picMkLst>
        </pc:picChg>
      </pc:sldChg>
      <pc:sldChg chg="addSp modSp new mod">
        <pc:chgData name="SERGIO SPANO'" userId="3abdd0b9-513e-40ac-aad4-56920065037d" providerId="ADAL" clId="{EB531F0E-993B-405D-8267-FD103D4CA550}" dt="2022-04-11T10:15:40.485" v="1239" actId="1076"/>
        <pc:sldMkLst>
          <pc:docMk/>
          <pc:sldMk cId="999263242" sldId="279"/>
        </pc:sldMkLst>
        <pc:spChg chg="mod">
          <ac:chgData name="SERGIO SPANO'" userId="3abdd0b9-513e-40ac-aad4-56920065037d" providerId="ADAL" clId="{EB531F0E-993B-405D-8267-FD103D4CA550}" dt="2022-04-11T10:15:18.464" v="1233" actId="20577"/>
          <ac:spMkLst>
            <pc:docMk/>
            <pc:sldMk cId="999263242" sldId="279"/>
            <ac:spMk id="2" creationId="{CB6C7EEF-E1DF-4ECC-9684-217225AD415E}"/>
          </ac:spMkLst>
        </pc:spChg>
        <pc:spChg chg="mod">
          <ac:chgData name="SERGIO SPANO'" userId="3abdd0b9-513e-40ac-aad4-56920065037d" providerId="ADAL" clId="{EB531F0E-993B-405D-8267-FD103D4CA550}" dt="2022-04-11T10:15:33.154" v="1235" actId="12"/>
          <ac:spMkLst>
            <pc:docMk/>
            <pc:sldMk cId="999263242" sldId="279"/>
            <ac:spMk id="3" creationId="{092A958F-BB04-4E53-86BC-76C75A84AE9D}"/>
          </ac:spMkLst>
        </pc:spChg>
        <pc:picChg chg="add mod">
          <ac:chgData name="SERGIO SPANO'" userId="3abdd0b9-513e-40ac-aad4-56920065037d" providerId="ADAL" clId="{EB531F0E-993B-405D-8267-FD103D4CA550}" dt="2022-04-11T10:15:40.485" v="1239" actId="1076"/>
          <ac:picMkLst>
            <pc:docMk/>
            <pc:sldMk cId="999263242" sldId="279"/>
            <ac:picMk id="6" creationId="{590898F4-FB87-4C6C-AA8E-DDD93A603B44}"/>
          </ac:picMkLst>
        </pc:picChg>
      </pc:sldChg>
      <pc:sldChg chg="addSp modSp new mod">
        <pc:chgData name="SERGIO SPANO'" userId="3abdd0b9-513e-40ac-aad4-56920065037d" providerId="ADAL" clId="{EB531F0E-993B-405D-8267-FD103D4CA550}" dt="2022-04-11T10:16:16.384" v="1253" actId="1076"/>
        <pc:sldMkLst>
          <pc:docMk/>
          <pc:sldMk cId="2055483530" sldId="280"/>
        </pc:sldMkLst>
        <pc:spChg chg="mod">
          <ac:chgData name="SERGIO SPANO'" userId="3abdd0b9-513e-40ac-aad4-56920065037d" providerId="ADAL" clId="{EB531F0E-993B-405D-8267-FD103D4CA550}" dt="2022-04-11T10:15:48.395" v="1242" actId="27636"/>
          <ac:spMkLst>
            <pc:docMk/>
            <pc:sldMk cId="2055483530" sldId="280"/>
            <ac:spMk id="2" creationId="{C701C2EE-32D1-48CC-A060-A7351C8A2B8C}"/>
          </ac:spMkLst>
        </pc:spChg>
        <pc:spChg chg="mod">
          <ac:chgData name="SERGIO SPANO'" userId="3abdd0b9-513e-40ac-aad4-56920065037d" providerId="ADAL" clId="{EB531F0E-993B-405D-8267-FD103D4CA550}" dt="2022-04-11T10:16:00.019" v="1244" actId="20577"/>
          <ac:spMkLst>
            <pc:docMk/>
            <pc:sldMk cId="2055483530" sldId="280"/>
            <ac:spMk id="3" creationId="{C5034D17-CD72-4494-9275-D46C9D5A259C}"/>
          </ac:spMkLst>
        </pc:spChg>
        <pc:picChg chg="add mod">
          <ac:chgData name="SERGIO SPANO'" userId="3abdd0b9-513e-40ac-aad4-56920065037d" providerId="ADAL" clId="{EB531F0E-993B-405D-8267-FD103D4CA550}" dt="2022-04-11T10:16:16.384" v="1253" actId="1076"/>
          <ac:picMkLst>
            <pc:docMk/>
            <pc:sldMk cId="2055483530" sldId="280"/>
            <ac:picMk id="6" creationId="{B347F184-39DA-476F-A85D-3E7736802D37}"/>
          </ac:picMkLst>
        </pc:picChg>
        <pc:picChg chg="add mod">
          <ac:chgData name="SERGIO SPANO'" userId="3abdd0b9-513e-40ac-aad4-56920065037d" providerId="ADAL" clId="{EB531F0E-993B-405D-8267-FD103D4CA550}" dt="2022-04-11T10:16:15.103" v="1252" actId="1076"/>
          <ac:picMkLst>
            <pc:docMk/>
            <pc:sldMk cId="2055483530" sldId="280"/>
            <ac:picMk id="7" creationId="{D0511AD8-C013-426B-8093-C2C1D94BB167}"/>
          </ac:picMkLst>
        </pc:picChg>
      </pc:sldChg>
      <pc:sldChg chg="addSp modSp new mod">
        <pc:chgData name="SERGIO SPANO'" userId="3abdd0b9-513e-40ac-aad4-56920065037d" providerId="ADAL" clId="{EB531F0E-993B-405D-8267-FD103D4CA550}" dt="2022-04-11T10:16:53.520" v="1267" actId="1076"/>
        <pc:sldMkLst>
          <pc:docMk/>
          <pc:sldMk cId="795120839" sldId="281"/>
        </pc:sldMkLst>
        <pc:spChg chg="mod">
          <ac:chgData name="SERGIO SPANO'" userId="3abdd0b9-513e-40ac-aad4-56920065037d" providerId="ADAL" clId="{EB531F0E-993B-405D-8267-FD103D4CA550}" dt="2022-04-11T10:16:26.573" v="1257" actId="20577"/>
          <ac:spMkLst>
            <pc:docMk/>
            <pc:sldMk cId="795120839" sldId="281"/>
            <ac:spMk id="2" creationId="{D645FF3C-B37C-4DA9-BCA7-98EC833A67BA}"/>
          </ac:spMkLst>
        </pc:spChg>
        <pc:spChg chg="mod">
          <ac:chgData name="SERGIO SPANO'" userId="3abdd0b9-513e-40ac-aad4-56920065037d" providerId="ADAL" clId="{EB531F0E-993B-405D-8267-FD103D4CA550}" dt="2022-04-11T10:16:44.186" v="1261" actId="20577"/>
          <ac:spMkLst>
            <pc:docMk/>
            <pc:sldMk cId="795120839" sldId="281"/>
            <ac:spMk id="3" creationId="{B0BE6B04-11EE-4DDD-8685-E2C75FB3C3E2}"/>
          </ac:spMkLst>
        </pc:spChg>
        <pc:picChg chg="add mod">
          <ac:chgData name="SERGIO SPANO'" userId="3abdd0b9-513e-40ac-aad4-56920065037d" providerId="ADAL" clId="{EB531F0E-993B-405D-8267-FD103D4CA550}" dt="2022-04-11T10:16:53.520" v="1267" actId="1076"/>
          <ac:picMkLst>
            <pc:docMk/>
            <pc:sldMk cId="795120839" sldId="281"/>
            <ac:picMk id="6" creationId="{271B0F80-5D83-47A2-A039-355B231ED101}"/>
          </ac:picMkLst>
        </pc:picChg>
      </pc:sldChg>
      <pc:sldChg chg="modSp new mod">
        <pc:chgData name="SERGIO SPANO'" userId="3abdd0b9-513e-40ac-aad4-56920065037d" providerId="ADAL" clId="{EB531F0E-993B-405D-8267-FD103D4CA550}" dt="2022-04-11T10:18:35.964" v="1482" actId="20577"/>
        <pc:sldMkLst>
          <pc:docMk/>
          <pc:sldMk cId="1394756137" sldId="282"/>
        </pc:sldMkLst>
        <pc:spChg chg="mod">
          <ac:chgData name="SERGIO SPANO'" userId="3abdd0b9-513e-40ac-aad4-56920065037d" providerId="ADAL" clId="{EB531F0E-993B-405D-8267-FD103D4CA550}" dt="2022-04-11T10:17:04.892" v="1272" actId="20577"/>
          <ac:spMkLst>
            <pc:docMk/>
            <pc:sldMk cId="1394756137" sldId="282"/>
            <ac:spMk id="2" creationId="{1236074A-A913-4573-A4D6-D050A2ACF11B}"/>
          </ac:spMkLst>
        </pc:spChg>
        <pc:spChg chg="mod">
          <ac:chgData name="SERGIO SPANO'" userId="3abdd0b9-513e-40ac-aad4-56920065037d" providerId="ADAL" clId="{EB531F0E-993B-405D-8267-FD103D4CA550}" dt="2022-04-11T10:18:35.964" v="1482" actId="20577"/>
          <ac:spMkLst>
            <pc:docMk/>
            <pc:sldMk cId="1394756137" sldId="282"/>
            <ac:spMk id="3" creationId="{73D07802-0E8C-43EB-8E13-76F3A614E544}"/>
          </ac:spMkLst>
        </pc:spChg>
      </pc:sldChg>
    </pc:docChg>
  </pc:docChgLst>
  <pc:docChgLst>
    <pc:chgData name="SERGIO SPANO'" userId="3abdd0b9-513e-40ac-aad4-56920065037d" providerId="ADAL" clId="{FF5B9BE1-F2B7-48BD-8D52-77CB7C9ABADF}"/>
    <pc:docChg chg="undo redo custSel addSld delSld modSld">
      <pc:chgData name="SERGIO SPANO'" userId="3abdd0b9-513e-40ac-aad4-56920065037d" providerId="ADAL" clId="{FF5B9BE1-F2B7-48BD-8D52-77CB7C9ABADF}" dt="2022-04-06T13:06:46.311" v="680" actId="1076"/>
      <pc:docMkLst>
        <pc:docMk/>
      </pc:docMkLst>
      <pc:sldChg chg="modSp mod">
        <pc:chgData name="SERGIO SPANO'" userId="3abdd0b9-513e-40ac-aad4-56920065037d" providerId="ADAL" clId="{FF5B9BE1-F2B7-48BD-8D52-77CB7C9ABADF}" dt="2022-04-06T11:25:15.552" v="68" actId="1076"/>
        <pc:sldMkLst>
          <pc:docMk/>
          <pc:sldMk cId="3676927149" sldId="256"/>
        </pc:sldMkLst>
        <pc:spChg chg="mod">
          <ac:chgData name="SERGIO SPANO'" userId="3abdd0b9-513e-40ac-aad4-56920065037d" providerId="ADAL" clId="{FF5B9BE1-F2B7-48BD-8D52-77CB7C9ABADF}" dt="2022-04-06T11:25:15.552" v="68" actId="1076"/>
          <ac:spMkLst>
            <pc:docMk/>
            <pc:sldMk cId="3676927149" sldId="256"/>
            <ac:spMk id="2" creationId="{AE5A0156-FA44-4B5E-AA95-BA26FE319EEF}"/>
          </ac:spMkLst>
        </pc:spChg>
      </pc:sldChg>
      <pc:sldChg chg="del">
        <pc:chgData name="SERGIO SPANO'" userId="3abdd0b9-513e-40ac-aad4-56920065037d" providerId="ADAL" clId="{FF5B9BE1-F2B7-48BD-8D52-77CB7C9ABADF}" dt="2022-04-06T11:25:04.360" v="48" actId="47"/>
        <pc:sldMkLst>
          <pc:docMk/>
          <pc:sldMk cId="1297370464" sldId="257"/>
        </pc:sldMkLst>
      </pc:sldChg>
      <pc:sldChg chg="addSp modSp new mod">
        <pc:chgData name="SERGIO SPANO'" userId="3abdd0b9-513e-40ac-aad4-56920065037d" providerId="ADAL" clId="{FF5B9BE1-F2B7-48BD-8D52-77CB7C9ABADF}" dt="2022-04-06T11:26:42.382" v="122" actId="1076"/>
        <pc:sldMkLst>
          <pc:docMk/>
          <pc:sldMk cId="3085469541" sldId="257"/>
        </pc:sldMkLst>
        <pc:spChg chg="mod">
          <ac:chgData name="SERGIO SPANO'" userId="3abdd0b9-513e-40ac-aad4-56920065037d" providerId="ADAL" clId="{FF5B9BE1-F2B7-48BD-8D52-77CB7C9ABADF}" dt="2022-04-06T11:25:32.500" v="101" actId="20577"/>
          <ac:spMkLst>
            <pc:docMk/>
            <pc:sldMk cId="3085469541" sldId="257"/>
            <ac:spMk id="2" creationId="{8571880B-99EF-4A2C-9EB6-5A64715D5A2C}"/>
          </ac:spMkLst>
        </pc:spChg>
        <pc:spChg chg="mod">
          <ac:chgData name="SERGIO SPANO'" userId="3abdd0b9-513e-40ac-aad4-56920065037d" providerId="ADAL" clId="{FF5B9BE1-F2B7-48BD-8D52-77CB7C9ABADF}" dt="2022-04-06T11:26:41.404" v="121" actId="14100"/>
          <ac:spMkLst>
            <pc:docMk/>
            <pc:sldMk cId="3085469541" sldId="257"/>
            <ac:spMk id="3" creationId="{8E1F9505-ABCA-4791-9FFA-094DF30F5FFA}"/>
          </ac:spMkLst>
        </pc:spChg>
        <pc:picChg chg="add mod">
          <ac:chgData name="SERGIO SPANO'" userId="3abdd0b9-513e-40ac-aad4-56920065037d" providerId="ADAL" clId="{FF5B9BE1-F2B7-48BD-8D52-77CB7C9ABADF}" dt="2022-04-06T11:26:42.382" v="122" actId="1076"/>
          <ac:picMkLst>
            <pc:docMk/>
            <pc:sldMk cId="3085469541" sldId="257"/>
            <ac:picMk id="5" creationId="{365F6DE0-28B5-4229-8FDB-77960BEBF840}"/>
          </ac:picMkLst>
        </pc:picChg>
      </pc:sldChg>
      <pc:sldChg chg="addSp modSp new mod">
        <pc:chgData name="SERGIO SPANO'" userId="3abdd0b9-513e-40ac-aad4-56920065037d" providerId="ADAL" clId="{FF5B9BE1-F2B7-48BD-8D52-77CB7C9ABADF}" dt="2022-04-06T11:28:49.041" v="171" actId="113"/>
        <pc:sldMkLst>
          <pc:docMk/>
          <pc:sldMk cId="1234788682" sldId="258"/>
        </pc:sldMkLst>
        <pc:spChg chg="mod">
          <ac:chgData name="SERGIO SPANO'" userId="3abdd0b9-513e-40ac-aad4-56920065037d" providerId="ADAL" clId="{FF5B9BE1-F2B7-48BD-8D52-77CB7C9ABADF}" dt="2022-04-06T11:27:00.810" v="160" actId="20577"/>
          <ac:spMkLst>
            <pc:docMk/>
            <pc:sldMk cId="1234788682" sldId="258"/>
            <ac:spMk id="2" creationId="{E69022C3-4D42-4E91-A0C0-FE9AC9167FF1}"/>
          </ac:spMkLst>
        </pc:spChg>
        <pc:spChg chg="mod">
          <ac:chgData name="SERGIO SPANO'" userId="3abdd0b9-513e-40ac-aad4-56920065037d" providerId="ADAL" clId="{FF5B9BE1-F2B7-48BD-8D52-77CB7C9ABADF}" dt="2022-04-06T11:28:49.041" v="171" actId="113"/>
          <ac:spMkLst>
            <pc:docMk/>
            <pc:sldMk cId="1234788682" sldId="258"/>
            <ac:spMk id="3" creationId="{E806DF7C-C74E-4916-B953-3854687B35D8}"/>
          </ac:spMkLst>
        </pc:spChg>
        <pc:picChg chg="add mod">
          <ac:chgData name="SERGIO SPANO'" userId="3abdd0b9-513e-40ac-aad4-56920065037d" providerId="ADAL" clId="{FF5B9BE1-F2B7-48BD-8D52-77CB7C9ABADF}" dt="2022-04-06T11:27:28.047" v="170" actId="1076"/>
          <ac:picMkLst>
            <pc:docMk/>
            <pc:sldMk cId="1234788682" sldId="258"/>
            <ac:picMk id="5" creationId="{81A689D3-F1CB-405A-930D-D72A14E7EAE6}"/>
          </ac:picMkLst>
        </pc:picChg>
      </pc:sldChg>
      <pc:sldChg chg="del">
        <pc:chgData name="SERGIO SPANO'" userId="3abdd0b9-513e-40ac-aad4-56920065037d" providerId="ADAL" clId="{FF5B9BE1-F2B7-48BD-8D52-77CB7C9ABADF}" dt="2022-04-06T11:25:04.879" v="49" actId="47"/>
        <pc:sldMkLst>
          <pc:docMk/>
          <pc:sldMk cId="2876876438" sldId="258"/>
        </pc:sldMkLst>
      </pc:sldChg>
      <pc:sldChg chg="modSp new mod">
        <pc:chgData name="SERGIO SPANO'" userId="3abdd0b9-513e-40ac-aad4-56920065037d" providerId="ADAL" clId="{FF5B9BE1-F2B7-48BD-8D52-77CB7C9ABADF}" dt="2022-04-06T11:37:06.049" v="196" actId="20577"/>
        <pc:sldMkLst>
          <pc:docMk/>
          <pc:sldMk cId="213031517" sldId="259"/>
        </pc:sldMkLst>
        <pc:spChg chg="mod">
          <ac:chgData name="SERGIO SPANO'" userId="3abdd0b9-513e-40ac-aad4-56920065037d" providerId="ADAL" clId="{FF5B9BE1-F2B7-48BD-8D52-77CB7C9ABADF}" dt="2022-04-06T11:36:26.501" v="178" actId="20577"/>
          <ac:spMkLst>
            <pc:docMk/>
            <pc:sldMk cId="213031517" sldId="259"/>
            <ac:spMk id="2" creationId="{FB08A7BA-B0CB-4E74-A34D-C17DC7139209}"/>
          </ac:spMkLst>
        </pc:spChg>
        <pc:spChg chg="mod">
          <ac:chgData name="SERGIO SPANO'" userId="3abdd0b9-513e-40ac-aad4-56920065037d" providerId="ADAL" clId="{FF5B9BE1-F2B7-48BD-8D52-77CB7C9ABADF}" dt="2022-04-06T11:37:06.049" v="196" actId="20577"/>
          <ac:spMkLst>
            <pc:docMk/>
            <pc:sldMk cId="213031517" sldId="259"/>
            <ac:spMk id="3" creationId="{212720A5-63CE-4820-806C-526E7600CFFC}"/>
          </ac:spMkLst>
        </pc:spChg>
      </pc:sldChg>
      <pc:sldChg chg="del">
        <pc:chgData name="SERGIO SPANO'" userId="3abdd0b9-513e-40ac-aad4-56920065037d" providerId="ADAL" clId="{FF5B9BE1-F2B7-48BD-8D52-77CB7C9ABADF}" dt="2022-04-06T11:25:04.932" v="50" actId="47"/>
        <pc:sldMkLst>
          <pc:docMk/>
          <pc:sldMk cId="286617629" sldId="259"/>
        </pc:sldMkLst>
      </pc:sldChg>
      <pc:sldChg chg="modSp new mod">
        <pc:chgData name="SERGIO SPANO'" userId="3abdd0b9-513e-40ac-aad4-56920065037d" providerId="ADAL" clId="{FF5B9BE1-F2B7-48BD-8D52-77CB7C9ABADF}" dt="2022-04-06T11:38:32.414" v="330" actId="27636"/>
        <pc:sldMkLst>
          <pc:docMk/>
          <pc:sldMk cId="1843171920" sldId="260"/>
        </pc:sldMkLst>
        <pc:spChg chg="mod">
          <ac:chgData name="SERGIO SPANO'" userId="3abdd0b9-513e-40ac-aad4-56920065037d" providerId="ADAL" clId="{FF5B9BE1-F2B7-48BD-8D52-77CB7C9ABADF}" dt="2022-04-06T11:37:32.600" v="238" actId="20577"/>
          <ac:spMkLst>
            <pc:docMk/>
            <pc:sldMk cId="1843171920" sldId="260"/>
            <ac:spMk id="2" creationId="{264554A1-73B9-40E5-8D84-47E0AFEF8A43}"/>
          </ac:spMkLst>
        </pc:spChg>
        <pc:spChg chg="mod">
          <ac:chgData name="SERGIO SPANO'" userId="3abdd0b9-513e-40ac-aad4-56920065037d" providerId="ADAL" clId="{FF5B9BE1-F2B7-48BD-8D52-77CB7C9ABADF}" dt="2022-04-06T11:38:32.414" v="330" actId="27636"/>
          <ac:spMkLst>
            <pc:docMk/>
            <pc:sldMk cId="1843171920" sldId="260"/>
            <ac:spMk id="3" creationId="{AF59F3CD-02A0-419F-8FE7-AB4C40E449E6}"/>
          </ac:spMkLst>
        </pc:spChg>
      </pc:sldChg>
      <pc:sldChg chg="del">
        <pc:chgData name="SERGIO SPANO'" userId="3abdd0b9-513e-40ac-aad4-56920065037d" providerId="ADAL" clId="{FF5B9BE1-F2B7-48BD-8D52-77CB7C9ABADF}" dt="2022-04-06T11:25:04.973" v="51" actId="47"/>
        <pc:sldMkLst>
          <pc:docMk/>
          <pc:sldMk cId="2771526278" sldId="260"/>
        </pc:sldMkLst>
      </pc:sldChg>
      <pc:sldChg chg="del">
        <pc:chgData name="SERGIO SPANO'" userId="3abdd0b9-513e-40ac-aad4-56920065037d" providerId="ADAL" clId="{FF5B9BE1-F2B7-48BD-8D52-77CB7C9ABADF}" dt="2022-04-06T11:25:04.999" v="52" actId="47"/>
        <pc:sldMkLst>
          <pc:docMk/>
          <pc:sldMk cId="2497065577" sldId="261"/>
        </pc:sldMkLst>
      </pc:sldChg>
      <pc:sldChg chg="modSp new mod">
        <pc:chgData name="SERGIO SPANO'" userId="3abdd0b9-513e-40ac-aad4-56920065037d" providerId="ADAL" clId="{FF5B9BE1-F2B7-48BD-8D52-77CB7C9ABADF}" dt="2022-04-06T12:55:13.859" v="373" actId="15"/>
        <pc:sldMkLst>
          <pc:docMk/>
          <pc:sldMk cId="2853228998" sldId="261"/>
        </pc:sldMkLst>
        <pc:spChg chg="mod">
          <ac:chgData name="SERGIO SPANO'" userId="3abdd0b9-513e-40ac-aad4-56920065037d" providerId="ADAL" clId="{FF5B9BE1-F2B7-48BD-8D52-77CB7C9ABADF}" dt="2022-04-06T12:55:04.893" v="370" actId="20577"/>
          <ac:spMkLst>
            <pc:docMk/>
            <pc:sldMk cId="2853228998" sldId="261"/>
            <ac:spMk id="2" creationId="{B779ABD2-58EE-4FA7-AF9D-28FF6834E8ED}"/>
          </ac:spMkLst>
        </pc:spChg>
        <pc:spChg chg="mod">
          <ac:chgData name="SERGIO SPANO'" userId="3abdd0b9-513e-40ac-aad4-56920065037d" providerId="ADAL" clId="{FF5B9BE1-F2B7-48BD-8D52-77CB7C9ABADF}" dt="2022-04-06T12:55:13.859" v="373" actId="15"/>
          <ac:spMkLst>
            <pc:docMk/>
            <pc:sldMk cId="2853228998" sldId="261"/>
            <ac:spMk id="3" creationId="{7C6113C5-7481-45D0-98C1-0E29B0D38B8E}"/>
          </ac:spMkLst>
        </pc:spChg>
      </pc:sldChg>
      <pc:sldChg chg="del">
        <pc:chgData name="SERGIO SPANO'" userId="3abdd0b9-513e-40ac-aad4-56920065037d" providerId="ADAL" clId="{FF5B9BE1-F2B7-48BD-8D52-77CB7C9ABADF}" dt="2022-04-06T11:25:05.034" v="53" actId="47"/>
        <pc:sldMkLst>
          <pc:docMk/>
          <pc:sldMk cId="1259472102" sldId="262"/>
        </pc:sldMkLst>
      </pc:sldChg>
      <pc:sldChg chg="addSp delSp modSp new mod">
        <pc:chgData name="SERGIO SPANO'" userId="3abdd0b9-513e-40ac-aad4-56920065037d" providerId="ADAL" clId="{FF5B9BE1-F2B7-48BD-8D52-77CB7C9ABADF}" dt="2022-04-06T12:58:44.141" v="426" actId="1076"/>
        <pc:sldMkLst>
          <pc:docMk/>
          <pc:sldMk cId="3030670358" sldId="262"/>
        </pc:sldMkLst>
        <pc:spChg chg="mod">
          <ac:chgData name="SERGIO SPANO'" userId="3abdd0b9-513e-40ac-aad4-56920065037d" providerId="ADAL" clId="{FF5B9BE1-F2B7-48BD-8D52-77CB7C9ABADF}" dt="2022-04-06T12:58:23.327" v="419" actId="20577"/>
          <ac:spMkLst>
            <pc:docMk/>
            <pc:sldMk cId="3030670358" sldId="262"/>
            <ac:spMk id="2" creationId="{E1AB93B1-2DF2-4E02-906B-98867E99F3A9}"/>
          </ac:spMkLst>
        </pc:spChg>
        <pc:spChg chg="del">
          <ac:chgData name="SERGIO SPANO'" userId="3abdd0b9-513e-40ac-aad4-56920065037d" providerId="ADAL" clId="{FF5B9BE1-F2B7-48BD-8D52-77CB7C9ABADF}" dt="2022-04-06T12:58:31.303" v="422" actId="478"/>
          <ac:spMkLst>
            <pc:docMk/>
            <pc:sldMk cId="3030670358" sldId="262"/>
            <ac:spMk id="3" creationId="{EA64E651-043C-4A44-B1AF-F4184F35C72A}"/>
          </ac:spMkLst>
        </pc:spChg>
        <pc:picChg chg="add mod">
          <ac:chgData name="SERGIO SPANO'" userId="3abdd0b9-513e-40ac-aad4-56920065037d" providerId="ADAL" clId="{FF5B9BE1-F2B7-48BD-8D52-77CB7C9ABADF}" dt="2022-04-06T12:58:44.141" v="426" actId="1076"/>
          <ac:picMkLst>
            <pc:docMk/>
            <pc:sldMk cId="3030670358" sldId="262"/>
            <ac:picMk id="5" creationId="{267E587D-D26D-4759-8397-C411D38A7EE5}"/>
          </ac:picMkLst>
        </pc:picChg>
      </pc:sldChg>
      <pc:sldChg chg="addSp delSp modSp new mod">
        <pc:chgData name="SERGIO SPANO'" userId="3abdd0b9-513e-40ac-aad4-56920065037d" providerId="ADAL" clId="{FF5B9BE1-F2B7-48BD-8D52-77CB7C9ABADF}" dt="2022-04-06T13:02:04.336" v="583" actId="20577"/>
        <pc:sldMkLst>
          <pc:docMk/>
          <pc:sldMk cId="823009787" sldId="263"/>
        </pc:sldMkLst>
        <pc:spChg chg="mod">
          <ac:chgData name="SERGIO SPANO'" userId="3abdd0b9-513e-40ac-aad4-56920065037d" providerId="ADAL" clId="{FF5B9BE1-F2B7-48BD-8D52-77CB7C9ABADF}" dt="2022-04-06T13:02:04.336" v="583" actId="20577"/>
          <ac:spMkLst>
            <pc:docMk/>
            <pc:sldMk cId="823009787" sldId="263"/>
            <ac:spMk id="2" creationId="{18121B6F-228D-43AC-BC07-CA44CED4BD5F}"/>
          </ac:spMkLst>
        </pc:spChg>
        <pc:spChg chg="del">
          <ac:chgData name="SERGIO SPANO'" userId="3abdd0b9-513e-40ac-aad4-56920065037d" providerId="ADAL" clId="{FF5B9BE1-F2B7-48BD-8D52-77CB7C9ABADF}" dt="2022-04-06T12:59:10.677" v="447" actId="478"/>
          <ac:spMkLst>
            <pc:docMk/>
            <pc:sldMk cId="823009787" sldId="263"/>
            <ac:spMk id="3" creationId="{EB0BA591-9721-4BCC-8123-3E5ED262F71E}"/>
          </ac:spMkLst>
        </pc:spChg>
        <pc:picChg chg="add mod">
          <ac:chgData name="SERGIO SPANO'" userId="3abdd0b9-513e-40ac-aad4-56920065037d" providerId="ADAL" clId="{FF5B9BE1-F2B7-48BD-8D52-77CB7C9ABADF}" dt="2022-04-06T12:59:15.316" v="450" actId="1076"/>
          <ac:picMkLst>
            <pc:docMk/>
            <pc:sldMk cId="823009787" sldId="263"/>
            <ac:picMk id="5" creationId="{DD776699-E331-4358-B5C2-286CDB322262}"/>
          </ac:picMkLst>
        </pc:picChg>
      </pc:sldChg>
      <pc:sldChg chg="del">
        <pc:chgData name="SERGIO SPANO'" userId="3abdd0b9-513e-40ac-aad4-56920065037d" providerId="ADAL" clId="{FF5B9BE1-F2B7-48BD-8D52-77CB7C9ABADF}" dt="2022-04-06T11:25:05.068" v="54" actId="47"/>
        <pc:sldMkLst>
          <pc:docMk/>
          <pc:sldMk cId="3850036128" sldId="263"/>
        </pc:sldMkLst>
      </pc:sldChg>
      <pc:sldChg chg="addSp delSp modSp new mod">
        <pc:chgData name="SERGIO SPANO'" userId="3abdd0b9-513e-40ac-aad4-56920065037d" providerId="ADAL" clId="{FF5B9BE1-F2B7-48BD-8D52-77CB7C9ABADF}" dt="2022-04-06T12:59:50.707" v="472" actId="1076"/>
        <pc:sldMkLst>
          <pc:docMk/>
          <pc:sldMk cId="1740980508" sldId="264"/>
        </pc:sldMkLst>
        <pc:spChg chg="mod">
          <ac:chgData name="SERGIO SPANO'" userId="3abdd0b9-513e-40ac-aad4-56920065037d" providerId="ADAL" clId="{FF5B9BE1-F2B7-48BD-8D52-77CB7C9ABADF}" dt="2022-04-06T12:59:35.289" v="465" actId="20577"/>
          <ac:spMkLst>
            <pc:docMk/>
            <pc:sldMk cId="1740980508" sldId="264"/>
            <ac:spMk id="2" creationId="{5A390721-FB98-467F-B510-2688BB96F5DB}"/>
          </ac:spMkLst>
        </pc:spChg>
        <pc:spChg chg="del">
          <ac:chgData name="SERGIO SPANO'" userId="3abdd0b9-513e-40ac-aad4-56920065037d" providerId="ADAL" clId="{FF5B9BE1-F2B7-48BD-8D52-77CB7C9ABADF}" dt="2022-04-06T12:59:37.223" v="466" actId="478"/>
          <ac:spMkLst>
            <pc:docMk/>
            <pc:sldMk cId="1740980508" sldId="264"/>
            <ac:spMk id="3" creationId="{04FF40A7-258D-4C03-83EB-F38A4A9BD9C9}"/>
          </ac:spMkLst>
        </pc:spChg>
        <pc:picChg chg="add mod">
          <ac:chgData name="SERGIO SPANO'" userId="3abdd0b9-513e-40ac-aad4-56920065037d" providerId="ADAL" clId="{FF5B9BE1-F2B7-48BD-8D52-77CB7C9ABADF}" dt="2022-04-06T12:59:50.707" v="472" actId="1076"/>
          <ac:picMkLst>
            <pc:docMk/>
            <pc:sldMk cId="1740980508" sldId="264"/>
            <ac:picMk id="5" creationId="{16E63170-B4A1-45DE-A8D7-BDAA7F97DCF4}"/>
          </ac:picMkLst>
        </pc:picChg>
      </pc:sldChg>
      <pc:sldChg chg="del">
        <pc:chgData name="SERGIO SPANO'" userId="3abdd0b9-513e-40ac-aad4-56920065037d" providerId="ADAL" clId="{FF5B9BE1-F2B7-48BD-8D52-77CB7C9ABADF}" dt="2022-04-06T11:25:05.149" v="55" actId="47"/>
        <pc:sldMkLst>
          <pc:docMk/>
          <pc:sldMk cId="1824425073" sldId="264"/>
        </pc:sldMkLst>
      </pc:sldChg>
      <pc:sldChg chg="del">
        <pc:chgData name="SERGIO SPANO'" userId="3abdd0b9-513e-40ac-aad4-56920065037d" providerId="ADAL" clId="{FF5B9BE1-F2B7-48BD-8D52-77CB7C9ABADF}" dt="2022-04-06T11:25:05.161" v="56" actId="47"/>
        <pc:sldMkLst>
          <pc:docMk/>
          <pc:sldMk cId="1007591203" sldId="265"/>
        </pc:sldMkLst>
      </pc:sldChg>
      <pc:sldChg chg="addSp delSp modSp new mod">
        <pc:chgData name="SERGIO SPANO'" userId="3abdd0b9-513e-40ac-aad4-56920065037d" providerId="ADAL" clId="{FF5B9BE1-F2B7-48BD-8D52-77CB7C9ABADF}" dt="2022-04-06T13:02:42.114" v="611" actId="20577"/>
        <pc:sldMkLst>
          <pc:docMk/>
          <pc:sldMk cId="1890930988" sldId="265"/>
        </pc:sldMkLst>
        <pc:spChg chg="mod">
          <ac:chgData name="SERGIO SPANO'" userId="3abdd0b9-513e-40ac-aad4-56920065037d" providerId="ADAL" clId="{FF5B9BE1-F2B7-48BD-8D52-77CB7C9ABADF}" dt="2022-04-06T13:02:21.204" v="605" actId="20577"/>
          <ac:spMkLst>
            <pc:docMk/>
            <pc:sldMk cId="1890930988" sldId="265"/>
            <ac:spMk id="2" creationId="{5A93F73D-859C-4AD9-95E9-FAFC08DA5E7B}"/>
          </ac:spMkLst>
        </pc:spChg>
        <pc:spChg chg="del">
          <ac:chgData name="SERGIO SPANO'" userId="3abdd0b9-513e-40ac-aad4-56920065037d" providerId="ADAL" clId="{FF5B9BE1-F2B7-48BD-8D52-77CB7C9ABADF}" dt="2022-04-06T13:00:31.518" v="509" actId="478"/>
          <ac:spMkLst>
            <pc:docMk/>
            <pc:sldMk cId="1890930988" sldId="265"/>
            <ac:spMk id="3" creationId="{C32AAD12-6381-4619-A31C-7291B7F8A73A}"/>
          </ac:spMkLst>
        </pc:spChg>
        <pc:spChg chg="add mod">
          <ac:chgData name="SERGIO SPANO'" userId="3abdd0b9-513e-40ac-aad4-56920065037d" providerId="ADAL" clId="{FF5B9BE1-F2B7-48BD-8D52-77CB7C9ABADF}" dt="2022-04-06T13:02:42.114" v="611" actId="20577"/>
          <ac:spMkLst>
            <pc:docMk/>
            <pc:sldMk cId="1890930988" sldId="265"/>
            <ac:spMk id="6" creationId="{CC6B4EF5-B35B-45ED-9BF4-7CB1F3CDBE4B}"/>
          </ac:spMkLst>
        </pc:spChg>
        <pc:picChg chg="add mod">
          <ac:chgData name="SERGIO SPANO'" userId="3abdd0b9-513e-40ac-aad4-56920065037d" providerId="ADAL" clId="{FF5B9BE1-F2B7-48BD-8D52-77CB7C9ABADF}" dt="2022-04-06T13:02:38.401" v="609" actId="1076"/>
          <ac:picMkLst>
            <pc:docMk/>
            <pc:sldMk cId="1890930988" sldId="265"/>
            <ac:picMk id="5" creationId="{1517F68F-137F-4A1F-B870-12DA43316B44}"/>
          </ac:picMkLst>
        </pc:picChg>
        <pc:picChg chg="add mod">
          <ac:chgData name="SERGIO SPANO'" userId="3abdd0b9-513e-40ac-aad4-56920065037d" providerId="ADAL" clId="{FF5B9BE1-F2B7-48BD-8D52-77CB7C9ABADF}" dt="2022-04-06T13:02:39.886" v="610" actId="1076"/>
          <ac:picMkLst>
            <pc:docMk/>
            <pc:sldMk cId="1890930988" sldId="265"/>
            <ac:picMk id="7" creationId="{8992A2AF-7144-43BB-A9E1-03AB12DE374C}"/>
          </ac:picMkLst>
        </pc:picChg>
      </pc:sldChg>
      <pc:sldChg chg="addSp delSp modSp new mod">
        <pc:chgData name="SERGIO SPANO'" userId="3abdd0b9-513e-40ac-aad4-56920065037d" providerId="ADAL" clId="{FF5B9BE1-F2B7-48BD-8D52-77CB7C9ABADF}" dt="2022-04-06T13:01:35.032" v="581" actId="1076"/>
        <pc:sldMkLst>
          <pc:docMk/>
          <pc:sldMk cId="471329938" sldId="266"/>
        </pc:sldMkLst>
        <pc:spChg chg="mod">
          <ac:chgData name="SERGIO SPANO'" userId="3abdd0b9-513e-40ac-aad4-56920065037d" providerId="ADAL" clId="{FF5B9BE1-F2B7-48BD-8D52-77CB7C9ABADF}" dt="2022-04-06T13:01:25.658" v="577" actId="20577"/>
          <ac:spMkLst>
            <pc:docMk/>
            <pc:sldMk cId="471329938" sldId="266"/>
            <ac:spMk id="2" creationId="{E23EF163-0315-4624-9092-409E65389318}"/>
          </ac:spMkLst>
        </pc:spChg>
        <pc:spChg chg="del">
          <ac:chgData name="SERGIO SPANO'" userId="3abdd0b9-513e-40ac-aad4-56920065037d" providerId="ADAL" clId="{FF5B9BE1-F2B7-48BD-8D52-77CB7C9ABADF}" dt="2022-04-06T13:01:28.918" v="578" actId="478"/>
          <ac:spMkLst>
            <pc:docMk/>
            <pc:sldMk cId="471329938" sldId="266"/>
            <ac:spMk id="3" creationId="{92DE74A0-ACAD-49FD-98A5-DF08773A5E16}"/>
          </ac:spMkLst>
        </pc:spChg>
        <pc:picChg chg="add mod">
          <ac:chgData name="SERGIO SPANO'" userId="3abdd0b9-513e-40ac-aad4-56920065037d" providerId="ADAL" clId="{FF5B9BE1-F2B7-48BD-8D52-77CB7C9ABADF}" dt="2022-04-06T13:01:35.032" v="581" actId="1076"/>
          <ac:picMkLst>
            <pc:docMk/>
            <pc:sldMk cId="471329938" sldId="266"/>
            <ac:picMk id="5" creationId="{E88C64AC-4487-43D5-B238-BFE51116C0DE}"/>
          </ac:picMkLst>
        </pc:picChg>
      </pc:sldChg>
      <pc:sldChg chg="del">
        <pc:chgData name="SERGIO SPANO'" userId="3abdd0b9-513e-40ac-aad4-56920065037d" providerId="ADAL" clId="{FF5B9BE1-F2B7-48BD-8D52-77CB7C9ABADF}" dt="2022-04-06T11:25:05.187" v="57" actId="47"/>
        <pc:sldMkLst>
          <pc:docMk/>
          <pc:sldMk cId="1112234418" sldId="266"/>
        </pc:sldMkLst>
      </pc:sldChg>
      <pc:sldChg chg="addSp delSp modSp new mod">
        <pc:chgData name="SERGIO SPANO'" userId="3abdd0b9-513e-40ac-aad4-56920065037d" providerId="ADAL" clId="{FF5B9BE1-F2B7-48BD-8D52-77CB7C9ABADF}" dt="2022-04-06T13:06:32.744" v="674" actId="20577"/>
        <pc:sldMkLst>
          <pc:docMk/>
          <pc:sldMk cId="2483044283" sldId="267"/>
        </pc:sldMkLst>
        <pc:spChg chg="mod">
          <ac:chgData name="SERGIO SPANO'" userId="3abdd0b9-513e-40ac-aad4-56920065037d" providerId="ADAL" clId="{FF5B9BE1-F2B7-48BD-8D52-77CB7C9ABADF}" dt="2022-04-06T13:06:32.744" v="674" actId="20577"/>
          <ac:spMkLst>
            <pc:docMk/>
            <pc:sldMk cId="2483044283" sldId="267"/>
            <ac:spMk id="2" creationId="{9CFF0457-939A-4B1F-A4C6-B180F21E14D8}"/>
          </ac:spMkLst>
        </pc:spChg>
        <pc:spChg chg="del">
          <ac:chgData name="SERGIO SPANO'" userId="3abdd0b9-513e-40ac-aad4-56920065037d" providerId="ADAL" clId="{FF5B9BE1-F2B7-48BD-8D52-77CB7C9ABADF}" dt="2022-04-06T13:06:03.933" v="664" actId="478"/>
          <ac:spMkLst>
            <pc:docMk/>
            <pc:sldMk cId="2483044283" sldId="267"/>
            <ac:spMk id="3" creationId="{889EE764-4BD4-45DF-B254-578FDB2D10DF}"/>
          </ac:spMkLst>
        </pc:spChg>
        <pc:picChg chg="add mod">
          <ac:chgData name="SERGIO SPANO'" userId="3abdd0b9-513e-40ac-aad4-56920065037d" providerId="ADAL" clId="{FF5B9BE1-F2B7-48BD-8D52-77CB7C9ABADF}" dt="2022-04-06T13:06:12.605" v="667" actId="1076"/>
          <ac:picMkLst>
            <pc:docMk/>
            <pc:sldMk cId="2483044283" sldId="267"/>
            <ac:picMk id="5" creationId="{66258CCE-F29C-4541-A1AE-8398C5A5B108}"/>
          </ac:picMkLst>
        </pc:picChg>
      </pc:sldChg>
      <pc:sldChg chg="del">
        <pc:chgData name="SERGIO SPANO'" userId="3abdd0b9-513e-40ac-aad4-56920065037d" providerId="ADAL" clId="{FF5B9BE1-F2B7-48BD-8D52-77CB7C9ABADF}" dt="2022-04-06T11:25:05.227" v="58" actId="47"/>
        <pc:sldMkLst>
          <pc:docMk/>
          <pc:sldMk cId="3483132585" sldId="267"/>
        </pc:sldMkLst>
      </pc:sldChg>
      <pc:sldChg chg="addSp delSp modSp new mod">
        <pc:chgData name="SERGIO SPANO'" userId="3abdd0b9-513e-40ac-aad4-56920065037d" providerId="ADAL" clId="{FF5B9BE1-F2B7-48BD-8D52-77CB7C9ABADF}" dt="2022-04-06T13:06:46.311" v="680" actId="1076"/>
        <pc:sldMkLst>
          <pc:docMk/>
          <pc:sldMk cId="215904899" sldId="268"/>
        </pc:sldMkLst>
        <pc:spChg chg="mod">
          <ac:chgData name="SERGIO SPANO'" userId="3abdd0b9-513e-40ac-aad4-56920065037d" providerId="ADAL" clId="{FF5B9BE1-F2B7-48BD-8D52-77CB7C9ABADF}" dt="2022-04-06T13:06:37.660" v="676" actId="27636"/>
          <ac:spMkLst>
            <pc:docMk/>
            <pc:sldMk cId="215904899" sldId="268"/>
            <ac:spMk id="2" creationId="{2C2541E4-2C30-4BF1-9A59-6636905EEE39}"/>
          </ac:spMkLst>
        </pc:spChg>
        <pc:spChg chg="del">
          <ac:chgData name="SERGIO SPANO'" userId="3abdd0b9-513e-40ac-aad4-56920065037d" providerId="ADAL" clId="{FF5B9BE1-F2B7-48BD-8D52-77CB7C9ABADF}" dt="2022-04-06T13:06:41.686" v="677" actId="478"/>
          <ac:spMkLst>
            <pc:docMk/>
            <pc:sldMk cId="215904899" sldId="268"/>
            <ac:spMk id="3" creationId="{5D91B18B-95BF-4000-81AC-3F9C488B4324}"/>
          </ac:spMkLst>
        </pc:spChg>
        <pc:picChg chg="add mod">
          <ac:chgData name="SERGIO SPANO'" userId="3abdd0b9-513e-40ac-aad4-56920065037d" providerId="ADAL" clId="{FF5B9BE1-F2B7-48BD-8D52-77CB7C9ABADF}" dt="2022-04-06T13:06:46.311" v="680" actId="1076"/>
          <ac:picMkLst>
            <pc:docMk/>
            <pc:sldMk cId="215904899" sldId="268"/>
            <ac:picMk id="5" creationId="{B24AC316-A96A-4A7C-BFC4-29E4C03D16C5}"/>
          </ac:picMkLst>
        </pc:picChg>
      </pc:sldChg>
      <pc:sldChg chg="del">
        <pc:chgData name="SERGIO SPANO'" userId="3abdd0b9-513e-40ac-aad4-56920065037d" providerId="ADAL" clId="{FF5B9BE1-F2B7-48BD-8D52-77CB7C9ABADF}" dt="2022-04-06T11:25:05.255" v="59" actId="47"/>
        <pc:sldMkLst>
          <pc:docMk/>
          <pc:sldMk cId="3966974852" sldId="268"/>
        </pc:sldMkLst>
      </pc:sldChg>
      <pc:sldChg chg="del">
        <pc:chgData name="SERGIO SPANO'" userId="3abdd0b9-513e-40ac-aad4-56920065037d" providerId="ADAL" clId="{FF5B9BE1-F2B7-48BD-8D52-77CB7C9ABADF}" dt="2022-04-06T11:25:05.311" v="60" actId="47"/>
        <pc:sldMkLst>
          <pc:docMk/>
          <pc:sldMk cId="999021778" sldId="269"/>
        </pc:sldMkLst>
      </pc:sldChg>
      <pc:sldChg chg="del">
        <pc:chgData name="SERGIO SPANO'" userId="3abdd0b9-513e-40ac-aad4-56920065037d" providerId="ADAL" clId="{FF5B9BE1-F2B7-48BD-8D52-77CB7C9ABADF}" dt="2022-04-06T11:25:05.345" v="61" actId="47"/>
        <pc:sldMkLst>
          <pc:docMk/>
          <pc:sldMk cId="1089051384" sldId="270"/>
        </pc:sldMkLst>
      </pc:sldChg>
      <pc:sldChg chg="del">
        <pc:chgData name="SERGIO SPANO'" userId="3abdd0b9-513e-40ac-aad4-56920065037d" providerId="ADAL" clId="{FF5B9BE1-F2B7-48BD-8D52-77CB7C9ABADF}" dt="2022-04-06T11:25:05.371" v="62" actId="47"/>
        <pc:sldMkLst>
          <pc:docMk/>
          <pc:sldMk cId="3269472446" sldId="271"/>
        </pc:sldMkLst>
      </pc:sldChg>
      <pc:sldChg chg="del">
        <pc:chgData name="SERGIO SPANO'" userId="3abdd0b9-513e-40ac-aad4-56920065037d" providerId="ADAL" clId="{FF5B9BE1-F2B7-48BD-8D52-77CB7C9ABADF}" dt="2022-04-06T11:25:05.408" v="63" actId="47"/>
        <pc:sldMkLst>
          <pc:docMk/>
          <pc:sldMk cId="615134320" sldId="272"/>
        </pc:sldMkLst>
      </pc:sldChg>
      <pc:sldChg chg="del">
        <pc:chgData name="SERGIO SPANO'" userId="3abdd0b9-513e-40ac-aad4-56920065037d" providerId="ADAL" clId="{FF5B9BE1-F2B7-48BD-8D52-77CB7C9ABADF}" dt="2022-04-06T11:25:05.442" v="64" actId="47"/>
        <pc:sldMkLst>
          <pc:docMk/>
          <pc:sldMk cId="2722239694" sldId="273"/>
        </pc:sldMkLst>
      </pc:sldChg>
      <pc:sldChg chg="del">
        <pc:chgData name="SERGIO SPANO'" userId="3abdd0b9-513e-40ac-aad4-56920065037d" providerId="ADAL" clId="{FF5B9BE1-F2B7-48BD-8D52-77CB7C9ABADF}" dt="2022-04-06T11:25:05.477" v="65" actId="47"/>
        <pc:sldMkLst>
          <pc:docMk/>
          <pc:sldMk cId="3554465558" sldId="274"/>
        </pc:sldMkLst>
      </pc:sldChg>
    </pc:docChg>
  </pc:docChgLst>
  <pc:docChgLst>
    <pc:chgData name="SERGIO SPANO'" userId="3abdd0b9-513e-40ac-aad4-56920065037d" providerId="ADAL" clId="{F9F9A9FE-68DD-4380-A19A-C3E2E9A14DEB}"/>
    <pc:docChg chg="undo custSel modMainMaster">
      <pc:chgData name="SERGIO SPANO'" userId="3abdd0b9-513e-40ac-aad4-56920065037d" providerId="ADAL" clId="{F9F9A9FE-68DD-4380-A19A-C3E2E9A14DEB}" dt="2022-02-08T10:42:59.216" v="86" actId="14100"/>
      <pc:docMkLst>
        <pc:docMk/>
      </pc:docMkLst>
      <pc:sldMasterChg chg="addSp delSp modSp mod modSldLayout">
        <pc:chgData name="SERGIO SPANO'" userId="3abdd0b9-513e-40ac-aad4-56920065037d" providerId="ADAL" clId="{F9F9A9FE-68DD-4380-A19A-C3E2E9A14DEB}" dt="2022-02-08T10:42:59.216" v="86" actId="14100"/>
        <pc:sldMasterMkLst>
          <pc:docMk/>
          <pc:sldMasterMk cId="2117844949" sldId="2147483648"/>
        </pc:sldMasterMkLst>
        <pc:spChg chg="mod">
          <ac:chgData name="SERGIO SPANO'" userId="3abdd0b9-513e-40ac-aad4-56920065037d" providerId="ADAL" clId="{F9F9A9FE-68DD-4380-A19A-C3E2E9A14DEB}" dt="2022-02-08T10:37:29.192" v="27" actId="14100"/>
          <ac:spMkLst>
            <pc:docMk/>
            <pc:sldMasterMk cId="2117844949" sldId="2147483648"/>
            <ac:spMk id="2" creationId="{F6A7BD6A-2E1D-4EE9-9550-3278CC20D11B}"/>
          </ac:spMkLst>
        </pc:spChg>
        <pc:spChg chg="mod">
          <ac:chgData name="SERGIO SPANO'" userId="3abdd0b9-513e-40ac-aad4-56920065037d" providerId="ADAL" clId="{F9F9A9FE-68DD-4380-A19A-C3E2E9A14DEB}" dt="2022-02-08T10:37:35.335" v="29" actId="14100"/>
          <ac:spMkLst>
            <pc:docMk/>
            <pc:sldMasterMk cId="2117844949" sldId="2147483648"/>
            <ac:spMk id="3" creationId="{4A5DA657-DDD8-4A05-9088-B977D6547C9B}"/>
          </ac:spMkLst>
        </pc:spChg>
        <pc:spChg chg="mod">
          <ac:chgData name="SERGIO SPANO'" userId="3abdd0b9-513e-40ac-aad4-56920065037d" providerId="ADAL" clId="{F9F9A9FE-68DD-4380-A19A-C3E2E9A14DEB}" dt="2022-02-08T10:42:46.741" v="83" actId="14100"/>
          <ac:spMkLst>
            <pc:docMk/>
            <pc:sldMasterMk cId="2117844949" sldId="2147483648"/>
            <ac:spMk id="4" creationId="{3CA61BD2-CA09-4BEB-B08B-4B0A8533DEC8}"/>
          </ac:spMkLst>
        </pc:spChg>
        <pc:spChg chg="mod">
          <ac:chgData name="SERGIO SPANO'" userId="3abdd0b9-513e-40ac-aad4-56920065037d" providerId="ADAL" clId="{F9F9A9FE-68DD-4380-A19A-C3E2E9A14DEB}" dt="2022-02-08T10:42:59.216" v="86" actId="14100"/>
          <ac:spMkLst>
            <pc:docMk/>
            <pc:sldMasterMk cId="2117844949" sldId="2147483648"/>
            <ac:spMk id="5" creationId="{26C1109A-83E1-4943-908E-29C1D523D264}"/>
          </ac:spMkLst>
        </pc:spChg>
        <pc:spChg chg="mod">
          <ac:chgData name="SERGIO SPANO'" userId="3abdd0b9-513e-40ac-aad4-56920065037d" providerId="ADAL" clId="{F9F9A9FE-68DD-4380-A19A-C3E2E9A14DEB}" dt="2022-02-08T10:42:55.098" v="85" actId="14100"/>
          <ac:spMkLst>
            <pc:docMk/>
            <pc:sldMasterMk cId="2117844949" sldId="2147483648"/>
            <ac:spMk id="6" creationId="{3A1501F7-399C-4A0A-8183-EF9F4C72DD54}"/>
          </ac:spMkLst>
        </pc:spChg>
        <pc:spChg chg="mod">
          <ac:chgData name="SERGIO SPANO'" userId="3abdd0b9-513e-40ac-aad4-56920065037d" providerId="ADAL" clId="{F9F9A9FE-68DD-4380-A19A-C3E2E9A14DEB}" dt="2022-02-08T10:36:52.743" v="6" actId="14100"/>
          <ac:spMkLst>
            <pc:docMk/>
            <pc:sldMasterMk cId="2117844949" sldId="2147483648"/>
            <ac:spMk id="9" creationId="{23DA7761-B638-4C8B-BC2F-3D04149752EA}"/>
          </ac:spMkLst>
        </pc:spChg>
        <pc:spChg chg="add del mod">
          <ac:chgData name="SERGIO SPANO'" userId="3abdd0b9-513e-40ac-aad4-56920065037d" providerId="ADAL" clId="{F9F9A9FE-68DD-4380-A19A-C3E2E9A14DEB}" dt="2022-02-08T10:40:19.534" v="70" actId="478"/>
          <ac:spMkLst>
            <pc:docMk/>
            <pc:sldMasterMk cId="2117844949" sldId="2147483648"/>
            <ac:spMk id="11" creationId="{DE5BD3E4-F1B8-4FA1-B5D8-D9BECA20DBD1}"/>
          </ac:spMkLst>
        </pc:spChg>
        <pc:spChg chg="add del mod">
          <ac:chgData name="SERGIO SPANO'" userId="3abdd0b9-513e-40ac-aad4-56920065037d" providerId="ADAL" clId="{F9F9A9FE-68DD-4380-A19A-C3E2E9A14DEB}" dt="2022-02-08T10:42:17.889" v="82"/>
          <ac:spMkLst>
            <pc:docMk/>
            <pc:sldMasterMk cId="2117844949" sldId="2147483648"/>
            <ac:spMk id="12" creationId="{422EBADD-EB73-42EE-A99A-10EE3AD16BBC}"/>
          </ac:spMkLst>
        </pc:spChg>
        <pc:picChg chg="add mod">
          <ac:chgData name="SERGIO SPANO'" userId="3abdd0b9-513e-40ac-aad4-56920065037d" providerId="ADAL" clId="{F9F9A9FE-68DD-4380-A19A-C3E2E9A14DEB}" dt="2022-02-08T10:37:07.398" v="18" actId="1037"/>
          <ac:picMkLst>
            <pc:docMk/>
            <pc:sldMasterMk cId="2117844949" sldId="2147483648"/>
            <ac:picMk id="10" creationId="{D20E3174-B741-4DA8-98A9-60C537AE3499}"/>
          </ac:picMkLst>
        </pc:picChg>
        <pc:sldLayoutChg chg="addSp delSp modSp mod">
          <pc:chgData name="SERGIO SPANO'" userId="3abdd0b9-513e-40ac-aad4-56920065037d" providerId="ADAL" clId="{F9F9A9FE-68DD-4380-A19A-C3E2E9A14DEB}" dt="2022-02-08T10:40:45.602" v="78" actId="1036"/>
          <pc:sldLayoutMkLst>
            <pc:docMk/>
            <pc:sldMasterMk cId="2117844949" sldId="2147483648"/>
            <pc:sldLayoutMk cId="638397118" sldId="2147483649"/>
          </pc:sldLayoutMkLst>
          <pc:spChg chg="mod">
            <ac:chgData name="SERGIO SPANO'" userId="3abdd0b9-513e-40ac-aad4-56920065037d" providerId="ADAL" clId="{F9F9A9FE-68DD-4380-A19A-C3E2E9A14DEB}" dt="2022-02-08T10:39:08.090" v="59" actId="14100"/>
            <ac:spMkLst>
              <pc:docMk/>
              <pc:sldMasterMk cId="2117844949" sldId="2147483648"/>
              <pc:sldLayoutMk cId="638397118" sldId="2147483649"/>
              <ac:spMk id="3" creationId="{0520775B-C623-4491-81E1-F48B53652264}"/>
            </ac:spMkLst>
          </pc:spChg>
          <pc:spChg chg="del">
            <ac:chgData name="SERGIO SPANO'" userId="3abdd0b9-513e-40ac-aad4-56920065037d" providerId="ADAL" clId="{F9F9A9FE-68DD-4380-A19A-C3E2E9A14DEB}" dt="2022-02-08T10:40:15.722" v="69" actId="478"/>
            <ac:spMkLst>
              <pc:docMk/>
              <pc:sldMasterMk cId="2117844949" sldId="2147483648"/>
              <pc:sldLayoutMk cId="638397118" sldId="2147483649"/>
              <ac:spMk id="9" creationId="{73530198-8189-4449-A1AC-78983AC216D3}"/>
            </ac:spMkLst>
          </pc:spChg>
          <pc:spChg chg="add mod">
            <ac:chgData name="SERGIO SPANO'" userId="3abdd0b9-513e-40ac-aad4-56920065037d" providerId="ADAL" clId="{F9F9A9FE-68DD-4380-A19A-C3E2E9A14DEB}" dt="2022-02-08T10:40:45.602" v="78" actId="1036"/>
            <ac:spMkLst>
              <pc:docMk/>
              <pc:sldMasterMk cId="2117844949" sldId="2147483648"/>
              <pc:sldLayoutMk cId="638397118" sldId="2147483649"/>
              <ac:spMk id="12" creationId="{97D68861-15CF-45CE-801C-70DD06C46F7E}"/>
            </ac:spMkLst>
          </pc:spChg>
        </pc:sldLayoutChg>
        <pc:sldLayoutChg chg="modSp mod">
          <pc:chgData name="SERGIO SPANO'" userId="3abdd0b9-513e-40ac-aad4-56920065037d" providerId="ADAL" clId="{F9F9A9FE-68DD-4380-A19A-C3E2E9A14DEB}" dt="2022-02-08T10:37:46.697" v="31" actId="14100"/>
          <pc:sldLayoutMkLst>
            <pc:docMk/>
            <pc:sldMasterMk cId="2117844949" sldId="2147483648"/>
            <pc:sldLayoutMk cId="1127178419" sldId="2147483652"/>
          </pc:sldLayoutMkLst>
          <pc:spChg chg="mod">
            <ac:chgData name="SERGIO SPANO'" userId="3abdd0b9-513e-40ac-aad4-56920065037d" providerId="ADAL" clId="{F9F9A9FE-68DD-4380-A19A-C3E2E9A14DEB}" dt="2022-02-08T10:37:43.063" v="30" actId="14100"/>
            <ac:spMkLst>
              <pc:docMk/>
              <pc:sldMasterMk cId="2117844949" sldId="2147483648"/>
              <pc:sldLayoutMk cId="1127178419" sldId="2147483652"/>
              <ac:spMk id="3" creationId="{489F5267-AD86-4D32-944C-03F3ED38DE9D}"/>
            </ac:spMkLst>
          </pc:spChg>
          <pc:spChg chg="mod">
            <ac:chgData name="SERGIO SPANO'" userId="3abdd0b9-513e-40ac-aad4-56920065037d" providerId="ADAL" clId="{F9F9A9FE-68DD-4380-A19A-C3E2E9A14DEB}" dt="2022-02-08T10:37:46.697" v="31" actId="14100"/>
            <ac:spMkLst>
              <pc:docMk/>
              <pc:sldMasterMk cId="2117844949" sldId="2147483648"/>
              <pc:sldLayoutMk cId="1127178419" sldId="2147483652"/>
              <ac:spMk id="4" creationId="{2288A62B-98DA-4E63-A89D-B7A2FD1344C6}"/>
            </ac:spMkLst>
          </pc:spChg>
        </pc:sldLayoutChg>
        <pc:sldLayoutChg chg="modSp mod">
          <pc:chgData name="SERGIO SPANO'" userId="3abdd0b9-513e-40ac-aad4-56920065037d" providerId="ADAL" clId="{F9F9A9FE-68DD-4380-A19A-C3E2E9A14DEB}" dt="2022-02-08T10:38:59.416" v="58" actId="14100"/>
          <pc:sldLayoutMkLst>
            <pc:docMk/>
            <pc:sldMasterMk cId="2117844949" sldId="2147483648"/>
            <pc:sldLayoutMk cId="3277322425" sldId="2147483653"/>
          </pc:sldLayoutMkLst>
          <pc:spChg chg="mod">
            <ac:chgData name="SERGIO SPANO'" userId="3abdd0b9-513e-40ac-aad4-56920065037d" providerId="ADAL" clId="{F9F9A9FE-68DD-4380-A19A-C3E2E9A14DEB}" dt="2022-02-08T10:38:46.851" v="53" actId="14100"/>
            <ac:spMkLst>
              <pc:docMk/>
              <pc:sldMasterMk cId="2117844949" sldId="2147483648"/>
              <pc:sldLayoutMk cId="3277322425" sldId="2147483653"/>
              <ac:spMk id="2" creationId="{5E1D8EA1-9C49-465B-BADE-8BD2C192ADCE}"/>
            </ac:spMkLst>
          </pc:spChg>
          <pc:spChg chg="mod">
            <ac:chgData name="SERGIO SPANO'" userId="3abdd0b9-513e-40ac-aad4-56920065037d" providerId="ADAL" clId="{F9F9A9FE-68DD-4380-A19A-C3E2E9A14DEB}" dt="2022-02-08T10:38:56.536" v="57" actId="14100"/>
            <ac:spMkLst>
              <pc:docMk/>
              <pc:sldMasterMk cId="2117844949" sldId="2147483648"/>
              <pc:sldLayoutMk cId="3277322425" sldId="2147483653"/>
              <ac:spMk id="3" creationId="{303B0D27-A200-4420-A47D-C5E6827F90FB}"/>
            </ac:spMkLst>
          </pc:spChg>
          <pc:spChg chg="mod">
            <ac:chgData name="SERGIO SPANO'" userId="3abdd0b9-513e-40ac-aad4-56920065037d" providerId="ADAL" clId="{F9F9A9FE-68DD-4380-A19A-C3E2E9A14DEB}" dt="2022-02-08T10:38:59.416" v="58" actId="14100"/>
            <ac:spMkLst>
              <pc:docMk/>
              <pc:sldMasterMk cId="2117844949" sldId="2147483648"/>
              <pc:sldLayoutMk cId="3277322425" sldId="2147483653"/>
              <ac:spMk id="4" creationId="{76D52593-7A57-42B3-A2DE-96B6662C08B5}"/>
            </ac:spMkLst>
          </pc:spChg>
          <pc:spChg chg="mod">
            <ac:chgData name="SERGIO SPANO'" userId="3abdd0b9-513e-40ac-aad4-56920065037d" providerId="ADAL" clId="{F9F9A9FE-68DD-4380-A19A-C3E2E9A14DEB}" dt="2022-02-08T10:38:50.405" v="55" actId="14100"/>
            <ac:spMkLst>
              <pc:docMk/>
              <pc:sldMasterMk cId="2117844949" sldId="2147483648"/>
              <pc:sldLayoutMk cId="3277322425" sldId="2147483653"/>
              <ac:spMk id="5" creationId="{0D1156F2-1FD9-4D4B-8C64-92B0A8DD40B8}"/>
            </ac:spMkLst>
          </pc:spChg>
          <pc:spChg chg="mod">
            <ac:chgData name="SERGIO SPANO'" userId="3abdd0b9-513e-40ac-aad4-56920065037d" providerId="ADAL" clId="{F9F9A9FE-68DD-4380-A19A-C3E2E9A14DEB}" dt="2022-02-08T10:38:52.982" v="56" actId="14100"/>
            <ac:spMkLst>
              <pc:docMk/>
              <pc:sldMasterMk cId="2117844949" sldId="2147483648"/>
              <pc:sldLayoutMk cId="3277322425" sldId="2147483653"/>
              <ac:spMk id="6" creationId="{8190BA44-D273-408B-922F-FD483788162C}"/>
            </ac:spMkLst>
          </pc:spChg>
        </pc:sldLayoutChg>
        <pc:sldLayoutChg chg="modSp mod">
          <pc:chgData name="SERGIO SPANO'" userId="3abdd0b9-513e-40ac-aad4-56920065037d" providerId="ADAL" clId="{F9F9A9FE-68DD-4380-A19A-C3E2E9A14DEB}" dt="2022-02-08T10:38:05.675" v="34" actId="14100"/>
          <pc:sldLayoutMkLst>
            <pc:docMk/>
            <pc:sldMasterMk cId="2117844949" sldId="2147483648"/>
            <pc:sldLayoutMk cId="286306287" sldId="2147483656"/>
          </pc:sldLayoutMkLst>
          <pc:spChg chg="mod">
            <ac:chgData name="SERGIO SPANO'" userId="3abdd0b9-513e-40ac-aad4-56920065037d" providerId="ADAL" clId="{F9F9A9FE-68DD-4380-A19A-C3E2E9A14DEB}" dt="2022-02-08T10:37:58.442" v="32" actId="14100"/>
            <ac:spMkLst>
              <pc:docMk/>
              <pc:sldMasterMk cId="2117844949" sldId="2147483648"/>
              <pc:sldLayoutMk cId="286306287" sldId="2147483656"/>
              <ac:spMk id="2" creationId="{45DA3055-73C1-4452-AD08-3F132219BC62}"/>
            </ac:spMkLst>
          </pc:spChg>
          <pc:spChg chg="mod">
            <ac:chgData name="SERGIO SPANO'" userId="3abdd0b9-513e-40ac-aad4-56920065037d" providerId="ADAL" clId="{F9F9A9FE-68DD-4380-A19A-C3E2E9A14DEB}" dt="2022-02-08T10:38:05.675" v="34" actId="14100"/>
            <ac:spMkLst>
              <pc:docMk/>
              <pc:sldMasterMk cId="2117844949" sldId="2147483648"/>
              <pc:sldLayoutMk cId="286306287" sldId="2147483656"/>
              <ac:spMk id="3" creationId="{CDE47ECA-CF77-41FB-A124-4B8E5178D906}"/>
            </ac:spMkLst>
          </pc:spChg>
          <pc:spChg chg="mod">
            <ac:chgData name="SERGIO SPANO'" userId="3abdd0b9-513e-40ac-aad4-56920065037d" providerId="ADAL" clId="{F9F9A9FE-68DD-4380-A19A-C3E2E9A14DEB}" dt="2022-02-08T10:38:00.839" v="33" actId="14100"/>
            <ac:spMkLst>
              <pc:docMk/>
              <pc:sldMasterMk cId="2117844949" sldId="2147483648"/>
              <pc:sldLayoutMk cId="286306287" sldId="2147483656"/>
              <ac:spMk id="4" creationId="{FA2AA623-AEAD-49A2-8860-3288F950BB8D}"/>
            </ac:spMkLst>
          </pc:spChg>
        </pc:sldLayoutChg>
        <pc:sldLayoutChg chg="modSp mod">
          <pc:chgData name="SERGIO SPANO'" userId="3abdd0b9-513e-40ac-aad4-56920065037d" providerId="ADAL" clId="{F9F9A9FE-68DD-4380-A19A-C3E2E9A14DEB}" dt="2022-02-08T10:38:16.700" v="37" actId="14100"/>
          <pc:sldLayoutMkLst>
            <pc:docMk/>
            <pc:sldMasterMk cId="2117844949" sldId="2147483648"/>
            <pc:sldLayoutMk cId="3515321370" sldId="2147483657"/>
          </pc:sldLayoutMkLst>
          <pc:spChg chg="mod">
            <ac:chgData name="SERGIO SPANO'" userId="3abdd0b9-513e-40ac-aad4-56920065037d" providerId="ADAL" clId="{F9F9A9FE-68DD-4380-A19A-C3E2E9A14DEB}" dt="2022-02-08T10:38:10.052" v="35" actId="14100"/>
            <ac:spMkLst>
              <pc:docMk/>
              <pc:sldMasterMk cId="2117844949" sldId="2147483648"/>
              <pc:sldLayoutMk cId="3515321370" sldId="2147483657"/>
              <ac:spMk id="2" creationId="{550DE0DC-F059-4028-8042-9C0A19FE975C}"/>
            </ac:spMkLst>
          </pc:spChg>
          <pc:spChg chg="mod">
            <ac:chgData name="SERGIO SPANO'" userId="3abdd0b9-513e-40ac-aad4-56920065037d" providerId="ADAL" clId="{F9F9A9FE-68DD-4380-A19A-C3E2E9A14DEB}" dt="2022-02-08T10:38:16.700" v="37" actId="14100"/>
            <ac:spMkLst>
              <pc:docMk/>
              <pc:sldMasterMk cId="2117844949" sldId="2147483648"/>
              <pc:sldLayoutMk cId="3515321370" sldId="2147483657"/>
              <ac:spMk id="3" creationId="{7FEA735F-D21D-4609-B4A3-0339F6156B4F}"/>
            </ac:spMkLst>
          </pc:spChg>
          <pc:spChg chg="mod">
            <ac:chgData name="SERGIO SPANO'" userId="3abdd0b9-513e-40ac-aad4-56920065037d" providerId="ADAL" clId="{F9F9A9FE-68DD-4380-A19A-C3E2E9A14DEB}" dt="2022-02-08T10:38:12.044" v="36" actId="14100"/>
            <ac:spMkLst>
              <pc:docMk/>
              <pc:sldMasterMk cId="2117844949" sldId="2147483648"/>
              <pc:sldLayoutMk cId="3515321370" sldId="2147483657"/>
              <ac:spMk id="4" creationId="{D992C9CE-CDA0-4229-B2B6-52C5DA42B359}"/>
            </ac:spMkLst>
          </pc:spChg>
        </pc:sldLayoutChg>
      </pc:sldMasterChg>
    </pc:docChg>
  </pc:docChgLst>
  <pc:docChgLst>
    <pc:chgData name="SERGIO SPANO'" userId="3abdd0b9-513e-40ac-aad4-56920065037d" providerId="ADAL" clId="{99CAF51D-0A50-4BFE-9378-781BB971E0EB}"/>
    <pc:docChg chg="undo custSel addSld delSld modSld">
      <pc:chgData name="SERGIO SPANO'" userId="3abdd0b9-513e-40ac-aad4-56920065037d" providerId="ADAL" clId="{99CAF51D-0A50-4BFE-9378-781BB971E0EB}" dt="2022-04-01T09:48:30.323" v="67" actId="1076"/>
      <pc:docMkLst>
        <pc:docMk/>
      </pc:docMkLst>
      <pc:sldChg chg="modSp add del mod">
        <pc:chgData name="SERGIO SPANO'" userId="3abdd0b9-513e-40ac-aad4-56920065037d" providerId="ADAL" clId="{99CAF51D-0A50-4BFE-9378-781BB971E0EB}" dt="2022-04-01T09:45:43.646" v="45" actId="20577"/>
        <pc:sldMkLst>
          <pc:docMk/>
          <pc:sldMk cId="3676927149" sldId="256"/>
        </pc:sldMkLst>
        <pc:spChg chg="mod">
          <ac:chgData name="SERGIO SPANO'" userId="3abdd0b9-513e-40ac-aad4-56920065037d" providerId="ADAL" clId="{99CAF51D-0A50-4BFE-9378-781BB971E0EB}" dt="2022-04-01T09:45:43.646" v="45" actId="20577"/>
          <ac:spMkLst>
            <pc:docMk/>
            <pc:sldMk cId="3676927149" sldId="256"/>
            <ac:spMk id="2" creationId="{AE5A0156-FA44-4B5E-AA95-BA26FE319EEF}"/>
          </ac:spMkLst>
        </pc:spChg>
      </pc:sldChg>
      <pc:sldChg chg="addSp modSp new mod">
        <pc:chgData name="SERGIO SPANO'" userId="3abdd0b9-513e-40ac-aad4-56920065037d" providerId="ADAL" clId="{99CAF51D-0A50-4BFE-9378-781BB971E0EB}" dt="2022-04-01T09:46:36.853" v="55" actId="1076"/>
        <pc:sldMkLst>
          <pc:docMk/>
          <pc:sldMk cId="2336464834" sldId="257"/>
        </pc:sldMkLst>
        <pc:spChg chg="mod">
          <ac:chgData name="SERGIO SPANO'" userId="3abdd0b9-513e-40ac-aad4-56920065037d" providerId="ADAL" clId="{99CAF51D-0A50-4BFE-9378-781BB971E0EB}" dt="2022-04-01T09:46:15.595" v="48" actId="27636"/>
          <ac:spMkLst>
            <pc:docMk/>
            <pc:sldMk cId="2336464834" sldId="257"/>
            <ac:spMk id="2" creationId="{B8823F1D-6D8D-40BE-9BC7-BF55A94DD1FC}"/>
          </ac:spMkLst>
        </pc:spChg>
        <pc:spChg chg="mod">
          <ac:chgData name="SERGIO SPANO'" userId="3abdd0b9-513e-40ac-aad4-56920065037d" providerId="ADAL" clId="{99CAF51D-0A50-4BFE-9378-781BB971E0EB}" dt="2022-04-01T09:46:25.599" v="51" actId="15"/>
          <ac:spMkLst>
            <pc:docMk/>
            <pc:sldMk cId="2336464834" sldId="257"/>
            <ac:spMk id="3" creationId="{2EEFEE4D-B764-41AC-8F4C-3C74B9E4C767}"/>
          </ac:spMkLst>
        </pc:spChg>
        <pc:picChg chg="add mod">
          <ac:chgData name="SERGIO SPANO'" userId="3abdd0b9-513e-40ac-aad4-56920065037d" providerId="ADAL" clId="{99CAF51D-0A50-4BFE-9378-781BB971E0EB}" dt="2022-04-01T09:46:36.853" v="55" actId="1076"/>
          <ac:picMkLst>
            <pc:docMk/>
            <pc:sldMk cId="2336464834" sldId="257"/>
            <ac:picMk id="6" creationId="{E4321D2E-2C41-4BDC-94DC-C9D30DF5D808}"/>
          </ac:picMkLst>
        </pc:picChg>
      </pc:sldChg>
      <pc:sldChg chg="del">
        <pc:chgData name="SERGIO SPANO'" userId="3abdd0b9-513e-40ac-aad4-56920065037d" providerId="ADAL" clId="{99CAF51D-0A50-4BFE-9378-781BB971E0EB}" dt="2022-04-01T09:45:31.982" v="0" actId="47"/>
        <pc:sldMkLst>
          <pc:docMk/>
          <pc:sldMk cId="2510750969" sldId="257"/>
        </pc:sldMkLst>
      </pc:sldChg>
      <pc:sldChg chg="addSp modSp new mod">
        <pc:chgData name="SERGIO SPANO'" userId="3abdd0b9-513e-40ac-aad4-56920065037d" providerId="ADAL" clId="{99CAF51D-0A50-4BFE-9378-781BB971E0EB}" dt="2022-04-01T09:48:30.323" v="67" actId="1076"/>
        <pc:sldMkLst>
          <pc:docMk/>
          <pc:sldMk cId="3189614810" sldId="258"/>
        </pc:sldMkLst>
        <pc:spChg chg="mod">
          <ac:chgData name="SERGIO SPANO'" userId="3abdd0b9-513e-40ac-aad4-56920065037d" providerId="ADAL" clId="{99CAF51D-0A50-4BFE-9378-781BB971E0EB}" dt="2022-04-01T09:47:58.686" v="58" actId="27636"/>
          <ac:spMkLst>
            <pc:docMk/>
            <pc:sldMk cId="3189614810" sldId="258"/>
            <ac:spMk id="2" creationId="{C36B1B8B-6869-4C59-8E63-5B0AB301663A}"/>
          </ac:spMkLst>
        </pc:spChg>
        <pc:spChg chg="mod">
          <ac:chgData name="SERGIO SPANO'" userId="3abdd0b9-513e-40ac-aad4-56920065037d" providerId="ADAL" clId="{99CAF51D-0A50-4BFE-9378-781BB971E0EB}" dt="2022-04-01T09:48:13.394" v="61" actId="15"/>
          <ac:spMkLst>
            <pc:docMk/>
            <pc:sldMk cId="3189614810" sldId="258"/>
            <ac:spMk id="3" creationId="{E30FBE24-3806-4871-998C-39837E7D0E7A}"/>
          </ac:spMkLst>
        </pc:spChg>
        <pc:picChg chg="add mod">
          <ac:chgData name="SERGIO SPANO'" userId="3abdd0b9-513e-40ac-aad4-56920065037d" providerId="ADAL" clId="{99CAF51D-0A50-4BFE-9378-781BB971E0EB}" dt="2022-04-01T09:48:30.323" v="67" actId="1076"/>
          <ac:picMkLst>
            <pc:docMk/>
            <pc:sldMk cId="3189614810" sldId="258"/>
            <ac:picMk id="6" creationId="{B89D471D-2C78-4737-A12B-F1120A839950}"/>
          </ac:picMkLst>
        </pc:picChg>
      </pc:sldChg>
      <pc:sldChg chg="del">
        <pc:chgData name="SERGIO SPANO'" userId="3abdd0b9-513e-40ac-aad4-56920065037d" providerId="ADAL" clId="{99CAF51D-0A50-4BFE-9378-781BB971E0EB}" dt="2022-04-01T09:45:32.196" v="1" actId="47"/>
        <pc:sldMkLst>
          <pc:docMk/>
          <pc:sldMk cId="4020902438" sldId="258"/>
        </pc:sldMkLst>
      </pc:sldChg>
      <pc:sldChg chg="del">
        <pc:chgData name="SERGIO SPANO'" userId="3abdd0b9-513e-40ac-aad4-56920065037d" providerId="ADAL" clId="{99CAF51D-0A50-4BFE-9378-781BB971E0EB}" dt="2022-04-01T09:45:32.438" v="2" actId="47"/>
        <pc:sldMkLst>
          <pc:docMk/>
          <pc:sldMk cId="3209245327" sldId="259"/>
        </pc:sldMkLst>
      </pc:sldChg>
      <pc:sldChg chg="del">
        <pc:chgData name="SERGIO SPANO'" userId="3abdd0b9-513e-40ac-aad4-56920065037d" providerId="ADAL" clId="{99CAF51D-0A50-4BFE-9378-781BB971E0EB}" dt="2022-04-01T09:45:32.610" v="3" actId="47"/>
        <pc:sldMkLst>
          <pc:docMk/>
          <pc:sldMk cId="2767171798" sldId="260"/>
        </pc:sldMkLst>
      </pc:sldChg>
      <pc:sldChg chg="del">
        <pc:chgData name="SERGIO SPANO'" userId="3abdd0b9-513e-40ac-aad4-56920065037d" providerId="ADAL" clId="{99CAF51D-0A50-4BFE-9378-781BB971E0EB}" dt="2022-04-01T09:45:32.796" v="4" actId="47"/>
        <pc:sldMkLst>
          <pc:docMk/>
          <pc:sldMk cId="2813340949" sldId="261"/>
        </pc:sldMkLst>
      </pc:sldChg>
      <pc:sldChg chg="del">
        <pc:chgData name="SERGIO SPANO'" userId="3abdd0b9-513e-40ac-aad4-56920065037d" providerId="ADAL" clId="{99CAF51D-0A50-4BFE-9378-781BB971E0EB}" dt="2022-04-01T09:45:32.956" v="5" actId="47"/>
        <pc:sldMkLst>
          <pc:docMk/>
          <pc:sldMk cId="2029537201" sldId="262"/>
        </pc:sldMkLst>
      </pc:sldChg>
      <pc:sldChg chg="del">
        <pc:chgData name="SERGIO SPANO'" userId="3abdd0b9-513e-40ac-aad4-56920065037d" providerId="ADAL" clId="{99CAF51D-0A50-4BFE-9378-781BB971E0EB}" dt="2022-04-01T09:45:33.139" v="6" actId="47"/>
        <pc:sldMkLst>
          <pc:docMk/>
          <pc:sldMk cId="107627399" sldId="263"/>
        </pc:sldMkLst>
      </pc:sldChg>
      <pc:sldChg chg="del">
        <pc:chgData name="SERGIO SPANO'" userId="3abdd0b9-513e-40ac-aad4-56920065037d" providerId="ADAL" clId="{99CAF51D-0A50-4BFE-9378-781BB971E0EB}" dt="2022-04-01T09:45:33.713" v="7" actId="47"/>
        <pc:sldMkLst>
          <pc:docMk/>
          <pc:sldMk cId="4139437653" sldId="264"/>
        </pc:sldMkLst>
      </pc:sldChg>
      <pc:sldChg chg="del">
        <pc:chgData name="SERGIO SPANO'" userId="3abdd0b9-513e-40ac-aad4-56920065037d" providerId="ADAL" clId="{99CAF51D-0A50-4BFE-9378-781BB971E0EB}" dt="2022-04-01T09:45:33.896" v="8" actId="47"/>
        <pc:sldMkLst>
          <pc:docMk/>
          <pc:sldMk cId="2875466469" sldId="265"/>
        </pc:sldMkLst>
      </pc:sldChg>
      <pc:sldChg chg="del">
        <pc:chgData name="SERGIO SPANO'" userId="3abdd0b9-513e-40ac-aad4-56920065037d" providerId="ADAL" clId="{99CAF51D-0A50-4BFE-9378-781BB971E0EB}" dt="2022-04-01T09:45:33.915" v="9" actId="47"/>
        <pc:sldMkLst>
          <pc:docMk/>
          <pc:sldMk cId="2456961451" sldId="266"/>
        </pc:sldMkLst>
      </pc:sldChg>
      <pc:sldChg chg="del">
        <pc:chgData name="SERGIO SPANO'" userId="3abdd0b9-513e-40ac-aad4-56920065037d" providerId="ADAL" clId="{99CAF51D-0A50-4BFE-9378-781BB971E0EB}" dt="2022-04-01T09:45:33.939" v="10" actId="47"/>
        <pc:sldMkLst>
          <pc:docMk/>
          <pc:sldMk cId="156885306" sldId="267"/>
        </pc:sldMkLst>
      </pc:sldChg>
      <pc:sldChg chg="del">
        <pc:chgData name="SERGIO SPANO'" userId="3abdd0b9-513e-40ac-aad4-56920065037d" providerId="ADAL" clId="{99CAF51D-0A50-4BFE-9378-781BB971E0EB}" dt="2022-04-01T09:45:33.959" v="11" actId="47"/>
        <pc:sldMkLst>
          <pc:docMk/>
          <pc:sldMk cId="1254998778" sldId="268"/>
        </pc:sldMkLst>
      </pc:sldChg>
      <pc:sldChg chg="del">
        <pc:chgData name="SERGIO SPANO'" userId="3abdd0b9-513e-40ac-aad4-56920065037d" providerId="ADAL" clId="{99CAF51D-0A50-4BFE-9378-781BB971E0EB}" dt="2022-04-01T09:45:33.998" v="12" actId="47"/>
        <pc:sldMkLst>
          <pc:docMk/>
          <pc:sldMk cId="4101812665" sldId="269"/>
        </pc:sldMkLst>
      </pc:sldChg>
      <pc:sldChg chg="del">
        <pc:chgData name="SERGIO SPANO'" userId="3abdd0b9-513e-40ac-aad4-56920065037d" providerId="ADAL" clId="{99CAF51D-0A50-4BFE-9378-781BB971E0EB}" dt="2022-04-01T09:45:34.027" v="13" actId="47"/>
        <pc:sldMkLst>
          <pc:docMk/>
          <pc:sldMk cId="1588936678" sldId="270"/>
        </pc:sldMkLst>
      </pc:sldChg>
      <pc:sldChg chg="del">
        <pc:chgData name="SERGIO SPANO'" userId="3abdd0b9-513e-40ac-aad4-56920065037d" providerId="ADAL" clId="{99CAF51D-0A50-4BFE-9378-781BB971E0EB}" dt="2022-04-01T09:45:34.062" v="14" actId="47"/>
        <pc:sldMkLst>
          <pc:docMk/>
          <pc:sldMk cId="3003810364" sldId="271"/>
        </pc:sldMkLst>
      </pc:sldChg>
      <pc:sldChg chg="del">
        <pc:chgData name="SERGIO SPANO'" userId="3abdd0b9-513e-40ac-aad4-56920065037d" providerId="ADAL" clId="{99CAF51D-0A50-4BFE-9378-781BB971E0EB}" dt="2022-04-01T09:45:34.096" v="15" actId="47"/>
        <pc:sldMkLst>
          <pc:docMk/>
          <pc:sldMk cId="2331242970" sldId="272"/>
        </pc:sldMkLst>
      </pc:sldChg>
      <pc:sldChg chg="del">
        <pc:chgData name="SERGIO SPANO'" userId="3abdd0b9-513e-40ac-aad4-56920065037d" providerId="ADAL" clId="{99CAF51D-0A50-4BFE-9378-781BB971E0EB}" dt="2022-04-01T09:45:34.136" v="16" actId="47"/>
        <pc:sldMkLst>
          <pc:docMk/>
          <pc:sldMk cId="3942099409" sldId="273"/>
        </pc:sldMkLst>
      </pc:sldChg>
      <pc:sldChg chg="del">
        <pc:chgData name="SERGIO SPANO'" userId="3abdd0b9-513e-40ac-aad4-56920065037d" providerId="ADAL" clId="{99CAF51D-0A50-4BFE-9378-781BB971E0EB}" dt="2022-04-01T09:45:34.194" v="17" actId="47"/>
        <pc:sldMkLst>
          <pc:docMk/>
          <pc:sldMk cId="762601299" sldId="274"/>
        </pc:sldMkLst>
      </pc:sldChg>
      <pc:sldChg chg="del">
        <pc:chgData name="SERGIO SPANO'" userId="3abdd0b9-513e-40ac-aad4-56920065037d" providerId="ADAL" clId="{99CAF51D-0A50-4BFE-9378-781BB971E0EB}" dt="2022-04-01T09:45:34.224" v="18" actId="47"/>
        <pc:sldMkLst>
          <pc:docMk/>
          <pc:sldMk cId="174399053" sldId="275"/>
        </pc:sldMkLst>
      </pc:sldChg>
      <pc:sldChg chg="del">
        <pc:chgData name="SERGIO SPANO'" userId="3abdd0b9-513e-40ac-aad4-56920065037d" providerId="ADAL" clId="{99CAF51D-0A50-4BFE-9378-781BB971E0EB}" dt="2022-04-01T09:45:34.263" v="19" actId="47"/>
        <pc:sldMkLst>
          <pc:docMk/>
          <pc:sldMk cId="901720352" sldId="276"/>
        </pc:sldMkLst>
      </pc:sldChg>
      <pc:sldChg chg="del">
        <pc:chgData name="SERGIO SPANO'" userId="3abdd0b9-513e-40ac-aad4-56920065037d" providerId="ADAL" clId="{99CAF51D-0A50-4BFE-9378-781BB971E0EB}" dt="2022-04-01T09:45:34.292" v="20" actId="47"/>
        <pc:sldMkLst>
          <pc:docMk/>
          <pc:sldMk cId="4029004925" sldId="277"/>
        </pc:sldMkLst>
      </pc:sldChg>
    </pc:docChg>
  </pc:docChgLst>
  <pc:docChgLst>
    <pc:chgData name="SERGIO SPANO'" userId="3abdd0b9-513e-40ac-aad4-56920065037d" providerId="ADAL" clId="{0034361A-9E12-48AC-A38B-9EBE6F5212D0}"/>
    <pc:docChg chg="undo custSel addSld delSld modSld">
      <pc:chgData name="SERGIO SPANO'" userId="3abdd0b9-513e-40ac-aad4-56920065037d" providerId="ADAL" clId="{0034361A-9E12-48AC-A38B-9EBE6F5212D0}" dt="2022-04-04T09:40:27.361" v="1664" actId="20577"/>
      <pc:docMkLst>
        <pc:docMk/>
      </pc:docMkLst>
      <pc:sldChg chg="modSp add del mod">
        <pc:chgData name="SERGIO SPANO'" userId="3abdd0b9-513e-40ac-aad4-56920065037d" providerId="ADAL" clId="{0034361A-9E12-48AC-A38B-9EBE6F5212D0}" dt="2022-04-04T08:26:18.779" v="49" actId="47"/>
        <pc:sldMkLst>
          <pc:docMk/>
          <pc:sldMk cId="3676927149" sldId="256"/>
        </pc:sldMkLst>
        <pc:spChg chg="mod">
          <ac:chgData name="SERGIO SPANO'" userId="3abdd0b9-513e-40ac-aad4-56920065037d" providerId="ADAL" clId="{0034361A-9E12-48AC-A38B-9EBE6F5212D0}" dt="2022-04-04T08:26:04.822" v="26" actId="20577"/>
          <ac:spMkLst>
            <pc:docMk/>
            <pc:sldMk cId="3676927149" sldId="256"/>
            <ac:spMk id="2" creationId="{AE5A0156-FA44-4B5E-AA95-BA26FE319EEF}"/>
          </ac:spMkLst>
        </pc:spChg>
      </pc:sldChg>
      <pc:sldChg chg="del">
        <pc:chgData name="SERGIO SPANO'" userId="3abdd0b9-513e-40ac-aad4-56920065037d" providerId="ADAL" clId="{0034361A-9E12-48AC-A38B-9EBE6F5212D0}" dt="2022-04-04T08:26:14.180" v="27" actId="47"/>
        <pc:sldMkLst>
          <pc:docMk/>
          <pc:sldMk cId="2336464834" sldId="257"/>
        </pc:sldMkLst>
      </pc:sldChg>
      <pc:sldChg chg="modSp new mod">
        <pc:chgData name="SERGIO SPANO'" userId="3abdd0b9-513e-40ac-aad4-56920065037d" providerId="ADAL" clId="{0034361A-9E12-48AC-A38B-9EBE6F5212D0}" dt="2022-04-04T08:29:08.979" v="122" actId="20577"/>
        <pc:sldMkLst>
          <pc:docMk/>
          <pc:sldMk cId="2797524747" sldId="257"/>
        </pc:sldMkLst>
        <pc:spChg chg="mod">
          <ac:chgData name="SERGIO SPANO'" userId="3abdd0b9-513e-40ac-aad4-56920065037d" providerId="ADAL" clId="{0034361A-9E12-48AC-A38B-9EBE6F5212D0}" dt="2022-04-04T08:27:00.136" v="52"/>
          <ac:spMkLst>
            <pc:docMk/>
            <pc:sldMk cId="2797524747" sldId="257"/>
            <ac:spMk id="2" creationId="{9727955A-F688-4651-963B-A8950CD928D4}"/>
          </ac:spMkLst>
        </pc:spChg>
        <pc:spChg chg="mod">
          <ac:chgData name="SERGIO SPANO'" userId="3abdd0b9-513e-40ac-aad4-56920065037d" providerId="ADAL" clId="{0034361A-9E12-48AC-A38B-9EBE6F5212D0}" dt="2022-04-04T08:29:08.979" v="122" actId="20577"/>
          <ac:spMkLst>
            <pc:docMk/>
            <pc:sldMk cId="2797524747" sldId="257"/>
            <ac:spMk id="3" creationId="{2A9298CC-F807-4104-9FB0-BD0E8697BAAD}"/>
          </ac:spMkLst>
        </pc:spChg>
      </pc:sldChg>
      <pc:sldChg chg="modSp new mod">
        <pc:chgData name="SERGIO SPANO'" userId="3abdd0b9-513e-40ac-aad4-56920065037d" providerId="ADAL" clId="{0034361A-9E12-48AC-A38B-9EBE6F5212D0}" dt="2022-04-04T08:31:12.489" v="151" actId="20577"/>
        <pc:sldMkLst>
          <pc:docMk/>
          <pc:sldMk cId="2464260094" sldId="258"/>
        </pc:sldMkLst>
        <pc:spChg chg="mod">
          <ac:chgData name="SERGIO SPANO'" userId="3abdd0b9-513e-40ac-aad4-56920065037d" providerId="ADAL" clId="{0034361A-9E12-48AC-A38B-9EBE6F5212D0}" dt="2022-04-04T08:29:23.275" v="125" actId="27636"/>
          <ac:spMkLst>
            <pc:docMk/>
            <pc:sldMk cId="2464260094" sldId="258"/>
            <ac:spMk id="2" creationId="{4C3BCF4B-58EB-4648-95BC-94EADB892903}"/>
          </ac:spMkLst>
        </pc:spChg>
        <pc:spChg chg="mod">
          <ac:chgData name="SERGIO SPANO'" userId="3abdd0b9-513e-40ac-aad4-56920065037d" providerId="ADAL" clId="{0034361A-9E12-48AC-A38B-9EBE6F5212D0}" dt="2022-04-04T08:31:12.489" v="151" actId="20577"/>
          <ac:spMkLst>
            <pc:docMk/>
            <pc:sldMk cId="2464260094" sldId="258"/>
            <ac:spMk id="3" creationId="{C8188D2C-BBF4-4C2C-AA8D-6DC686E8B88E}"/>
          </ac:spMkLst>
        </pc:spChg>
      </pc:sldChg>
      <pc:sldChg chg="del">
        <pc:chgData name="SERGIO SPANO'" userId="3abdd0b9-513e-40ac-aad4-56920065037d" providerId="ADAL" clId="{0034361A-9E12-48AC-A38B-9EBE6F5212D0}" dt="2022-04-04T08:26:14.628" v="28" actId="47"/>
        <pc:sldMkLst>
          <pc:docMk/>
          <pc:sldMk cId="3189614810" sldId="258"/>
        </pc:sldMkLst>
      </pc:sldChg>
      <pc:sldChg chg="modSp new mod">
        <pc:chgData name="SERGIO SPANO'" userId="3abdd0b9-513e-40ac-aad4-56920065037d" providerId="ADAL" clId="{0034361A-9E12-48AC-A38B-9EBE6F5212D0}" dt="2022-04-04T08:38:39.484" v="392" actId="207"/>
        <pc:sldMkLst>
          <pc:docMk/>
          <pc:sldMk cId="406494104" sldId="259"/>
        </pc:sldMkLst>
        <pc:spChg chg="mod">
          <ac:chgData name="SERGIO SPANO'" userId="3abdd0b9-513e-40ac-aad4-56920065037d" providerId="ADAL" clId="{0034361A-9E12-48AC-A38B-9EBE6F5212D0}" dt="2022-04-04T08:31:26.673" v="154" actId="27636"/>
          <ac:spMkLst>
            <pc:docMk/>
            <pc:sldMk cId="406494104" sldId="259"/>
            <ac:spMk id="2" creationId="{26ADCB13-0042-48A4-BF93-9E7E234BF85B}"/>
          </ac:spMkLst>
        </pc:spChg>
        <pc:spChg chg="mod">
          <ac:chgData name="SERGIO SPANO'" userId="3abdd0b9-513e-40ac-aad4-56920065037d" providerId="ADAL" clId="{0034361A-9E12-48AC-A38B-9EBE6F5212D0}" dt="2022-04-04T08:38:39.484" v="392" actId="207"/>
          <ac:spMkLst>
            <pc:docMk/>
            <pc:sldMk cId="406494104" sldId="259"/>
            <ac:spMk id="3" creationId="{1AF714B3-8C8D-4CAB-9B4E-F0D36E1B3619}"/>
          </ac:spMkLst>
        </pc:spChg>
      </pc:sldChg>
      <pc:sldChg chg="del">
        <pc:chgData name="SERGIO SPANO'" userId="3abdd0b9-513e-40ac-aad4-56920065037d" providerId="ADAL" clId="{0034361A-9E12-48AC-A38B-9EBE6F5212D0}" dt="2022-04-04T08:26:14.801" v="29" actId="47"/>
        <pc:sldMkLst>
          <pc:docMk/>
          <pc:sldMk cId="1294299585" sldId="259"/>
        </pc:sldMkLst>
      </pc:sldChg>
      <pc:sldChg chg="del">
        <pc:chgData name="SERGIO SPANO'" userId="3abdd0b9-513e-40ac-aad4-56920065037d" providerId="ADAL" clId="{0034361A-9E12-48AC-A38B-9EBE6F5212D0}" dt="2022-04-04T08:26:14.960" v="30" actId="47"/>
        <pc:sldMkLst>
          <pc:docMk/>
          <pc:sldMk cId="3198250" sldId="260"/>
        </pc:sldMkLst>
      </pc:sldChg>
      <pc:sldChg chg="addSp delSp modSp new mod">
        <pc:chgData name="SERGIO SPANO'" userId="3abdd0b9-513e-40ac-aad4-56920065037d" providerId="ADAL" clId="{0034361A-9E12-48AC-A38B-9EBE6F5212D0}" dt="2022-04-04T09:00:37.732" v="720" actId="20577"/>
        <pc:sldMkLst>
          <pc:docMk/>
          <pc:sldMk cId="448377759" sldId="260"/>
        </pc:sldMkLst>
        <pc:spChg chg="mod">
          <ac:chgData name="SERGIO SPANO'" userId="3abdd0b9-513e-40ac-aad4-56920065037d" providerId="ADAL" clId="{0034361A-9E12-48AC-A38B-9EBE6F5212D0}" dt="2022-04-04T08:32:12.208" v="179" actId="20577"/>
          <ac:spMkLst>
            <pc:docMk/>
            <pc:sldMk cId="448377759" sldId="260"/>
            <ac:spMk id="2" creationId="{E56A8B31-A714-41A1-905D-77C10E9ABF6C}"/>
          </ac:spMkLst>
        </pc:spChg>
        <pc:spChg chg="mod">
          <ac:chgData name="SERGIO SPANO'" userId="3abdd0b9-513e-40ac-aad4-56920065037d" providerId="ADAL" clId="{0034361A-9E12-48AC-A38B-9EBE6F5212D0}" dt="2022-04-04T09:00:37.732" v="720" actId="20577"/>
          <ac:spMkLst>
            <pc:docMk/>
            <pc:sldMk cId="448377759" sldId="260"/>
            <ac:spMk id="3" creationId="{FDBA53D7-F8DD-4BAC-BE83-B0052CD3EAD1}"/>
          </ac:spMkLst>
        </pc:spChg>
        <pc:spChg chg="add del mod">
          <ac:chgData name="SERGIO SPANO'" userId="3abdd0b9-513e-40ac-aad4-56920065037d" providerId="ADAL" clId="{0034361A-9E12-48AC-A38B-9EBE6F5212D0}" dt="2022-04-04T08:46:57.563" v="695" actId="21"/>
          <ac:spMkLst>
            <pc:docMk/>
            <pc:sldMk cId="448377759" sldId="260"/>
            <ac:spMk id="7" creationId="{57268991-5B2E-4EC3-B693-0AF3575AF6A4}"/>
          </ac:spMkLst>
        </pc:spChg>
        <pc:spChg chg="add del mod">
          <ac:chgData name="SERGIO SPANO'" userId="3abdd0b9-513e-40ac-aad4-56920065037d" providerId="ADAL" clId="{0034361A-9E12-48AC-A38B-9EBE6F5212D0}" dt="2022-04-04T08:46:57.563" v="695" actId="21"/>
          <ac:spMkLst>
            <pc:docMk/>
            <pc:sldMk cId="448377759" sldId="260"/>
            <ac:spMk id="8" creationId="{4429C991-6C30-498E-A500-A90BC77422BB}"/>
          </ac:spMkLst>
        </pc:spChg>
        <pc:spChg chg="add del mod">
          <ac:chgData name="SERGIO SPANO'" userId="3abdd0b9-513e-40ac-aad4-56920065037d" providerId="ADAL" clId="{0034361A-9E12-48AC-A38B-9EBE6F5212D0}" dt="2022-04-04T08:46:20.192" v="678" actId="478"/>
          <ac:spMkLst>
            <pc:docMk/>
            <pc:sldMk cId="448377759" sldId="260"/>
            <ac:spMk id="9" creationId="{B9CE7121-56CA-4D45-A4E2-1A87578335BA}"/>
          </ac:spMkLst>
        </pc:spChg>
        <pc:spChg chg="add del mod">
          <ac:chgData name="SERGIO SPANO'" userId="3abdd0b9-513e-40ac-aad4-56920065037d" providerId="ADAL" clId="{0034361A-9E12-48AC-A38B-9EBE6F5212D0}" dt="2022-04-04T08:46:57.563" v="695" actId="21"/>
          <ac:spMkLst>
            <pc:docMk/>
            <pc:sldMk cId="448377759" sldId="260"/>
            <ac:spMk id="11" creationId="{D30ED28D-E06F-40FF-AC3D-C5825C5630E6}"/>
          </ac:spMkLst>
        </pc:spChg>
        <pc:picChg chg="add mod">
          <ac:chgData name="SERGIO SPANO'" userId="3abdd0b9-513e-40ac-aad4-56920065037d" providerId="ADAL" clId="{0034361A-9E12-48AC-A38B-9EBE6F5212D0}" dt="2022-04-04T08:42:32.459" v="425" actId="1076"/>
          <ac:picMkLst>
            <pc:docMk/>
            <pc:sldMk cId="448377759" sldId="260"/>
            <ac:picMk id="6" creationId="{475290A3-1AC6-43C4-A98D-236DD2C00254}"/>
          </ac:picMkLst>
        </pc:picChg>
        <pc:picChg chg="add mod modCrop">
          <ac:chgData name="SERGIO SPANO'" userId="3abdd0b9-513e-40ac-aad4-56920065037d" providerId="ADAL" clId="{0034361A-9E12-48AC-A38B-9EBE6F5212D0}" dt="2022-04-04T08:47:13.603" v="702" actId="1076"/>
          <ac:picMkLst>
            <pc:docMk/>
            <pc:sldMk cId="448377759" sldId="260"/>
            <ac:picMk id="10" creationId="{0A04D125-1690-4913-A594-B7FA004A11F6}"/>
          </ac:picMkLst>
        </pc:picChg>
        <pc:picChg chg="add del mod">
          <ac:chgData name="SERGIO SPANO'" userId="3abdd0b9-513e-40ac-aad4-56920065037d" providerId="ADAL" clId="{0034361A-9E12-48AC-A38B-9EBE6F5212D0}" dt="2022-04-04T08:46:57.563" v="695" actId="21"/>
          <ac:picMkLst>
            <pc:docMk/>
            <pc:sldMk cId="448377759" sldId="260"/>
            <ac:picMk id="1026" creationId="{8CBD7C74-38B0-44EF-9167-252F39AF3F95}"/>
          </ac:picMkLst>
        </pc:picChg>
      </pc:sldChg>
      <pc:sldChg chg="del">
        <pc:chgData name="SERGIO SPANO'" userId="3abdd0b9-513e-40ac-aad4-56920065037d" providerId="ADAL" clId="{0034361A-9E12-48AC-A38B-9EBE6F5212D0}" dt="2022-04-04T08:26:15.139" v="31" actId="47"/>
        <pc:sldMkLst>
          <pc:docMk/>
          <pc:sldMk cId="2396655221" sldId="261"/>
        </pc:sldMkLst>
      </pc:sldChg>
      <pc:sldChg chg="addSp modSp new mod">
        <pc:chgData name="SERGIO SPANO'" userId="3abdd0b9-513e-40ac-aad4-56920065037d" providerId="ADAL" clId="{0034361A-9E12-48AC-A38B-9EBE6F5212D0}" dt="2022-04-04T09:02:42.023" v="762" actId="20577"/>
        <pc:sldMkLst>
          <pc:docMk/>
          <pc:sldMk cId="2480632410" sldId="261"/>
        </pc:sldMkLst>
        <pc:spChg chg="mod">
          <ac:chgData name="SERGIO SPANO'" userId="3abdd0b9-513e-40ac-aad4-56920065037d" providerId="ADAL" clId="{0034361A-9E12-48AC-A38B-9EBE6F5212D0}" dt="2022-04-04T09:02:42.023" v="762" actId="20577"/>
          <ac:spMkLst>
            <pc:docMk/>
            <pc:sldMk cId="2480632410" sldId="261"/>
            <ac:spMk id="2" creationId="{80244C36-7C38-4516-8482-EA477B3751A0}"/>
          </ac:spMkLst>
        </pc:spChg>
        <pc:spChg chg="mod">
          <ac:chgData name="SERGIO SPANO'" userId="3abdd0b9-513e-40ac-aad4-56920065037d" providerId="ADAL" clId="{0034361A-9E12-48AC-A38B-9EBE6F5212D0}" dt="2022-04-04T09:01:03.803" v="724" actId="404"/>
          <ac:spMkLst>
            <pc:docMk/>
            <pc:sldMk cId="2480632410" sldId="261"/>
            <ac:spMk id="3" creationId="{405F6162-56F7-4933-8746-F508FE34FCE3}"/>
          </ac:spMkLst>
        </pc:spChg>
        <pc:picChg chg="add mod">
          <ac:chgData name="SERGIO SPANO'" userId="3abdd0b9-513e-40ac-aad4-56920065037d" providerId="ADAL" clId="{0034361A-9E12-48AC-A38B-9EBE6F5212D0}" dt="2022-04-04T09:01:07.859" v="726" actId="1076"/>
          <ac:picMkLst>
            <pc:docMk/>
            <pc:sldMk cId="2480632410" sldId="261"/>
            <ac:picMk id="6" creationId="{93B6E488-018D-4031-9ABA-E5B61A6FFB48}"/>
          </ac:picMkLst>
        </pc:picChg>
      </pc:sldChg>
      <pc:sldChg chg="addSp delSp modSp add mod">
        <pc:chgData name="SERGIO SPANO'" userId="3abdd0b9-513e-40ac-aad4-56920065037d" providerId="ADAL" clId="{0034361A-9E12-48AC-A38B-9EBE6F5212D0}" dt="2022-04-04T09:13:14.391" v="965" actId="1076"/>
        <pc:sldMkLst>
          <pc:docMk/>
          <pc:sldMk cId="55343777" sldId="262"/>
        </pc:sldMkLst>
        <pc:spChg chg="mod">
          <ac:chgData name="SERGIO SPANO'" userId="3abdd0b9-513e-40ac-aad4-56920065037d" providerId="ADAL" clId="{0034361A-9E12-48AC-A38B-9EBE6F5212D0}" dt="2022-04-04T09:02:47.916" v="766" actId="20577"/>
          <ac:spMkLst>
            <pc:docMk/>
            <pc:sldMk cId="55343777" sldId="262"/>
            <ac:spMk id="2" creationId="{80244C36-7C38-4516-8482-EA477B3751A0}"/>
          </ac:spMkLst>
        </pc:spChg>
        <pc:spChg chg="mod">
          <ac:chgData name="SERGIO SPANO'" userId="3abdd0b9-513e-40ac-aad4-56920065037d" providerId="ADAL" clId="{0034361A-9E12-48AC-A38B-9EBE6F5212D0}" dt="2022-04-04T09:01:42.925" v="739" actId="14100"/>
          <ac:spMkLst>
            <pc:docMk/>
            <pc:sldMk cId="55343777" sldId="262"/>
            <ac:spMk id="3" creationId="{405F6162-56F7-4933-8746-F508FE34FCE3}"/>
          </ac:spMkLst>
        </pc:spChg>
        <pc:picChg chg="del">
          <ac:chgData name="SERGIO SPANO'" userId="3abdd0b9-513e-40ac-aad4-56920065037d" providerId="ADAL" clId="{0034361A-9E12-48AC-A38B-9EBE6F5212D0}" dt="2022-04-04T09:01:43.824" v="740" actId="478"/>
          <ac:picMkLst>
            <pc:docMk/>
            <pc:sldMk cId="55343777" sldId="262"/>
            <ac:picMk id="6" creationId="{93B6E488-018D-4031-9ABA-E5B61A6FFB48}"/>
          </ac:picMkLst>
        </pc:picChg>
        <pc:picChg chg="add mod">
          <ac:chgData name="SERGIO SPANO'" userId="3abdd0b9-513e-40ac-aad4-56920065037d" providerId="ADAL" clId="{0034361A-9E12-48AC-A38B-9EBE6F5212D0}" dt="2022-04-04T09:01:53.365" v="745" actId="1076"/>
          <ac:picMkLst>
            <pc:docMk/>
            <pc:sldMk cId="55343777" sldId="262"/>
            <ac:picMk id="7" creationId="{7DA1632D-4916-4B1C-BF65-E04F716ACC1F}"/>
          </ac:picMkLst>
        </pc:picChg>
        <pc:picChg chg="add mod">
          <ac:chgData name="SERGIO SPANO'" userId="3abdd0b9-513e-40ac-aad4-56920065037d" providerId="ADAL" clId="{0034361A-9E12-48AC-A38B-9EBE6F5212D0}" dt="2022-04-04T09:13:14.391" v="965" actId="1076"/>
          <ac:picMkLst>
            <pc:docMk/>
            <pc:sldMk cId="55343777" sldId="262"/>
            <ac:picMk id="4098" creationId="{558A8DB5-3DC2-4A9D-8D51-F6BBCDA2057C}"/>
          </ac:picMkLst>
        </pc:picChg>
      </pc:sldChg>
      <pc:sldChg chg="del">
        <pc:chgData name="SERGIO SPANO'" userId="3abdd0b9-513e-40ac-aad4-56920065037d" providerId="ADAL" clId="{0034361A-9E12-48AC-A38B-9EBE6F5212D0}" dt="2022-04-04T08:26:15.313" v="32" actId="47"/>
        <pc:sldMkLst>
          <pc:docMk/>
          <pc:sldMk cId="195901539" sldId="262"/>
        </pc:sldMkLst>
      </pc:sldChg>
      <pc:sldChg chg="modSp new del mod">
        <pc:chgData name="SERGIO SPANO'" userId="3abdd0b9-513e-40ac-aad4-56920065037d" providerId="ADAL" clId="{0034361A-9E12-48AC-A38B-9EBE6F5212D0}" dt="2022-04-04T09:01:24.182" v="730" actId="680"/>
        <pc:sldMkLst>
          <pc:docMk/>
          <pc:sldMk cId="682001263" sldId="262"/>
        </pc:sldMkLst>
        <pc:spChg chg="mod">
          <ac:chgData name="SERGIO SPANO'" userId="3abdd0b9-513e-40ac-aad4-56920065037d" providerId="ADAL" clId="{0034361A-9E12-48AC-A38B-9EBE6F5212D0}" dt="2022-04-04T09:01:22.576" v="729"/>
          <ac:spMkLst>
            <pc:docMk/>
            <pc:sldMk cId="682001263" sldId="262"/>
            <ac:spMk id="3" creationId="{C8E60D22-7148-46E8-80DB-FF54D83D22E7}"/>
          </ac:spMkLst>
        </pc:spChg>
      </pc:sldChg>
      <pc:sldChg chg="addSp delSp modSp add mod">
        <pc:chgData name="SERGIO SPANO'" userId="3abdd0b9-513e-40ac-aad4-56920065037d" providerId="ADAL" clId="{0034361A-9E12-48AC-A38B-9EBE6F5212D0}" dt="2022-04-04T09:02:53.015" v="770" actId="20577"/>
        <pc:sldMkLst>
          <pc:docMk/>
          <pc:sldMk cId="2852183775" sldId="263"/>
        </pc:sldMkLst>
        <pc:spChg chg="mod">
          <ac:chgData name="SERGIO SPANO'" userId="3abdd0b9-513e-40ac-aad4-56920065037d" providerId="ADAL" clId="{0034361A-9E12-48AC-A38B-9EBE6F5212D0}" dt="2022-04-04T09:02:53.015" v="770" actId="20577"/>
          <ac:spMkLst>
            <pc:docMk/>
            <pc:sldMk cId="2852183775" sldId="263"/>
            <ac:spMk id="2" creationId="{80244C36-7C38-4516-8482-EA477B3751A0}"/>
          </ac:spMkLst>
        </pc:spChg>
        <pc:spChg chg="mod">
          <ac:chgData name="SERGIO SPANO'" userId="3abdd0b9-513e-40ac-aad4-56920065037d" providerId="ADAL" clId="{0034361A-9E12-48AC-A38B-9EBE6F5212D0}" dt="2022-04-04T09:02:08.590" v="748" actId="255"/>
          <ac:spMkLst>
            <pc:docMk/>
            <pc:sldMk cId="2852183775" sldId="263"/>
            <ac:spMk id="3" creationId="{405F6162-56F7-4933-8746-F508FE34FCE3}"/>
          </ac:spMkLst>
        </pc:spChg>
        <pc:picChg chg="del">
          <ac:chgData name="SERGIO SPANO'" userId="3abdd0b9-513e-40ac-aad4-56920065037d" providerId="ADAL" clId="{0034361A-9E12-48AC-A38B-9EBE6F5212D0}" dt="2022-04-04T09:02:28.104" v="757" actId="478"/>
          <ac:picMkLst>
            <pc:docMk/>
            <pc:sldMk cId="2852183775" sldId="263"/>
            <ac:picMk id="7" creationId="{7DA1632D-4916-4B1C-BF65-E04F716ACC1F}"/>
          </ac:picMkLst>
        </pc:picChg>
        <pc:picChg chg="add mod">
          <ac:chgData name="SERGIO SPANO'" userId="3abdd0b9-513e-40ac-aad4-56920065037d" providerId="ADAL" clId="{0034361A-9E12-48AC-A38B-9EBE6F5212D0}" dt="2022-04-04T09:02:30.242" v="758" actId="1076"/>
          <ac:picMkLst>
            <pc:docMk/>
            <pc:sldMk cId="2852183775" sldId="263"/>
            <ac:picMk id="8" creationId="{B179B6DE-028D-45CE-851D-EBB63456916B}"/>
          </ac:picMkLst>
        </pc:picChg>
      </pc:sldChg>
      <pc:sldChg chg="del">
        <pc:chgData name="SERGIO SPANO'" userId="3abdd0b9-513e-40ac-aad4-56920065037d" providerId="ADAL" clId="{0034361A-9E12-48AC-A38B-9EBE6F5212D0}" dt="2022-04-04T08:26:15.487" v="33" actId="47"/>
        <pc:sldMkLst>
          <pc:docMk/>
          <pc:sldMk cId="4246449681" sldId="263"/>
        </pc:sldMkLst>
      </pc:sldChg>
      <pc:sldChg chg="del">
        <pc:chgData name="SERGIO SPANO'" userId="3abdd0b9-513e-40ac-aad4-56920065037d" providerId="ADAL" clId="{0034361A-9E12-48AC-A38B-9EBE6F5212D0}" dt="2022-04-04T08:26:15.698" v="34" actId="47"/>
        <pc:sldMkLst>
          <pc:docMk/>
          <pc:sldMk cId="2365388969" sldId="264"/>
        </pc:sldMkLst>
      </pc:sldChg>
      <pc:sldChg chg="addSp delSp modSp new mod">
        <pc:chgData name="SERGIO SPANO'" userId="3abdd0b9-513e-40ac-aad4-56920065037d" providerId="ADAL" clId="{0034361A-9E12-48AC-A38B-9EBE6F5212D0}" dt="2022-04-04T09:05:05.538" v="793" actId="1076"/>
        <pc:sldMkLst>
          <pc:docMk/>
          <pc:sldMk cId="3104023291" sldId="264"/>
        </pc:sldMkLst>
        <pc:spChg chg="mod">
          <ac:chgData name="SERGIO SPANO'" userId="3abdd0b9-513e-40ac-aad4-56920065037d" providerId="ADAL" clId="{0034361A-9E12-48AC-A38B-9EBE6F5212D0}" dt="2022-04-04T09:03:22.612" v="773" actId="27636"/>
          <ac:spMkLst>
            <pc:docMk/>
            <pc:sldMk cId="3104023291" sldId="264"/>
            <ac:spMk id="2" creationId="{E4AE2DAB-BB7A-4554-9106-92CB34F32177}"/>
          </ac:spMkLst>
        </pc:spChg>
        <pc:spChg chg="del">
          <ac:chgData name="SERGIO SPANO'" userId="3abdd0b9-513e-40ac-aad4-56920065037d" providerId="ADAL" clId="{0034361A-9E12-48AC-A38B-9EBE6F5212D0}" dt="2022-04-04T09:03:38.840" v="777" actId="478"/>
          <ac:spMkLst>
            <pc:docMk/>
            <pc:sldMk cId="3104023291" sldId="264"/>
            <ac:spMk id="3" creationId="{40CA21A7-DB9D-4356-AF47-46B7CAFB767C}"/>
          </ac:spMkLst>
        </pc:spChg>
        <pc:picChg chg="add mod">
          <ac:chgData name="SERGIO SPANO'" userId="3abdd0b9-513e-40ac-aad4-56920065037d" providerId="ADAL" clId="{0034361A-9E12-48AC-A38B-9EBE6F5212D0}" dt="2022-04-04T09:05:05.538" v="793" actId="1076"/>
          <ac:picMkLst>
            <pc:docMk/>
            <pc:sldMk cId="3104023291" sldId="264"/>
            <ac:picMk id="6" creationId="{15D60050-1CC9-4C94-80AD-4936C72C7AB4}"/>
          </ac:picMkLst>
        </pc:picChg>
        <pc:picChg chg="add mod">
          <ac:chgData name="SERGIO SPANO'" userId="3abdd0b9-513e-40ac-aad4-56920065037d" providerId="ADAL" clId="{0034361A-9E12-48AC-A38B-9EBE6F5212D0}" dt="2022-04-04T09:04:58.170" v="790" actId="1076"/>
          <ac:picMkLst>
            <pc:docMk/>
            <pc:sldMk cId="3104023291" sldId="264"/>
            <ac:picMk id="7" creationId="{D184C6A9-D065-451C-A0B5-94773DB10C98}"/>
          </ac:picMkLst>
        </pc:picChg>
        <pc:picChg chg="add mod">
          <ac:chgData name="SERGIO SPANO'" userId="3abdd0b9-513e-40ac-aad4-56920065037d" providerId="ADAL" clId="{0034361A-9E12-48AC-A38B-9EBE6F5212D0}" dt="2022-04-04T09:05:03.131" v="792" actId="1076"/>
          <ac:picMkLst>
            <pc:docMk/>
            <pc:sldMk cId="3104023291" sldId="264"/>
            <ac:picMk id="2050" creationId="{99CD5490-2506-4EBE-955A-2901EF9FAD41}"/>
          </ac:picMkLst>
        </pc:picChg>
      </pc:sldChg>
      <pc:sldChg chg="addSp delSp modSp new mod">
        <pc:chgData name="SERGIO SPANO'" userId="3abdd0b9-513e-40ac-aad4-56920065037d" providerId="ADAL" clId="{0034361A-9E12-48AC-A38B-9EBE6F5212D0}" dt="2022-04-04T09:06:24.963" v="807" actId="1076"/>
        <pc:sldMkLst>
          <pc:docMk/>
          <pc:sldMk cId="1720710825" sldId="265"/>
        </pc:sldMkLst>
        <pc:spChg chg="mod">
          <ac:chgData name="SERGIO SPANO'" userId="3abdd0b9-513e-40ac-aad4-56920065037d" providerId="ADAL" clId="{0034361A-9E12-48AC-A38B-9EBE6F5212D0}" dt="2022-04-04T09:05:33.491" v="796" actId="27636"/>
          <ac:spMkLst>
            <pc:docMk/>
            <pc:sldMk cId="1720710825" sldId="265"/>
            <ac:spMk id="2" creationId="{21530055-C6F2-4DDB-B611-DCAB2B5A10D4}"/>
          </ac:spMkLst>
        </pc:spChg>
        <pc:spChg chg="del">
          <ac:chgData name="SERGIO SPANO'" userId="3abdd0b9-513e-40ac-aad4-56920065037d" providerId="ADAL" clId="{0034361A-9E12-48AC-A38B-9EBE6F5212D0}" dt="2022-04-04T09:05:41.792" v="797" actId="478"/>
          <ac:spMkLst>
            <pc:docMk/>
            <pc:sldMk cId="1720710825" sldId="265"/>
            <ac:spMk id="3" creationId="{A1EDFE8F-D557-4B4D-BFA4-164525ABA23E}"/>
          </ac:spMkLst>
        </pc:spChg>
        <pc:picChg chg="add mod">
          <ac:chgData name="SERGIO SPANO'" userId="3abdd0b9-513e-40ac-aad4-56920065037d" providerId="ADAL" clId="{0034361A-9E12-48AC-A38B-9EBE6F5212D0}" dt="2022-04-04T09:06:24.963" v="807" actId="1076"/>
          <ac:picMkLst>
            <pc:docMk/>
            <pc:sldMk cId="1720710825" sldId="265"/>
            <ac:picMk id="6" creationId="{DAF0C28A-6390-4899-AE46-B983AEE052E1}"/>
          </ac:picMkLst>
        </pc:picChg>
        <pc:picChg chg="add mod">
          <ac:chgData name="SERGIO SPANO'" userId="3abdd0b9-513e-40ac-aad4-56920065037d" providerId="ADAL" clId="{0034361A-9E12-48AC-A38B-9EBE6F5212D0}" dt="2022-04-04T09:06:23.333" v="806" actId="1076"/>
          <ac:picMkLst>
            <pc:docMk/>
            <pc:sldMk cId="1720710825" sldId="265"/>
            <ac:picMk id="3074" creationId="{C8967357-5E10-420E-B787-0E85CD8DD25D}"/>
          </ac:picMkLst>
        </pc:picChg>
      </pc:sldChg>
      <pc:sldChg chg="del">
        <pc:chgData name="SERGIO SPANO'" userId="3abdd0b9-513e-40ac-aad4-56920065037d" providerId="ADAL" clId="{0034361A-9E12-48AC-A38B-9EBE6F5212D0}" dt="2022-04-04T08:26:15.781" v="35" actId="47"/>
        <pc:sldMkLst>
          <pc:docMk/>
          <pc:sldMk cId="2117260882" sldId="265"/>
        </pc:sldMkLst>
      </pc:sldChg>
      <pc:sldChg chg="del">
        <pc:chgData name="SERGIO SPANO'" userId="3abdd0b9-513e-40ac-aad4-56920065037d" providerId="ADAL" clId="{0034361A-9E12-48AC-A38B-9EBE6F5212D0}" dt="2022-04-04T08:26:15.924" v="36" actId="47"/>
        <pc:sldMkLst>
          <pc:docMk/>
          <pc:sldMk cId="1235647079" sldId="266"/>
        </pc:sldMkLst>
      </pc:sldChg>
      <pc:sldChg chg="addSp modSp new mod">
        <pc:chgData name="SERGIO SPANO'" userId="3abdd0b9-513e-40ac-aad4-56920065037d" providerId="ADAL" clId="{0034361A-9E12-48AC-A38B-9EBE6F5212D0}" dt="2022-04-04T09:11:02.753" v="961" actId="1076"/>
        <pc:sldMkLst>
          <pc:docMk/>
          <pc:sldMk cId="2727266827" sldId="266"/>
        </pc:sldMkLst>
        <pc:spChg chg="mod">
          <ac:chgData name="SERGIO SPANO'" userId="3abdd0b9-513e-40ac-aad4-56920065037d" providerId="ADAL" clId="{0034361A-9E12-48AC-A38B-9EBE6F5212D0}" dt="2022-04-04T09:06:33.719" v="810" actId="27636"/>
          <ac:spMkLst>
            <pc:docMk/>
            <pc:sldMk cId="2727266827" sldId="266"/>
            <ac:spMk id="2" creationId="{B3EE65AB-37DF-4012-B0CC-79178CF8D0DE}"/>
          </ac:spMkLst>
        </pc:spChg>
        <pc:spChg chg="mod">
          <ac:chgData name="SERGIO SPANO'" userId="3abdd0b9-513e-40ac-aad4-56920065037d" providerId="ADAL" clId="{0034361A-9E12-48AC-A38B-9EBE6F5212D0}" dt="2022-04-04T09:09:59.327" v="871" actId="20577"/>
          <ac:spMkLst>
            <pc:docMk/>
            <pc:sldMk cId="2727266827" sldId="266"/>
            <ac:spMk id="3" creationId="{71DD681F-0D49-46A1-9BDB-4D291E550DA3}"/>
          </ac:spMkLst>
        </pc:spChg>
        <pc:spChg chg="add mod">
          <ac:chgData name="SERGIO SPANO'" userId="3abdd0b9-513e-40ac-aad4-56920065037d" providerId="ADAL" clId="{0034361A-9E12-48AC-A38B-9EBE6F5212D0}" dt="2022-04-04T09:07:28.143" v="824" actId="1076"/>
          <ac:spMkLst>
            <pc:docMk/>
            <pc:sldMk cId="2727266827" sldId="266"/>
            <ac:spMk id="7" creationId="{49AFE9F9-F2AD-4877-B4CF-3B2DE6F24506}"/>
          </ac:spMkLst>
        </pc:spChg>
        <pc:spChg chg="add mod">
          <ac:chgData name="SERGIO SPANO'" userId="3abdd0b9-513e-40ac-aad4-56920065037d" providerId="ADAL" clId="{0034361A-9E12-48AC-A38B-9EBE6F5212D0}" dt="2022-04-04T09:07:34.626" v="826" actId="1076"/>
          <ac:spMkLst>
            <pc:docMk/>
            <pc:sldMk cId="2727266827" sldId="266"/>
            <ac:spMk id="8" creationId="{2821A843-ACC3-45B7-B43C-79B6228FA680}"/>
          </ac:spMkLst>
        </pc:spChg>
        <pc:spChg chg="add mod">
          <ac:chgData name="SERGIO SPANO'" userId="3abdd0b9-513e-40ac-aad4-56920065037d" providerId="ADAL" clId="{0034361A-9E12-48AC-A38B-9EBE6F5212D0}" dt="2022-04-04T09:07:44.726" v="833" actId="1076"/>
          <ac:spMkLst>
            <pc:docMk/>
            <pc:sldMk cId="2727266827" sldId="266"/>
            <ac:spMk id="9" creationId="{20EB4A5C-8B16-4514-93BA-3C9D8CC29B99}"/>
          </ac:spMkLst>
        </pc:spChg>
        <pc:spChg chg="add mod">
          <ac:chgData name="SERGIO SPANO'" userId="3abdd0b9-513e-40ac-aad4-56920065037d" providerId="ADAL" clId="{0034361A-9E12-48AC-A38B-9EBE6F5212D0}" dt="2022-04-04T09:07:49.435" v="838" actId="20577"/>
          <ac:spMkLst>
            <pc:docMk/>
            <pc:sldMk cId="2727266827" sldId="266"/>
            <ac:spMk id="10" creationId="{FC4268CA-312C-4929-B796-0DB2A44F2621}"/>
          </ac:spMkLst>
        </pc:spChg>
        <pc:spChg chg="add mod">
          <ac:chgData name="SERGIO SPANO'" userId="3abdd0b9-513e-40ac-aad4-56920065037d" providerId="ADAL" clId="{0034361A-9E12-48AC-A38B-9EBE6F5212D0}" dt="2022-04-04T09:11:02.753" v="961" actId="1076"/>
          <ac:spMkLst>
            <pc:docMk/>
            <pc:sldMk cId="2727266827" sldId="266"/>
            <ac:spMk id="11" creationId="{847AD6D9-C6B5-4DF2-9AE4-DABCE34A42F9}"/>
          </ac:spMkLst>
        </pc:spChg>
        <pc:picChg chg="add mod">
          <ac:chgData name="SERGIO SPANO'" userId="3abdd0b9-513e-40ac-aad4-56920065037d" providerId="ADAL" clId="{0034361A-9E12-48AC-A38B-9EBE6F5212D0}" dt="2022-04-04T09:06:55.361" v="818" actId="1076"/>
          <ac:picMkLst>
            <pc:docMk/>
            <pc:sldMk cId="2727266827" sldId="266"/>
            <ac:picMk id="6" creationId="{7BB08AD0-F2F1-4663-B827-088A6E865860}"/>
          </ac:picMkLst>
        </pc:picChg>
      </pc:sldChg>
      <pc:sldChg chg="addSp delSp modSp new mod">
        <pc:chgData name="SERGIO SPANO'" userId="3abdd0b9-513e-40ac-aad4-56920065037d" providerId="ADAL" clId="{0034361A-9E12-48AC-A38B-9EBE6F5212D0}" dt="2022-04-04T09:16:15.349" v="995" actId="20577"/>
        <pc:sldMkLst>
          <pc:docMk/>
          <pc:sldMk cId="3293944411" sldId="267"/>
        </pc:sldMkLst>
        <pc:spChg chg="mod">
          <ac:chgData name="SERGIO SPANO'" userId="3abdd0b9-513e-40ac-aad4-56920065037d" providerId="ADAL" clId="{0034361A-9E12-48AC-A38B-9EBE6F5212D0}" dt="2022-04-04T09:15:23.637" v="968" actId="27636"/>
          <ac:spMkLst>
            <pc:docMk/>
            <pc:sldMk cId="3293944411" sldId="267"/>
            <ac:spMk id="2" creationId="{15085F0B-4B30-4336-8224-48388D6320B2}"/>
          </ac:spMkLst>
        </pc:spChg>
        <pc:spChg chg="mod">
          <ac:chgData name="SERGIO SPANO'" userId="3abdd0b9-513e-40ac-aad4-56920065037d" providerId="ADAL" clId="{0034361A-9E12-48AC-A38B-9EBE6F5212D0}" dt="2022-04-04T09:16:15.349" v="995" actId="20577"/>
          <ac:spMkLst>
            <pc:docMk/>
            <pc:sldMk cId="3293944411" sldId="267"/>
            <ac:spMk id="3" creationId="{56AEE820-B4D7-42F1-B8D3-8CF0A20086D0}"/>
          </ac:spMkLst>
        </pc:spChg>
        <pc:spChg chg="mod">
          <ac:chgData name="SERGIO SPANO'" userId="3abdd0b9-513e-40ac-aad4-56920065037d" providerId="ADAL" clId="{0034361A-9E12-48AC-A38B-9EBE6F5212D0}" dt="2022-04-04T09:15:30.869" v="970"/>
          <ac:spMkLst>
            <pc:docMk/>
            <pc:sldMk cId="3293944411" sldId="267"/>
            <ac:spMk id="7" creationId="{AEC48F9D-270F-4775-8C57-EC667A768FCD}"/>
          </ac:spMkLst>
        </pc:spChg>
        <pc:spChg chg="mod">
          <ac:chgData name="SERGIO SPANO'" userId="3abdd0b9-513e-40ac-aad4-56920065037d" providerId="ADAL" clId="{0034361A-9E12-48AC-A38B-9EBE6F5212D0}" dt="2022-04-04T09:15:30.869" v="970"/>
          <ac:spMkLst>
            <pc:docMk/>
            <pc:sldMk cId="3293944411" sldId="267"/>
            <ac:spMk id="12" creationId="{4EE4A009-B668-43CC-9DFF-2C85FF302C1B}"/>
          </ac:spMkLst>
        </pc:spChg>
        <pc:spChg chg="mod">
          <ac:chgData name="SERGIO SPANO'" userId="3abdd0b9-513e-40ac-aad4-56920065037d" providerId="ADAL" clId="{0034361A-9E12-48AC-A38B-9EBE6F5212D0}" dt="2022-04-04T09:15:30.869" v="970"/>
          <ac:spMkLst>
            <pc:docMk/>
            <pc:sldMk cId="3293944411" sldId="267"/>
            <ac:spMk id="13" creationId="{18E0203A-DBC3-4640-8345-80479677C00E}"/>
          </ac:spMkLst>
        </pc:spChg>
        <pc:spChg chg="mod">
          <ac:chgData name="SERGIO SPANO'" userId="3abdd0b9-513e-40ac-aad4-56920065037d" providerId="ADAL" clId="{0034361A-9E12-48AC-A38B-9EBE6F5212D0}" dt="2022-04-04T09:15:30.869" v="970"/>
          <ac:spMkLst>
            <pc:docMk/>
            <pc:sldMk cId="3293944411" sldId="267"/>
            <ac:spMk id="14" creationId="{55F9C92C-F9B2-4C7E-9BC6-2416E5496C86}"/>
          </ac:spMkLst>
        </pc:spChg>
        <pc:spChg chg="mod">
          <ac:chgData name="SERGIO SPANO'" userId="3abdd0b9-513e-40ac-aad4-56920065037d" providerId="ADAL" clId="{0034361A-9E12-48AC-A38B-9EBE6F5212D0}" dt="2022-04-04T09:15:30.869" v="970"/>
          <ac:spMkLst>
            <pc:docMk/>
            <pc:sldMk cId="3293944411" sldId="267"/>
            <ac:spMk id="15" creationId="{8C8248A1-B0B7-4B83-9314-5A48C152CDE4}"/>
          </ac:spMkLst>
        </pc:spChg>
        <pc:spChg chg="mod">
          <ac:chgData name="SERGIO SPANO'" userId="3abdd0b9-513e-40ac-aad4-56920065037d" providerId="ADAL" clId="{0034361A-9E12-48AC-A38B-9EBE6F5212D0}" dt="2022-04-04T09:15:30.869" v="970"/>
          <ac:spMkLst>
            <pc:docMk/>
            <pc:sldMk cId="3293944411" sldId="267"/>
            <ac:spMk id="19" creationId="{94AEE161-20DF-4854-9C78-B8D222BF74E8}"/>
          </ac:spMkLst>
        </pc:spChg>
        <pc:spChg chg="mod">
          <ac:chgData name="SERGIO SPANO'" userId="3abdd0b9-513e-40ac-aad4-56920065037d" providerId="ADAL" clId="{0034361A-9E12-48AC-A38B-9EBE6F5212D0}" dt="2022-04-04T09:15:30.869" v="970"/>
          <ac:spMkLst>
            <pc:docMk/>
            <pc:sldMk cId="3293944411" sldId="267"/>
            <ac:spMk id="20" creationId="{4D225B8F-2E49-4A13-AC21-335047C007EE}"/>
          </ac:spMkLst>
        </pc:spChg>
        <pc:spChg chg="add mod">
          <ac:chgData name="SERGIO SPANO'" userId="3abdd0b9-513e-40ac-aad4-56920065037d" providerId="ADAL" clId="{0034361A-9E12-48AC-A38B-9EBE6F5212D0}" dt="2022-04-04T09:15:56.144" v="987" actId="1076"/>
          <ac:spMkLst>
            <pc:docMk/>
            <pc:sldMk cId="3293944411" sldId="267"/>
            <ac:spMk id="24" creationId="{3F52FEED-9721-4756-8715-ED850871DAF0}"/>
          </ac:spMkLst>
        </pc:spChg>
        <pc:spChg chg="add mod">
          <ac:chgData name="SERGIO SPANO'" userId="3abdd0b9-513e-40ac-aad4-56920065037d" providerId="ADAL" clId="{0034361A-9E12-48AC-A38B-9EBE6F5212D0}" dt="2022-04-04T09:16:01.012" v="991" actId="20577"/>
          <ac:spMkLst>
            <pc:docMk/>
            <pc:sldMk cId="3293944411" sldId="267"/>
            <ac:spMk id="25" creationId="{B197D06C-CA05-44D5-AA0C-BBE3FA2E5A4B}"/>
          </ac:spMkLst>
        </pc:spChg>
        <pc:grpChg chg="add del mod">
          <ac:chgData name="SERGIO SPANO'" userId="3abdd0b9-513e-40ac-aad4-56920065037d" providerId="ADAL" clId="{0034361A-9E12-48AC-A38B-9EBE6F5212D0}" dt="2022-04-04T09:15:32.639" v="972" actId="21"/>
          <ac:grpSpMkLst>
            <pc:docMk/>
            <pc:sldMk cId="3293944411" sldId="267"/>
            <ac:grpSpMk id="6" creationId="{69EA47D8-C236-4760-B8D6-5CE9806D2FFC}"/>
          </ac:grpSpMkLst>
        </pc:grpChg>
        <pc:picChg chg="add mod">
          <ac:chgData name="SERGIO SPANO'" userId="3abdd0b9-513e-40ac-aad4-56920065037d" providerId="ADAL" clId="{0034361A-9E12-48AC-A38B-9EBE6F5212D0}" dt="2022-04-04T09:15:39.629" v="975" actId="1076"/>
          <ac:picMkLst>
            <pc:docMk/>
            <pc:sldMk cId="3293944411" sldId="267"/>
            <ac:picMk id="23" creationId="{3FD45608-A77D-4F01-897D-5311701C541E}"/>
          </ac:picMkLst>
        </pc:picChg>
        <pc:cxnChg chg="mod">
          <ac:chgData name="SERGIO SPANO'" userId="3abdd0b9-513e-40ac-aad4-56920065037d" providerId="ADAL" clId="{0034361A-9E12-48AC-A38B-9EBE6F5212D0}" dt="2022-04-04T09:15:30.869" v="970"/>
          <ac:cxnSpMkLst>
            <pc:docMk/>
            <pc:sldMk cId="3293944411" sldId="267"/>
            <ac:cxnSpMk id="8" creationId="{77E110E6-900F-4325-9841-C27D3EFE57C9}"/>
          </ac:cxnSpMkLst>
        </pc:cxnChg>
        <pc:cxnChg chg="mod">
          <ac:chgData name="SERGIO SPANO'" userId="3abdd0b9-513e-40ac-aad4-56920065037d" providerId="ADAL" clId="{0034361A-9E12-48AC-A38B-9EBE6F5212D0}" dt="2022-04-04T09:15:30.869" v="970"/>
          <ac:cxnSpMkLst>
            <pc:docMk/>
            <pc:sldMk cId="3293944411" sldId="267"/>
            <ac:cxnSpMk id="9" creationId="{5688553C-30F3-4E7A-8223-85F4EDD89826}"/>
          </ac:cxnSpMkLst>
        </pc:cxnChg>
        <pc:cxnChg chg="mod">
          <ac:chgData name="SERGIO SPANO'" userId="3abdd0b9-513e-40ac-aad4-56920065037d" providerId="ADAL" clId="{0034361A-9E12-48AC-A38B-9EBE6F5212D0}" dt="2022-04-04T09:15:30.869" v="970"/>
          <ac:cxnSpMkLst>
            <pc:docMk/>
            <pc:sldMk cId="3293944411" sldId="267"/>
            <ac:cxnSpMk id="10" creationId="{9341422A-C490-480F-8BF8-E07F0453D2A1}"/>
          </ac:cxnSpMkLst>
        </pc:cxnChg>
        <pc:cxnChg chg="mod">
          <ac:chgData name="SERGIO SPANO'" userId="3abdd0b9-513e-40ac-aad4-56920065037d" providerId="ADAL" clId="{0034361A-9E12-48AC-A38B-9EBE6F5212D0}" dt="2022-04-04T09:15:30.869" v="970"/>
          <ac:cxnSpMkLst>
            <pc:docMk/>
            <pc:sldMk cId="3293944411" sldId="267"/>
            <ac:cxnSpMk id="11" creationId="{4DEB6F09-93D7-4AA3-B033-F9F9621494BE}"/>
          </ac:cxnSpMkLst>
        </pc:cxnChg>
        <pc:cxnChg chg="mod">
          <ac:chgData name="SERGIO SPANO'" userId="3abdd0b9-513e-40ac-aad4-56920065037d" providerId="ADAL" clId="{0034361A-9E12-48AC-A38B-9EBE6F5212D0}" dt="2022-04-04T09:15:30.869" v="970"/>
          <ac:cxnSpMkLst>
            <pc:docMk/>
            <pc:sldMk cId="3293944411" sldId="267"/>
            <ac:cxnSpMk id="16" creationId="{8D816A1C-9E9C-4F03-BB95-B20678206973}"/>
          </ac:cxnSpMkLst>
        </pc:cxnChg>
        <pc:cxnChg chg="mod">
          <ac:chgData name="SERGIO SPANO'" userId="3abdd0b9-513e-40ac-aad4-56920065037d" providerId="ADAL" clId="{0034361A-9E12-48AC-A38B-9EBE6F5212D0}" dt="2022-04-04T09:15:30.869" v="970"/>
          <ac:cxnSpMkLst>
            <pc:docMk/>
            <pc:sldMk cId="3293944411" sldId="267"/>
            <ac:cxnSpMk id="17" creationId="{4CEAD4B3-1E9C-476A-BACD-B331BC0FAAD0}"/>
          </ac:cxnSpMkLst>
        </pc:cxnChg>
        <pc:cxnChg chg="mod">
          <ac:chgData name="SERGIO SPANO'" userId="3abdd0b9-513e-40ac-aad4-56920065037d" providerId="ADAL" clId="{0034361A-9E12-48AC-A38B-9EBE6F5212D0}" dt="2022-04-04T09:15:30.869" v="970"/>
          <ac:cxnSpMkLst>
            <pc:docMk/>
            <pc:sldMk cId="3293944411" sldId="267"/>
            <ac:cxnSpMk id="18" creationId="{31CC38B2-9F4B-4803-97E7-6CA4DE26FE7E}"/>
          </ac:cxnSpMkLst>
        </pc:cxnChg>
        <pc:cxnChg chg="mod">
          <ac:chgData name="SERGIO SPANO'" userId="3abdd0b9-513e-40ac-aad4-56920065037d" providerId="ADAL" clId="{0034361A-9E12-48AC-A38B-9EBE6F5212D0}" dt="2022-04-04T09:15:30.869" v="970"/>
          <ac:cxnSpMkLst>
            <pc:docMk/>
            <pc:sldMk cId="3293944411" sldId="267"/>
            <ac:cxnSpMk id="21" creationId="{C3729C0A-6FB8-4F33-BEA7-76BD8512B974}"/>
          </ac:cxnSpMkLst>
        </pc:cxnChg>
        <pc:cxnChg chg="mod">
          <ac:chgData name="SERGIO SPANO'" userId="3abdd0b9-513e-40ac-aad4-56920065037d" providerId="ADAL" clId="{0034361A-9E12-48AC-A38B-9EBE6F5212D0}" dt="2022-04-04T09:15:30.869" v="970"/>
          <ac:cxnSpMkLst>
            <pc:docMk/>
            <pc:sldMk cId="3293944411" sldId="267"/>
            <ac:cxnSpMk id="22" creationId="{BA4DA44A-EEAD-47C8-A112-AEBE4DA4637D}"/>
          </ac:cxnSpMkLst>
        </pc:cxnChg>
      </pc:sldChg>
      <pc:sldChg chg="modSp add del mod">
        <pc:chgData name="SERGIO SPANO'" userId="3abdd0b9-513e-40ac-aad4-56920065037d" providerId="ADAL" clId="{0034361A-9E12-48AC-A38B-9EBE6F5212D0}" dt="2022-04-04T09:09:47.005" v="851" actId="47"/>
        <pc:sldMkLst>
          <pc:docMk/>
          <pc:sldMk cId="3521675006" sldId="267"/>
        </pc:sldMkLst>
        <pc:spChg chg="mod">
          <ac:chgData name="SERGIO SPANO'" userId="3abdd0b9-513e-40ac-aad4-56920065037d" providerId="ADAL" clId="{0034361A-9E12-48AC-A38B-9EBE6F5212D0}" dt="2022-04-04T09:08:59.298" v="850" actId="20577"/>
          <ac:spMkLst>
            <pc:docMk/>
            <pc:sldMk cId="3521675006" sldId="267"/>
            <ac:spMk id="2" creationId="{B3EE65AB-37DF-4012-B0CC-79178CF8D0DE}"/>
          </ac:spMkLst>
        </pc:spChg>
      </pc:sldChg>
      <pc:sldChg chg="del">
        <pc:chgData name="SERGIO SPANO'" userId="3abdd0b9-513e-40ac-aad4-56920065037d" providerId="ADAL" clId="{0034361A-9E12-48AC-A38B-9EBE6F5212D0}" dt="2022-04-04T08:26:16.100" v="37" actId="47"/>
        <pc:sldMkLst>
          <pc:docMk/>
          <pc:sldMk cId="3690434877" sldId="267"/>
        </pc:sldMkLst>
      </pc:sldChg>
      <pc:sldChg chg="addSp modSp new mod">
        <pc:chgData name="SERGIO SPANO'" userId="3abdd0b9-513e-40ac-aad4-56920065037d" providerId="ADAL" clId="{0034361A-9E12-48AC-A38B-9EBE6F5212D0}" dt="2022-04-04T09:17:34.863" v="1013" actId="20577"/>
        <pc:sldMkLst>
          <pc:docMk/>
          <pc:sldMk cId="762804557" sldId="268"/>
        </pc:sldMkLst>
        <pc:spChg chg="mod">
          <ac:chgData name="SERGIO SPANO'" userId="3abdd0b9-513e-40ac-aad4-56920065037d" providerId="ADAL" clId="{0034361A-9E12-48AC-A38B-9EBE6F5212D0}" dt="2022-04-04T09:17:34.863" v="1013" actId="20577"/>
          <ac:spMkLst>
            <pc:docMk/>
            <pc:sldMk cId="762804557" sldId="268"/>
            <ac:spMk id="2" creationId="{21824A19-855C-42B0-98F1-C76E25DA1C9E}"/>
          </ac:spMkLst>
        </pc:spChg>
        <pc:spChg chg="mod">
          <ac:chgData name="SERGIO SPANO'" userId="3abdd0b9-513e-40ac-aad4-56920065037d" providerId="ADAL" clId="{0034361A-9E12-48AC-A38B-9EBE6F5212D0}" dt="2022-04-04T09:16:59.368" v="1005" actId="14100"/>
          <ac:spMkLst>
            <pc:docMk/>
            <pc:sldMk cId="762804557" sldId="268"/>
            <ac:spMk id="3" creationId="{603DF71E-90E7-46B4-8A74-9E73957C014E}"/>
          </ac:spMkLst>
        </pc:spChg>
        <pc:picChg chg="add mod">
          <ac:chgData name="SERGIO SPANO'" userId="3abdd0b9-513e-40ac-aad4-56920065037d" providerId="ADAL" clId="{0034361A-9E12-48AC-A38B-9EBE6F5212D0}" dt="2022-04-04T09:17:26.313" v="1009" actId="1076"/>
          <ac:picMkLst>
            <pc:docMk/>
            <pc:sldMk cId="762804557" sldId="268"/>
            <ac:picMk id="6" creationId="{1A8F496C-E8E5-4938-8647-FE9FF26F9D4C}"/>
          </ac:picMkLst>
        </pc:picChg>
      </pc:sldChg>
      <pc:sldChg chg="del">
        <pc:chgData name="SERGIO SPANO'" userId="3abdd0b9-513e-40ac-aad4-56920065037d" providerId="ADAL" clId="{0034361A-9E12-48AC-A38B-9EBE6F5212D0}" dt="2022-04-04T08:26:16.288" v="38" actId="47"/>
        <pc:sldMkLst>
          <pc:docMk/>
          <pc:sldMk cId="1097354484" sldId="268"/>
        </pc:sldMkLst>
      </pc:sldChg>
      <pc:sldChg chg="del">
        <pc:chgData name="SERGIO SPANO'" userId="3abdd0b9-513e-40ac-aad4-56920065037d" providerId="ADAL" clId="{0034361A-9E12-48AC-A38B-9EBE6F5212D0}" dt="2022-04-04T08:26:16.456" v="39" actId="47"/>
        <pc:sldMkLst>
          <pc:docMk/>
          <pc:sldMk cId="16956515" sldId="269"/>
        </pc:sldMkLst>
      </pc:sldChg>
      <pc:sldChg chg="addSp delSp modSp new mod">
        <pc:chgData name="SERGIO SPANO'" userId="3abdd0b9-513e-40ac-aad4-56920065037d" providerId="ADAL" clId="{0034361A-9E12-48AC-A38B-9EBE6F5212D0}" dt="2022-04-04T09:20:07.530" v="1187" actId="1076"/>
        <pc:sldMkLst>
          <pc:docMk/>
          <pc:sldMk cId="1755157505" sldId="269"/>
        </pc:sldMkLst>
        <pc:spChg chg="mod">
          <ac:chgData name="SERGIO SPANO'" userId="3abdd0b9-513e-40ac-aad4-56920065037d" providerId="ADAL" clId="{0034361A-9E12-48AC-A38B-9EBE6F5212D0}" dt="2022-04-04T09:17:46.515" v="1035" actId="20577"/>
          <ac:spMkLst>
            <pc:docMk/>
            <pc:sldMk cId="1755157505" sldId="269"/>
            <ac:spMk id="2" creationId="{90310B7D-7F40-4454-A8D9-A33A5D837E1F}"/>
          </ac:spMkLst>
        </pc:spChg>
        <pc:spChg chg="mod">
          <ac:chgData name="SERGIO SPANO'" userId="3abdd0b9-513e-40ac-aad4-56920065037d" providerId="ADAL" clId="{0034361A-9E12-48AC-A38B-9EBE6F5212D0}" dt="2022-04-04T09:19:39.869" v="1173" actId="20577"/>
          <ac:spMkLst>
            <pc:docMk/>
            <pc:sldMk cId="1755157505" sldId="269"/>
            <ac:spMk id="3" creationId="{E5880180-C1C6-4E57-8BF0-6504B3EE12FF}"/>
          </ac:spMkLst>
        </pc:spChg>
        <pc:spChg chg="mod">
          <ac:chgData name="SERGIO SPANO'" userId="3abdd0b9-513e-40ac-aad4-56920065037d" providerId="ADAL" clId="{0034361A-9E12-48AC-A38B-9EBE6F5212D0}" dt="2022-04-04T09:19:44.451" v="1174"/>
          <ac:spMkLst>
            <pc:docMk/>
            <pc:sldMk cId="1755157505" sldId="269"/>
            <ac:spMk id="8" creationId="{D1DD810A-6894-4371-831B-7E9DE27F76C1}"/>
          </ac:spMkLst>
        </pc:spChg>
        <pc:spChg chg="mod">
          <ac:chgData name="SERGIO SPANO'" userId="3abdd0b9-513e-40ac-aad4-56920065037d" providerId="ADAL" clId="{0034361A-9E12-48AC-A38B-9EBE6F5212D0}" dt="2022-04-04T09:19:44.451" v="1174"/>
          <ac:spMkLst>
            <pc:docMk/>
            <pc:sldMk cId="1755157505" sldId="269"/>
            <ac:spMk id="9" creationId="{F4DD2087-93A3-45A9-BE8D-05C1107DB25B}"/>
          </ac:spMkLst>
        </pc:spChg>
        <pc:spChg chg="mod">
          <ac:chgData name="SERGIO SPANO'" userId="3abdd0b9-513e-40ac-aad4-56920065037d" providerId="ADAL" clId="{0034361A-9E12-48AC-A38B-9EBE6F5212D0}" dt="2022-04-04T09:19:44.451" v="1174"/>
          <ac:spMkLst>
            <pc:docMk/>
            <pc:sldMk cId="1755157505" sldId="269"/>
            <ac:spMk id="12" creationId="{BC878BF1-5ED5-4391-8ABC-C1CA803A9B63}"/>
          </ac:spMkLst>
        </pc:spChg>
        <pc:spChg chg="mod">
          <ac:chgData name="SERGIO SPANO'" userId="3abdd0b9-513e-40ac-aad4-56920065037d" providerId="ADAL" clId="{0034361A-9E12-48AC-A38B-9EBE6F5212D0}" dt="2022-04-04T09:19:44.451" v="1174"/>
          <ac:spMkLst>
            <pc:docMk/>
            <pc:sldMk cId="1755157505" sldId="269"/>
            <ac:spMk id="13" creationId="{9099C626-F992-46AB-812A-41FD03BB2233}"/>
          </ac:spMkLst>
        </pc:spChg>
        <pc:spChg chg="mod">
          <ac:chgData name="SERGIO SPANO'" userId="3abdd0b9-513e-40ac-aad4-56920065037d" providerId="ADAL" clId="{0034361A-9E12-48AC-A38B-9EBE6F5212D0}" dt="2022-04-04T09:19:44.451" v="1174"/>
          <ac:spMkLst>
            <pc:docMk/>
            <pc:sldMk cId="1755157505" sldId="269"/>
            <ac:spMk id="21" creationId="{451DC6CC-B09C-4367-BBF2-434DD244C2B3}"/>
          </ac:spMkLst>
        </pc:spChg>
        <pc:spChg chg="mod">
          <ac:chgData name="SERGIO SPANO'" userId="3abdd0b9-513e-40ac-aad4-56920065037d" providerId="ADAL" clId="{0034361A-9E12-48AC-A38B-9EBE6F5212D0}" dt="2022-04-04T09:19:44.451" v="1174"/>
          <ac:spMkLst>
            <pc:docMk/>
            <pc:sldMk cId="1755157505" sldId="269"/>
            <ac:spMk id="22" creationId="{BD686A4F-1CE5-4C17-9D4E-E6037E087817}"/>
          </ac:spMkLst>
        </pc:spChg>
        <pc:spChg chg="mod">
          <ac:chgData name="SERGIO SPANO'" userId="3abdd0b9-513e-40ac-aad4-56920065037d" providerId="ADAL" clId="{0034361A-9E12-48AC-A38B-9EBE6F5212D0}" dt="2022-04-04T09:19:44.451" v="1174"/>
          <ac:spMkLst>
            <pc:docMk/>
            <pc:sldMk cId="1755157505" sldId="269"/>
            <ac:spMk id="25" creationId="{3E623329-2FA0-4462-BCCC-EF5899828ADB}"/>
          </ac:spMkLst>
        </pc:spChg>
        <pc:spChg chg="mod">
          <ac:chgData name="SERGIO SPANO'" userId="3abdd0b9-513e-40ac-aad4-56920065037d" providerId="ADAL" clId="{0034361A-9E12-48AC-A38B-9EBE6F5212D0}" dt="2022-04-04T09:19:44.451" v="1174"/>
          <ac:spMkLst>
            <pc:docMk/>
            <pc:sldMk cId="1755157505" sldId="269"/>
            <ac:spMk id="26" creationId="{B736857B-EDE2-492D-BF0D-16E4E6BDDA6E}"/>
          </ac:spMkLst>
        </pc:spChg>
        <pc:spChg chg="mod">
          <ac:chgData name="SERGIO SPANO'" userId="3abdd0b9-513e-40ac-aad4-56920065037d" providerId="ADAL" clId="{0034361A-9E12-48AC-A38B-9EBE6F5212D0}" dt="2022-04-04T09:19:44.451" v="1174"/>
          <ac:spMkLst>
            <pc:docMk/>
            <pc:sldMk cId="1755157505" sldId="269"/>
            <ac:spMk id="34" creationId="{5B3EA000-09F8-4CC2-BB0C-8AF0AF488DB4}"/>
          </ac:spMkLst>
        </pc:spChg>
        <pc:spChg chg="mod">
          <ac:chgData name="SERGIO SPANO'" userId="3abdd0b9-513e-40ac-aad4-56920065037d" providerId="ADAL" clId="{0034361A-9E12-48AC-A38B-9EBE6F5212D0}" dt="2022-04-04T09:19:44.451" v="1174"/>
          <ac:spMkLst>
            <pc:docMk/>
            <pc:sldMk cId="1755157505" sldId="269"/>
            <ac:spMk id="35" creationId="{1839CFA0-6679-44DE-81C1-850CFA837D6A}"/>
          </ac:spMkLst>
        </pc:spChg>
        <pc:grpChg chg="add del mod">
          <ac:chgData name="SERGIO SPANO'" userId="3abdd0b9-513e-40ac-aad4-56920065037d" providerId="ADAL" clId="{0034361A-9E12-48AC-A38B-9EBE6F5212D0}" dt="2022-04-04T09:19:49.539" v="1177"/>
          <ac:grpSpMkLst>
            <pc:docMk/>
            <pc:sldMk cId="1755157505" sldId="269"/>
            <ac:grpSpMk id="6" creationId="{5135EDC0-088D-4EA2-B8EA-3B2955036230}"/>
          </ac:grpSpMkLst>
        </pc:grpChg>
        <pc:grpChg chg="mod">
          <ac:chgData name="SERGIO SPANO'" userId="3abdd0b9-513e-40ac-aad4-56920065037d" providerId="ADAL" clId="{0034361A-9E12-48AC-A38B-9EBE6F5212D0}" dt="2022-04-04T09:19:44.451" v="1174"/>
          <ac:grpSpMkLst>
            <pc:docMk/>
            <pc:sldMk cId="1755157505" sldId="269"/>
            <ac:grpSpMk id="19" creationId="{CE559C0B-C759-4703-89D7-12E27F51C00E}"/>
          </ac:grpSpMkLst>
        </pc:grpChg>
        <pc:grpChg chg="mod">
          <ac:chgData name="SERGIO SPANO'" userId="3abdd0b9-513e-40ac-aad4-56920065037d" providerId="ADAL" clId="{0034361A-9E12-48AC-A38B-9EBE6F5212D0}" dt="2022-04-04T09:19:44.451" v="1174"/>
          <ac:grpSpMkLst>
            <pc:docMk/>
            <pc:sldMk cId="1755157505" sldId="269"/>
            <ac:grpSpMk id="32" creationId="{25DF61FA-3700-442F-9074-96752C2422C9}"/>
          </ac:grpSpMkLst>
        </pc:grpChg>
        <pc:grpChg chg="mod">
          <ac:chgData name="SERGIO SPANO'" userId="3abdd0b9-513e-40ac-aad4-56920065037d" providerId="ADAL" clId="{0034361A-9E12-48AC-A38B-9EBE6F5212D0}" dt="2022-04-04T09:19:44.451" v="1174"/>
          <ac:grpSpMkLst>
            <pc:docMk/>
            <pc:sldMk cId="1755157505" sldId="269"/>
            <ac:grpSpMk id="40" creationId="{AC0BBE9B-229E-45B5-AED7-A184B7A1A12E}"/>
          </ac:grpSpMkLst>
        </pc:grpChg>
        <pc:picChg chg="add del mod">
          <ac:chgData name="SERGIO SPANO'" userId="3abdd0b9-513e-40ac-aad4-56920065037d" providerId="ADAL" clId="{0034361A-9E12-48AC-A38B-9EBE6F5212D0}" dt="2022-04-04T09:19:56.589" v="1183"/>
          <ac:picMkLst>
            <pc:docMk/>
            <pc:sldMk cId="1755157505" sldId="269"/>
            <ac:picMk id="57" creationId="{9BF0F1F5-38D1-4ADD-ACD5-D51DF68DBDA9}"/>
          </ac:picMkLst>
        </pc:picChg>
        <pc:picChg chg="add del mod">
          <ac:chgData name="SERGIO SPANO'" userId="3abdd0b9-513e-40ac-aad4-56920065037d" providerId="ADAL" clId="{0034361A-9E12-48AC-A38B-9EBE6F5212D0}" dt="2022-04-04T09:19:56.355" v="1182"/>
          <ac:picMkLst>
            <pc:docMk/>
            <pc:sldMk cId="1755157505" sldId="269"/>
            <ac:picMk id="58" creationId="{40C38A8D-E901-4787-94A7-DE037CB1FCDD}"/>
          </ac:picMkLst>
        </pc:picChg>
        <pc:picChg chg="add mod">
          <ac:chgData name="SERGIO SPANO'" userId="3abdd0b9-513e-40ac-aad4-56920065037d" providerId="ADAL" clId="{0034361A-9E12-48AC-A38B-9EBE6F5212D0}" dt="2022-04-04T09:20:07.530" v="1187" actId="1076"/>
          <ac:picMkLst>
            <pc:docMk/>
            <pc:sldMk cId="1755157505" sldId="269"/>
            <ac:picMk id="59" creationId="{E4109BC0-71AF-486B-B88A-01C801DE3C8B}"/>
          </ac:picMkLst>
        </pc:picChg>
        <pc:cxnChg chg="mod">
          <ac:chgData name="SERGIO SPANO'" userId="3abdd0b9-513e-40ac-aad4-56920065037d" providerId="ADAL" clId="{0034361A-9E12-48AC-A38B-9EBE6F5212D0}" dt="2022-04-04T09:19:44.451" v="1174"/>
          <ac:cxnSpMkLst>
            <pc:docMk/>
            <pc:sldMk cId="1755157505" sldId="269"/>
            <ac:cxnSpMk id="7" creationId="{B15DA9F7-87BB-4364-ADCB-41D3C0B58391}"/>
          </ac:cxnSpMkLst>
        </pc:cxnChg>
        <pc:cxnChg chg="mod">
          <ac:chgData name="SERGIO SPANO'" userId="3abdd0b9-513e-40ac-aad4-56920065037d" providerId="ADAL" clId="{0034361A-9E12-48AC-A38B-9EBE6F5212D0}" dt="2022-04-04T09:19:44.451" v="1174"/>
          <ac:cxnSpMkLst>
            <pc:docMk/>
            <pc:sldMk cId="1755157505" sldId="269"/>
            <ac:cxnSpMk id="10" creationId="{47E33146-BB3E-4E98-9240-A1B74336F9FA}"/>
          </ac:cxnSpMkLst>
        </pc:cxnChg>
        <pc:cxnChg chg="mod">
          <ac:chgData name="SERGIO SPANO'" userId="3abdd0b9-513e-40ac-aad4-56920065037d" providerId="ADAL" clId="{0034361A-9E12-48AC-A38B-9EBE6F5212D0}" dt="2022-04-04T09:19:44.451" v="1174"/>
          <ac:cxnSpMkLst>
            <pc:docMk/>
            <pc:sldMk cId="1755157505" sldId="269"/>
            <ac:cxnSpMk id="11" creationId="{6048E8D2-3247-467C-B3D4-28B0E21EDAC5}"/>
          </ac:cxnSpMkLst>
        </pc:cxnChg>
        <pc:cxnChg chg="mod">
          <ac:chgData name="SERGIO SPANO'" userId="3abdd0b9-513e-40ac-aad4-56920065037d" providerId="ADAL" clId="{0034361A-9E12-48AC-A38B-9EBE6F5212D0}" dt="2022-04-04T09:19:44.451" v="1174"/>
          <ac:cxnSpMkLst>
            <pc:docMk/>
            <pc:sldMk cId="1755157505" sldId="269"/>
            <ac:cxnSpMk id="14" creationId="{5A8F4DE5-0A1B-4FCA-BFE5-D5351732DA55}"/>
          </ac:cxnSpMkLst>
        </pc:cxnChg>
        <pc:cxnChg chg="mod">
          <ac:chgData name="SERGIO SPANO'" userId="3abdd0b9-513e-40ac-aad4-56920065037d" providerId="ADAL" clId="{0034361A-9E12-48AC-A38B-9EBE6F5212D0}" dt="2022-04-04T09:19:44.451" v="1174"/>
          <ac:cxnSpMkLst>
            <pc:docMk/>
            <pc:sldMk cId="1755157505" sldId="269"/>
            <ac:cxnSpMk id="15" creationId="{A847D3C0-C173-4F12-8071-E7E9542A2E8C}"/>
          </ac:cxnSpMkLst>
        </pc:cxnChg>
        <pc:cxnChg chg="mod">
          <ac:chgData name="SERGIO SPANO'" userId="3abdd0b9-513e-40ac-aad4-56920065037d" providerId="ADAL" clId="{0034361A-9E12-48AC-A38B-9EBE6F5212D0}" dt="2022-04-04T09:19:44.451" v="1174"/>
          <ac:cxnSpMkLst>
            <pc:docMk/>
            <pc:sldMk cId="1755157505" sldId="269"/>
            <ac:cxnSpMk id="16" creationId="{E1E2535E-F77A-449F-9F3F-D3DC29D68E43}"/>
          </ac:cxnSpMkLst>
        </pc:cxnChg>
        <pc:cxnChg chg="mod">
          <ac:chgData name="SERGIO SPANO'" userId="3abdd0b9-513e-40ac-aad4-56920065037d" providerId="ADAL" clId="{0034361A-9E12-48AC-A38B-9EBE6F5212D0}" dt="2022-04-04T09:19:44.451" v="1174"/>
          <ac:cxnSpMkLst>
            <pc:docMk/>
            <pc:sldMk cId="1755157505" sldId="269"/>
            <ac:cxnSpMk id="17" creationId="{0604E3A6-EC0A-46DD-8614-F0B134FA708D}"/>
          </ac:cxnSpMkLst>
        </pc:cxnChg>
        <pc:cxnChg chg="mod">
          <ac:chgData name="SERGIO SPANO'" userId="3abdd0b9-513e-40ac-aad4-56920065037d" providerId="ADAL" clId="{0034361A-9E12-48AC-A38B-9EBE6F5212D0}" dt="2022-04-04T09:19:44.451" v="1174"/>
          <ac:cxnSpMkLst>
            <pc:docMk/>
            <pc:sldMk cId="1755157505" sldId="269"/>
            <ac:cxnSpMk id="18" creationId="{BE2E21EA-CC71-4ECC-AEDE-B13BF6AE75EF}"/>
          </ac:cxnSpMkLst>
        </pc:cxnChg>
        <pc:cxnChg chg="mod">
          <ac:chgData name="SERGIO SPANO'" userId="3abdd0b9-513e-40ac-aad4-56920065037d" providerId="ADAL" clId="{0034361A-9E12-48AC-A38B-9EBE6F5212D0}" dt="2022-04-04T09:19:44.451" v="1174"/>
          <ac:cxnSpMkLst>
            <pc:docMk/>
            <pc:sldMk cId="1755157505" sldId="269"/>
            <ac:cxnSpMk id="20" creationId="{61567910-4968-49D3-B8CD-B35AEA908371}"/>
          </ac:cxnSpMkLst>
        </pc:cxnChg>
        <pc:cxnChg chg="mod">
          <ac:chgData name="SERGIO SPANO'" userId="3abdd0b9-513e-40ac-aad4-56920065037d" providerId="ADAL" clId="{0034361A-9E12-48AC-A38B-9EBE6F5212D0}" dt="2022-04-04T09:19:44.451" v="1174"/>
          <ac:cxnSpMkLst>
            <pc:docMk/>
            <pc:sldMk cId="1755157505" sldId="269"/>
            <ac:cxnSpMk id="23" creationId="{CDBE6719-1FE8-4AB7-9756-B9294DA7BB93}"/>
          </ac:cxnSpMkLst>
        </pc:cxnChg>
        <pc:cxnChg chg="mod">
          <ac:chgData name="SERGIO SPANO'" userId="3abdd0b9-513e-40ac-aad4-56920065037d" providerId="ADAL" clId="{0034361A-9E12-48AC-A38B-9EBE6F5212D0}" dt="2022-04-04T09:19:44.451" v="1174"/>
          <ac:cxnSpMkLst>
            <pc:docMk/>
            <pc:sldMk cId="1755157505" sldId="269"/>
            <ac:cxnSpMk id="24" creationId="{AF054128-4DB0-4B50-BAD0-0E719BA88C29}"/>
          </ac:cxnSpMkLst>
        </pc:cxnChg>
        <pc:cxnChg chg="mod">
          <ac:chgData name="SERGIO SPANO'" userId="3abdd0b9-513e-40ac-aad4-56920065037d" providerId="ADAL" clId="{0034361A-9E12-48AC-A38B-9EBE6F5212D0}" dt="2022-04-04T09:19:44.451" v="1174"/>
          <ac:cxnSpMkLst>
            <pc:docMk/>
            <pc:sldMk cId="1755157505" sldId="269"/>
            <ac:cxnSpMk id="27" creationId="{FD99FAA1-C8CD-4ACA-AF61-0A1D41C57663}"/>
          </ac:cxnSpMkLst>
        </pc:cxnChg>
        <pc:cxnChg chg="mod">
          <ac:chgData name="SERGIO SPANO'" userId="3abdd0b9-513e-40ac-aad4-56920065037d" providerId="ADAL" clId="{0034361A-9E12-48AC-A38B-9EBE6F5212D0}" dt="2022-04-04T09:19:44.451" v="1174"/>
          <ac:cxnSpMkLst>
            <pc:docMk/>
            <pc:sldMk cId="1755157505" sldId="269"/>
            <ac:cxnSpMk id="28" creationId="{D6637C63-AA98-4D87-81EC-CF8AEF18ECA5}"/>
          </ac:cxnSpMkLst>
        </pc:cxnChg>
        <pc:cxnChg chg="mod">
          <ac:chgData name="SERGIO SPANO'" userId="3abdd0b9-513e-40ac-aad4-56920065037d" providerId="ADAL" clId="{0034361A-9E12-48AC-A38B-9EBE6F5212D0}" dt="2022-04-04T09:19:44.451" v="1174"/>
          <ac:cxnSpMkLst>
            <pc:docMk/>
            <pc:sldMk cId="1755157505" sldId="269"/>
            <ac:cxnSpMk id="29" creationId="{5AB22DC8-0DA4-434C-919C-37F041D15CFD}"/>
          </ac:cxnSpMkLst>
        </pc:cxnChg>
        <pc:cxnChg chg="mod">
          <ac:chgData name="SERGIO SPANO'" userId="3abdd0b9-513e-40ac-aad4-56920065037d" providerId="ADAL" clId="{0034361A-9E12-48AC-A38B-9EBE6F5212D0}" dt="2022-04-04T09:19:44.451" v="1174"/>
          <ac:cxnSpMkLst>
            <pc:docMk/>
            <pc:sldMk cId="1755157505" sldId="269"/>
            <ac:cxnSpMk id="30" creationId="{439A18C3-F190-4964-8EBE-A20E0892F4FD}"/>
          </ac:cxnSpMkLst>
        </pc:cxnChg>
        <pc:cxnChg chg="mod">
          <ac:chgData name="SERGIO SPANO'" userId="3abdd0b9-513e-40ac-aad4-56920065037d" providerId="ADAL" clId="{0034361A-9E12-48AC-A38B-9EBE6F5212D0}" dt="2022-04-04T09:19:44.451" v="1174"/>
          <ac:cxnSpMkLst>
            <pc:docMk/>
            <pc:sldMk cId="1755157505" sldId="269"/>
            <ac:cxnSpMk id="31" creationId="{1669D74E-5F70-4647-BA30-061DC3630B8B}"/>
          </ac:cxnSpMkLst>
        </pc:cxnChg>
        <pc:cxnChg chg="mod">
          <ac:chgData name="SERGIO SPANO'" userId="3abdd0b9-513e-40ac-aad4-56920065037d" providerId="ADAL" clId="{0034361A-9E12-48AC-A38B-9EBE6F5212D0}" dt="2022-04-04T09:19:44.451" v="1174"/>
          <ac:cxnSpMkLst>
            <pc:docMk/>
            <pc:sldMk cId="1755157505" sldId="269"/>
            <ac:cxnSpMk id="33" creationId="{9AE77922-2653-4C90-BD61-2DE3AA0DBE68}"/>
          </ac:cxnSpMkLst>
        </pc:cxnChg>
        <pc:cxnChg chg="mod">
          <ac:chgData name="SERGIO SPANO'" userId="3abdd0b9-513e-40ac-aad4-56920065037d" providerId="ADAL" clId="{0034361A-9E12-48AC-A38B-9EBE6F5212D0}" dt="2022-04-04T09:19:44.451" v="1174"/>
          <ac:cxnSpMkLst>
            <pc:docMk/>
            <pc:sldMk cId="1755157505" sldId="269"/>
            <ac:cxnSpMk id="36" creationId="{6913FB9D-0E04-4044-A19C-7CD4DF7342CC}"/>
          </ac:cxnSpMkLst>
        </pc:cxnChg>
        <pc:cxnChg chg="mod">
          <ac:chgData name="SERGIO SPANO'" userId="3abdd0b9-513e-40ac-aad4-56920065037d" providerId="ADAL" clId="{0034361A-9E12-48AC-A38B-9EBE6F5212D0}" dt="2022-04-04T09:19:44.451" v="1174"/>
          <ac:cxnSpMkLst>
            <pc:docMk/>
            <pc:sldMk cId="1755157505" sldId="269"/>
            <ac:cxnSpMk id="37" creationId="{3F4718FA-0C06-4E3B-979F-E2F0A0E91DFE}"/>
          </ac:cxnSpMkLst>
        </pc:cxnChg>
        <pc:cxnChg chg="mod">
          <ac:chgData name="SERGIO SPANO'" userId="3abdd0b9-513e-40ac-aad4-56920065037d" providerId="ADAL" clId="{0034361A-9E12-48AC-A38B-9EBE6F5212D0}" dt="2022-04-04T09:19:44.451" v="1174"/>
          <ac:cxnSpMkLst>
            <pc:docMk/>
            <pc:sldMk cId="1755157505" sldId="269"/>
            <ac:cxnSpMk id="38" creationId="{5F4DA7DB-C2A7-4E6B-804E-C82B75734332}"/>
          </ac:cxnSpMkLst>
        </pc:cxnChg>
        <pc:cxnChg chg="mod">
          <ac:chgData name="SERGIO SPANO'" userId="3abdd0b9-513e-40ac-aad4-56920065037d" providerId="ADAL" clId="{0034361A-9E12-48AC-A38B-9EBE6F5212D0}" dt="2022-04-04T09:19:44.451" v="1174"/>
          <ac:cxnSpMkLst>
            <pc:docMk/>
            <pc:sldMk cId="1755157505" sldId="269"/>
            <ac:cxnSpMk id="39" creationId="{8C35C92D-02D3-4DEC-B560-0FE0B66A2F16}"/>
          </ac:cxnSpMkLst>
        </pc:cxnChg>
        <pc:cxnChg chg="mod">
          <ac:chgData name="SERGIO SPANO'" userId="3abdd0b9-513e-40ac-aad4-56920065037d" providerId="ADAL" clId="{0034361A-9E12-48AC-A38B-9EBE6F5212D0}" dt="2022-04-04T09:19:44.451" v="1174"/>
          <ac:cxnSpMkLst>
            <pc:docMk/>
            <pc:sldMk cId="1755157505" sldId="269"/>
            <ac:cxnSpMk id="41" creationId="{CBAB87C7-29DA-451B-B220-E6EC5A6D9429}"/>
          </ac:cxnSpMkLst>
        </pc:cxnChg>
        <pc:cxnChg chg="mod">
          <ac:chgData name="SERGIO SPANO'" userId="3abdd0b9-513e-40ac-aad4-56920065037d" providerId="ADAL" clId="{0034361A-9E12-48AC-A38B-9EBE6F5212D0}" dt="2022-04-04T09:19:44.451" v="1174"/>
          <ac:cxnSpMkLst>
            <pc:docMk/>
            <pc:sldMk cId="1755157505" sldId="269"/>
            <ac:cxnSpMk id="42" creationId="{3C7C3B0D-6281-4412-8E12-4F8CCAB2A16F}"/>
          </ac:cxnSpMkLst>
        </pc:cxnChg>
        <pc:cxnChg chg="mod">
          <ac:chgData name="SERGIO SPANO'" userId="3abdd0b9-513e-40ac-aad4-56920065037d" providerId="ADAL" clId="{0034361A-9E12-48AC-A38B-9EBE6F5212D0}" dt="2022-04-04T09:19:44.451" v="1174"/>
          <ac:cxnSpMkLst>
            <pc:docMk/>
            <pc:sldMk cId="1755157505" sldId="269"/>
            <ac:cxnSpMk id="43" creationId="{5D3FB10E-B441-49EC-874C-8A982F59B11A}"/>
          </ac:cxnSpMkLst>
        </pc:cxnChg>
        <pc:cxnChg chg="mod">
          <ac:chgData name="SERGIO SPANO'" userId="3abdd0b9-513e-40ac-aad4-56920065037d" providerId="ADAL" clId="{0034361A-9E12-48AC-A38B-9EBE6F5212D0}" dt="2022-04-04T09:19:44.451" v="1174"/>
          <ac:cxnSpMkLst>
            <pc:docMk/>
            <pc:sldMk cId="1755157505" sldId="269"/>
            <ac:cxnSpMk id="44" creationId="{C21E4762-7C65-40D7-95A7-5F044FF0EDC6}"/>
          </ac:cxnSpMkLst>
        </pc:cxnChg>
        <pc:cxnChg chg="mod">
          <ac:chgData name="SERGIO SPANO'" userId="3abdd0b9-513e-40ac-aad4-56920065037d" providerId="ADAL" clId="{0034361A-9E12-48AC-A38B-9EBE6F5212D0}" dt="2022-04-04T09:19:44.451" v="1174"/>
          <ac:cxnSpMkLst>
            <pc:docMk/>
            <pc:sldMk cId="1755157505" sldId="269"/>
            <ac:cxnSpMk id="45" creationId="{49B20824-9F99-49B2-BF6B-D1DEF4D221E7}"/>
          </ac:cxnSpMkLst>
        </pc:cxnChg>
        <pc:cxnChg chg="mod">
          <ac:chgData name="SERGIO SPANO'" userId="3abdd0b9-513e-40ac-aad4-56920065037d" providerId="ADAL" clId="{0034361A-9E12-48AC-A38B-9EBE6F5212D0}" dt="2022-04-04T09:19:44.451" v="1174"/>
          <ac:cxnSpMkLst>
            <pc:docMk/>
            <pc:sldMk cId="1755157505" sldId="269"/>
            <ac:cxnSpMk id="46" creationId="{DEDDFC6B-535B-4842-9988-928EC2FD1A76}"/>
          </ac:cxnSpMkLst>
        </pc:cxnChg>
        <pc:cxnChg chg="mod">
          <ac:chgData name="SERGIO SPANO'" userId="3abdd0b9-513e-40ac-aad4-56920065037d" providerId="ADAL" clId="{0034361A-9E12-48AC-A38B-9EBE6F5212D0}" dt="2022-04-04T09:19:44.451" v="1174"/>
          <ac:cxnSpMkLst>
            <pc:docMk/>
            <pc:sldMk cId="1755157505" sldId="269"/>
            <ac:cxnSpMk id="47" creationId="{E6C7AC8B-D7C8-47E1-A746-9C2C45132E61}"/>
          </ac:cxnSpMkLst>
        </pc:cxnChg>
        <pc:cxnChg chg="mod">
          <ac:chgData name="SERGIO SPANO'" userId="3abdd0b9-513e-40ac-aad4-56920065037d" providerId="ADAL" clId="{0034361A-9E12-48AC-A38B-9EBE6F5212D0}" dt="2022-04-04T09:19:44.451" v="1174"/>
          <ac:cxnSpMkLst>
            <pc:docMk/>
            <pc:sldMk cId="1755157505" sldId="269"/>
            <ac:cxnSpMk id="48" creationId="{1CDF41C9-CD90-48D6-8CCB-8087C80E68CF}"/>
          </ac:cxnSpMkLst>
        </pc:cxnChg>
        <pc:cxnChg chg="mod">
          <ac:chgData name="SERGIO SPANO'" userId="3abdd0b9-513e-40ac-aad4-56920065037d" providerId="ADAL" clId="{0034361A-9E12-48AC-A38B-9EBE6F5212D0}" dt="2022-04-04T09:19:44.451" v="1174"/>
          <ac:cxnSpMkLst>
            <pc:docMk/>
            <pc:sldMk cId="1755157505" sldId="269"/>
            <ac:cxnSpMk id="49" creationId="{5264C401-E31E-4E36-941C-AD50BF548D9D}"/>
          </ac:cxnSpMkLst>
        </pc:cxnChg>
        <pc:cxnChg chg="mod">
          <ac:chgData name="SERGIO SPANO'" userId="3abdd0b9-513e-40ac-aad4-56920065037d" providerId="ADAL" clId="{0034361A-9E12-48AC-A38B-9EBE6F5212D0}" dt="2022-04-04T09:19:44.451" v="1174"/>
          <ac:cxnSpMkLst>
            <pc:docMk/>
            <pc:sldMk cId="1755157505" sldId="269"/>
            <ac:cxnSpMk id="50" creationId="{66CE1291-16E5-4480-9FB9-C3133F5AC2FF}"/>
          </ac:cxnSpMkLst>
        </pc:cxnChg>
        <pc:cxnChg chg="mod">
          <ac:chgData name="SERGIO SPANO'" userId="3abdd0b9-513e-40ac-aad4-56920065037d" providerId="ADAL" clId="{0034361A-9E12-48AC-A38B-9EBE6F5212D0}" dt="2022-04-04T09:19:44.451" v="1174"/>
          <ac:cxnSpMkLst>
            <pc:docMk/>
            <pc:sldMk cId="1755157505" sldId="269"/>
            <ac:cxnSpMk id="51" creationId="{900681CC-F3B8-4D0F-9367-6037CC286F57}"/>
          </ac:cxnSpMkLst>
        </pc:cxnChg>
        <pc:cxnChg chg="mod">
          <ac:chgData name="SERGIO SPANO'" userId="3abdd0b9-513e-40ac-aad4-56920065037d" providerId="ADAL" clId="{0034361A-9E12-48AC-A38B-9EBE6F5212D0}" dt="2022-04-04T09:19:44.451" v="1174"/>
          <ac:cxnSpMkLst>
            <pc:docMk/>
            <pc:sldMk cId="1755157505" sldId="269"/>
            <ac:cxnSpMk id="52" creationId="{78F21895-6D96-44A3-96C8-9B9855019808}"/>
          </ac:cxnSpMkLst>
        </pc:cxnChg>
        <pc:cxnChg chg="mod">
          <ac:chgData name="SERGIO SPANO'" userId="3abdd0b9-513e-40ac-aad4-56920065037d" providerId="ADAL" clId="{0034361A-9E12-48AC-A38B-9EBE6F5212D0}" dt="2022-04-04T09:19:44.451" v="1174"/>
          <ac:cxnSpMkLst>
            <pc:docMk/>
            <pc:sldMk cId="1755157505" sldId="269"/>
            <ac:cxnSpMk id="53" creationId="{53D2792E-61D8-4159-90B3-BB0A208D8626}"/>
          </ac:cxnSpMkLst>
        </pc:cxnChg>
        <pc:cxnChg chg="mod">
          <ac:chgData name="SERGIO SPANO'" userId="3abdd0b9-513e-40ac-aad4-56920065037d" providerId="ADAL" clId="{0034361A-9E12-48AC-A38B-9EBE6F5212D0}" dt="2022-04-04T09:19:44.451" v="1174"/>
          <ac:cxnSpMkLst>
            <pc:docMk/>
            <pc:sldMk cId="1755157505" sldId="269"/>
            <ac:cxnSpMk id="54" creationId="{03D7C63A-57AE-4762-A1B2-98734CA6EFA1}"/>
          </ac:cxnSpMkLst>
        </pc:cxnChg>
        <pc:cxnChg chg="mod">
          <ac:chgData name="SERGIO SPANO'" userId="3abdd0b9-513e-40ac-aad4-56920065037d" providerId="ADAL" clId="{0034361A-9E12-48AC-A38B-9EBE6F5212D0}" dt="2022-04-04T09:19:44.451" v="1174"/>
          <ac:cxnSpMkLst>
            <pc:docMk/>
            <pc:sldMk cId="1755157505" sldId="269"/>
            <ac:cxnSpMk id="55" creationId="{45F47078-92C2-4A55-A722-9C099F6E1A85}"/>
          </ac:cxnSpMkLst>
        </pc:cxnChg>
        <pc:cxnChg chg="mod">
          <ac:chgData name="SERGIO SPANO'" userId="3abdd0b9-513e-40ac-aad4-56920065037d" providerId="ADAL" clId="{0034361A-9E12-48AC-A38B-9EBE6F5212D0}" dt="2022-04-04T09:19:44.451" v="1174"/>
          <ac:cxnSpMkLst>
            <pc:docMk/>
            <pc:sldMk cId="1755157505" sldId="269"/>
            <ac:cxnSpMk id="56" creationId="{2BE38B53-C052-4043-8BDF-19F0E0F34887}"/>
          </ac:cxnSpMkLst>
        </pc:cxnChg>
      </pc:sldChg>
      <pc:sldChg chg="addSp modSp new mod">
        <pc:chgData name="SERGIO SPANO'" userId="3abdd0b9-513e-40ac-aad4-56920065037d" providerId="ADAL" clId="{0034361A-9E12-48AC-A38B-9EBE6F5212D0}" dt="2022-04-04T09:21:17.561" v="1253" actId="1076"/>
        <pc:sldMkLst>
          <pc:docMk/>
          <pc:sldMk cId="2035416742" sldId="270"/>
        </pc:sldMkLst>
        <pc:spChg chg="mod">
          <ac:chgData name="SERGIO SPANO'" userId="3abdd0b9-513e-40ac-aad4-56920065037d" providerId="ADAL" clId="{0034361A-9E12-48AC-A38B-9EBE6F5212D0}" dt="2022-04-04T09:20:21.619" v="1200" actId="20577"/>
          <ac:spMkLst>
            <pc:docMk/>
            <pc:sldMk cId="2035416742" sldId="270"/>
            <ac:spMk id="2" creationId="{CA3EC8B6-C57B-443D-8D76-148BE4024C09}"/>
          </ac:spMkLst>
        </pc:spChg>
        <pc:spChg chg="mod">
          <ac:chgData name="SERGIO SPANO'" userId="3abdd0b9-513e-40ac-aad4-56920065037d" providerId="ADAL" clId="{0034361A-9E12-48AC-A38B-9EBE6F5212D0}" dt="2022-04-04T09:21:10.957" v="1249" actId="14100"/>
          <ac:spMkLst>
            <pc:docMk/>
            <pc:sldMk cId="2035416742" sldId="270"/>
            <ac:spMk id="3" creationId="{BB35C2F0-1D7E-4AD8-BF92-189A4AC1AA8B}"/>
          </ac:spMkLst>
        </pc:spChg>
        <pc:picChg chg="add mod">
          <ac:chgData name="SERGIO SPANO'" userId="3abdd0b9-513e-40ac-aad4-56920065037d" providerId="ADAL" clId="{0034361A-9E12-48AC-A38B-9EBE6F5212D0}" dt="2022-04-04T09:21:17.561" v="1253" actId="1076"/>
          <ac:picMkLst>
            <pc:docMk/>
            <pc:sldMk cId="2035416742" sldId="270"/>
            <ac:picMk id="6" creationId="{C3D3ED2C-19C9-42ED-815A-30F2DDA6A116}"/>
          </ac:picMkLst>
        </pc:picChg>
      </pc:sldChg>
      <pc:sldChg chg="del">
        <pc:chgData name="SERGIO SPANO'" userId="3abdd0b9-513e-40ac-aad4-56920065037d" providerId="ADAL" clId="{0034361A-9E12-48AC-A38B-9EBE6F5212D0}" dt="2022-04-04T08:26:16.588" v="40" actId="47"/>
        <pc:sldMkLst>
          <pc:docMk/>
          <pc:sldMk cId="3923275502" sldId="270"/>
        </pc:sldMkLst>
      </pc:sldChg>
      <pc:sldChg chg="addSp modSp new mod">
        <pc:chgData name="SERGIO SPANO'" userId="3abdd0b9-513e-40ac-aad4-56920065037d" providerId="ADAL" clId="{0034361A-9E12-48AC-A38B-9EBE6F5212D0}" dt="2022-04-04T09:22:30.416" v="1273" actId="1076"/>
        <pc:sldMkLst>
          <pc:docMk/>
          <pc:sldMk cId="1379941506" sldId="271"/>
        </pc:sldMkLst>
        <pc:spChg chg="mod">
          <ac:chgData name="SERGIO SPANO'" userId="3abdd0b9-513e-40ac-aad4-56920065037d" providerId="ADAL" clId="{0034361A-9E12-48AC-A38B-9EBE6F5212D0}" dt="2022-04-04T09:21:45.154" v="1256" actId="27636"/>
          <ac:spMkLst>
            <pc:docMk/>
            <pc:sldMk cId="1379941506" sldId="271"/>
            <ac:spMk id="2" creationId="{6421C866-274F-42E7-ABE8-3D60DDB54403}"/>
          </ac:spMkLst>
        </pc:spChg>
        <pc:spChg chg="mod">
          <ac:chgData name="SERGIO SPANO'" userId="3abdd0b9-513e-40ac-aad4-56920065037d" providerId="ADAL" clId="{0034361A-9E12-48AC-A38B-9EBE6F5212D0}" dt="2022-04-04T09:22:26.916" v="1271" actId="14100"/>
          <ac:spMkLst>
            <pc:docMk/>
            <pc:sldMk cId="1379941506" sldId="271"/>
            <ac:spMk id="3" creationId="{1B61F35C-C9A9-4100-9516-1B8EC8DD4BD7}"/>
          </ac:spMkLst>
        </pc:spChg>
        <pc:picChg chg="add mod">
          <ac:chgData name="SERGIO SPANO'" userId="3abdd0b9-513e-40ac-aad4-56920065037d" providerId="ADAL" clId="{0034361A-9E12-48AC-A38B-9EBE6F5212D0}" dt="2022-04-04T09:22:30.416" v="1273" actId="1076"/>
          <ac:picMkLst>
            <pc:docMk/>
            <pc:sldMk cId="1379941506" sldId="271"/>
            <ac:picMk id="6" creationId="{899EB180-DD1C-4A67-943F-02EF7DEF3197}"/>
          </ac:picMkLst>
        </pc:picChg>
      </pc:sldChg>
      <pc:sldChg chg="del">
        <pc:chgData name="SERGIO SPANO'" userId="3abdd0b9-513e-40ac-aad4-56920065037d" providerId="ADAL" clId="{0034361A-9E12-48AC-A38B-9EBE6F5212D0}" dt="2022-04-04T08:26:16.761" v="41" actId="47"/>
        <pc:sldMkLst>
          <pc:docMk/>
          <pc:sldMk cId="2916414287" sldId="271"/>
        </pc:sldMkLst>
      </pc:sldChg>
      <pc:sldChg chg="addSp modSp new mod">
        <pc:chgData name="SERGIO SPANO'" userId="3abdd0b9-513e-40ac-aad4-56920065037d" providerId="ADAL" clId="{0034361A-9E12-48AC-A38B-9EBE6F5212D0}" dt="2022-04-04T09:23:24.257" v="1285" actId="1076"/>
        <pc:sldMkLst>
          <pc:docMk/>
          <pc:sldMk cId="923331695" sldId="272"/>
        </pc:sldMkLst>
        <pc:spChg chg="mod">
          <ac:chgData name="SERGIO SPANO'" userId="3abdd0b9-513e-40ac-aad4-56920065037d" providerId="ADAL" clId="{0034361A-9E12-48AC-A38B-9EBE6F5212D0}" dt="2022-04-04T09:22:57.382" v="1276" actId="27636"/>
          <ac:spMkLst>
            <pc:docMk/>
            <pc:sldMk cId="923331695" sldId="272"/>
            <ac:spMk id="2" creationId="{9E5056C5-516C-4305-9710-EAE175CC86EE}"/>
          </ac:spMkLst>
        </pc:spChg>
        <pc:spChg chg="mod">
          <ac:chgData name="SERGIO SPANO'" userId="3abdd0b9-513e-40ac-aad4-56920065037d" providerId="ADAL" clId="{0034361A-9E12-48AC-A38B-9EBE6F5212D0}" dt="2022-04-04T09:23:20.218" v="1282" actId="14100"/>
          <ac:spMkLst>
            <pc:docMk/>
            <pc:sldMk cId="923331695" sldId="272"/>
            <ac:spMk id="3" creationId="{3C235673-A5C3-41C0-B9D4-2271F4537CFC}"/>
          </ac:spMkLst>
        </pc:spChg>
        <pc:picChg chg="add mod">
          <ac:chgData name="SERGIO SPANO'" userId="3abdd0b9-513e-40ac-aad4-56920065037d" providerId="ADAL" clId="{0034361A-9E12-48AC-A38B-9EBE6F5212D0}" dt="2022-04-04T09:23:24.257" v="1285" actId="1076"/>
          <ac:picMkLst>
            <pc:docMk/>
            <pc:sldMk cId="923331695" sldId="272"/>
            <ac:picMk id="6" creationId="{3F0AF96B-7D5D-491C-B5CB-7A209BF2CD72}"/>
          </ac:picMkLst>
        </pc:picChg>
      </pc:sldChg>
      <pc:sldChg chg="del">
        <pc:chgData name="SERGIO SPANO'" userId="3abdd0b9-513e-40ac-aad4-56920065037d" providerId="ADAL" clId="{0034361A-9E12-48AC-A38B-9EBE6F5212D0}" dt="2022-04-04T08:26:16.930" v="42" actId="47"/>
        <pc:sldMkLst>
          <pc:docMk/>
          <pc:sldMk cId="2503590128" sldId="272"/>
        </pc:sldMkLst>
      </pc:sldChg>
      <pc:sldChg chg="addSp delSp modSp new mod">
        <pc:chgData name="SERGIO SPANO'" userId="3abdd0b9-513e-40ac-aad4-56920065037d" providerId="ADAL" clId="{0034361A-9E12-48AC-A38B-9EBE6F5212D0}" dt="2022-04-04T09:23:54.700" v="1297" actId="14100"/>
        <pc:sldMkLst>
          <pc:docMk/>
          <pc:sldMk cId="1063853208" sldId="273"/>
        </pc:sldMkLst>
        <pc:spChg chg="mod">
          <ac:chgData name="SERGIO SPANO'" userId="3abdd0b9-513e-40ac-aad4-56920065037d" providerId="ADAL" clId="{0034361A-9E12-48AC-A38B-9EBE6F5212D0}" dt="2022-04-04T09:23:41.464" v="1292" actId="20577"/>
          <ac:spMkLst>
            <pc:docMk/>
            <pc:sldMk cId="1063853208" sldId="273"/>
            <ac:spMk id="2" creationId="{8EBFD467-3DD6-428F-97E7-423A53930231}"/>
          </ac:spMkLst>
        </pc:spChg>
        <pc:spChg chg="del">
          <ac:chgData name="SERGIO SPANO'" userId="3abdd0b9-513e-40ac-aad4-56920065037d" providerId="ADAL" clId="{0034361A-9E12-48AC-A38B-9EBE6F5212D0}" dt="2022-04-04T09:23:45.928" v="1293" actId="478"/>
          <ac:spMkLst>
            <pc:docMk/>
            <pc:sldMk cId="1063853208" sldId="273"/>
            <ac:spMk id="3" creationId="{0DB9F73E-9358-4B62-8C8D-E630D6B62410}"/>
          </ac:spMkLst>
        </pc:spChg>
        <pc:picChg chg="add mod">
          <ac:chgData name="SERGIO SPANO'" userId="3abdd0b9-513e-40ac-aad4-56920065037d" providerId="ADAL" clId="{0034361A-9E12-48AC-A38B-9EBE6F5212D0}" dt="2022-04-04T09:23:54.700" v="1297" actId="14100"/>
          <ac:picMkLst>
            <pc:docMk/>
            <pc:sldMk cId="1063853208" sldId="273"/>
            <ac:picMk id="6" creationId="{3095B71E-9BD6-42EA-91C7-F3F1DECC8CBD}"/>
          </ac:picMkLst>
        </pc:picChg>
      </pc:sldChg>
      <pc:sldChg chg="del">
        <pc:chgData name="SERGIO SPANO'" userId="3abdd0b9-513e-40ac-aad4-56920065037d" providerId="ADAL" clId="{0034361A-9E12-48AC-A38B-9EBE6F5212D0}" dt="2022-04-04T08:26:17.432" v="43" actId="47"/>
        <pc:sldMkLst>
          <pc:docMk/>
          <pc:sldMk cId="3168054203" sldId="273"/>
        </pc:sldMkLst>
      </pc:sldChg>
      <pc:sldChg chg="addSp modSp new mod">
        <pc:chgData name="SERGIO SPANO'" userId="3abdd0b9-513e-40ac-aad4-56920065037d" providerId="ADAL" clId="{0034361A-9E12-48AC-A38B-9EBE6F5212D0}" dt="2022-04-04T09:32:01.020" v="1342" actId="1076"/>
        <pc:sldMkLst>
          <pc:docMk/>
          <pc:sldMk cId="1566194581" sldId="274"/>
        </pc:sldMkLst>
        <pc:spChg chg="mod">
          <ac:chgData name="SERGIO SPANO'" userId="3abdd0b9-513e-40ac-aad4-56920065037d" providerId="ADAL" clId="{0034361A-9E12-48AC-A38B-9EBE6F5212D0}" dt="2022-04-04T09:30:29.280" v="1304" actId="20577"/>
          <ac:spMkLst>
            <pc:docMk/>
            <pc:sldMk cId="1566194581" sldId="274"/>
            <ac:spMk id="2" creationId="{33EACE30-7198-41A6-8E7E-C1C44CF731C8}"/>
          </ac:spMkLst>
        </pc:spChg>
        <pc:spChg chg="mod">
          <ac:chgData name="SERGIO SPANO'" userId="3abdd0b9-513e-40ac-aad4-56920065037d" providerId="ADAL" clId="{0034361A-9E12-48AC-A38B-9EBE6F5212D0}" dt="2022-04-04T09:31:44.264" v="1338" actId="14100"/>
          <ac:spMkLst>
            <pc:docMk/>
            <pc:sldMk cId="1566194581" sldId="274"/>
            <ac:spMk id="3" creationId="{5906CC1E-AF10-427D-B541-4E4A560F2AAB}"/>
          </ac:spMkLst>
        </pc:spChg>
        <pc:picChg chg="add mod">
          <ac:chgData name="SERGIO SPANO'" userId="3abdd0b9-513e-40ac-aad4-56920065037d" providerId="ADAL" clId="{0034361A-9E12-48AC-A38B-9EBE6F5212D0}" dt="2022-04-04T09:32:01.020" v="1342" actId="1076"/>
          <ac:picMkLst>
            <pc:docMk/>
            <pc:sldMk cId="1566194581" sldId="274"/>
            <ac:picMk id="6" creationId="{133AD9F0-4437-4EBA-BE9C-83F532D102FD}"/>
          </ac:picMkLst>
        </pc:picChg>
      </pc:sldChg>
      <pc:sldChg chg="del">
        <pc:chgData name="SERGIO SPANO'" userId="3abdd0b9-513e-40ac-aad4-56920065037d" providerId="ADAL" clId="{0034361A-9E12-48AC-A38B-9EBE6F5212D0}" dt="2022-04-04T08:26:17.442" v="44" actId="47"/>
        <pc:sldMkLst>
          <pc:docMk/>
          <pc:sldMk cId="3798802901" sldId="274"/>
        </pc:sldMkLst>
      </pc:sldChg>
      <pc:sldChg chg="del">
        <pc:chgData name="SERGIO SPANO'" userId="3abdd0b9-513e-40ac-aad4-56920065037d" providerId="ADAL" clId="{0034361A-9E12-48AC-A38B-9EBE6F5212D0}" dt="2022-04-04T08:26:17.456" v="45" actId="47"/>
        <pc:sldMkLst>
          <pc:docMk/>
          <pc:sldMk cId="394788787" sldId="275"/>
        </pc:sldMkLst>
      </pc:sldChg>
      <pc:sldChg chg="addSp modSp new del mod">
        <pc:chgData name="SERGIO SPANO'" userId="3abdd0b9-513e-40ac-aad4-56920065037d" providerId="ADAL" clId="{0034361A-9E12-48AC-A38B-9EBE6F5212D0}" dt="2022-04-04T09:36:13.144" v="1369" actId="2696"/>
        <pc:sldMkLst>
          <pc:docMk/>
          <pc:sldMk cId="1696425532" sldId="275"/>
        </pc:sldMkLst>
        <pc:spChg chg="mod">
          <ac:chgData name="SERGIO SPANO'" userId="3abdd0b9-513e-40ac-aad4-56920065037d" providerId="ADAL" clId="{0034361A-9E12-48AC-A38B-9EBE6F5212D0}" dt="2022-04-04T09:32:45.508" v="1345" actId="27636"/>
          <ac:spMkLst>
            <pc:docMk/>
            <pc:sldMk cId="1696425532" sldId="275"/>
            <ac:spMk id="2" creationId="{EB44FE1C-E538-4341-A8F2-8FC32985639F}"/>
          </ac:spMkLst>
        </pc:spChg>
        <pc:spChg chg="mod">
          <ac:chgData name="SERGIO SPANO'" userId="3abdd0b9-513e-40ac-aad4-56920065037d" providerId="ADAL" clId="{0034361A-9E12-48AC-A38B-9EBE6F5212D0}" dt="2022-04-04T09:32:50.040" v="1346"/>
          <ac:spMkLst>
            <pc:docMk/>
            <pc:sldMk cId="1696425532" sldId="275"/>
            <ac:spMk id="3" creationId="{A9BC7EDD-B56B-4894-B464-9C2FF2A0E385}"/>
          </ac:spMkLst>
        </pc:spChg>
        <pc:picChg chg="add mod">
          <ac:chgData name="SERGIO SPANO'" userId="3abdd0b9-513e-40ac-aad4-56920065037d" providerId="ADAL" clId="{0034361A-9E12-48AC-A38B-9EBE6F5212D0}" dt="2022-04-04T09:33:00.228" v="1350" actId="1076"/>
          <ac:picMkLst>
            <pc:docMk/>
            <pc:sldMk cId="1696425532" sldId="275"/>
            <ac:picMk id="6" creationId="{3EC46310-548A-47A3-BA66-8B08752CE772}"/>
          </ac:picMkLst>
        </pc:picChg>
      </pc:sldChg>
      <pc:sldChg chg="add">
        <pc:chgData name="SERGIO SPANO'" userId="3abdd0b9-513e-40ac-aad4-56920065037d" providerId="ADAL" clId="{0034361A-9E12-48AC-A38B-9EBE6F5212D0}" dt="2022-04-04T09:36:16.286" v="1370"/>
        <pc:sldMkLst>
          <pc:docMk/>
          <pc:sldMk cId="3320012960" sldId="275"/>
        </pc:sldMkLst>
      </pc:sldChg>
      <pc:sldChg chg="addSp delSp modSp add mod">
        <pc:chgData name="SERGIO SPANO'" userId="3abdd0b9-513e-40ac-aad4-56920065037d" providerId="ADAL" clId="{0034361A-9E12-48AC-A38B-9EBE6F5212D0}" dt="2022-04-04T09:40:27.361" v="1664" actId="20577"/>
        <pc:sldMkLst>
          <pc:docMk/>
          <pc:sldMk cId="1094222998" sldId="276"/>
        </pc:sldMkLst>
        <pc:spChg chg="mod">
          <ac:chgData name="SERGIO SPANO'" userId="3abdd0b9-513e-40ac-aad4-56920065037d" providerId="ADAL" clId="{0034361A-9E12-48AC-A38B-9EBE6F5212D0}" dt="2022-04-04T09:39:11.145" v="1573" actId="20577"/>
          <ac:spMkLst>
            <pc:docMk/>
            <pc:sldMk cId="1094222998" sldId="276"/>
            <ac:spMk id="2" creationId="{E97ED0AA-9878-460C-B1FD-BE786E9AC193}"/>
          </ac:spMkLst>
        </pc:spChg>
        <pc:spChg chg="del">
          <ac:chgData name="SERGIO SPANO'" userId="3abdd0b9-513e-40ac-aad4-56920065037d" providerId="ADAL" clId="{0034361A-9E12-48AC-A38B-9EBE6F5212D0}" dt="2022-04-04T09:38:25.328" v="1554" actId="478"/>
          <ac:spMkLst>
            <pc:docMk/>
            <pc:sldMk cId="1094222998" sldId="276"/>
            <ac:spMk id="3" creationId="{CEBA63BE-5C00-429D-87F8-68F443AE0D32}"/>
          </ac:spMkLst>
        </pc:spChg>
        <pc:spChg chg="add del mod">
          <ac:chgData name="SERGIO SPANO'" userId="3abdd0b9-513e-40ac-aad4-56920065037d" providerId="ADAL" clId="{0034361A-9E12-48AC-A38B-9EBE6F5212D0}" dt="2022-04-04T09:38:27.852" v="1555" actId="478"/>
          <ac:spMkLst>
            <pc:docMk/>
            <pc:sldMk cId="1094222998" sldId="276"/>
            <ac:spMk id="7" creationId="{3AF23C69-752D-4BE1-8D3F-C31DB83D85BB}"/>
          </ac:spMkLst>
        </pc:spChg>
        <pc:spChg chg="add mod">
          <ac:chgData name="SERGIO SPANO'" userId="3abdd0b9-513e-40ac-aad4-56920065037d" providerId="ADAL" clId="{0034361A-9E12-48AC-A38B-9EBE6F5212D0}" dt="2022-04-04T09:40:27.361" v="1664" actId="20577"/>
          <ac:spMkLst>
            <pc:docMk/>
            <pc:sldMk cId="1094222998" sldId="276"/>
            <ac:spMk id="13" creationId="{00B7C921-DEE8-43E9-9673-50A428E20376}"/>
          </ac:spMkLst>
        </pc:spChg>
        <pc:picChg chg="add mod">
          <ac:chgData name="SERGIO SPANO'" userId="3abdd0b9-513e-40ac-aad4-56920065037d" providerId="ADAL" clId="{0034361A-9E12-48AC-A38B-9EBE6F5212D0}" dt="2022-04-04T09:39:01.752" v="1563" actId="1076"/>
          <ac:picMkLst>
            <pc:docMk/>
            <pc:sldMk cId="1094222998" sldId="276"/>
            <ac:picMk id="9" creationId="{C8BA915E-878B-410F-B9BC-715E56B8FE08}"/>
          </ac:picMkLst>
        </pc:picChg>
        <pc:picChg chg="add del mod">
          <ac:chgData name="SERGIO SPANO'" userId="3abdd0b9-513e-40ac-aad4-56920065037d" providerId="ADAL" clId="{0034361A-9E12-48AC-A38B-9EBE6F5212D0}" dt="2022-04-04T09:38:55.847" v="1559" actId="478"/>
          <ac:picMkLst>
            <pc:docMk/>
            <pc:sldMk cId="1094222998" sldId="276"/>
            <ac:picMk id="10" creationId="{055D6E70-0A4F-412D-B5EA-47EA0E735889}"/>
          </ac:picMkLst>
        </pc:picChg>
        <pc:picChg chg="add mod">
          <ac:chgData name="SERGIO SPANO'" userId="3abdd0b9-513e-40ac-aad4-56920065037d" providerId="ADAL" clId="{0034361A-9E12-48AC-A38B-9EBE6F5212D0}" dt="2022-04-04T09:39:14.822" v="1574" actId="1076"/>
          <ac:picMkLst>
            <pc:docMk/>
            <pc:sldMk cId="1094222998" sldId="276"/>
            <ac:picMk id="11" creationId="{0A2145BA-D1DE-442A-A167-F4D254158969}"/>
          </ac:picMkLst>
        </pc:picChg>
        <pc:picChg chg="del">
          <ac:chgData name="SERGIO SPANO'" userId="3abdd0b9-513e-40ac-aad4-56920065037d" providerId="ADAL" clId="{0034361A-9E12-48AC-A38B-9EBE6F5212D0}" dt="2022-04-04T09:38:22.086" v="1550" actId="478"/>
          <ac:picMkLst>
            <pc:docMk/>
            <pc:sldMk cId="1094222998" sldId="276"/>
            <ac:picMk id="19" creationId="{0EEEB728-8A74-4546-84EA-3A93642A6B74}"/>
          </ac:picMkLst>
        </pc:picChg>
      </pc:sldChg>
      <pc:sldChg chg="del">
        <pc:chgData name="SERGIO SPANO'" userId="3abdd0b9-513e-40ac-aad4-56920065037d" providerId="ADAL" clId="{0034361A-9E12-48AC-A38B-9EBE6F5212D0}" dt="2022-04-04T08:26:17.519" v="46" actId="47"/>
        <pc:sldMkLst>
          <pc:docMk/>
          <pc:sldMk cId="1250271747" sldId="276"/>
        </pc:sldMkLst>
      </pc:sldChg>
      <pc:sldChg chg="addSp delSp modSp new del mod">
        <pc:chgData name="SERGIO SPANO'" userId="3abdd0b9-513e-40ac-aad4-56920065037d" providerId="ADAL" clId="{0034361A-9E12-48AC-A38B-9EBE6F5212D0}" dt="2022-04-04T09:36:13.144" v="1369" actId="2696"/>
        <pc:sldMkLst>
          <pc:docMk/>
          <pc:sldMk cId="1551214867" sldId="276"/>
        </pc:sldMkLst>
        <pc:spChg chg="mod">
          <ac:chgData name="SERGIO SPANO'" userId="3abdd0b9-513e-40ac-aad4-56920065037d" providerId="ADAL" clId="{0034361A-9E12-48AC-A38B-9EBE6F5212D0}" dt="2022-04-04T09:34:52.397" v="1353" actId="27636"/>
          <ac:spMkLst>
            <pc:docMk/>
            <pc:sldMk cId="1551214867" sldId="276"/>
            <ac:spMk id="2" creationId="{E97ED0AA-9878-460C-B1FD-BE786E9AC193}"/>
          </ac:spMkLst>
        </pc:spChg>
        <pc:spChg chg="mod">
          <ac:chgData name="SERGIO SPANO'" userId="3abdd0b9-513e-40ac-aad4-56920065037d" providerId="ADAL" clId="{0034361A-9E12-48AC-A38B-9EBE6F5212D0}" dt="2022-04-04T09:35:11.785" v="1363" actId="14100"/>
          <ac:spMkLst>
            <pc:docMk/>
            <pc:sldMk cId="1551214867" sldId="276"/>
            <ac:spMk id="3" creationId="{CEBA63BE-5C00-429D-87F8-68F443AE0D32}"/>
          </ac:spMkLst>
        </pc:spChg>
        <pc:spChg chg="mod">
          <ac:chgData name="SERGIO SPANO'" userId="3abdd0b9-513e-40ac-aad4-56920065037d" providerId="ADAL" clId="{0034361A-9E12-48AC-A38B-9EBE6F5212D0}" dt="2022-04-04T09:35:17.283" v="1364"/>
          <ac:spMkLst>
            <pc:docMk/>
            <pc:sldMk cId="1551214867" sldId="276"/>
            <ac:spMk id="7" creationId="{E980D56F-B708-4D53-BF72-43ECFBE90235}"/>
          </ac:spMkLst>
        </pc:spChg>
        <pc:spChg chg="mod">
          <ac:chgData name="SERGIO SPANO'" userId="3abdd0b9-513e-40ac-aad4-56920065037d" providerId="ADAL" clId="{0034361A-9E12-48AC-A38B-9EBE6F5212D0}" dt="2022-04-04T09:35:17.283" v="1364"/>
          <ac:spMkLst>
            <pc:docMk/>
            <pc:sldMk cId="1551214867" sldId="276"/>
            <ac:spMk id="8" creationId="{A7ACC4BC-BFB0-4323-B936-09F9E12AA2BC}"/>
          </ac:spMkLst>
        </pc:spChg>
        <pc:spChg chg="mod">
          <ac:chgData name="SERGIO SPANO'" userId="3abdd0b9-513e-40ac-aad4-56920065037d" providerId="ADAL" clId="{0034361A-9E12-48AC-A38B-9EBE6F5212D0}" dt="2022-04-04T09:35:17.283" v="1364"/>
          <ac:spMkLst>
            <pc:docMk/>
            <pc:sldMk cId="1551214867" sldId="276"/>
            <ac:spMk id="9" creationId="{C7CEEB5E-626D-48EF-8BEE-CDF914A0F958}"/>
          </ac:spMkLst>
        </pc:spChg>
        <pc:spChg chg="mod">
          <ac:chgData name="SERGIO SPANO'" userId="3abdd0b9-513e-40ac-aad4-56920065037d" providerId="ADAL" clId="{0034361A-9E12-48AC-A38B-9EBE6F5212D0}" dt="2022-04-04T09:35:17.283" v="1364"/>
          <ac:spMkLst>
            <pc:docMk/>
            <pc:sldMk cId="1551214867" sldId="276"/>
            <ac:spMk id="14" creationId="{A82BC90B-B7AC-4BEA-9BF0-60EE0CAEFE4D}"/>
          </ac:spMkLst>
        </pc:spChg>
        <pc:spChg chg="mod">
          <ac:chgData name="SERGIO SPANO'" userId="3abdd0b9-513e-40ac-aad4-56920065037d" providerId="ADAL" clId="{0034361A-9E12-48AC-A38B-9EBE6F5212D0}" dt="2022-04-04T09:35:17.283" v="1364"/>
          <ac:spMkLst>
            <pc:docMk/>
            <pc:sldMk cId="1551214867" sldId="276"/>
            <ac:spMk id="15" creationId="{FDC8BCE4-13E3-43EA-9D11-52ADDEDAD6B4}"/>
          </ac:spMkLst>
        </pc:spChg>
        <pc:spChg chg="mod">
          <ac:chgData name="SERGIO SPANO'" userId="3abdd0b9-513e-40ac-aad4-56920065037d" providerId="ADAL" clId="{0034361A-9E12-48AC-A38B-9EBE6F5212D0}" dt="2022-04-04T09:35:17.283" v="1364"/>
          <ac:spMkLst>
            <pc:docMk/>
            <pc:sldMk cId="1551214867" sldId="276"/>
            <ac:spMk id="16" creationId="{13B0FBDD-621E-4A9B-A671-6FB5A7C13523}"/>
          </ac:spMkLst>
        </pc:spChg>
        <pc:spChg chg="mod">
          <ac:chgData name="SERGIO SPANO'" userId="3abdd0b9-513e-40ac-aad4-56920065037d" providerId="ADAL" clId="{0034361A-9E12-48AC-A38B-9EBE6F5212D0}" dt="2022-04-04T09:35:17.283" v="1364"/>
          <ac:spMkLst>
            <pc:docMk/>
            <pc:sldMk cId="1551214867" sldId="276"/>
            <ac:spMk id="17" creationId="{B785BE47-8B82-44A2-A13F-C88B76142D3B}"/>
          </ac:spMkLst>
        </pc:spChg>
        <pc:grpChg chg="add del mod">
          <ac:chgData name="SERGIO SPANO'" userId="3abdd0b9-513e-40ac-aad4-56920065037d" providerId="ADAL" clId="{0034361A-9E12-48AC-A38B-9EBE6F5212D0}" dt="2022-04-04T09:35:19.055" v="1365"/>
          <ac:grpSpMkLst>
            <pc:docMk/>
            <pc:sldMk cId="1551214867" sldId="276"/>
            <ac:grpSpMk id="6" creationId="{28E955F0-B2D6-484F-8B69-B27884954527}"/>
          </ac:grpSpMkLst>
        </pc:grpChg>
        <pc:picChg chg="add mod">
          <ac:chgData name="SERGIO SPANO'" userId="3abdd0b9-513e-40ac-aad4-56920065037d" providerId="ADAL" clId="{0034361A-9E12-48AC-A38B-9EBE6F5212D0}" dt="2022-04-04T09:35:23.181" v="1368" actId="1076"/>
          <ac:picMkLst>
            <pc:docMk/>
            <pc:sldMk cId="1551214867" sldId="276"/>
            <ac:picMk id="19" creationId="{0EEEB728-8A74-4546-84EA-3A93642A6B74}"/>
          </ac:picMkLst>
        </pc:picChg>
        <pc:cxnChg chg="mod">
          <ac:chgData name="SERGIO SPANO'" userId="3abdd0b9-513e-40ac-aad4-56920065037d" providerId="ADAL" clId="{0034361A-9E12-48AC-A38B-9EBE6F5212D0}" dt="2022-04-04T09:35:17.283" v="1364"/>
          <ac:cxnSpMkLst>
            <pc:docMk/>
            <pc:sldMk cId="1551214867" sldId="276"/>
            <ac:cxnSpMk id="10" creationId="{59ED55D2-8201-4466-A899-639B7C4EF16A}"/>
          </ac:cxnSpMkLst>
        </pc:cxnChg>
        <pc:cxnChg chg="mod">
          <ac:chgData name="SERGIO SPANO'" userId="3abdd0b9-513e-40ac-aad4-56920065037d" providerId="ADAL" clId="{0034361A-9E12-48AC-A38B-9EBE6F5212D0}" dt="2022-04-04T09:35:17.283" v="1364"/>
          <ac:cxnSpMkLst>
            <pc:docMk/>
            <pc:sldMk cId="1551214867" sldId="276"/>
            <ac:cxnSpMk id="11" creationId="{300B90A6-5B9B-4723-BD46-9C0D9E4F2CFE}"/>
          </ac:cxnSpMkLst>
        </pc:cxnChg>
        <pc:cxnChg chg="mod">
          <ac:chgData name="SERGIO SPANO'" userId="3abdd0b9-513e-40ac-aad4-56920065037d" providerId="ADAL" clId="{0034361A-9E12-48AC-A38B-9EBE6F5212D0}" dt="2022-04-04T09:35:17.283" v="1364"/>
          <ac:cxnSpMkLst>
            <pc:docMk/>
            <pc:sldMk cId="1551214867" sldId="276"/>
            <ac:cxnSpMk id="12" creationId="{B0B52D4B-92E6-4878-9B32-6D2D627AB998}"/>
          </ac:cxnSpMkLst>
        </pc:cxnChg>
        <pc:cxnChg chg="mod">
          <ac:chgData name="SERGIO SPANO'" userId="3abdd0b9-513e-40ac-aad4-56920065037d" providerId="ADAL" clId="{0034361A-9E12-48AC-A38B-9EBE6F5212D0}" dt="2022-04-04T09:35:17.283" v="1364"/>
          <ac:cxnSpMkLst>
            <pc:docMk/>
            <pc:sldMk cId="1551214867" sldId="276"/>
            <ac:cxnSpMk id="13" creationId="{083BBC1C-5E23-49F7-B2ED-DFEA54AE4A2F}"/>
          </ac:cxnSpMkLst>
        </pc:cxnChg>
        <pc:cxnChg chg="mod">
          <ac:chgData name="SERGIO SPANO'" userId="3abdd0b9-513e-40ac-aad4-56920065037d" providerId="ADAL" clId="{0034361A-9E12-48AC-A38B-9EBE6F5212D0}" dt="2022-04-04T09:35:17.283" v="1364"/>
          <ac:cxnSpMkLst>
            <pc:docMk/>
            <pc:sldMk cId="1551214867" sldId="276"/>
            <ac:cxnSpMk id="18" creationId="{EA4E462A-4C44-4F44-B489-CB44FA44B44E}"/>
          </ac:cxnSpMkLst>
        </pc:cxnChg>
      </pc:sldChg>
      <pc:sldChg chg="del">
        <pc:chgData name="SERGIO SPANO'" userId="3abdd0b9-513e-40ac-aad4-56920065037d" providerId="ADAL" clId="{0034361A-9E12-48AC-A38B-9EBE6F5212D0}" dt="2022-04-04T08:26:17.566" v="47" actId="47"/>
        <pc:sldMkLst>
          <pc:docMk/>
          <pc:sldMk cId="1221387922" sldId="277"/>
        </pc:sldMkLst>
      </pc:sldChg>
      <pc:sldChg chg="addSp delSp modSp new mod">
        <pc:chgData name="SERGIO SPANO'" userId="3abdd0b9-513e-40ac-aad4-56920065037d" providerId="ADAL" clId="{0034361A-9E12-48AC-A38B-9EBE6F5212D0}" dt="2022-04-04T09:38:05.713" v="1549" actId="1076"/>
        <pc:sldMkLst>
          <pc:docMk/>
          <pc:sldMk cId="3451030804" sldId="277"/>
        </pc:sldMkLst>
        <pc:spChg chg="mod">
          <ac:chgData name="SERGIO SPANO'" userId="3abdd0b9-513e-40ac-aad4-56920065037d" providerId="ADAL" clId="{0034361A-9E12-48AC-A38B-9EBE6F5212D0}" dt="2022-04-04T09:36:35.176" v="1397" actId="20577"/>
          <ac:spMkLst>
            <pc:docMk/>
            <pc:sldMk cId="3451030804" sldId="277"/>
            <ac:spMk id="2" creationId="{E736685E-995C-411E-90E1-0BEFE58E0EA4}"/>
          </ac:spMkLst>
        </pc:spChg>
        <pc:spChg chg="del">
          <ac:chgData name="SERGIO SPANO'" userId="3abdd0b9-513e-40ac-aad4-56920065037d" providerId="ADAL" clId="{0034361A-9E12-48AC-A38B-9EBE6F5212D0}" dt="2022-04-04T09:36:42.255" v="1398" actId="478"/>
          <ac:spMkLst>
            <pc:docMk/>
            <pc:sldMk cId="3451030804" sldId="277"/>
            <ac:spMk id="3" creationId="{F4B130CE-2792-4AD6-95D9-79D149DC1B57}"/>
          </ac:spMkLst>
        </pc:spChg>
        <pc:spChg chg="mod">
          <ac:chgData name="SERGIO SPANO'" userId="3abdd0b9-513e-40ac-aad4-56920065037d" providerId="ADAL" clId="{0034361A-9E12-48AC-A38B-9EBE6F5212D0}" dt="2022-04-04T09:37:01.930" v="1402"/>
          <ac:spMkLst>
            <pc:docMk/>
            <pc:sldMk cId="3451030804" sldId="277"/>
            <ac:spMk id="8" creationId="{C0BF1651-E1EE-4E39-A5CE-8025012E107B}"/>
          </ac:spMkLst>
        </pc:spChg>
        <pc:spChg chg="mod">
          <ac:chgData name="SERGIO SPANO'" userId="3abdd0b9-513e-40ac-aad4-56920065037d" providerId="ADAL" clId="{0034361A-9E12-48AC-A38B-9EBE6F5212D0}" dt="2022-04-04T09:37:01.930" v="1402"/>
          <ac:spMkLst>
            <pc:docMk/>
            <pc:sldMk cId="3451030804" sldId="277"/>
            <ac:spMk id="9" creationId="{DA4C5FA9-14B8-4FCB-8A1A-2889DCB79DF5}"/>
          </ac:spMkLst>
        </pc:spChg>
        <pc:spChg chg="mod">
          <ac:chgData name="SERGIO SPANO'" userId="3abdd0b9-513e-40ac-aad4-56920065037d" providerId="ADAL" clId="{0034361A-9E12-48AC-A38B-9EBE6F5212D0}" dt="2022-04-04T09:37:01.930" v="1402"/>
          <ac:spMkLst>
            <pc:docMk/>
            <pc:sldMk cId="3451030804" sldId="277"/>
            <ac:spMk id="10" creationId="{471F41E4-115B-4C64-B063-52DE05D676EE}"/>
          </ac:spMkLst>
        </pc:spChg>
        <pc:spChg chg="mod">
          <ac:chgData name="SERGIO SPANO'" userId="3abdd0b9-513e-40ac-aad4-56920065037d" providerId="ADAL" clId="{0034361A-9E12-48AC-A38B-9EBE6F5212D0}" dt="2022-04-04T09:37:01.930" v="1402"/>
          <ac:spMkLst>
            <pc:docMk/>
            <pc:sldMk cId="3451030804" sldId="277"/>
            <ac:spMk id="15" creationId="{27B46950-E61C-4E94-901F-DCB8CF4C5A43}"/>
          </ac:spMkLst>
        </pc:spChg>
        <pc:spChg chg="mod">
          <ac:chgData name="SERGIO SPANO'" userId="3abdd0b9-513e-40ac-aad4-56920065037d" providerId="ADAL" clId="{0034361A-9E12-48AC-A38B-9EBE6F5212D0}" dt="2022-04-04T09:37:01.930" v="1402"/>
          <ac:spMkLst>
            <pc:docMk/>
            <pc:sldMk cId="3451030804" sldId="277"/>
            <ac:spMk id="16" creationId="{49D457A3-D47B-4336-90DC-1DA26B6DD4A5}"/>
          </ac:spMkLst>
        </pc:spChg>
        <pc:spChg chg="mod">
          <ac:chgData name="SERGIO SPANO'" userId="3abdd0b9-513e-40ac-aad4-56920065037d" providerId="ADAL" clId="{0034361A-9E12-48AC-A38B-9EBE6F5212D0}" dt="2022-04-04T09:37:01.930" v="1402"/>
          <ac:spMkLst>
            <pc:docMk/>
            <pc:sldMk cId="3451030804" sldId="277"/>
            <ac:spMk id="17" creationId="{0A1FA84D-0C34-4E82-BFE5-9042C6DC6724}"/>
          </ac:spMkLst>
        </pc:spChg>
        <pc:spChg chg="mod">
          <ac:chgData name="SERGIO SPANO'" userId="3abdd0b9-513e-40ac-aad4-56920065037d" providerId="ADAL" clId="{0034361A-9E12-48AC-A38B-9EBE6F5212D0}" dt="2022-04-04T09:37:01.930" v="1402"/>
          <ac:spMkLst>
            <pc:docMk/>
            <pc:sldMk cId="3451030804" sldId="277"/>
            <ac:spMk id="18" creationId="{001CCF6E-66AF-4D02-AF86-63C55DF7A241}"/>
          </ac:spMkLst>
        </pc:spChg>
        <pc:spChg chg="add mod">
          <ac:chgData name="SERGIO SPANO'" userId="3abdd0b9-513e-40ac-aad4-56920065037d" providerId="ADAL" clId="{0034361A-9E12-48AC-A38B-9EBE6F5212D0}" dt="2022-04-04T09:38:05.713" v="1549" actId="1076"/>
          <ac:spMkLst>
            <pc:docMk/>
            <pc:sldMk cId="3451030804" sldId="277"/>
            <ac:spMk id="21" creationId="{DB03DC57-AACE-4ECA-8D35-181E0B445093}"/>
          </ac:spMkLst>
        </pc:spChg>
        <pc:grpChg chg="add del mod">
          <ac:chgData name="SERGIO SPANO'" userId="3abdd0b9-513e-40ac-aad4-56920065037d" providerId="ADAL" clId="{0034361A-9E12-48AC-A38B-9EBE6F5212D0}" dt="2022-04-04T09:37:03.501" v="1403"/>
          <ac:grpSpMkLst>
            <pc:docMk/>
            <pc:sldMk cId="3451030804" sldId="277"/>
            <ac:grpSpMk id="7" creationId="{9F7982F9-9BF0-4001-89C0-E351F4C562A4}"/>
          </ac:grpSpMkLst>
        </pc:grpChg>
        <pc:picChg chg="add mod">
          <ac:chgData name="SERGIO SPANO'" userId="3abdd0b9-513e-40ac-aad4-56920065037d" providerId="ADAL" clId="{0034361A-9E12-48AC-A38B-9EBE6F5212D0}" dt="2022-04-04T09:37:10.372" v="1407" actId="1076"/>
          <ac:picMkLst>
            <pc:docMk/>
            <pc:sldMk cId="3451030804" sldId="277"/>
            <ac:picMk id="6" creationId="{D113CC74-0D68-4D36-A919-9AB88213422B}"/>
          </ac:picMkLst>
        </pc:picChg>
        <pc:picChg chg="add mod">
          <ac:chgData name="SERGIO SPANO'" userId="3abdd0b9-513e-40ac-aad4-56920065037d" providerId="ADAL" clId="{0034361A-9E12-48AC-A38B-9EBE6F5212D0}" dt="2022-04-04T09:37:11.418" v="1408" actId="1076"/>
          <ac:picMkLst>
            <pc:docMk/>
            <pc:sldMk cId="3451030804" sldId="277"/>
            <ac:picMk id="20" creationId="{24BAD2BE-E7DC-45F6-8C91-BB4C8874A2BF}"/>
          </ac:picMkLst>
        </pc:picChg>
        <pc:cxnChg chg="mod">
          <ac:chgData name="SERGIO SPANO'" userId="3abdd0b9-513e-40ac-aad4-56920065037d" providerId="ADAL" clId="{0034361A-9E12-48AC-A38B-9EBE6F5212D0}" dt="2022-04-04T09:37:01.930" v="1402"/>
          <ac:cxnSpMkLst>
            <pc:docMk/>
            <pc:sldMk cId="3451030804" sldId="277"/>
            <ac:cxnSpMk id="11" creationId="{CA667E03-7760-44A0-918B-D2D4CADCFE8B}"/>
          </ac:cxnSpMkLst>
        </pc:cxnChg>
        <pc:cxnChg chg="mod">
          <ac:chgData name="SERGIO SPANO'" userId="3abdd0b9-513e-40ac-aad4-56920065037d" providerId="ADAL" clId="{0034361A-9E12-48AC-A38B-9EBE6F5212D0}" dt="2022-04-04T09:37:01.930" v="1402"/>
          <ac:cxnSpMkLst>
            <pc:docMk/>
            <pc:sldMk cId="3451030804" sldId="277"/>
            <ac:cxnSpMk id="12" creationId="{D920871D-E707-408B-9348-97EF36491DE3}"/>
          </ac:cxnSpMkLst>
        </pc:cxnChg>
        <pc:cxnChg chg="mod">
          <ac:chgData name="SERGIO SPANO'" userId="3abdd0b9-513e-40ac-aad4-56920065037d" providerId="ADAL" clId="{0034361A-9E12-48AC-A38B-9EBE6F5212D0}" dt="2022-04-04T09:37:01.930" v="1402"/>
          <ac:cxnSpMkLst>
            <pc:docMk/>
            <pc:sldMk cId="3451030804" sldId="277"/>
            <ac:cxnSpMk id="13" creationId="{61B1E902-9287-47B6-A4E7-4A7BB10ECFA8}"/>
          </ac:cxnSpMkLst>
        </pc:cxnChg>
        <pc:cxnChg chg="mod">
          <ac:chgData name="SERGIO SPANO'" userId="3abdd0b9-513e-40ac-aad4-56920065037d" providerId="ADAL" clId="{0034361A-9E12-48AC-A38B-9EBE6F5212D0}" dt="2022-04-04T09:37:01.930" v="1402"/>
          <ac:cxnSpMkLst>
            <pc:docMk/>
            <pc:sldMk cId="3451030804" sldId="277"/>
            <ac:cxnSpMk id="14" creationId="{8B92C023-C230-457F-B50F-0B05D412AF77}"/>
          </ac:cxnSpMkLst>
        </pc:cxnChg>
        <pc:cxnChg chg="mod">
          <ac:chgData name="SERGIO SPANO'" userId="3abdd0b9-513e-40ac-aad4-56920065037d" providerId="ADAL" clId="{0034361A-9E12-48AC-A38B-9EBE6F5212D0}" dt="2022-04-04T09:37:01.930" v="1402"/>
          <ac:cxnSpMkLst>
            <pc:docMk/>
            <pc:sldMk cId="3451030804" sldId="277"/>
            <ac:cxnSpMk id="19" creationId="{E0BA401F-5510-4F10-8991-186D055CA94A}"/>
          </ac:cxnSpMkLst>
        </pc:cxnChg>
      </pc:sldChg>
    </pc:docChg>
  </pc:docChgLst>
  <pc:docChgLst>
    <pc:chgData name="SERGIO SPANO'" userId="3abdd0b9-513e-40ac-aad4-56920065037d" providerId="ADAL" clId="{2DCFDF45-1F6B-4A47-892B-C9094FDD5642}"/>
    <pc:docChg chg="undo redo custSel addSld delSld modSld modMainMaster">
      <pc:chgData name="SERGIO SPANO'" userId="3abdd0b9-513e-40ac-aad4-56920065037d" providerId="ADAL" clId="{2DCFDF45-1F6B-4A47-892B-C9094FDD5642}" dt="2022-03-29T15:09:18.552" v="6977"/>
      <pc:docMkLst>
        <pc:docMk/>
      </pc:docMkLst>
      <pc:sldChg chg="addSp delSp modSp mod modTransition">
        <pc:chgData name="SERGIO SPANO'" userId="3abdd0b9-513e-40ac-aad4-56920065037d" providerId="ADAL" clId="{2DCFDF45-1F6B-4A47-892B-C9094FDD5642}" dt="2022-03-29T15:09:18.552" v="6977"/>
        <pc:sldMkLst>
          <pc:docMk/>
          <pc:sldMk cId="3676927149" sldId="256"/>
        </pc:sldMkLst>
        <pc:spChg chg="mod">
          <ac:chgData name="SERGIO SPANO'" userId="3abdd0b9-513e-40ac-aad4-56920065037d" providerId="ADAL" clId="{2DCFDF45-1F6B-4A47-892B-C9094FDD5642}" dt="2022-03-18T14:06:30.472" v="279" actId="1076"/>
          <ac:spMkLst>
            <pc:docMk/>
            <pc:sldMk cId="3676927149" sldId="256"/>
            <ac:spMk id="2" creationId="{AE5A0156-FA44-4B5E-AA95-BA26FE319EEF}"/>
          </ac:spMkLst>
        </pc:spChg>
        <pc:spChg chg="mod">
          <ac:chgData name="SERGIO SPANO'" userId="3abdd0b9-513e-40ac-aad4-56920065037d" providerId="ADAL" clId="{2DCFDF45-1F6B-4A47-892B-C9094FDD5642}" dt="2022-03-22T09:04:54.957" v="4648" actId="6549"/>
          <ac:spMkLst>
            <pc:docMk/>
            <pc:sldMk cId="3676927149" sldId="256"/>
            <ac:spMk id="3" creationId="{9DAC625A-2F47-4E94-ABBC-7F67DDCC72AE}"/>
          </ac:spMkLst>
        </pc:spChg>
        <pc:spChg chg="add del mod">
          <ac:chgData name="SERGIO SPANO'" userId="3abdd0b9-513e-40ac-aad4-56920065037d" providerId="ADAL" clId="{2DCFDF45-1F6B-4A47-892B-C9094FDD5642}" dt="2022-03-18T14:01:33.943" v="142" actId="478"/>
          <ac:spMkLst>
            <pc:docMk/>
            <pc:sldMk cId="3676927149" sldId="256"/>
            <ac:spMk id="8" creationId="{E14F2558-EEB5-4791-AD6B-7BDE37AA7675}"/>
          </ac:spMkLst>
        </pc:spChg>
        <pc:spChg chg="del">
          <ac:chgData name="SERGIO SPANO'" userId="3abdd0b9-513e-40ac-aad4-56920065037d" providerId="ADAL" clId="{2DCFDF45-1F6B-4A47-892B-C9094FDD5642}" dt="2022-03-18T14:00:49.007" v="66" actId="478"/>
          <ac:spMkLst>
            <pc:docMk/>
            <pc:sldMk cId="3676927149" sldId="256"/>
            <ac:spMk id="9" creationId="{318439EC-548D-4D8A-A188-8D14B752B73D}"/>
          </ac:spMkLst>
        </pc:spChg>
        <pc:spChg chg="mod">
          <ac:chgData name="SERGIO SPANO'" userId="3abdd0b9-513e-40ac-aad4-56920065037d" providerId="ADAL" clId="{2DCFDF45-1F6B-4A47-892B-C9094FDD5642}" dt="2022-03-18T14:01:39.036" v="143" actId="113"/>
          <ac:spMkLst>
            <pc:docMk/>
            <pc:sldMk cId="3676927149" sldId="256"/>
            <ac:spMk id="10" creationId="{1C28BD56-FEA0-4AD1-A103-B45E0AC86A2B}"/>
          </ac:spMkLst>
        </pc:spChg>
        <pc:spChg chg="add mod">
          <ac:chgData name="SERGIO SPANO'" userId="3abdd0b9-513e-40ac-aad4-56920065037d" providerId="ADAL" clId="{2DCFDF45-1F6B-4A47-892B-C9094FDD5642}" dt="2022-03-18T14:02:30.754" v="219" actId="1038"/>
          <ac:spMkLst>
            <pc:docMk/>
            <pc:sldMk cId="3676927149" sldId="256"/>
            <ac:spMk id="11" creationId="{123B7B49-C8BB-4009-A2E6-0B54CF1F761A}"/>
          </ac:spMkLst>
        </pc:spChg>
        <pc:spChg chg="del">
          <ac:chgData name="SERGIO SPANO'" userId="3abdd0b9-513e-40ac-aad4-56920065037d" providerId="ADAL" clId="{2DCFDF45-1F6B-4A47-892B-C9094FDD5642}" dt="2022-03-18T13:55:06.103" v="15" actId="478"/>
          <ac:spMkLst>
            <pc:docMk/>
            <pc:sldMk cId="3676927149" sldId="256"/>
            <ac:spMk id="12" creationId="{8040EDA3-6872-4ECF-8CB6-CC5146A39550}"/>
          </ac:spMkLst>
        </pc:spChg>
        <pc:spChg chg="add mod">
          <ac:chgData name="SERGIO SPANO'" userId="3abdd0b9-513e-40ac-aad4-56920065037d" providerId="ADAL" clId="{2DCFDF45-1F6B-4A47-892B-C9094FDD5642}" dt="2022-03-18T14:07:29.014" v="305" actId="1076"/>
          <ac:spMkLst>
            <pc:docMk/>
            <pc:sldMk cId="3676927149" sldId="256"/>
            <ac:spMk id="13" creationId="{0BF8EE60-99FF-4EAC-B7A2-D59C05E19A25}"/>
          </ac:spMkLst>
        </pc:spChg>
        <pc:spChg chg="add mod">
          <ac:chgData name="SERGIO SPANO'" userId="3abdd0b9-513e-40ac-aad4-56920065037d" providerId="ADAL" clId="{2DCFDF45-1F6B-4A47-892B-C9094FDD5642}" dt="2022-03-21T10:58:57.538" v="1118" actId="114"/>
          <ac:spMkLst>
            <pc:docMk/>
            <pc:sldMk cId="3676927149" sldId="256"/>
            <ac:spMk id="14" creationId="{39EEDCDD-D4EE-46B3-B11D-3DFC26DC2D7E}"/>
          </ac:spMkLst>
        </pc:spChg>
        <pc:picChg chg="del">
          <ac:chgData name="SERGIO SPANO'" userId="3abdd0b9-513e-40ac-aad4-56920065037d" providerId="ADAL" clId="{2DCFDF45-1F6B-4A47-892B-C9094FDD5642}" dt="2022-03-18T13:54:23.373" v="13" actId="478"/>
          <ac:picMkLst>
            <pc:docMk/>
            <pc:sldMk cId="3676927149" sldId="256"/>
            <ac:picMk id="6" creationId="{126A9E0D-5C69-4CAA-AA33-76FF1ABC5F6F}"/>
          </ac:picMkLst>
        </pc:picChg>
      </pc:sldChg>
      <pc:sldChg chg="del">
        <pc:chgData name="SERGIO SPANO'" userId="3abdd0b9-513e-40ac-aad4-56920065037d" providerId="ADAL" clId="{2DCFDF45-1F6B-4A47-892B-C9094FDD5642}" dt="2022-03-18T14:06:55.354" v="280" actId="47"/>
        <pc:sldMkLst>
          <pc:docMk/>
          <pc:sldMk cId="1057790455" sldId="257"/>
        </pc:sldMkLst>
      </pc:sldChg>
      <pc:sldChg chg="modSp new mod modTransition">
        <pc:chgData name="SERGIO SPANO'" userId="3abdd0b9-513e-40ac-aad4-56920065037d" providerId="ADAL" clId="{2DCFDF45-1F6B-4A47-892B-C9094FDD5642}" dt="2022-03-29T15:09:18.552" v="6977"/>
        <pc:sldMkLst>
          <pc:docMk/>
          <pc:sldMk cId="1423266225" sldId="257"/>
        </pc:sldMkLst>
        <pc:spChg chg="mod">
          <ac:chgData name="SERGIO SPANO'" userId="3abdd0b9-513e-40ac-aad4-56920065037d" providerId="ADAL" clId="{2DCFDF45-1F6B-4A47-892B-C9094FDD5642}" dt="2022-03-18T14:12:57.184" v="529" actId="790"/>
          <ac:spMkLst>
            <pc:docMk/>
            <pc:sldMk cId="1423266225" sldId="257"/>
            <ac:spMk id="2" creationId="{98AC5F0D-5B08-4CB5-8AAA-B2F1EED95B55}"/>
          </ac:spMkLst>
        </pc:spChg>
        <pc:spChg chg="mod">
          <ac:chgData name="SERGIO SPANO'" userId="3abdd0b9-513e-40ac-aad4-56920065037d" providerId="ADAL" clId="{2DCFDF45-1F6B-4A47-892B-C9094FDD5642}" dt="2022-03-18T14:16:09.264" v="957" actId="1035"/>
          <ac:spMkLst>
            <pc:docMk/>
            <pc:sldMk cId="1423266225" sldId="257"/>
            <ac:spMk id="3" creationId="{BADD70FC-63BD-4F0F-9793-309F174E9FFE}"/>
          </ac:spMkLst>
        </pc:spChg>
      </pc:sldChg>
      <pc:sldChg chg="addSp delSp modSp new mod modTransition">
        <pc:chgData name="SERGIO SPANO'" userId="3abdd0b9-513e-40ac-aad4-56920065037d" providerId="ADAL" clId="{2DCFDF45-1F6B-4A47-892B-C9094FDD5642}" dt="2022-03-29T15:09:18.552" v="6977"/>
        <pc:sldMkLst>
          <pc:docMk/>
          <pc:sldMk cId="1175821773" sldId="258"/>
        </pc:sldMkLst>
        <pc:spChg chg="mod">
          <ac:chgData name="SERGIO SPANO'" userId="3abdd0b9-513e-40ac-aad4-56920065037d" providerId="ADAL" clId="{2DCFDF45-1F6B-4A47-892B-C9094FDD5642}" dt="2022-03-21T10:21:39.042" v="971" actId="20577"/>
          <ac:spMkLst>
            <pc:docMk/>
            <pc:sldMk cId="1175821773" sldId="258"/>
            <ac:spMk id="2" creationId="{C9E2C8CF-CA54-4290-BEC6-441F0153C4D5}"/>
          </ac:spMkLst>
        </pc:spChg>
        <pc:spChg chg="mod">
          <ac:chgData name="SERGIO SPANO'" userId="3abdd0b9-513e-40ac-aad4-56920065037d" providerId="ADAL" clId="{2DCFDF45-1F6B-4A47-892B-C9094FDD5642}" dt="2022-03-22T10:19:42.293" v="6731" actId="207"/>
          <ac:spMkLst>
            <pc:docMk/>
            <pc:sldMk cId="1175821773" sldId="258"/>
            <ac:spMk id="3" creationId="{F543ABF5-1C45-4027-AD6A-E8818A594816}"/>
          </ac:spMkLst>
        </pc:spChg>
        <pc:spChg chg="mod">
          <ac:chgData name="SERGIO SPANO'" userId="3abdd0b9-513e-40ac-aad4-56920065037d" providerId="ADAL" clId="{2DCFDF45-1F6B-4A47-892B-C9094FDD5642}" dt="2022-03-21T11:08:19.259" v="1310" actId="27803"/>
          <ac:spMkLst>
            <pc:docMk/>
            <pc:sldMk cId="1175821773" sldId="258"/>
            <ac:spMk id="11" creationId="{5B1D928C-5CF6-40EF-8E07-138B23811370}"/>
          </ac:spMkLst>
        </pc:spChg>
        <pc:spChg chg="mod">
          <ac:chgData name="SERGIO SPANO'" userId="3abdd0b9-513e-40ac-aad4-56920065037d" providerId="ADAL" clId="{2DCFDF45-1F6B-4A47-892B-C9094FDD5642}" dt="2022-03-21T11:08:19.259" v="1310" actId="27803"/>
          <ac:spMkLst>
            <pc:docMk/>
            <pc:sldMk cId="1175821773" sldId="258"/>
            <ac:spMk id="12" creationId="{C1620014-24DC-4107-B022-03AB7F00C150}"/>
          </ac:spMkLst>
        </pc:spChg>
        <pc:spChg chg="mod">
          <ac:chgData name="SERGIO SPANO'" userId="3abdd0b9-513e-40ac-aad4-56920065037d" providerId="ADAL" clId="{2DCFDF45-1F6B-4A47-892B-C9094FDD5642}" dt="2022-03-21T11:08:19.259" v="1310" actId="27803"/>
          <ac:spMkLst>
            <pc:docMk/>
            <pc:sldMk cId="1175821773" sldId="258"/>
            <ac:spMk id="13" creationId="{BB17C59C-378A-4E78-B80E-BA718A12589B}"/>
          </ac:spMkLst>
        </pc:spChg>
        <pc:spChg chg="mod">
          <ac:chgData name="SERGIO SPANO'" userId="3abdd0b9-513e-40ac-aad4-56920065037d" providerId="ADAL" clId="{2DCFDF45-1F6B-4A47-892B-C9094FDD5642}" dt="2022-03-21T11:08:19.259" v="1310" actId="27803"/>
          <ac:spMkLst>
            <pc:docMk/>
            <pc:sldMk cId="1175821773" sldId="258"/>
            <ac:spMk id="14" creationId="{8F0B198D-8A16-4505-B531-62519A8A7B6E}"/>
          </ac:spMkLst>
        </pc:spChg>
        <pc:spChg chg="mod">
          <ac:chgData name="SERGIO SPANO'" userId="3abdd0b9-513e-40ac-aad4-56920065037d" providerId="ADAL" clId="{2DCFDF45-1F6B-4A47-892B-C9094FDD5642}" dt="2022-03-21T11:08:19.259" v="1310" actId="27803"/>
          <ac:spMkLst>
            <pc:docMk/>
            <pc:sldMk cId="1175821773" sldId="258"/>
            <ac:spMk id="15" creationId="{8D7BD9C1-A196-49EE-B6DA-DE31E5C72C07}"/>
          </ac:spMkLst>
        </pc:spChg>
        <pc:spChg chg="mod">
          <ac:chgData name="SERGIO SPANO'" userId="3abdd0b9-513e-40ac-aad4-56920065037d" providerId="ADAL" clId="{2DCFDF45-1F6B-4A47-892B-C9094FDD5642}" dt="2022-03-21T11:08:19.259" v="1310" actId="27803"/>
          <ac:spMkLst>
            <pc:docMk/>
            <pc:sldMk cId="1175821773" sldId="258"/>
            <ac:spMk id="16" creationId="{738AD7DB-B453-40B4-B4AD-03C810AA0DBF}"/>
          </ac:spMkLst>
        </pc:spChg>
        <pc:spChg chg="mod">
          <ac:chgData name="SERGIO SPANO'" userId="3abdd0b9-513e-40ac-aad4-56920065037d" providerId="ADAL" clId="{2DCFDF45-1F6B-4A47-892B-C9094FDD5642}" dt="2022-03-21T11:08:19.259" v="1310" actId="27803"/>
          <ac:spMkLst>
            <pc:docMk/>
            <pc:sldMk cId="1175821773" sldId="258"/>
            <ac:spMk id="17" creationId="{4A5F4502-4513-4A5E-8459-6105590C2D3F}"/>
          </ac:spMkLst>
        </pc:spChg>
        <pc:spChg chg="mod">
          <ac:chgData name="SERGIO SPANO'" userId="3abdd0b9-513e-40ac-aad4-56920065037d" providerId="ADAL" clId="{2DCFDF45-1F6B-4A47-892B-C9094FDD5642}" dt="2022-03-21T11:08:19.259" v="1310" actId="27803"/>
          <ac:spMkLst>
            <pc:docMk/>
            <pc:sldMk cId="1175821773" sldId="258"/>
            <ac:spMk id="18" creationId="{3B8A76BD-BF35-4170-A1D5-15D254859642}"/>
          </ac:spMkLst>
        </pc:spChg>
        <pc:spChg chg="mod">
          <ac:chgData name="SERGIO SPANO'" userId="3abdd0b9-513e-40ac-aad4-56920065037d" providerId="ADAL" clId="{2DCFDF45-1F6B-4A47-892B-C9094FDD5642}" dt="2022-03-21T11:08:19.259" v="1310" actId="27803"/>
          <ac:spMkLst>
            <pc:docMk/>
            <pc:sldMk cId="1175821773" sldId="258"/>
            <ac:spMk id="19" creationId="{D6C48E27-F8C2-4F82-B7CF-ABB51D332635}"/>
          </ac:spMkLst>
        </pc:spChg>
        <pc:spChg chg="mod">
          <ac:chgData name="SERGIO SPANO'" userId="3abdd0b9-513e-40ac-aad4-56920065037d" providerId="ADAL" clId="{2DCFDF45-1F6B-4A47-892B-C9094FDD5642}" dt="2022-03-21T11:08:19.259" v="1310" actId="27803"/>
          <ac:spMkLst>
            <pc:docMk/>
            <pc:sldMk cId="1175821773" sldId="258"/>
            <ac:spMk id="20" creationId="{E46F2C4B-DDD8-498C-8D47-3E3D51BDF825}"/>
          </ac:spMkLst>
        </pc:spChg>
        <pc:spChg chg="mod">
          <ac:chgData name="SERGIO SPANO'" userId="3abdd0b9-513e-40ac-aad4-56920065037d" providerId="ADAL" clId="{2DCFDF45-1F6B-4A47-892B-C9094FDD5642}" dt="2022-03-21T11:08:19.259" v="1310" actId="27803"/>
          <ac:spMkLst>
            <pc:docMk/>
            <pc:sldMk cId="1175821773" sldId="258"/>
            <ac:spMk id="21" creationId="{8DD86A68-9B11-4091-93A9-0DF80440C5DC}"/>
          </ac:spMkLst>
        </pc:spChg>
        <pc:spChg chg="mod">
          <ac:chgData name="SERGIO SPANO'" userId="3abdd0b9-513e-40ac-aad4-56920065037d" providerId="ADAL" clId="{2DCFDF45-1F6B-4A47-892B-C9094FDD5642}" dt="2022-03-21T11:08:19.259" v="1310" actId="27803"/>
          <ac:spMkLst>
            <pc:docMk/>
            <pc:sldMk cId="1175821773" sldId="258"/>
            <ac:spMk id="22" creationId="{612A8166-108F-4522-BED4-91C222D3272F}"/>
          </ac:spMkLst>
        </pc:spChg>
        <pc:spChg chg="mod">
          <ac:chgData name="SERGIO SPANO'" userId="3abdd0b9-513e-40ac-aad4-56920065037d" providerId="ADAL" clId="{2DCFDF45-1F6B-4A47-892B-C9094FDD5642}" dt="2022-03-21T11:08:19.259" v="1310" actId="27803"/>
          <ac:spMkLst>
            <pc:docMk/>
            <pc:sldMk cId="1175821773" sldId="258"/>
            <ac:spMk id="23" creationId="{D4F68098-547C-46D8-A3B7-475D7790CD54}"/>
          </ac:spMkLst>
        </pc:spChg>
        <pc:spChg chg="mod">
          <ac:chgData name="SERGIO SPANO'" userId="3abdd0b9-513e-40ac-aad4-56920065037d" providerId="ADAL" clId="{2DCFDF45-1F6B-4A47-892B-C9094FDD5642}" dt="2022-03-21T11:08:19.259" v="1310" actId="27803"/>
          <ac:spMkLst>
            <pc:docMk/>
            <pc:sldMk cId="1175821773" sldId="258"/>
            <ac:spMk id="24" creationId="{B11AFC3A-0DFE-4AE0-A545-F03ED463CD7B}"/>
          </ac:spMkLst>
        </pc:spChg>
        <pc:spChg chg="mod">
          <ac:chgData name="SERGIO SPANO'" userId="3abdd0b9-513e-40ac-aad4-56920065037d" providerId="ADAL" clId="{2DCFDF45-1F6B-4A47-892B-C9094FDD5642}" dt="2022-03-21T11:08:19.259" v="1310" actId="27803"/>
          <ac:spMkLst>
            <pc:docMk/>
            <pc:sldMk cId="1175821773" sldId="258"/>
            <ac:spMk id="25" creationId="{CC32B640-1BFF-40F9-9573-F186C43A6FE6}"/>
          </ac:spMkLst>
        </pc:spChg>
        <pc:spChg chg="mod">
          <ac:chgData name="SERGIO SPANO'" userId="3abdd0b9-513e-40ac-aad4-56920065037d" providerId="ADAL" clId="{2DCFDF45-1F6B-4A47-892B-C9094FDD5642}" dt="2022-03-21T11:08:19.259" v="1310" actId="27803"/>
          <ac:spMkLst>
            <pc:docMk/>
            <pc:sldMk cId="1175821773" sldId="258"/>
            <ac:spMk id="26" creationId="{CC8246ED-BA09-44C4-8AEF-0CAB84C3F920}"/>
          </ac:spMkLst>
        </pc:spChg>
        <pc:spChg chg="mod">
          <ac:chgData name="SERGIO SPANO'" userId="3abdd0b9-513e-40ac-aad4-56920065037d" providerId="ADAL" clId="{2DCFDF45-1F6B-4A47-892B-C9094FDD5642}" dt="2022-03-21T11:08:19.259" v="1310" actId="27803"/>
          <ac:spMkLst>
            <pc:docMk/>
            <pc:sldMk cId="1175821773" sldId="258"/>
            <ac:spMk id="27" creationId="{9183CA1D-6631-4FF6-8969-FDD6CB7E98BA}"/>
          </ac:spMkLst>
        </pc:spChg>
        <pc:spChg chg="mod">
          <ac:chgData name="SERGIO SPANO'" userId="3abdd0b9-513e-40ac-aad4-56920065037d" providerId="ADAL" clId="{2DCFDF45-1F6B-4A47-892B-C9094FDD5642}" dt="2022-03-21T11:08:19.259" v="1310" actId="27803"/>
          <ac:spMkLst>
            <pc:docMk/>
            <pc:sldMk cId="1175821773" sldId="258"/>
            <ac:spMk id="28" creationId="{C808D9ED-F208-4156-B381-E3C334066EAE}"/>
          </ac:spMkLst>
        </pc:spChg>
        <pc:spChg chg="mod">
          <ac:chgData name="SERGIO SPANO'" userId="3abdd0b9-513e-40ac-aad4-56920065037d" providerId="ADAL" clId="{2DCFDF45-1F6B-4A47-892B-C9094FDD5642}" dt="2022-03-21T11:08:19.259" v="1310" actId="27803"/>
          <ac:spMkLst>
            <pc:docMk/>
            <pc:sldMk cId="1175821773" sldId="258"/>
            <ac:spMk id="29" creationId="{AC95F842-AB40-4BE5-B56C-33C63EEC435A}"/>
          </ac:spMkLst>
        </pc:spChg>
        <pc:spChg chg="mod">
          <ac:chgData name="SERGIO SPANO'" userId="3abdd0b9-513e-40ac-aad4-56920065037d" providerId="ADAL" clId="{2DCFDF45-1F6B-4A47-892B-C9094FDD5642}" dt="2022-03-21T11:08:19.259" v="1310" actId="27803"/>
          <ac:spMkLst>
            <pc:docMk/>
            <pc:sldMk cId="1175821773" sldId="258"/>
            <ac:spMk id="30" creationId="{0632EFC4-5D45-4913-8FCB-79E111E20B1D}"/>
          </ac:spMkLst>
        </pc:spChg>
        <pc:spChg chg="mod">
          <ac:chgData name="SERGIO SPANO'" userId="3abdd0b9-513e-40ac-aad4-56920065037d" providerId="ADAL" clId="{2DCFDF45-1F6B-4A47-892B-C9094FDD5642}" dt="2022-03-21T11:08:19.259" v="1310" actId="27803"/>
          <ac:spMkLst>
            <pc:docMk/>
            <pc:sldMk cId="1175821773" sldId="258"/>
            <ac:spMk id="31" creationId="{ECE71F5A-6F5D-4991-AA1B-94EFF0507284}"/>
          </ac:spMkLst>
        </pc:spChg>
        <pc:spChg chg="mod">
          <ac:chgData name="SERGIO SPANO'" userId="3abdd0b9-513e-40ac-aad4-56920065037d" providerId="ADAL" clId="{2DCFDF45-1F6B-4A47-892B-C9094FDD5642}" dt="2022-03-21T11:08:19.259" v="1310" actId="27803"/>
          <ac:spMkLst>
            <pc:docMk/>
            <pc:sldMk cId="1175821773" sldId="258"/>
            <ac:spMk id="32" creationId="{00544062-948B-42C6-9E3E-C1862C9262FF}"/>
          </ac:spMkLst>
        </pc:spChg>
        <pc:spChg chg="mod">
          <ac:chgData name="SERGIO SPANO'" userId="3abdd0b9-513e-40ac-aad4-56920065037d" providerId="ADAL" clId="{2DCFDF45-1F6B-4A47-892B-C9094FDD5642}" dt="2022-03-21T11:08:19.259" v="1310" actId="27803"/>
          <ac:spMkLst>
            <pc:docMk/>
            <pc:sldMk cId="1175821773" sldId="258"/>
            <ac:spMk id="33" creationId="{480B01F0-C576-443C-9A77-35C4A47CBCA1}"/>
          </ac:spMkLst>
        </pc:spChg>
        <pc:spChg chg="mod">
          <ac:chgData name="SERGIO SPANO'" userId="3abdd0b9-513e-40ac-aad4-56920065037d" providerId="ADAL" clId="{2DCFDF45-1F6B-4A47-892B-C9094FDD5642}" dt="2022-03-21T11:08:19.259" v="1310" actId="27803"/>
          <ac:spMkLst>
            <pc:docMk/>
            <pc:sldMk cId="1175821773" sldId="258"/>
            <ac:spMk id="34" creationId="{1CBED42D-0409-4425-AB24-759C816AEBEE}"/>
          </ac:spMkLst>
        </pc:spChg>
        <pc:spChg chg="mod">
          <ac:chgData name="SERGIO SPANO'" userId="3abdd0b9-513e-40ac-aad4-56920065037d" providerId="ADAL" clId="{2DCFDF45-1F6B-4A47-892B-C9094FDD5642}" dt="2022-03-21T11:08:19.259" v="1310" actId="27803"/>
          <ac:spMkLst>
            <pc:docMk/>
            <pc:sldMk cId="1175821773" sldId="258"/>
            <ac:spMk id="35" creationId="{EC9758AE-E95C-4C76-9A6A-D79F1D5816AD}"/>
          </ac:spMkLst>
        </pc:spChg>
        <pc:spChg chg="mod">
          <ac:chgData name="SERGIO SPANO'" userId="3abdd0b9-513e-40ac-aad4-56920065037d" providerId="ADAL" clId="{2DCFDF45-1F6B-4A47-892B-C9094FDD5642}" dt="2022-03-21T11:08:19.259" v="1310" actId="27803"/>
          <ac:spMkLst>
            <pc:docMk/>
            <pc:sldMk cId="1175821773" sldId="258"/>
            <ac:spMk id="36" creationId="{99A8E275-95B3-481D-9DAC-BCF6733421B6}"/>
          </ac:spMkLst>
        </pc:spChg>
        <pc:spChg chg="mod">
          <ac:chgData name="SERGIO SPANO'" userId="3abdd0b9-513e-40ac-aad4-56920065037d" providerId="ADAL" clId="{2DCFDF45-1F6B-4A47-892B-C9094FDD5642}" dt="2022-03-21T11:08:19.259" v="1310" actId="27803"/>
          <ac:spMkLst>
            <pc:docMk/>
            <pc:sldMk cId="1175821773" sldId="258"/>
            <ac:spMk id="37" creationId="{2609EB72-0753-49C4-8A48-9B39099BDC90}"/>
          </ac:spMkLst>
        </pc:spChg>
        <pc:spChg chg="mod">
          <ac:chgData name="SERGIO SPANO'" userId="3abdd0b9-513e-40ac-aad4-56920065037d" providerId="ADAL" clId="{2DCFDF45-1F6B-4A47-892B-C9094FDD5642}" dt="2022-03-21T11:08:19.259" v="1310" actId="27803"/>
          <ac:spMkLst>
            <pc:docMk/>
            <pc:sldMk cId="1175821773" sldId="258"/>
            <ac:spMk id="38" creationId="{557CA508-4C46-42F0-82A7-032E71056809}"/>
          </ac:spMkLst>
        </pc:spChg>
        <pc:spChg chg="mod">
          <ac:chgData name="SERGIO SPANO'" userId="3abdd0b9-513e-40ac-aad4-56920065037d" providerId="ADAL" clId="{2DCFDF45-1F6B-4A47-892B-C9094FDD5642}" dt="2022-03-21T11:08:19.259" v="1310" actId="27803"/>
          <ac:spMkLst>
            <pc:docMk/>
            <pc:sldMk cId="1175821773" sldId="258"/>
            <ac:spMk id="39" creationId="{3B361267-6812-439B-A87F-8A08A7F3EB78}"/>
          </ac:spMkLst>
        </pc:spChg>
        <pc:spChg chg="mod">
          <ac:chgData name="SERGIO SPANO'" userId="3abdd0b9-513e-40ac-aad4-56920065037d" providerId="ADAL" clId="{2DCFDF45-1F6B-4A47-892B-C9094FDD5642}" dt="2022-03-21T11:08:19.259" v="1310" actId="27803"/>
          <ac:spMkLst>
            <pc:docMk/>
            <pc:sldMk cId="1175821773" sldId="258"/>
            <ac:spMk id="40" creationId="{5C00E5BA-FEBF-4A04-B09C-CF9E12B497BA}"/>
          </ac:spMkLst>
        </pc:spChg>
        <pc:spChg chg="mod">
          <ac:chgData name="SERGIO SPANO'" userId="3abdd0b9-513e-40ac-aad4-56920065037d" providerId="ADAL" clId="{2DCFDF45-1F6B-4A47-892B-C9094FDD5642}" dt="2022-03-21T11:08:19.259" v="1310" actId="27803"/>
          <ac:spMkLst>
            <pc:docMk/>
            <pc:sldMk cId="1175821773" sldId="258"/>
            <ac:spMk id="41" creationId="{DA78586C-912B-4157-981C-28E6157A562A}"/>
          </ac:spMkLst>
        </pc:spChg>
        <pc:spChg chg="mod">
          <ac:chgData name="SERGIO SPANO'" userId="3abdd0b9-513e-40ac-aad4-56920065037d" providerId="ADAL" clId="{2DCFDF45-1F6B-4A47-892B-C9094FDD5642}" dt="2022-03-21T11:08:19.259" v="1310" actId="27803"/>
          <ac:spMkLst>
            <pc:docMk/>
            <pc:sldMk cId="1175821773" sldId="258"/>
            <ac:spMk id="42" creationId="{04D2A02A-B5E0-4886-B388-69B2AF5EBBCD}"/>
          </ac:spMkLst>
        </pc:spChg>
        <pc:spChg chg="mod">
          <ac:chgData name="SERGIO SPANO'" userId="3abdd0b9-513e-40ac-aad4-56920065037d" providerId="ADAL" clId="{2DCFDF45-1F6B-4A47-892B-C9094FDD5642}" dt="2022-03-21T11:08:19.259" v="1310" actId="27803"/>
          <ac:spMkLst>
            <pc:docMk/>
            <pc:sldMk cId="1175821773" sldId="258"/>
            <ac:spMk id="43" creationId="{07AE4751-7B09-47BD-8E4C-20397F854F5A}"/>
          </ac:spMkLst>
        </pc:spChg>
        <pc:spChg chg="mod">
          <ac:chgData name="SERGIO SPANO'" userId="3abdd0b9-513e-40ac-aad4-56920065037d" providerId="ADAL" clId="{2DCFDF45-1F6B-4A47-892B-C9094FDD5642}" dt="2022-03-21T11:08:19.259" v="1310" actId="27803"/>
          <ac:spMkLst>
            <pc:docMk/>
            <pc:sldMk cId="1175821773" sldId="258"/>
            <ac:spMk id="44" creationId="{4957F9A5-739E-4FC6-86B9-6D1D5385D297}"/>
          </ac:spMkLst>
        </pc:spChg>
        <pc:spChg chg="mod">
          <ac:chgData name="SERGIO SPANO'" userId="3abdd0b9-513e-40ac-aad4-56920065037d" providerId="ADAL" clId="{2DCFDF45-1F6B-4A47-892B-C9094FDD5642}" dt="2022-03-21T11:08:19.259" v="1310" actId="27803"/>
          <ac:spMkLst>
            <pc:docMk/>
            <pc:sldMk cId="1175821773" sldId="258"/>
            <ac:spMk id="45" creationId="{8F055387-974C-461D-BEE8-1CD12AFC525E}"/>
          </ac:spMkLst>
        </pc:spChg>
        <pc:spChg chg="mod">
          <ac:chgData name="SERGIO SPANO'" userId="3abdd0b9-513e-40ac-aad4-56920065037d" providerId="ADAL" clId="{2DCFDF45-1F6B-4A47-892B-C9094FDD5642}" dt="2022-03-21T11:08:19.259" v="1310" actId="27803"/>
          <ac:spMkLst>
            <pc:docMk/>
            <pc:sldMk cId="1175821773" sldId="258"/>
            <ac:spMk id="46" creationId="{2F0D6078-C2E2-4AB6-9843-A253762B46AE}"/>
          </ac:spMkLst>
        </pc:spChg>
        <pc:spChg chg="mod">
          <ac:chgData name="SERGIO SPANO'" userId="3abdd0b9-513e-40ac-aad4-56920065037d" providerId="ADAL" clId="{2DCFDF45-1F6B-4A47-892B-C9094FDD5642}" dt="2022-03-21T11:08:19.259" v="1310" actId="27803"/>
          <ac:spMkLst>
            <pc:docMk/>
            <pc:sldMk cId="1175821773" sldId="258"/>
            <ac:spMk id="47" creationId="{74613D87-2068-405E-A4BB-DA91FEEE3C35}"/>
          </ac:spMkLst>
        </pc:spChg>
        <pc:spChg chg="mod">
          <ac:chgData name="SERGIO SPANO'" userId="3abdd0b9-513e-40ac-aad4-56920065037d" providerId="ADAL" clId="{2DCFDF45-1F6B-4A47-892B-C9094FDD5642}" dt="2022-03-21T11:08:19.259" v="1310" actId="27803"/>
          <ac:spMkLst>
            <pc:docMk/>
            <pc:sldMk cId="1175821773" sldId="258"/>
            <ac:spMk id="48" creationId="{AE1DA2E0-C49E-48DE-BCF6-27646DACEC3B}"/>
          </ac:spMkLst>
        </pc:spChg>
        <pc:spChg chg="mod">
          <ac:chgData name="SERGIO SPANO'" userId="3abdd0b9-513e-40ac-aad4-56920065037d" providerId="ADAL" clId="{2DCFDF45-1F6B-4A47-892B-C9094FDD5642}" dt="2022-03-21T11:08:19.259" v="1310" actId="27803"/>
          <ac:spMkLst>
            <pc:docMk/>
            <pc:sldMk cId="1175821773" sldId="258"/>
            <ac:spMk id="49" creationId="{3D16BFB1-8497-4C41-830F-2D795F70331E}"/>
          </ac:spMkLst>
        </pc:spChg>
        <pc:spChg chg="mod">
          <ac:chgData name="SERGIO SPANO'" userId="3abdd0b9-513e-40ac-aad4-56920065037d" providerId="ADAL" clId="{2DCFDF45-1F6B-4A47-892B-C9094FDD5642}" dt="2022-03-21T11:08:19.259" v="1310" actId="27803"/>
          <ac:spMkLst>
            <pc:docMk/>
            <pc:sldMk cId="1175821773" sldId="258"/>
            <ac:spMk id="50" creationId="{DFA3F588-5147-46AF-BC90-83BC96C3718C}"/>
          </ac:spMkLst>
        </pc:spChg>
        <pc:spChg chg="mod">
          <ac:chgData name="SERGIO SPANO'" userId="3abdd0b9-513e-40ac-aad4-56920065037d" providerId="ADAL" clId="{2DCFDF45-1F6B-4A47-892B-C9094FDD5642}" dt="2022-03-21T11:08:19.259" v="1310" actId="27803"/>
          <ac:spMkLst>
            <pc:docMk/>
            <pc:sldMk cId="1175821773" sldId="258"/>
            <ac:spMk id="51" creationId="{1F79757A-01AB-44FD-BF91-75D0EE2C63BB}"/>
          </ac:spMkLst>
        </pc:spChg>
        <pc:spChg chg="mod">
          <ac:chgData name="SERGIO SPANO'" userId="3abdd0b9-513e-40ac-aad4-56920065037d" providerId="ADAL" clId="{2DCFDF45-1F6B-4A47-892B-C9094FDD5642}" dt="2022-03-21T11:08:19.259" v="1310" actId="27803"/>
          <ac:spMkLst>
            <pc:docMk/>
            <pc:sldMk cId="1175821773" sldId="258"/>
            <ac:spMk id="52" creationId="{9E3884EF-DF94-402D-B056-ECF39DC679F4}"/>
          </ac:spMkLst>
        </pc:spChg>
        <pc:spChg chg="mod">
          <ac:chgData name="SERGIO SPANO'" userId="3abdd0b9-513e-40ac-aad4-56920065037d" providerId="ADAL" clId="{2DCFDF45-1F6B-4A47-892B-C9094FDD5642}" dt="2022-03-21T11:08:19.259" v="1310" actId="27803"/>
          <ac:spMkLst>
            <pc:docMk/>
            <pc:sldMk cId="1175821773" sldId="258"/>
            <ac:spMk id="53" creationId="{30BD5DD9-CFB5-4984-83F7-79451C6F00AE}"/>
          </ac:spMkLst>
        </pc:spChg>
        <pc:spChg chg="mod">
          <ac:chgData name="SERGIO SPANO'" userId="3abdd0b9-513e-40ac-aad4-56920065037d" providerId="ADAL" clId="{2DCFDF45-1F6B-4A47-892B-C9094FDD5642}" dt="2022-03-21T11:08:19.259" v="1310" actId="27803"/>
          <ac:spMkLst>
            <pc:docMk/>
            <pc:sldMk cId="1175821773" sldId="258"/>
            <ac:spMk id="54" creationId="{A4E46608-24E5-40FB-A938-8F059209730D}"/>
          </ac:spMkLst>
        </pc:spChg>
        <pc:spChg chg="mod">
          <ac:chgData name="SERGIO SPANO'" userId="3abdd0b9-513e-40ac-aad4-56920065037d" providerId="ADAL" clId="{2DCFDF45-1F6B-4A47-892B-C9094FDD5642}" dt="2022-03-21T11:08:19.259" v="1310" actId="27803"/>
          <ac:spMkLst>
            <pc:docMk/>
            <pc:sldMk cId="1175821773" sldId="258"/>
            <ac:spMk id="55" creationId="{E8396276-38D5-4A3B-80A8-8A480DA0F35F}"/>
          </ac:spMkLst>
        </pc:spChg>
        <pc:spChg chg="mod">
          <ac:chgData name="SERGIO SPANO'" userId="3abdd0b9-513e-40ac-aad4-56920065037d" providerId="ADAL" clId="{2DCFDF45-1F6B-4A47-892B-C9094FDD5642}" dt="2022-03-21T11:08:19.259" v="1310" actId="27803"/>
          <ac:spMkLst>
            <pc:docMk/>
            <pc:sldMk cId="1175821773" sldId="258"/>
            <ac:spMk id="56" creationId="{C47F3A54-5B24-439F-9D91-0EBACA4BA41A}"/>
          </ac:spMkLst>
        </pc:spChg>
        <pc:spChg chg="mod">
          <ac:chgData name="SERGIO SPANO'" userId="3abdd0b9-513e-40ac-aad4-56920065037d" providerId="ADAL" clId="{2DCFDF45-1F6B-4A47-892B-C9094FDD5642}" dt="2022-03-21T11:08:19.259" v="1310" actId="27803"/>
          <ac:spMkLst>
            <pc:docMk/>
            <pc:sldMk cId="1175821773" sldId="258"/>
            <ac:spMk id="57" creationId="{EF69AA67-548D-4478-9D80-2F6C52418A14}"/>
          </ac:spMkLst>
        </pc:spChg>
        <pc:spChg chg="mod">
          <ac:chgData name="SERGIO SPANO'" userId="3abdd0b9-513e-40ac-aad4-56920065037d" providerId="ADAL" clId="{2DCFDF45-1F6B-4A47-892B-C9094FDD5642}" dt="2022-03-21T11:08:19.259" v="1310" actId="27803"/>
          <ac:spMkLst>
            <pc:docMk/>
            <pc:sldMk cId="1175821773" sldId="258"/>
            <ac:spMk id="58" creationId="{E6DDAFAC-CE33-4415-BA33-8C21CF1E1D1F}"/>
          </ac:spMkLst>
        </pc:spChg>
        <pc:spChg chg="mod">
          <ac:chgData name="SERGIO SPANO'" userId="3abdd0b9-513e-40ac-aad4-56920065037d" providerId="ADAL" clId="{2DCFDF45-1F6B-4A47-892B-C9094FDD5642}" dt="2022-03-21T11:08:19.259" v="1310" actId="27803"/>
          <ac:spMkLst>
            <pc:docMk/>
            <pc:sldMk cId="1175821773" sldId="258"/>
            <ac:spMk id="59" creationId="{BC45F810-6AB1-4441-9D83-E764BD21034B}"/>
          </ac:spMkLst>
        </pc:spChg>
        <pc:spChg chg="mod">
          <ac:chgData name="SERGIO SPANO'" userId="3abdd0b9-513e-40ac-aad4-56920065037d" providerId="ADAL" clId="{2DCFDF45-1F6B-4A47-892B-C9094FDD5642}" dt="2022-03-21T11:08:19.259" v="1310" actId="27803"/>
          <ac:spMkLst>
            <pc:docMk/>
            <pc:sldMk cId="1175821773" sldId="258"/>
            <ac:spMk id="60" creationId="{1DC799CC-F7FD-4386-988D-0B2054B107DB}"/>
          </ac:spMkLst>
        </pc:spChg>
        <pc:spChg chg="mod">
          <ac:chgData name="SERGIO SPANO'" userId="3abdd0b9-513e-40ac-aad4-56920065037d" providerId="ADAL" clId="{2DCFDF45-1F6B-4A47-892B-C9094FDD5642}" dt="2022-03-21T11:08:19.259" v="1310" actId="27803"/>
          <ac:spMkLst>
            <pc:docMk/>
            <pc:sldMk cId="1175821773" sldId="258"/>
            <ac:spMk id="61" creationId="{14A4450D-4CA7-48D3-B74D-4DE67CC7A98F}"/>
          </ac:spMkLst>
        </pc:spChg>
        <pc:spChg chg="mod">
          <ac:chgData name="SERGIO SPANO'" userId="3abdd0b9-513e-40ac-aad4-56920065037d" providerId="ADAL" clId="{2DCFDF45-1F6B-4A47-892B-C9094FDD5642}" dt="2022-03-21T11:08:19.259" v="1310" actId="27803"/>
          <ac:spMkLst>
            <pc:docMk/>
            <pc:sldMk cId="1175821773" sldId="258"/>
            <ac:spMk id="62" creationId="{4C122949-C3CB-4151-BCFC-1FD1B2BC1BD8}"/>
          </ac:spMkLst>
        </pc:spChg>
        <pc:spChg chg="mod">
          <ac:chgData name="SERGIO SPANO'" userId="3abdd0b9-513e-40ac-aad4-56920065037d" providerId="ADAL" clId="{2DCFDF45-1F6B-4A47-892B-C9094FDD5642}" dt="2022-03-21T11:08:19.259" v="1310" actId="27803"/>
          <ac:spMkLst>
            <pc:docMk/>
            <pc:sldMk cId="1175821773" sldId="258"/>
            <ac:spMk id="63" creationId="{CD2D1FB9-5C75-4818-9EA0-E3A18BC123E5}"/>
          </ac:spMkLst>
        </pc:spChg>
        <pc:spChg chg="mod">
          <ac:chgData name="SERGIO SPANO'" userId="3abdd0b9-513e-40ac-aad4-56920065037d" providerId="ADAL" clId="{2DCFDF45-1F6B-4A47-892B-C9094FDD5642}" dt="2022-03-21T11:08:19.259" v="1310" actId="27803"/>
          <ac:spMkLst>
            <pc:docMk/>
            <pc:sldMk cId="1175821773" sldId="258"/>
            <ac:spMk id="64" creationId="{27E8056B-F980-4A26-8185-BA1E0C040DCB}"/>
          </ac:spMkLst>
        </pc:spChg>
        <pc:spChg chg="mod">
          <ac:chgData name="SERGIO SPANO'" userId="3abdd0b9-513e-40ac-aad4-56920065037d" providerId="ADAL" clId="{2DCFDF45-1F6B-4A47-892B-C9094FDD5642}" dt="2022-03-21T11:08:19.259" v="1310" actId="27803"/>
          <ac:spMkLst>
            <pc:docMk/>
            <pc:sldMk cId="1175821773" sldId="258"/>
            <ac:spMk id="65" creationId="{4613F062-FC55-49D3-B93D-78C18063AC02}"/>
          </ac:spMkLst>
        </pc:spChg>
        <pc:spChg chg="mod">
          <ac:chgData name="SERGIO SPANO'" userId="3abdd0b9-513e-40ac-aad4-56920065037d" providerId="ADAL" clId="{2DCFDF45-1F6B-4A47-892B-C9094FDD5642}" dt="2022-03-21T11:08:19.259" v="1310" actId="27803"/>
          <ac:spMkLst>
            <pc:docMk/>
            <pc:sldMk cId="1175821773" sldId="258"/>
            <ac:spMk id="66" creationId="{B04B5B27-D6DC-4DAD-8D50-54EDD0D1FD3B}"/>
          </ac:spMkLst>
        </pc:spChg>
        <pc:spChg chg="mod">
          <ac:chgData name="SERGIO SPANO'" userId="3abdd0b9-513e-40ac-aad4-56920065037d" providerId="ADAL" clId="{2DCFDF45-1F6B-4A47-892B-C9094FDD5642}" dt="2022-03-21T11:08:19.259" v="1310" actId="27803"/>
          <ac:spMkLst>
            <pc:docMk/>
            <pc:sldMk cId="1175821773" sldId="258"/>
            <ac:spMk id="67" creationId="{FF6D3628-F4F3-4317-9223-5CA9DCB10A6D}"/>
          </ac:spMkLst>
        </pc:spChg>
        <pc:spChg chg="mod">
          <ac:chgData name="SERGIO SPANO'" userId="3abdd0b9-513e-40ac-aad4-56920065037d" providerId="ADAL" clId="{2DCFDF45-1F6B-4A47-892B-C9094FDD5642}" dt="2022-03-21T11:08:19.259" v="1310" actId="27803"/>
          <ac:spMkLst>
            <pc:docMk/>
            <pc:sldMk cId="1175821773" sldId="258"/>
            <ac:spMk id="68" creationId="{F6980932-9A08-46E6-A9BA-7D1495329DD2}"/>
          </ac:spMkLst>
        </pc:spChg>
        <pc:spChg chg="mod">
          <ac:chgData name="SERGIO SPANO'" userId="3abdd0b9-513e-40ac-aad4-56920065037d" providerId="ADAL" clId="{2DCFDF45-1F6B-4A47-892B-C9094FDD5642}" dt="2022-03-21T11:08:19.259" v="1310" actId="27803"/>
          <ac:spMkLst>
            <pc:docMk/>
            <pc:sldMk cId="1175821773" sldId="258"/>
            <ac:spMk id="69" creationId="{327F5E8D-E6F3-420F-80F7-147FA1C0A828}"/>
          </ac:spMkLst>
        </pc:spChg>
        <pc:spChg chg="mod">
          <ac:chgData name="SERGIO SPANO'" userId="3abdd0b9-513e-40ac-aad4-56920065037d" providerId="ADAL" clId="{2DCFDF45-1F6B-4A47-892B-C9094FDD5642}" dt="2022-03-21T11:08:19.259" v="1310" actId="27803"/>
          <ac:spMkLst>
            <pc:docMk/>
            <pc:sldMk cId="1175821773" sldId="258"/>
            <ac:spMk id="70" creationId="{8E6BC20B-29A1-42EE-8E6A-5BBF43A8CD6F}"/>
          </ac:spMkLst>
        </pc:spChg>
        <pc:spChg chg="mod">
          <ac:chgData name="SERGIO SPANO'" userId="3abdd0b9-513e-40ac-aad4-56920065037d" providerId="ADAL" clId="{2DCFDF45-1F6B-4A47-892B-C9094FDD5642}" dt="2022-03-21T11:08:19.259" v="1310" actId="27803"/>
          <ac:spMkLst>
            <pc:docMk/>
            <pc:sldMk cId="1175821773" sldId="258"/>
            <ac:spMk id="71" creationId="{E526E137-F296-4864-A7AE-8EA04BC440CC}"/>
          </ac:spMkLst>
        </pc:spChg>
        <pc:spChg chg="mod">
          <ac:chgData name="SERGIO SPANO'" userId="3abdd0b9-513e-40ac-aad4-56920065037d" providerId="ADAL" clId="{2DCFDF45-1F6B-4A47-892B-C9094FDD5642}" dt="2022-03-21T11:08:19.259" v="1310" actId="27803"/>
          <ac:spMkLst>
            <pc:docMk/>
            <pc:sldMk cId="1175821773" sldId="258"/>
            <ac:spMk id="72" creationId="{DDEC9B60-5BA4-423E-94EA-A8E2CCBC0101}"/>
          </ac:spMkLst>
        </pc:spChg>
        <pc:spChg chg="mod">
          <ac:chgData name="SERGIO SPANO'" userId="3abdd0b9-513e-40ac-aad4-56920065037d" providerId="ADAL" clId="{2DCFDF45-1F6B-4A47-892B-C9094FDD5642}" dt="2022-03-21T11:08:19.259" v="1310" actId="27803"/>
          <ac:spMkLst>
            <pc:docMk/>
            <pc:sldMk cId="1175821773" sldId="258"/>
            <ac:spMk id="73" creationId="{49BE143E-462A-43CB-A749-32BC0CDBE004}"/>
          </ac:spMkLst>
        </pc:spChg>
        <pc:spChg chg="mod">
          <ac:chgData name="SERGIO SPANO'" userId="3abdd0b9-513e-40ac-aad4-56920065037d" providerId="ADAL" clId="{2DCFDF45-1F6B-4A47-892B-C9094FDD5642}" dt="2022-03-21T11:08:19.259" v="1310" actId="27803"/>
          <ac:spMkLst>
            <pc:docMk/>
            <pc:sldMk cId="1175821773" sldId="258"/>
            <ac:spMk id="74" creationId="{994AE068-B2EF-4E6A-9B1B-3D50E9E309A7}"/>
          </ac:spMkLst>
        </pc:spChg>
        <pc:spChg chg="mod">
          <ac:chgData name="SERGIO SPANO'" userId="3abdd0b9-513e-40ac-aad4-56920065037d" providerId="ADAL" clId="{2DCFDF45-1F6B-4A47-892B-C9094FDD5642}" dt="2022-03-21T11:08:19.259" v="1310" actId="27803"/>
          <ac:spMkLst>
            <pc:docMk/>
            <pc:sldMk cId="1175821773" sldId="258"/>
            <ac:spMk id="75" creationId="{6B9511C7-42A4-49E1-945E-41C112BBC557}"/>
          </ac:spMkLst>
        </pc:spChg>
        <pc:spChg chg="mod">
          <ac:chgData name="SERGIO SPANO'" userId="3abdd0b9-513e-40ac-aad4-56920065037d" providerId="ADAL" clId="{2DCFDF45-1F6B-4A47-892B-C9094FDD5642}" dt="2022-03-21T11:08:19.259" v="1310" actId="27803"/>
          <ac:spMkLst>
            <pc:docMk/>
            <pc:sldMk cId="1175821773" sldId="258"/>
            <ac:spMk id="76" creationId="{7715010C-0B9F-43B3-9DD4-352E3E7188C5}"/>
          </ac:spMkLst>
        </pc:spChg>
        <pc:spChg chg="mod">
          <ac:chgData name="SERGIO SPANO'" userId="3abdd0b9-513e-40ac-aad4-56920065037d" providerId="ADAL" clId="{2DCFDF45-1F6B-4A47-892B-C9094FDD5642}" dt="2022-03-21T11:08:19.259" v="1310" actId="27803"/>
          <ac:spMkLst>
            <pc:docMk/>
            <pc:sldMk cId="1175821773" sldId="258"/>
            <ac:spMk id="77" creationId="{600F5CAB-C733-4BE7-A16A-60B6699A753F}"/>
          </ac:spMkLst>
        </pc:spChg>
        <pc:spChg chg="mod">
          <ac:chgData name="SERGIO SPANO'" userId="3abdd0b9-513e-40ac-aad4-56920065037d" providerId="ADAL" clId="{2DCFDF45-1F6B-4A47-892B-C9094FDD5642}" dt="2022-03-21T11:08:19.259" v="1310" actId="27803"/>
          <ac:spMkLst>
            <pc:docMk/>
            <pc:sldMk cId="1175821773" sldId="258"/>
            <ac:spMk id="78" creationId="{917853AA-53F5-40CD-AA9C-02E49BB592B7}"/>
          </ac:spMkLst>
        </pc:spChg>
        <pc:spChg chg="mod">
          <ac:chgData name="SERGIO SPANO'" userId="3abdd0b9-513e-40ac-aad4-56920065037d" providerId="ADAL" clId="{2DCFDF45-1F6B-4A47-892B-C9094FDD5642}" dt="2022-03-21T11:08:19.259" v="1310" actId="27803"/>
          <ac:spMkLst>
            <pc:docMk/>
            <pc:sldMk cId="1175821773" sldId="258"/>
            <ac:spMk id="79" creationId="{49E9B045-452D-4DA3-9F9F-156FC12C4452}"/>
          </ac:spMkLst>
        </pc:spChg>
        <pc:spChg chg="mod">
          <ac:chgData name="SERGIO SPANO'" userId="3abdd0b9-513e-40ac-aad4-56920065037d" providerId="ADAL" clId="{2DCFDF45-1F6B-4A47-892B-C9094FDD5642}" dt="2022-03-21T11:08:19.259" v="1310" actId="27803"/>
          <ac:spMkLst>
            <pc:docMk/>
            <pc:sldMk cId="1175821773" sldId="258"/>
            <ac:spMk id="80" creationId="{85F5F7B0-BC5B-425B-A622-EE6D4AE7EFCC}"/>
          </ac:spMkLst>
        </pc:spChg>
        <pc:spChg chg="mod">
          <ac:chgData name="SERGIO SPANO'" userId="3abdd0b9-513e-40ac-aad4-56920065037d" providerId="ADAL" clId="{2DCFDF45-1F6B-4A47-892B-C9094FDD5642}" dt="2022-03-21T11:08:19.259" v="1310" actId="27803"/>
          <ac:spMkLst>
            <pc:docMk/>
            <pc:sldMk cId="1175821773" sldId="258"/>
            <ac:spMk id="81" creationId="{7621D34C-7504-4F04-A4E7-B12AD0EBDBB1}"/>
          </ac:spMkLst>
        </pc:spChg>
        <pc:spChg chg="mod">
          <ac:chgData name="SERGIO SPANO'" userId="3abdd0b9-513e-40ac-aad4-56920065037d" providerId="ADAL" clId="{2DCFDF45-1F6B-4A47-892B-C9094FDD5642}" dt="2022-03-21T11:08:19.259" v="1310" actId="27803"/>
          <ac:spMkLst>
            <pc:docMk/>
            <pc:sldMk cId="1175821773" sldId="258"/>
            <ac:spMk id="82" creationId="{AD2BC603-5CE7-48C1-85BC-E79D6B24B9CF}"/>
          </ac:spMkLst>
        </pc:spChg>
        <pc:spChg chg="mod">
          <ac:chgData name="SERGIO SPANO'" userId="3abdd0b9-513e-40ac-aad4-56920065037d" providerId="ADAL" clId="{2DCFDF45-1F6B-4A47-892B-C9094FDD5642}" dt="2022-03-21T11:08:19.259" v="1310" actId="27803"/>
          <ac:spMkLst>
            <pc:docMk/>
            <pc:sldMk cId="1175821773" sldId="258"/>
            <ac:spMk id="83" creationId="{559BBC18-3729-4C3F-B322-EAB0748268AB}"/>
          </ac:spMkLst>
        </pc:spChg>
        <pc:spChg chg="mod">
          <ac:chgData name="SERGIO SPANO'" userId="3abdd0b9-513e-40ac-aad4-56920065037d" providerId="ADAL" clId="{2DCFDF45-1F6B-4A47-892B-C9094FDD5642}" dt="2022-03-21T11:08:19.259" v="1310" actId="27803"/>
          <ac:spMkLst>
            <pc:docMk/>
            <pc:sldMk cId="1175821773" sldId="258"/>
            <ac:spMk id="84" creationId="{101CACD7-B123-4B06-BDEE-827F3CC50B00}"/>
          </ac:spMkLst>
        </pc:spChg>
        <pc:spChg chg="mod">
          <ac:chgData name="SERGIO SPANO'" userId="3abdd0b9-513e-40ac-aad4-56920065037d" providerId="ADAL" clId="{2DCFDF45-1F6B-4A47-892B-C9094FDD5642}" dt="2022-03-21T11:08:19.259" v="1310" actId="27803"/>
          <ac:spMkLst>
            <pc:docMk/>
            <pc:sldMk cId="1175821773" sldId="258"/>
            <ac:spMk id="85" creationId="{93E86C41-5FC8-4A2C-BFD0-5AA9AD64A546}"/>
          </ac:spMkLst>
        </pc:spChg>
        <pc:spChg chg="mod">
          <ac:chgData name="SERGIO SPANO'" userId="3abdd0b9-513e-40ac-aad4-56920065037d" providerId="ADAL" clId="{2DCFDF45-1F6B-4A47-892B-C9094FDD5642}" dt="2022-03-21T11:08:19.259" v="1310" actId="27803"/>
          <ac:spMkLst>
            <pc:docMk/>
            <pc:sldMk cId="1175821773" sldId="258"/>
            <ac:spMk id="86" creationId="{4F003354-97B0-4852-B113-D4A2393C7335}"/>
          </ac:spMkLst>
        </pc:spChg>
        <pc:spChg chg="mod">
          <ac:chgData name="SERGIO SPANO'" userId="3abdd0b9-513e-40ac-aad4-56920065037d" providerId="ADAL" clId="{2DCFDF45-1F6B-4A47-892B-C9094FDD5642}" dt="2022-03-21T11:08:19.259" v="1310" actId="27803"/>
          <ac:spMkLst>
            <pc:docMk/>
            <pc:sldMk cId="1175821773" sldId="258"/>
            <ac:spMk id="87" creationId="{BD3EAE36-257E-4CE8-9E04-B48414FF10CB}"/>
          </ac:spMkLst>
        </pc:spChg>
        <pc:spChg chg="mod">
          <ac:chgData name="SERGIO SPANO'" userId="3abdd0b9-513e-40ac-aad4-56920065037d" providerId="ADAL" clId="{2DCFDF45-1F6B-4A47-892B-C9094FDD5642}" dt="2022-03-21T11:08:19.259" v="1310" actId="27803"/>
          <ac:spMkLst>
            <pc:docMk/>
            <pc:sldMk cId="1175821773" sldId="258"/>
            <ac:spMk id="88" creationId="{C86251EE-1202-4B0E-8211-287E613FB0BA}"/>
          </ac:spMkLst>
        </pc:spChg>
        <pc:spChg chg="mod">
          <ac:chgData name="SERGIO SPANO'" userId="3abdd0b9-513e-40ac-aad4-56920065037d" providerId="ADAL" clId="{2DCFDF45-1F6B-4A47-892B-C9094FDD5642}" dt="2022-03-21T11:08:19.259" v="1310" actId="27803"/>
          <ac:spMkLst>
            <pc:docMk/>
            <pc:sldMk cId="1175821773" sldId="258"/>
            <ac:spMk id="89" creationId="{32F5C002-877D-45AC-8785-0A93C832B673}"/>
          </ac:spMkLst>
        </pc:spChg>
        <pc:spChg chg="mod">
          <ac:chgData name="SERGIO SPANO'" userId="3abdd0b9-513e-40ac-aad4-56920065037d" providerId="ADAL" clId="{2DCFDF45-1F6B-4A47-892B-C9094FDD5642}" dt="2022-03-21T11:08:19.259" v="1310" actId="27803"/>
          <ac:spMkLst>
            <pc:docMk/>
            <pc:sldMk cId="1175821773" sldId="258"/>
            <ac:spMk id="90" creationId="{FB5825A3-BD76-4744-BDCE-821AE2A04F95}"/>
          </ac:spMkLst>
        </pc:spChg>
        <pc:spChg chg="mod">
          <ac:chgData name="SERGIO SPANO'" userId="3abdd0b9-513e-40ac-aad4-56920065037d" providerId="ADAL" clId="{2DCFDF45-1F6B-4A47-892B-C9094FDD5642}" dt="2022-03-21T11:08:19.259" v="1310" actId="27803"/>
          <ac:spMkLst>
            <pc:docMk/>
            <pc:sldMk cId="1175821773" sldId="258"/>
            <ac:spMk id="91" creationId="{7C6292A5-23BB-489F-8F33-6E9C20F49275}"/>
          </ac:spMkLst>
        </pc:spChg>
        <pc:spChg chg="mod">
          <ac:chgData name="SERGIO SPANO'" userId="3abdd0b9-513e-40ac-aad4-56920065037d" providerId="ADAL" clId="{2DCFDF45-1F6B-4A47-892B-C9094FDD5642}" dt="2022-03-21T11:08:19.259" v="1310" actId="27803"/>
          <ac:spMkLst>
            <pc:docMk/>
            <pc:sldMk cId="1175821773" sldId="258"/>
            <ac:spMk id="92" creationId="{26306585-14C0-41DB-BFBE-61C50F0DAB5F}"/>
          </ac:spMkLst>
        </pc:spChg>
        <pc:spChg chg="mod">
          <ac:chgData name="SERGIO SPANO'" userId="3abdd0b9-513e-40ac-aad4-56920065037d" providerId="ADAL" clId="{2DCFDF45-1F6B-4A47-892B-C9094FDD5642}" dt="2022-03-21T11:08:19.259" v="1310" actId="27803"/>
          <ac:spMkLst>
            <pc:docMk/>
            <pc:sldMk cId="1175821773" sldId="258"/>
            <ac:spMk id="93" creationId="{982E8330-1408-44A7-8C2C-F20503AF4061}"/>
          </ac:spMkLst>
        </pc:spChg>
        <pc:spChg chg="mod">
          <ac:chgData name="SERGIO SPANO'" userId="3abdd0b9-513e-40ac-aad4-56920065037d" providerId="ADAL" clId="{2DCFDF45-1F6B-4A47-892B-C9094FDD5642}" dt="2022-03-21T11:08:19.259" v="1310" actId="27803"/>
          <ac:spMkLst>
            <pc:docMk/>
            <pc:sldMk cId="1175821773" sldId="258"/>
            <ac:spMk id="94" creationId="{A43B789C-1163-47C3-AF4E-F9B7FCB5746A}"/>
          </ac:spMkLst>
        </pc:spChg>
        <pc:spChg chg="mod">
          <ac:chgData name="SERGIO SPANO'" userId="3abdd0b9-513e-40ac-aad4-56920065037d" providerId="ADAL" clId="{2DCFDF45-1F6B-4A47-892B-C9094FDD5642}" dt="2022-03-21T11:08:19.259" v="1310" actId="27803"/>
          <ac:spMkLst>
            <pc:docMk/>
            <pc:sldMk cId="1175821773" sldId="258"/>
            <ac:spMk id="95" creationId="{53E89C99-C5D4-495E-A271-A73CDFEE06D3}"/>
          </ac:spMkLst>
        </pc:spChg>
        <pc:spChg chg="mod">
          <ac:chgData name="SERGIO SPANO'" userId="3abdd0b9-513e-40ac-aad4-56920065037d" providerId="ADAL" clId="{2DCFDF45-1F6B-4A47-892B-C9094FDD5642}" dt="2022-03-21T11:08:19.259" v="1310" actId="27803"/>
          <ac:spMkLst>
            <pc:docMk/>
            <pc:sldMk cId="1175821773" sldId="258"/>
            <ac:spMk id="96" creationId="{B146BF70-1B91-442C-A739-9A4C5448EBD4}"/>
          </ac:spMkLst>
        </pc:spChg>
        <pc:spChg chg="mod">
          <ac:chgData name="SERGIO SPANO'" userId="3abdd0b9-513e-40ac-aad4-56920065037d" providerId="ADAL" clId="{2DCFDF45-1F6B-4A47-892B-C9094FDD5642}" dt="2022-03-21T11:08:19.259" v="1310" actId="27803"/>
          <ac:spMkLst>
            <pc:docMk/>
            <pc:sldMk cId="1175821773" sldId="258"/>
            <ac:spMk id="97" creationId="{7A4F5294-4D7D-4FCB-B19D-4710AAD2D8FF}"/>
          </ac:spMkLst>
        </pc:spChg>
        <pc:spChg chg="mod">
          <ac:chgData name="SERGIO SPANO'" userId="3abdd0b9-513e-40ac-aad4-56920065037d" providerId="ADAL" clId="{2DCFDF45-1F6B-4A47-892B-C9094FDD5642}" dt="2022-03-21T11:08:19.259" v="1310" actId="27803"/>
          <ac:spMkLst>
            <pc:docMk/>
            <pc:sldMk cId="1175821773" sldId="258"/>
            <ac:spMk id="98" creationId="{18212AFE-B5C1-4A0A-9286-3B8D176583BF}"/>
          </ac:spMkLst>
        </pc:spChg>
        <pc:spChg chg="mod">
          <ac:chgData name="SERGIO SPANO'" userId="3abdd0b9-513e-40ac-aad4-56920065037d" providerId="ADAL" clId="{2DCFDF45-1F6B-4A47-892B-C9094FDD5642}" dt="2022-03-21T11:08:19.259" v="1310" actId="27803"/>
          <ac:spMkLst>
            <pc:docMk/>
            <pc:sldMk cId="1175821773" sldId="258"/>
            <ac:spMk id="99" creationId="{3661968D-3497-47B6-A995-F41D38EBDE89}"/>
          </ac:spMkLst>
        </pc:spChg>
        <pc:spChg chg="mod">
          <ac:chgData name="SERGIO SPANO'" userId="3abdd0b9-513e-40ac-aad4-56920065037d" providerId="ADAL" clId="{2DCFDF45-1F6B-4A47-892B-C9094FDD5642}" dt="2022-03-21T11:08:19.259" v="1310" actId="27803"/>
          <ac:spMkLst>
            <pc:docMk/>
            <pc:sldMk cId="1175821773" sldId="258"/>
            <ac:spMk id="100" creationId="{3F75457E-C93F-4892-9A32-C18C9047620C}"/>
          </ac:spMkLst>
        </pc:spChg>
        <pc:spChg chg="mod">
          <ac:chgData name="SERGIO SPANO'" userId="3abdd0b9-513e-40ac-aad4-56920065037d" providerId="ADAL" clId="{2DCFDF45-1F6B-4A47-892B-C9094FDD5642}" dt="2022-03-21T11:08:19.259" v="1310" actId="27803"/>
          <ac:spMkLst>
            <pc:docMk/>
            <pc:sldMk cId="1175821773" sldId="258"/>
            <ac:spMk id="101" creationId="{BCC300D5-3074-428F-B363-E45189E3E075}"/>
          </ac:spMkLst>
        </pc:spChg>
        <pc:spChg chg="mod">
          <ac:chgData name="SERGIO SPANO'" userId="3abdd0b9-513e-40ac-aad4-56920065037d" providerId="ADAL" clId="{2DCFDF45-1F6B-4A47-892B-C9094FDD5642}" dt="2022-03-21T11:08:19.259" v="1310" actId="27803"/>
          <ac:spMkLst>
            <pc:docMk/>
            <pc:sldMk cId="1175821773" sldId="258"/>
            <ac:spMk id="102" creationId="{1375D57C-749D-4FE9-88D5-3421D8BA9278}"/>
          </ac:spMkLst>
        </pc:spChg>
        <pc:spChg chg="mod">
          <ac:chgData name="SERGIO SPANO'" userId="3abdd0b9-513e-40ac-aad4-56920065037d" providerId="ADAL" clId="{2DCFDF45-1F6B-4A47-892B-C9094FDD5642}" dt="2022-03-21T11:08:19.259" v="1310" actId="27803"/>
          <ac:spMkLst>
            <pc:docMk/>
            <pc:sldMk cId="1175821773" sldId="258"/>
            <ac:spMk id="103" creationId="{0BCE3AAB-1009-4472-A0D1-FE0DC2D6865A}"/>
          </ac:spMkLst>
        </pc:spChg>
        <pc:spChg chg="mod">
          <ac:chgData name="SERGIO SPANO'" userId="3abdd0b9-513e-40ac-aad4-56920065037d" providerId="ADAL" clId="{2DCFDF45-1F6B-4A47-892B-C9094FDD5642}" dt="2022-03-21T11:08:19.259" v="1310" actId="27803"/>
          <ac:spMkLst>
            <pc:docMk/>
            <pc:sldMk cId="1175821773" sldId="258"/>
            <ac:spMk id="104" creationId="{DC26377E-CBAD-4765-A19A-C52F6521344D}"/>
          </ac:spMkLst>
        </pc:spChg>
        <pc:spChg chg="mod">
          <ac:chgData name="SERGIO SPANO'" userId="3abdd0b9-513e-40ac-aad4-56920065037d" providerId="ADAL" clId="{2DCFDF45-1F6B-4A47-892B-C9094FDD5642}" dt="2022-03-21T11:08:19.259" v="1310" actId="27803"/>
          <ac:spMkLst>
            <pc:docMk/>
            <pc:sldMk cId="1175821773" sldId="258"/>
            <ac:spMk id="105" creationId="{978071B6-CD69-474B-9B9A-19FC0B4EBB02}"/>
          </ac:spMkLst>
        </pc:spChg>
        <pc:spChg chg="mod">
          <ac:chgData name="SERGIO SPANO'" userId="3abdd0b9-513e-40ac-aad4-56920065037d" providerId="ADAL" clId="{2DCFDF45-1F6B-4A47-892B-C9094FDD5642}" dt="2022-03-21T11:08:19.259" v="1310" actId="27803"/>
          <ac:spMkLst>
            <pc:docMk/>
            <pc:sldMk cId="1175821773" sldId="258"/>
            <ac:spMk id="106" creationId="{24A39A34-9BE2-4EE5-9453-39967FDBCE81}"/>
          </ac:spMkLst>
        </pc:spChg>
        <pc:spChg chg="mod">
          <ac:chgData name="SERGIO SPANO'" userId="3abdd0b9-513e-40ac-aad4-56920065037d" providerId="ADAL" clId="{2DCFDF45-1F6B-4A47-892B-C9094FDD5642}" dt="2022-03-21T11:08:19.259" v="1310" actId="27803"/>
          <ac:spMkLst>
            <pc:docMk/>
            <pc:sldMk cId="1175821773" sldId="258"/>
            <ac:spMk id="107" creationId="{F6A27732-623B-4BDA-BFE3-2B937768E3CA}"/>
          </ac:spMkLst>
        </pc:spChg>
        <pc:spChg chg="mod">
          <ac:chgData name="SERGIO SPANO'" userId="3abdd0b9-513e-40ac-aad4-56920065037d" providerId="ADAL" clId="{2DCFDF45-1F6B-4A47-892B-C9094FDD5642}" dt="2022-03-21T11:08:19.259" v="1310" actId="27803"/>
          <ac:spMkLst>
            <pc:docMk/>
            <pc:sldMk cId="1175821773" sldId="258"/>
            <ac:spMk id="108" creationId="{FFCFE257-9166-463E-B7FC-209C883C6F0D}"/>
          </ac:spMkLst>
        </pc:spChg>
        <pc:spChg chg="mod">
          <ac:chgData name="SERGIO SPANO'" userId="3abdd0b9-513e-40ac-aad4-56920065037d" providerId="ADAL" clId="{2DCFDF45-1F6B-4A47-892B-C9094FDD5642}" dt="2022-03-21T11:08:19.259" v="1310" actId="27803"/>
          <ac:spMkLst>
            <pc:docMk/>
            <pc:sldMk cId="1175821773" sldId="258"/>
            <ac:spMk id="109" creationId="{B1988A12-1117-4781-BA73-E57DDF74C982}"/>
          </ac:spMkLst>
        </pc:spChg>
        <pc:spChg chg="mod">
          <ac:chgData name="SERGIO SPANO'" userId="3abdd0b9-513e-40ac-aad4-56920065037d" providerId="ADAL" clId="{2DCFDF45-1F6B-4A47-892B-C9094FDD5642}" dt="2022-03-21T11:08:19.259" v="1310" actId="27803"/>
          <ac:spMkLst>
            <pc:docMk/>
            <pc:sldMk cId="1175821773" sldId="258"/>
            <ac:spMk id="110" creationId="{D7AD59C4-2D8D-4B7E-993E-A3791501BA3E}"/>
          </ac:spMkLst>
        </pc:spChg>
        <pc:spChg chg="mod">
          <ac:chgData name="SERGIO SPANO'" userId="3abdd0b9-513e-40ac-aad4-56920065037d" providerId="ADAL" clId="{2DCFDF45-1F6B-4A47-892B-C9094FDD5642}" dt="2022-03-21T11:08:19.259" v="1310" actId="27803"/>
          <ac:spMkLst>
            <pc:docMk/>
            <pc:sldMk cId="1175821773" sldId="258"/>
            <ac:spMk id="111" creationId="{FF3A7D9D-56FD-4561-B65A-6B8BA8931168}"/>
          </ac:spMkLst>
        </pc:spChg>
        <pc:spChg chg="mod">
          <ac:chgData name="SERGIO SPANO'" userId="3abdd0b9-513e-40ac-aad4-56920065037d" providerId="ADAL" clId="{2DCFDF45-1F6B-4A47-892B-C9094FDD5642}" dt="2022-03-21T11:08:19.259" v="1310" actId="27803"/>
          <ac:spMkLst>
            <pc:docMk/>
            <pc:sldMk cId="1175821773" sldId="258"/>
            <ac:spMk id="112" creationId="{B50004FE-032A-4CCC-AC31-49DA1F973AC9}"/>
          </ac:spMkLst>
        </pc:spChg>
        <pc:spChg chg="mod">
          <ac:chgData name="SERGIO SPANO'" userId="3abdd0b9-513e-40ac-aad4-56920065037d" providerId="ADAL" clId="{2DCFDF45-1F6B-4A47-892B-C9094FDD5642}" dt="2022-03-21T11:08:19.259" v="1310" actId="27803"/>
          <ac:spMkLst>
            <pc:docMk/>
            <pc:sldMk cId="1175821773" sldId="258"/>
            <ac:spMk id="113" creationId="{AC734CE0-B8D5-47A2-ADC7-09A5C80599FB}"/>
          </ac:spMkLst>
        </pc:spChg>
        <pc:spChg chg="mod">
          <ac:chgData name="SERGIO SPANO'" userId="3abdd0b9-513e-40ac-aad4-56920065037d" providerId="ADAL" clId="{2DCFDF45-1F6B-4A47-892B-C9094FDD5642}" dt="2022-03-21T11:08:19.259" v="1310" actId="27803"/>
          <ac:spMkLst>
            <pc:docMk/>
            <pc:sldMk cId="1175821773" sldId="258"/>
            <ac:spMk id="114" creationId="{5540152F-4876-4892-8DF3-9A4DDEBB7B8F}"/>
          </ac:spMkLst>
        </pc:spChg>
        <pc:spChg chg="mod">
          <ac:chgData name="SERGIO SPANO'" userId="3abdd0b9-513e-40ac-aad4-56920065037d" providerId="ADAL" clId="{2DCFDF45-1F6B-4A47-892B-C9094FDD5642}" dt="2022-03-21T11:08:19.259" v="1310" actId="27803"/>
          <ac:spMkLst>
            <pc:docMk/>
            <pc:sldMk cId="1175821773" sldId="258"/>
            <ac:spMk id="115" creationId="{691A6BF5-D26C-4D2A-8261-68C7C0AEF797}"/>
          </ac:spMkLst>
        </pc:spChg>
        <pc:spChg chg="mod">
          <ac:chgData name="SERGIO SPANO'" userId="3abdd0b9-513e-40ac-aad4-56920065037d" providerId="ADAL" clId="{2DCFDF45-1F6B-4A47-892B-C9094FDD5642}" dt="2022-03-21T11:08:19.259" v="1310" actId="27803"/>
          <ac:spMkLst>
            <pc:docMk/>
            <pc:sldMk cId="1175821773" sldId="258"/>
            <ac:spMk id="116" creationId="{4AC9AD96-0189-4BB7-AE06-0AFE78DEDDAC}"/>
          </ac:spMkLst>
        </pc:spChg>
        <pc:spChg chg="mod">
          <ac:chgData name="SERGIO SPANO'" userId="3abdd0b9-513e-40ac-aad4-56920065037d" providerId="ADAL" clId="{2DCFDF45-1F6B-4A47-892B-C9094FDD5642}" dt="2022-03-21T11:08:19.259" v="1310" actId="27803"/>
          <ac:spMkLst>
            <pc:docMk/>
            <pc:sldMk cId="1175821773" sldId="258"/>
            <ac:spMk id="117" creationId="{A3BB4A7E-BA49-4913-82C8-944E8DBC1CA0}"/>
          </ac:spMkLst>
        </pc:spChg>
        <pc:spChg chg="mod">
          <ac:chgData name="SERGIO SPANO'" userId="3abdd0b9-513e-40ac-aad4-56920065037d" providerId="ADAL" clId="{2DCFDF45-1F6B-4A47-892B-C9094FDD5642}" dt="2022-03-21T11:08:19.259" v="1310" actId="27803"/>
          <ac:spMkLst>
            <pc:docMk/>
            <pc:sldMk cId="1175821773" sldId="258"/>
            <ac:spMk id="118" creationId="{7166EA68-AEB9-47BD-BD52-EEAA41A7807C}"/>
          </ac:spMkLst>
        </pc:spChg>
        <pc:spChg chg="mod">
          <ac:chgData name="SERGIO SPANO'" userId="3abdd0b9-513e-40ac-aad4-56920065037d" providerId="ADAL" clId="{2DCFDF45-1F6B-4A47-892B-C9094FDD5642}" dt="2022-03-21T11:08:19.259" v="1310" actId="27803"/>
          <ac:spMkLst>
            <pc:docMk/>
            <pc:sldMk cId="1175821773" sldId="258"/>
            <ac:spMk id="119" creationId="{53DB499E-461A-4022-89D6-5C71B96D4FE9}"/>
          </ac:spMkLst>
        </pc:spChg>
        <pc:spChg chg="mod">
          <ac:chgData name="SERGIO SPANO'" userId="3abdd0b9-513e-40ac-aad4-56920065037d" providerId="ADAL" clId="{2DCFDF45-1F6B-4A47-892B-C9094FDD5642}" dt="2022-03-21T11:08:19.259" v="1310" actId="27803"/>
          <ac:spMkLst>
            <pc:docMk/>
            <pc:sldMk cId="1175821773" sldId="258"/>
            <ac:spMk id="120" creationId="{3DD6F24A-2D00-4EED-961B-5A8D0147276F}"/>
          </ac:spMkLst>
        </pc:spChg>
        <pc:spChg chg="mod">
          <ac:chgData name="SERGIO SPANO'" userId="3abdd0b9-513e-40ac-aad4-56920065037d" providerId="ADAL" clId="{2DCFDF45-1F6B-4A47-892B-C9094FDD5642}" dt="2022-03-21T11:08:19.259" v="1310" actId="27803"/>
          <ac:spMkLst>
            <pc:docMk/>
            <pc:sldMk cId="1175821773" sldId="258"/>
            <ac:spMk id="121" creationId="{B664986F-4284-4246-8164-4600D2ECCB4C}"/>
          </ac:spMkLst>
        </pc:spChg>
        <pc:spChg chg="mod">
          <ac:chgData name="SERGIO SPANO'" userId="3abdd0b9-513e-40ac-aad4-56920065037d" providerId="ADAL" clId="{2DCFDF45-1F6B-4A47-892B-C9094FDD5642}" dt="2022-03-21T11:08:19.259" v="1310" actId="27803"/>
          <ac:spMkLst>
            <pc:docMk/>
            <pc:sldMk cId="1175821773" sldId="258"/>
            <ac:spMk id="122" creationId="{C5160721-F883-49D9-A9E5-73C685763E20}"/>
          </ac:spMkLst>
        </pc:spChg>
        <pc:spChg chg="mod">
          <ac:chgData name="SERGIO SPANO'" userId="3abdd0b9-513e-40ac-aad4-56920065037d" providerId="ADAL" clId="{2DCFDF45-1F6B-4A47-892B-C9094FDD5642}" dt="2022-03-21T11:08:19.259" v="1310" actId="27803"/>
          <ac:spMkLst>
            <pc:docMk/>
            <pc:sldMk cId="1175821773" sldId="258"/>
            <ac:spMk id="123" creationId="{4FFE2E1B-10E5-4376-AD39-F021EDC5025E}"/>
          </ac:spMkLst>
        </pc:spChg>
        <pc:spChg chg="mod">
          <ac:chgData name="SERGIO SPANO'" userId="3abdd0b9-513e-40ac-aad4-56920065037d" providerId="ADAL" clId="{2DCFDF45-1F6B-4A47-892B-C9094FDD5642}" dt="2022-03-21T11:08:19.259" v="1310" actId="27803"/>
          <ac:spMkLst>
            <pc:docMk/>
            <pc:sldMk cId="1175821773" sldId="258"/>
            <ac:spMk id="124" creationId="{E8835A4D-4B1D-4630-8A18-17E6EFD92DB7}"/>
          </ac:spMkLst>
        </pc:spChg>
        <pc:spChg chg="mod">
          <ac:chgData name="SERGIO SPANO'" userId="3abdd0b9-513e-40ac-aad4-56920065037d" providerId="ADAL" clId="{2DCFDF45-1F6B-4A47-892B-C9094FDD5642}" dt="2022-03-21T11:08:19.259" v="1310" actId="27803"/>
          <ac:spMkLst>
            <pc:docMk/>
            <pc:sldMk cId="1175821773" sldId="258"/>
            <ac:spMk id="125" creationId="{31B96448-F4ED-4D2F-8B39-855A8CE47BF4}"/>
          </ac:spMkLst>
        </pc:spChg>
        <pc:spChg chg="mod">
          <ac:chgData name="SERGIO SPANO'" userId="3abdd0b9-513e-40ac-aad4-56920065037d" providerId="ADAL" clId="{2DCFDF45-1F6B-4A47-892B-C9094FDD5642}" dt="2022-03-21T11:08:19.259" v="1310" actId="27803"/>
          <ac:spMkLst>
            <pc:docMk/>
            <pc:sldMk cId="1175821773" sldId="258"/>
            <ac:spMk id="126" creationId="{61F1C08A-C08F-41FB-9DEF-9E87021A9C97}"/>
          </ac:spMkLst>
        </pc:spChg>
        <pc:spChg chg="mod">
          <ac:chgData name="SERGIO SPANO'" userId="3abdd0b9-513e-40ac-aad4-56920065037d" providerId="ADAL" clId="{2DCFDF45-1F6B-4A47-892B-C9094FDD5642}" dt="2022-03-21T11:08:19.259" v="1310" actId="27803"/>
          <ac:spMkLst>
            <pc:docMk/>
            <pc:sldMk cId="1175821773" sldId="258"/>
            <ac:spMk id="127" creationId="{36756753-DB1D-4758-884B-BF9EFE736A26}"/>
          </ac:spMkLst>
        </pc:spChg>
        <pc:spChg chg="mod">
          <ac:chgData name="SERGIO SPANO'" userId="3abdd0b9-513e-40ac-aad4-56920065037d" providerId="ADAL" clId="{2DCFDF45-1F6B-4A47-892B-C9094FDD5642}" dt="2022-03-21T11:08:19.259" v="1310" actId="27803"/>
          <ac:spMkLst>
            <pc:docMk/>
            <pc:sldMk cId="1175821773" sldId="258"/>
            <ac:spMk id="128" creationId="{4A5DA33D-0DA9-4E64-B702-EAF78D41E5EA}"/>
          </ac:spMkLst>
        </pc:spChg>
        <pc:spChg chg="mod">
          <ac:chgData name="SERGIO SPANO'" userId="3abdd0b9-513e-40ac-aad4-56920065037d" providerId="ADAL" clId="{2DCFDF45-1F6B-4A47-892B-C9094FDD5642}" dt="2022-03-21T11:08:19.259" v="1310" actId="27803"/>
          <ac:spMkLst>
            <pc:docMk/>
            <pc:sldMk cId="1175821773" sldId="258"/>
            <ac:spMk id="129" creationId="{893D79DF-28C8-4042-BDE8-6A24D8708D30}"/>
          </ac:spMkLst>
        </pc:spChg>
        <pc:spChg chg="mod">
          <ac:chgData name="SERGIO SPANO'" userId="3abdd0b9-513e-40ac-aad4-56920065037d" providerId="ADAL" clId="{2DCFDF45-1F6B-4A47-892B-C9094FDD5642}" dt="2022-03-21T11:08:19.259" v="1310" actId="27803"/>
          <ac:spMkLst>
            <pc:docMk/>
            <pc:sldMk cId="1175821773" sldId="258"/>
            <ac:spMk id="130" creationId="{7E24A1C7-AED1-449F-AA12-5C0798FD5A73}"/>
          </ac:spMkLst>
        </pc:spChg>
        <pc:spChg chg="mod">
          <ac:chgData name="SERGIO SPANO'" userId="3abdd0b9-513e-40ac-aad4-56920065037d" providerId="ADAL" clId="{2DCFDF45-1F6B-4A47-892B-C9094FDD5642}" dt="2022-03-21T11:08:19.259" v="1310" actId="27803"/>
          <ac:spMkLst>
            <pc:docMk/>
            <pc:sldMk cId="1175821773" sldId="258"/>
            <ac:spMk id="131" creationId="{BDBCA0A4-B042-488A-99F2-0B2DE24AD3C2}"/>
          </ac:spMkLst>
        </pc:spChg>
        <pc:spChg chg="mod">
          <ac:chgData name="SERGIO SPANO'" userId="3abdd0b9-513e-40ac-aad4-56920065037d" providerId="ADAL" clId="{2DCFDF45-1F6B-4A47-892B-C9094FDD5642}" dt="2022-03-21T11:08:19.259" v="1310" actId="27803"/>
          <ac:spMkLst>
            <pc:docMk/>
            <pc:sldMk cId="1175821773" sldId="258"/>
            <ac:spMk id="132" creationId="{880DF75C-0131-4B26-9DF4-7FEEC01DAB1A}"/>
          </ac:spMkLst>
        </pc:spChg>
        <pc:spChg chg="mod">
          <ac:chgData name="SERGIO SPANO'" userId="3abdd0b9-513e-40ac-aad4-56920065037d" providerId="ADAL" clId="{2DCFDF45-1F6B-4A47-892B-C9094FDD5642}" dt="2022-03-21T11:08:19.259" v="1310" actId="27803"/>
          <ac:spMkLst>
            <pc:docMk/>
            <pc:sldMk cId="1175821773" sldId="258"/>
            <ac:spMk id="133" creationId="{31887B48-9C04-4D8E-B261-298FB54933C3}"/>
          </ac:spMkLst>
        </pc:spChg>
        <pc:spChg chg="mod">
          <ac:chgData name="SERGIO SPANO'" userId="3abdd0b9-513e-40ac-aad4-56920065037d" providerId="ADAL" clId="{2DCFDF45-1F6B-4A47-892B-C9094FDD5642}" dt="2022-03-21T11:08:19.259" v="1310" actId="27803"/>
          <ac:spMkLst>
            <pc:docMk/>
            <pc:sldMk cId="1175821773" sldId="258"/>
            <ac:spMk id="134" creationId="{FDAC512E-151D-4E9D-B241-E7C782C18718}"/>
          </ac:spMkLst>
        </pc:spChg>
        <pc:spChg chg="mod">
          <ac:chgData name="SERGIO SPANO'" userId="3abdd0b9-513e-40ac-aad4-56920065037d" providerId="ADAL" clId="{2DCFDF45-1F6B-4A47-892B-C9094FDD5642}" dt="2022-03-21T11:08:19.259" v="1310" actId="27803"/>
          <ac:spMkLst>
            <pc:docMk/>
            <pc:sldMk cId="1175821773" sldId="258"/>
            <ac:spMk id="135" creationId="{CFEA14C8-E7E9-4179-B99F-56458B41C9AE}"/>
          </ac:spMkLst>
        </pc:spChg>
        <pc:spChg chg="mod">
          <ac:chgData name="SERGIO SPANO'" userId="3abdd0b9-513e-40ac-aad4-56920065037d" providerId="ADAL" clId="{2DCFDF45-1F6B-4A47-892B-C9094FDD5642}" dt="2022-03-21T11:08:19.259" v="1310" actId="27803"/>
          <ac:spMkLst>
            <pc:docMk/>
            <pc:sldMk cId="1175821773" sldId="258"/>
            <ac:spMk id="136" creationId="{938D78B3-8A60-4FF5-B6CA-CC7ADC497B70}"/>
          </ac:spMkLst>
        </pc:spChg>
        <pc:spChg chg="mod">
          <ac:chgData name="SERGIO SPANO'" userId="3abdd0b9-513e-40ac-aad4-56920065037d" providerId="ADAL" clId="{2DCFDF45-1F6B-4A47-892B-C9094FDD5642}" dt="2022-03-21T11:08:19.259" v="1310" actId="27803"/>
          <ac:spMkLst>
            <pc:docMk/>
            <pc:sldMk cId="1175821773" sldId="258"/>
            <ac:spMk id="137" creationId="{5C470738-D93A-40B3-B4DF-16EC6C61920D}"/>
          </ac:spMkLst>
        </pc:spChg>
        <pc:spChg chg="mod">
          <ac:chgData name="SERGIO SPANO'" userId="3abdd0b9-513e-40ac-aad4-56920065037d" providerId="ADAL" clId="{2DCFDF45-1F6B-4A47-892B-C9094FDD5642}" dt="2022-03-21T11:08:19.259" v="1310" actId="27803"/>
          <ac:spMkLst>
            <pc:docMk/>
            <pc:sldMk cId="1175821773" sldId="258"/>
            <ac:spMk id="138" creationId="{8DFB8E25-3D53-4D5C-BF71-E9C86D7AAEB3}"/>
          </ac:spMkLst>
        </pc:spChg>
        <pc:spChg chg="mod">
          <ac:chgData name="SERGIO SPANO'" userId="3abdd0b9-513e-40ac-aad4-56920065037d" providerId="ADAL" clId="{2DCFDF45-1F6B-4A47-892B-C9094FDD5642}" dt="2022-03-21T11:08:19.259" v="1310" actId="27803"/>
          <ac:spMkLst>
            <pc:docMk/>
            <pc:sldMk cId="1175821773" sldId="258"/>
            <ac:spMk id="139" creationId="{DA5AED9F-84E7-4131-B319-0D0C4FAEDF48}"/>
          </ac:spMkLst>
        </pc:spChg>
        <pc:spChg chg="mod">
          <ac:chgData name="SERGIO SPANO'" userId="3abdd0b9-513e-40ac-aad4-56920065037d" providerId="ADAL" clId="{2DCFDF45-1F6B-4A47-892B-C9094FDD5642}" dt="2022-03-21T11:08:19.259" v="1310" actId="27803"/>
          <ac:spMkLst>
            <pc:docMk/>
            <pc:sldMk cId="1175821773" sldId="258"/>
            <ac:spMk id="140" creationId="{60F75D7D-EEA4-4090-B202-1E17D76AC269}"/>
          </ac:spMkLst>
        </pc:spChg>
        <pc:spChg chg="mod">
          <ac:chgData name="SERGIO SPANO'" userId="3abdd0b9-513e-40ac-aad4-56920065037d" providerId="ADAL" clId="{2DCFDF45-1F6B-4A47-892B-C9094FDD5642}" dt="2022-03-21T11:08:19.259" v="1310" actId="27803"/>
          <ac:spMkLst>
            <pc:docMk/>
            <pc:sldMk cId="1175821773" sldId="258"/>
            <ac:spMk id="141" creationId="{DFB748CE-98DD-46D0-8AE0-B93A5BC50026}"/>
          </ac:spMkLst>
        </pc:spChg>
        <pc:spChg chg="mod">
          <ac:chgData name="SERGIO SPANO'" userId="3abdd0b9-513e-40ac-aad4-56920065037d" providerId="ADAL" clId="{2DCFDF45-1F6B-4A47-892B-C9094FDD5642}" dt="2022-03-21T11:08:19.259" v="1310" actId="27803"/>
          <ac:spMkLst>
            <pc:docMk/>
            <pc:sldMk cId="1175821773" sldId="258"/>
            <ac:spMk id="142" creationId="{73AD5DB1-9763-4C18-BA6A-D9359C1FB50B}"/>
          </ac:spMkLst>
        </pc:spChg>
        <pc:spChg chg="mod">
          <ac:chgData name="SERGIO SPANO'" userId="3abdd0b9-513e-40ac-aad4-56920065037d" providerId="ADAL" clId="{2DCFDF45-1F6B-4A47-892B-C9094FDD5642}" dt="2022-03-21T11:08:19.259" v="1310" actId="27803"/>
          <ac:spMkLst>
            <pc:docMk/>
            <pc:sldMk cId="1175821773" sldId="258"/>
            <ac:spMk id="143" creationId="{05B6765A-9316-4A7B-B185-2C33A44E7A80}"/>
          </ac:spMkLst>
        </pc:spChg>
        <pc:spChg chg="mod">
          <ac:chgData name="SERGIO SPANO'" userId="3abdd0b9-513e-40ac-aad4-56920065037d" providerId="ADAL" clId="{2DCFDF45-1F6B-4A47-892B-C9094FDD5642}" dt="2022-03-21T11:08:19.259" v="1310" actId="27803"/>
          <ac:spMkLst>
            <pc:docMk/>
            <pc:sldMk cId="1175821773" sldId="258"/>
            <ac:spMk id="144" creationId="{E689E8F8-5E31-40F4-9EAE-972F98ED1753}"/>
          </ac:spMkLst>
        </pc:spChg>
        <pc:spChg chg="mod">
          <ac:chgData name="SERGIO SPANO'" userId="3abdd0b9-513e-40ac-aad4-56920065037d" providerId="ADAL" clId="{2DCFDF45-1F6B-4A47-892B-C9094FDD5642}" dt="2022-03-21T11:08:19.259" v="1310" actId="27803"/>
          <ac:spMkLst>
            <pc:docMk/>
            <pc:sldMk cId="1175821773" sldId="258"/>
            <ac:spMk id="145" creationId="{86B1417B-B73A-4033-B2F3-6379B953676C}"/>
          </ac:spMkLst>
        </pc:spChg>
        <pc:spChg chg="mod">
          <ac:chgData name="SERGIO SPANO'" userId="3abdd0b9-513e-40ac-aad4-56920065037d" providerId="ADAL" clId="{2DCFDF45-1F6B-4A47-892B-C9094FDD5642}" dt="2022-03-21T11:08:19.259" v="1310" actId="27803"/>
          <ac:spMkLst>
            <pc:docMk/>
            <pc:sldMk cId="1175821773" sldId="258"/>
            <ac:spMk id="146" creationId="{EFBF7221-D095-4A1A-B4E7-7F0E2D02D4B8}"/>
          </ac:spMkLst>
        </pc:spChg>
        <pc:spChg chg="mod">
          <ac:chgData name="SERGIO SPANO'" userId="3abdd0b9-513e-40ac-aad4-56920065037d" providerId="ADAL" clId="{2DCFDF45-1F6B-4A47-892B-C9094FDD5642}" dt="2022-03-21T11:08:19.259" v="1310" actId="27803"/>
          <ac:spMkLst>
            <pc:docMk/>
            <pc:sldMk cId="1175821773" sldId="258"/>
            <ac:spMk id="147" creationId="{82C3C7E3-A5EA-48AC-8D25-B39C041F6421}"/>
          </ac:spMkLst>
        </pc:spChg>
        <pc:spChg chg="mod">
          <ac:chgData name="SERGIO SPANO'" userId="3abdd0b9-513e-40ac-aad4-56920065037d" providerId="ADAL" clId="{2DCFDF45-1F6B-4A47-892B-C9094FDD5642}" dt="2022-03-21T11:08:19.259" v="1310" actId="27803"/>
          <ac:spMkLst>
            <pc:docMk/>
            <pc:sldMk cId="1175821773" sldId="258"/>
            <ac:spMk id="148" creationId="{6AC89274-35DB-4EB4-AE31-275DA54F6126}"/>
          </ac:spMkLst>
        </pc:spChg>
        <pc:spChg chg="mod">
          <ac:chgData name="SERGIO SPANO'" userId="3abdd0b9-513e-40ac-aad4-56920065037d" providerId="ADAL" clId="{2DCFDF45-1F6B-4A47-892B-C9094FDD5642}" dt="2022-03-21T11:08:19.259" v="1310" actId="27803"/>
          <ac:spMkLst>
            <pc:docMk/>
            <pc:sldMk cId="1175821773" sldId="258"/>
            <ac:spMk id="149" creationId="{874BC9B2-EE3E-41C7-9593-8E9CC47F6D31}"/>
          </ac:spMkLst>
        </pc:spChg>
        <pc:spChg chg="mod">
          <ac:chgData name="SERGIO SPANO'" userId="3abdd0b9-513e-40ac-aad4-56920065037d" providerId="ADAL" clId="{2DCFDF45-1F6B-4A47-892B-C9094FDD5642}" dt="2022-03-21T11:08:19.259" v="1310" actId="27803"/>
          <ac:spMkLst>
            <pc:docMk/>
            <pc:sldMk cId="1175821773" sldId="258"/>
            <ac:spMk id="150" creationId="{0A9B5DF9-4BBE-4055-BBE4-CC7E21FBE4EF}"/>
          </ac:spMkLst>
        </pc:spChg>
        <pc:spChg chg="mod">
          <ac:chgData name="SERGIO SPANO'" userId="3abdd0b9-513e-40ac-aad4-56920065037d" providerId="ADAL" clId="{2DCFDF45-1F6B-4A47-892B-C9094FDD5642}" dt="2022-03-21T11:08:19.259" v="1310" actId="27803"/>
          <ac:spMkLst>
            <pc:docMk/>
            <pc:sldMk cId="1175821773" sldId="258"/>
            <ac:spMk id="151" creationId="{998C9CBF-A92C-4B7B-91FC-5CC689B00A15}"/>
          </ac:spMkLst>
        </pc:spChg>
        <pc:spChg chg="mod">
          <ac:chgData name="SERGIO SPANO'" userId="3abdd0b9-513e-40ac-aad4-56920065037d" providerId="ADAL" clId="{2DCFDF45-1F6B-4A47-892B-C9094FDD5642}" dt="2022-03-21T11:08:19.259" v="1310" actId="27803"/>
          <ac:spMkLst>
            <pc:docMk/>
            <pc:sldMk cId="1175821773" sldId="258"/>
            <ac:spMk id="152" creationId="{8FC986B9-D7CA-4925-BD8B-1D71F4BA0329}"/>
          </ac:spMkLst>
        </pc:spChg>
        <pc:spChg chg="mod">
          <ac:chgData name="SERGIO SPANO'" userId="3abdd0b9-513e-40ac-aad4-56920065037d" providerId="ADAL" clId="{2DCFDF45-1F6B-4A47-892B-C9094FDD5642}" dt="2022-03-21T11:08:19.259" v="1310" actId="27803"/>
          <ac:spMkLst>
            <pc:docMk/>
            <pc:sldMk cId="1175821773" sldId="258"/>
            <ac:spMk id="153" creationId="{633F6268-AC20-40B8-A9C0-94C364237128}"/>
          </ac:spMkLst>
        </pc:spChg>
        <pc:spChg chg="mod">
          <ac:chgData name="SERGIO SPANO'" userId="3abdd0b9-513e-40ac-aad4-56920065037d" providerId="ADAL" clId="{2DCFDF45-1F6B-4A47-892B-C9094FDD5642}" dt="2022-03-21T11:08:19.259" v="1310" actId="27803"/>
          <ac:spMkLst>
            <pc:docMk/>
            <pc:sldMk cId="1175821773" sldId="258"/>
            <ac:spMk id="154" creationId="{4356A823-9A29-4E69-916C-9E8F01D37074}"/>
          </ac:spMkLst>
        </pc:spChg>
        <pc:spChg chg="mod">
          <ac:chgData name="SERGIO SPANO'" userId="3abdd0b9-513e-40ac-aad4-56920065037d" providerId="ADAL" clId="{2DCFDF45-1F6B-4A47-892B-C9094FDD5642}" dt="2022-03-21T11:08:19.259" v="1310" actId="27803"/>
          <ac:spMkLst>
            <pc:docMk/>
            <pc:sldMk cId="1175821773" sldId="258"/>
            <ac:spMk id="155" creationId="{20C78A11-C818-4E81-876B-06ED7D8DE544}"/>
          </ac:spMkLst>
        </pc:spChg>
        <pc:spChg chg="mod">
          <ac:chgData name="SERGIO SPANO'" userId="3abdd0b9-513e-40ac-aad4-56920065037d" providerId="ADAL" clId="{2DCFDF45-1F6B-4A47-892B-C9094FDD5642}" dt="2022-03-21T11:08:19.259" v="1310" actId="27803"/>
          <ac:spMkLst>
            <pc:docMk/>
            <pc:sldMk cId="1175821773" sldId="258"/>
            <ac:spMk id="156" creationId="{314C54A3-5410-46FE-8AF4-7E0FCA4250D8}"/>
          </ac:spMkLst>
        </pc:spChg>
        <pc:spChg chg="mod">
          <ac:chgData name="SERGIO SPANO'" userId="3abdd0b9-513e-40ac-aad4-56920065037d" providerId="ADAL" clId="{2DCFDF45-1F6B-4A47-892B-C9094FDD5642}" dt="2022-03-21T11:08:19.259" v="1310" actId="27803"/>
          <ac:spMkLst>
            <pc:docMk/>
            <pc:sldMk cId="1175821773" sldId="258"/>
            <ac:spMk id="157" creationId="{ADEF6765-3F6E-4647-8167-FE421203BF2D}"/>
          </ac:spMkLst>
        </pc:spChg>
        <pc:spChg chg="mod">
          <ac:chgData name="SERGIO SPANO'" userId="3abdd0b9-513e-40ac-aad4-56920065037d" providerId="ADAL" clId="{2DCFDF45-1F6B-4A47-892B-C9094FDD5642}" dt="2022-03-21T11:08:19.259" v="1310" actId="27803"/>
          <ac:spMkLst>
            <pc:docMk/>
            <pc:sldMk cId="1175821773" sldId="258"/>
            <ac:spMk id="158" creationId="{0CD977EF-793C-4D53-BABF-0DC0C162871C}"/>
          </ac:spMkLst>
        </pc:spChg>
        <pc:spChg chg="mod">
          <ac:chgData name="SERGIO SPANO'" userId="3abdd0b9-513e-40ac-aad4-56920065037d" providerId="ADAL" clId="{2DCFDF45-1F6B-4A47-892B-C9094FDD5642}" dt="2022-03-21T11:08:19.259" v="1310" actId="27803"/>
          <ac:spMkLst>
            <pc:docMk/>
            <pc:sldMk cId="1175821773" sldId="258"/>
            <ac:spMk id="159" creationId="{0A7D0C22-3BD8-4325-9C04-1A803C4343F7}"/>
          </ac:spMkLst>
        </pc:spChg>
        <pc:spChg chg="mod">
          <ac:chgData name="SERGIO SPANO'" userId="3abdd0b9-513e-40ac-aad4-56920065037d" providerId="ADAL" clId="{2DCFDF45-1F6B-4A47-892B-C9094FDD5642}" dt="2022-03-21T11:08:19.259" v="1310" actId="27803"/>
          <ac:spMkLst>
            <pc:docMk/>
            <pc:sldMk cId="1175821773" sldId="258"/>
            <ac:spMk id="160" creationId="{829FCC0E-0D55-46BD-9124-1D20775D6EC3}"/>
          </ac:spMkLst>
        </pc:spChg>
        <pc:spChg chg="mod">
          <ac:chgData name="SERGIO SPANO'" userId="3abdd0b9-513e-40ac-aad4-56920065037d" providerId="ADAL" clId="{2DCFDF45-1F6B-4A47-892B-C9094FDD5642}" dt="2022-03-21T11:08:19.259" v="1310" actId="27803"/>
          <ac:spMkLst>
            <pc:docMk/>
            <pc:sldMk cId="1175821773" sldId="258"/>
            <ac:spMk id="161" creationId="{725CF644-D21F-4B87-96A7-9D57AF5D7714}"/>
          </ac:spMkLst>
        </pc:spChg>
        <pc:spChg chg="mod">
          <ac:chgData name="SERGIO SPANO'" userId="3abdd0b9-513e-40ac-aad4-56920065037d" providerId="ADAL" clId="{2DCFDF45-1F6B-4A47-892B-C9094FDD5642}" dt="2022-03-21T11:08:19.259" v="1310" actId="27803"/>
          <ac:spMkLst>
            <pc:docMk/>
            <pc:sldMk cId="1175821773" sldId="258"/>
            <ac:spMk id="162" creationId="{F367C3A3-E55A-4AE1-ABE9-2595BB054C75}"/>
          </ac:spMkLst>
        </pc:spChg>
        <pc:spChg chg="mod">
          <ac:chgData name="SERGIO SPANO'" userId="3abdd0b9-513e-40ac-aad4-56920065037d" providerId="ADAL" clId="{2DCFDF45-1F6B-4A47-892B-C9094FDD5642}" dt="2022-03-21T11:08:19.259" v="1310" actId="27803"/>
          <ac:spMkLst>
            <pc:docMk/>
            <pc:sldMk cId="1175821773" sldId="258"/>
            <ac:spMk id="163" creationId="{7EC8A088-B57D-4F66-9722-BD7B09895C0F}"/>
          </ac:spMkLst>
        </pc:spChg>
        <pc:spChg chg="mod">
          <ac:chgData name="SERGIO SPANO'" userId="3abdd0b9-513e-40ac-aad4-56920065037d" providerId="ADAL" clId="{2DCFDF45-1F6B-4A47-892B-C9094FDD5642}" dt="2022-03-21T11:08:19.259" v="1310" actId="27803"/>
          <ac:spMkLst>
            <pc:docMk/>
            <pc:sldMk cId="1175821773" sldId="258"/>
            <ac:spMk id="164" creationId="{B31FB5A5-C3BF-452D-8856-439C5ABABC79}"/>
          </ac:spMkLst>
        </pc:spChg>
        <pc:spChg chg="mod">
          <ac:chgData name="SERGIO SPANO'" userId="3abdd0b9-513e-40ac-aad4-56920065037d" providerId="ADAL" clId="{2DCFDF45-1F6B-4A47-892B-C9094FDD5642}" dt="2022-03-21T11:08:19.259" v="1310" actId="27803"/>
          <ac:spMkLst>
            <pc:docMk/>
            <pc:sldMk cId="1175821773" sldId="258"/>
            <ac:spMk id="165" creationId="{203AAE94-7AEC-4C57-9AA6-B091671F5DE6}"/>
          </ac:spMkLst>
        </pc:spChg>
        <pc:spChg chg="mod">
          <ac:chgData name="SERGIO SPANO'" userId="3abdd0b9-513e-40ac-aad4-56920065037d" providerId="ADAL" clId="{2DCFDF45-1F6B-4A47-892B-C9094FDD5642}" dt="2022-03-21T11:08:19.259" v="1310" actId="27803"/>
          <ac:spMkLst>
            <pc:docMk/>
            <pc:sldMk cId="1175821773" sldId="258"/>
            <ac:spMk id="166" creationId="{CA21607E-4690-4E2C-B0F2-54FDC7531CBB}"/>
          </ac:spMkLst>
        </pc:spChg>
        <pc:spChg chg="mod">
          <ac:chgData name="SERGIO SPANO'" userId="3abdd0b9-513e-40ac-aad4-56920065037d" providerId="ADAL" clId="{2DCFDF45-1F6B-4A47-892B-C9094FDD5642}" dt="2022-03-21T11:08:19.259" v="1310" actId="27803"/>
          <ac:spMkLst>
            <pc:docMk/>
            <pc:sldMk cId="1175821773" sldId="258"/>
            <ac:spMk id="167" creationId="{77601BB4-D64D-4169-AAD0-62A3FD6A7CC3}"/>
          </ac:spMkLst>
        </pc:spChg>
        <pc:spChg chg="mod">
          <ac:chgData name="SERGIO SPANO'" userId="3abdd0b9-513e-40ac-aad4-56920065037d" providerId="ADAL" clId="{2DCFDF45-1F6B-4A47-892B-C9094FDD5642}" dt="2022-03-21T11:08:19.259" v="1310" actId="27803"/>
          <ac:spMkLst>
            <pc:docMk/>
            <pc:sldMk cId="1175821773" sldId="258"/>
            <ac:spMk id="168" creationId="{FA5B9C04-FFDA-4B4D-AFB3-2924DCF8D3FC}"/>
          </ac:spMkLst>
        </pc:spChg>
        <pc:spChg chg="mod">
          <ac:chgData name="SERGIO SPANO'" userId="3abdd0b9-513e-40ac-aad4-56920065037d" providerId="ADAL" clId="{2DCFDF45-1F6B-4A47-892B-C9094FDD5642}" dt="2022-03-21T11:08:19.259" v="1310" actId="27803"/>
          <ac:spMkLst>
            <pc:docMk/>
            <pc:sldMk cId="1175821773" sldId="258"/>
            <ac:spMk id="169" creationId="{81B5F5F3-EF3D-4C86-B750-04FF780C6FBE}"/>
          </ac:spMkLst>
        </pc:spChg>
        <pc:spChg chg="mod">
          <ac:chgData name="SERGIO SPANO'" userId="3abdd0b9-513e-40ac-aad4-56920065037d" providerId="ADAL" clId="{2DCFDF45-1F6B-4A47-892B-C9094FDD5642}" dt="2022-03-21T11:08:19.259" v="1310" actId="27803"/>
          <ac:spMkLst>
            <pc:docMk/>
            <pc:sldMk cId="1175821773" sldId="258"/>
            <ac:spMk id="170" creationId="{1543BC40-BB59-4933-B799-1663D76E6CD5}"/>
          </ac:spMkLst>
        </pc:spChg>
        <pc:spChg chg="mod">
          <ac:chgData name="SERGIO SPANO'" userId="3abdd0b9-513e-40ac-aad4-56920065037d" providerId="ADAL" clId="{2DCFDF45-1F6B-4A47-892B-C9094FDD5642}" dt="2022-03-21T11:08:19.259" v="1310" actId="27803"/>
          <ac:spMkLst>
            <pc:docMk/>
            <pc:sldMk cId="1175821773" sldId="258"/>
            <ac:spMk id="171" creationId="{256E2A3C-9ED2-4DF9-ADE2-778863808166}"/>
          </ac:spMkLst>
        </pc:spChg>
        <pc:spChg chg="mod">
          <ac:chgData name="SERGIO SPANO'" userId="3abdd0b9-513e-40ac-aad4-56920065037d" providerId="ADAL" clId="{2DCFDF45-1F6B-4A47-892B-C9094FDD5642}" dt="2022-03-21T11:08:19.259" v="1310" actId="27803"/>
          <ac:spMkLst>
            <pc:docMk/>
            <pc:sldMk cId="1175821773" sldId="258"/>
            <ac:spMk id="172" creationId="{C3F3C555-237C-44AB-BB37-3CBA7721FC27}"/>
          </ac:spMkLst>
        </pc:spChg>
        <pc:spChg chg="mod">
          <ac:chgData name="SERGIO SPANO'" userId="3abdd0b9-513e-40ac-aad4-56920065037d" providerId="ADAL" clId="{2DCFDF45-1F6B-4A47-892B-C9094FDD5642}" dt="2022-03-21T11:08:19.259" v="1310" actId="27803"/>
          <ac:spMkLst>
            <pc:docMk/>
            <pc:sldMk cId="1175821773" sldId="258"/>
            <ac:spMk id="173" creationId="{5FD6EAF4-2F56-4961-A971-30958B282CAD}"/>
          </ac:spMkLst>
        </pc:spChg>
        <pc:spChg chg="mod">
          <ac:chgData name="SERGIO SPANO'" userId="3abdd0b9-513e-40ac-aad4-56920065037d" providerId="ADAL" clId="{2DCFDF45-1F6B-4A47-892B-C9094FDD5642}" dt="2022-03-21T11:08:19.259" v="1310" actId="27803"/>
          <ac:spMkLst>
            <pc:docMk/>
            <pc:sldMk cId="1175821773" sldId="258"/>
            <ac:spMk id="174" creationId="{0001DA9B-56D9-4367-96B3-3BAC6C080E12}"/>
          </ac:spMkLst>
        </pc:spChg>
        <pc:spChg chg="mod">
          <ac:chgData name="SERGIO SPANO'" userId="3abdd0b9-513e-40ac-aad4-56920065037d" providerId="ADAL" clId="{2DCFDF45-1F6B-4A47-892B-C9094FDD5642}" dt="2022-03-21T11:08:19.259" v="1310" actId="27803"/>
          <ac:spMkLst>
            <pc:docMk/>
            <pc:sldMk cId="1175821773" sldId="258"/>
            <ac:spMk id="175" creationId="{447A84F4-3C55-4CDF-9F75-C923AD2239E3}"/>
          </ac:spMkLst>
        </pc:spChg>
        <pc:spChg chg="mod">
          <ac:chgData name="SERGIO SPANO'" userId="3abdd0b9-513e-40ac-aad4-56920065037d" providerId="ADAL" clId="{2DCFDF45-1F6B-4A47-892B-C9094FDD5642}" dt="2022-03-21T11:08:19.259" v="1310" actId="27803"/>
          <ac:spMkLst>
            <pc:docMk/>
            <pc:sldMk cId="1175821773" sldId="258"/>
            <ac:spMk id="176" creationId="{446448A6-672A-4D21-B9D8-491B5BEB6017}"/>
          </ac:spMkLst>
        </pc:spChg>
        <pc:spChg chg="mod">
          <ac:chgData name="SERGIO SPANO'" userId="3abdd0b9-513e-40ac-aad4-56920065037d" providerId="ADAL" clId="{2DCFDF45-1F6B-4A47-892B-C9094FDD5642}" dt="2022-03-21T11:08:19.259" v="1310" actId="27803"/>
          <ac:spMkLst>
            <pc:docMk/>
            <pc:sldMk cId="1175821773" sldId="258"/>
            <ac:spMk id="177" creationId="{B68E1F9A-6568-4B16-A0E8-D877EDFF5D27}"/>
          </ac:spMkLst>
        </pc:spChg>
        <pc:spChg chg="mod">
          <ac:chgData name="SERGIO SPANO'" userId="3abdd0b9-513e-40ac-aad4-56920065037d" providerId="ADAL" clId="{2DCFDF45-1F6B-4A47-892B-C9094FDD5642}" dt="2022-03-21T11:08:19.259" v="1310" actId="27803"/>
          <ac:spMkLst>
            <pc:docMk/>
            <pc:sldMk cId="1175821773" sldId="258"/>
            <ac:spMk id="178" creationId="{D103CCB2-2876-4E3E-A509-94457B70A9AF}"/>
          </ac:spMkLst>
        </pc:spChg>
        <pc:spChg chg="mod">
          <ac:chgData name="SERGIO SPANO'" userId="3abdd0b9-513e-40ac-aad4-56920065037d" providerId="ADAL" clId="{2DCFDF45-1F6B-4A47-892B-C9094FDD5642}" dt="2022-03-21T11:08:19.259" v="1310" actId="27803"/>
          <ac:spMkLst>
            <pc:docMk/>
            <pc:sldMk cId="1175821773" sldId="258"/>
            <ac:spMk id="179" creationId="{5CB348E1-92CE-4546-AB8F-AAF055D3F206}"/>
          </ac:spMkLst>
        </pc:spChg>
        <pc:spChg chg="mod">
          <ac:chgData name="SERGIO SPANO'" userId="3abdd0b9-513e-40ac-aad4-56920065037d" providerId="ADAL" clId="{2DCFDF45-1F6B-4A47-892B-C9094FDD5642}" dt="2022-03-21T11:08:19.259" v="1310" actId="27803"/>
          <ac:spMkLst>
            <pc:docMk/>
            <pc:sldMk cId="1175821773" sldId="258"/>
            <ac:spMk id="180" creationId="{8C394B8C-7CAE-45E8-8491-6B07DD012312}"/>
          </ac:spMkLst>
        </pc:spChg>
        <pc:spChg chg="mod">
          <ac:chgData name="SERGIO SPANO'" userId="3abdd0b9-513e-40ac-aad4-56920065037d" providerId="ADAL" clId="{2DCFDF45-1F6B-4A47-892B-C9094FDD5642}" dt="2022-03-21T11:08:19.259" v="1310" actId="27803"/>
          <ac:spMkLst>
            <pc:docMk/>
            <pc:sldMk cId="1175821773" sldId="258"/>
            <ac:spMk id="181" creationId="{03FFDA13-668A-4202-973F-B6CA82D60D8A}"/>
          </ac:spMkLst>
        </pc:spChg>
        <pc:spChg chg="mod">
          <ac:chgData name="SERGIO SPANO'" userId="3abdd0b9-513e-40ac-aad4-56920065037d" providerId="ADAL" clId="{2DCFDF45-1F6B-4A47-892B-C9094FDD5642}" dt="2022-03-21T11:08:19.259" v="1310" actId="27803"/>
          <ac:spMkLst>
            <pc:docMk/>
            <pc:sldMk cId="1175821773" sldId="258"/>
            <ac:spMk id="182" creationId="{3736E66F-DF74-451A-A4A2-B89ED77F117E}"/>
          </ac:spMkLst>
        </pc:spChg>
        <pc:spChg chg="mod">
          <ac:chgData name="SERGIO SPANO'" userId="3abdd0b9-513e-40ac-aad4-56920065037d" providerId="ADAL" clId="{2DCFDF45-1F6B-4A47-892B-C9094FDD5642}" dt="2022-03-21T11:08:19.259" v="1310" actId="27803"/>
          <ac:spMkLst>
            <pc:docMk/>
            <pc:sldMk cId="1175821773" sldId="258"/>
            <ac:spMk id="183" creationId="{5200380D-D991-4519-8F34-4120AAB75F22}"/>
          </ac:spMkLst>
        </pc:spChg>
        <pc:spChg chg="mod">
          <ac:chgData name="SERGIO SPANO'" userId="3abdd0b9-513e-40ac-aad4-56920065037d" providerId="ADAL" clId="{2DCFDF45-1F6B-4A47-892B-C9094FDD5642}" dt="2022-03-21T11:08:19.259" v="1310" actId="27803"/>
          <ac:spMkLst>
            <pc:docMk/>
            <pc:sldMk cId="1175821773" sldId="258"/>
            <ac:spMk id="184" creationId="{1E118F54-7EAA-418D-9EBD-735D84A5512F}"/>
          </ac:spMkLst>
        </pc:spChg>
        <pc:spChg chg="mod">
          <ac:chgData name="SERGIO SPANO'" userId="3abdd0b9-513e-40ac-aad4-56920065037d" providerId="ADAL" clId="{2DCFDF45-1F6B-4A47-892B-C9094FDD5642}" dt="2022-03-21T11:08:19.259" v="1310" actId="27803"/>
          <ac:spMkLst>
            <pc:docMk/>
            <pc:sldMk cId="1175821773" sldId="258"/>
            <ac:spMk id="185" creationId="{1F9989F2-3AD6-43BB-9860-5DA764701966}"/>
          </ac:spMkLst>
        </pc:spChg>
        <pc:spChg chg="mod">
          <ac:chgData name="SERGIO SPANO'" userId="3abdd0b9-513e-40ac-aad4-56920065037d" providerId="ADAL" clId="{2DCFDF45-1F6B-4A47-892B-C9094FDD5642}" dt="2022-03-21T11:08:19.259" v="1310" actId="27803"/>
          <ac:spMkLst>
            <pc:docMk/>
            <pc:sldMk cId="1175821773" sldId="258"/>
            <ac:spMk id="186" creationId="{97D86175-C96A-40A8-9369-D1D1754E7E57}"/>
          </ac:spMkLst>
        </pc:spChg>
        <pc:spChg chg="mod">
          <ac:chgData name="SERGIO SPANO'" userId="3abdd0b9-513e-40ac-aad4-56920065037d" providerId="ADAL" clId="{2DCFDF45-1F6B-4A47-892B-C9094FDD5642}" dt="2022-03-21T11:08:19.259" v="1310" actId="27803"/>
          <ac:spMkLst>
            <pc:docMk/>
            <pc:sldMk cId="1175821773" sldId="258"/>
            <ac:spMk id="187" creationId="{154DE797-79CF-4D19-A6FA-92F0B52892E9}"/>
          </ac:spMkLst>
        </pc:spChg>
        <pc:spChg chg="mod">
          <ac:chgData name="SERGIO SPANO'" userId="3abdd0b9-513e-40ac-aad4-56920065037d" providerId="ADAL" clId="{2DCFDF45-1F6B-4A47-892B-C9094FDD5642}" dt="2022-03-21T11:08:19.259" v="1310" actId="27803"/>
          <ac:spMkLst>
            <pc:docMk/>
            <pc:sldMk cId="1175821773" sldId="258"/>
            <ac:spMk id="188" creationId="{23F5022D-57D4-4A06-B43E-CB9119070318}"/>
          </ac:spMkLst>
        </pc:spChg>
        <pc:spChg chg="mod">
          <ac:chgData name="SERGIO SPANO'" userId="3abdd0b9-513e-40ac-aad4-56920065037d" providerId="ADAL" clId="{2DCFDF45-1F6B-4A47-892B-C9094FDD5642}" dt="2022-03-21T11:08:19.259" v="1310" actId="27803"/>
          <ac:spMkLst>
            <pc:docMk/>
            <pc:sldMk cId="1175821773" sldId="258"/>
            <ac:spMk id="189" creationId="{28D82360-F7CB-4923-A784-219176D9E9E4}"/>
          </ac:spMkLst>
        </pc:spChg>
        <pc:spChg chg="mod">
          <ac:chgData name="SERGIO SPANO'" userId="3abdd0b9-513e-40ac-aad4-56920065037d" providerId="ADAL" clId="{2DCFDF45-1F6B-4A47-892B-C9094FDD5642}" dt="2022-03-21T11:08:19.259" v="1310" actId="27803"/>
          <ac:spMkLst>
            <pc:docMk/>
            <pc:sldMk cId="1175821773" sldId="258"/>
            <ac:spMk id="190" creationId="{29653EF3-F896-4BBD-9177-0D2387EDE13A}"/>
          </ac:spMkLst>
        </pc:spChg>
        <pc:spChg chg="mod">
          <ac:chgData name="SERGIO SPANO'" userId="3abdd0b9-513e-40ac-aad4-56920065037d" providerId="ADAL" clId="{2DCFDF45-1F6B-4A47-892B-C9094FDD5642}" dt="2022-03-21T11:08:19.259" v="1310" actId="27803"/>
          <ac:spMkLst>
            <pc:docMk/>
            <pc:sldMk cId="1175821773" sldId="258"/>
            <ac:spMk id="191" creationId="{062A7E6F-1A45-4D1A-B277-15ED07F0AB40}"/>
          </ac:spMkLst>
        </pc:spChg>
        <pc:spChg chg="mod">
          <ac:chgData name="SERGIO SPANO'" userId="3abdd0b9-513e-40ac-aad4-56920065037d" providerId="ADAL" clId="{2DCFDF45-1F6B-4A47-892B-C9094FDD5642}" dt="2022-03-21T11:08:19.259" v="1310" actId="27803"/>
          <ac:spMkLst>
            <pc:docMk/>
            <pc:sldMk cId="1175821773" sldId="258"/>
            <ac:spMk id="192" creationId="{C4745AD5-E5A7-4ADC-8A65-596DAA4EFC42}"/>
          </ac:spMkLst>
        </pc:spChg>
        <pc:spChg chg="mod">
          <ac:chgData name="SERGIO SPANO'" userId="3abdd0b9-513e-40ac-aad4-56920065037d" providerId="ADAL" clId="{2DCFDF45-1F6B-4A47-892B-C9094FDD5642}" dt="2022-03-21T11:08:19.259" v="1310" actId="27803"/>
          <ac:spMkLst>
            <pc:docMk/>
            <pc:sldMk cId="1175821773" sldId="258"/>
            <ac:spMk id="193" creationId="{DC6ECE1D-B76D-488A-A8F1-A7E048F53ED2}"/>
          </ac:spMkLst>
        </pc:spChg>
        <pc:spChg chg="mod">
          <ac:chgData name="SERGIO SPANO'" userId="3abdd0b9-513e-40ac-aad4-56920065037d" providerId="ADAL" clId="{2DCFDF45-1F6B-4A47-892B-C9094FDD5642}" dt="2022-03-21T11:08:19.259" v="1310" actId="27803"/>
          <ac:spMkLst>
            <pc:docMk/>
            <pc:sldMk cId="1175821773" sldId="258"/>
            <ac:spMk id="194" creationId="{0195427B-5F6E-42CD-AF07-78430D8715DB}"/>
          </ac:spMkLst>
        </pc:spChg>
        <pc:spChg chg="mod">
          <ac:chgData name="SERGIO SPANO'" userId="3abdd0b9-513e-40ac-aad4-56920065037d" providerId="ADAL" clId="{2DCFDF45-1F6B-4A47-892B-C9094FDD5642}" dt="2022-03-21T11:08:19.259" v="1310" actId="27803"/>
          <ac:spMkLst>
            <pc:docMk/>
            <pc:sldMk cId="1175821773" sldId="258"/>
            <ac:spMk id="195" creationId="{D809870D-AB98-4175-A474-B4FD5A6B5093}"/>
          </ac:spMkLst>
        </pc:spChg>
        <pc:spChg chg="mod">
          <ac:chgData name="SERGIO SPANO'" userId="3abdd0b9-513e-40ac-aad4-56920065037d" providerId="ADAL" clId="{2DCFDF45-1F6B-4A47-892B-C9094FDD5642}" dt="2022-03-21T11:08:19.259" v="1310" actId="27803"/>
          <ac:spMkLst>
            <pc:docMk/>
            <pc:sldMk cId="1175821773" sldId="258"/>
            <ac:spMk id="196" creationId="{74634400-4C2D-4F1C-8895-C831A3D7680E}"/>
          </ac:spMkLst>
        </pc:spChg>
        <pc:spChg chg="mod">
          <ac:chgData name="SERGIO SPANO'" userId="3abdd0b9-513e-40ac-aad4-56920065037d" providerId="ADAL" clId="{2DCFDF45-1F6B-4A47-892B-C9094FDD5642}" dt="2022-03-21T11:08:19.259" v="1310" actId="27803"/>
          <ac:spMkLst>
            <pc:docMk/>
            <pc:sldMk cId="1175821773" sldId="258"/>
            <ac:spMk id="197" creationId="{553AED2A-9AF6-4B61-828E-BC81B5927488}"/>
          </ac:spMkLst>
        </pc:spChg>
        <pc:spChg chg="mod">
          <ac:chgData name="SERGIO SPANO'" userId="3abdd0b9-513e-40ac-aad4-56920065037d" providerId="ADAL" clId="{2DCFDF45-1F6B-4A47-892B-C9094FDD5642}" dt="2022-03-21T11:08:19.259" v="1310" actId="27803"/>
          <ac:spMkLst>
            <pc:docMk/>
            <pc:sldMk cId="1175821773" sldId="258"/>
            <ac:spMk id="198" creationId="{F1687283-5572-4B43-9734-B3E69327160D}"/>
          </ac:spMkLst>
        </pc:spChg>
        <pc:spChg chg="mod">
          <ac:chgData name="SERGIO SPANO'" userId="3abdd0b9-513e-40ac-aad4-56920065037d" providerId="ADAL" clId="{2DCFDF45-1F6B-4A47-892B-C9094FDD5642}" dt="2022-03-21T11:08:19.259" v="1310" actId="27803"/>
          <ac:spMkLst>
            <pc:docMk/>
            <pc:sldMk cId="1175821773" sldId="258"/>
            <ac:spMk id="199" creationId="{B7D627D1-A56C-4A09-A37B-1A4B837974DA}"/>
          </ac:spMkLst>
        </pc:spChg>
        <pc:spChg chg="mod">
          <ac:chgData name="SERGIO SPANO'" userId="3abdd0b9-513e-40ac-aad4-56920065037d" providerId="ADAL" clId="{2DCFDF45-1F6B-4A47-892B-C9094FDD5642}" dt="2022-03-21T11:08:19.259" v="1310" actId="27803"/>
          <ac:spMkLst>
            <pc:docMk/>
            <pc:sldMk cId="1175821773" sldId="258"/>
            <ac:spMk id="200" creationId="{B3B05153-B187-4C0E-B701-764265079163}"/>
          </ac:spMkLst>
        </pc:spChg>
        <pc:spChg chg="mod">
          <ac:chgData name="SERGIO SPANO'" userId="3abdd0b9-513e-40ac-aad4-56920065037d" providerId="ADAL" clId="{2DCFDF45-1F6B-4A47-892B-C9094FDD5642}" dt="2022-03-21T11:08:19.259" v="1310" actId="27803"/>
          <ac:spMkLst>
            <pc:docMk/>
            <pc:sldMk cId="1175821773" sldId="258"/>
            <ac:spMk id="201" creationId="{131BDB76-86FD-4FE2-B763-DC19F6D727D2}"/>
          </ac:spMkLst>
        </pc:spChg>
        <pc:spChg chg="mod">
          <ac:chgData name="SERGIO SPANO'" userId="3abdd0b9-513e-40ac-aad4-56920065037d" providerId="ADAL" clId="{2DCFDF45-1F6B-4A47-892B-C9094FDD5642}" dt="2022-03-21T11:08:19.259" v="1310" actId="27803"/>
          <ac:spMkLst>
            <pc:docMk/>
            <pc:sldMk cId="1175821773" sldId="258"/>
            <ac:spMk id="202" creationId="{D7A74FA5-415D-49FF-AF37-7227AE169E12}"/>
          </ac:spMkLst>
        </pc:spChg>
        <pc:spChg chg="mod">
          <ac:chgData name="SERGIO SPANO'" userId="3abdd0b9-513e-40ac-aad4-56920065037d" providerId="ADAL" clId="{2DCFDF45-1F6B-4A47-892B-C9094FDD5642}" dt="2022-03-21T11:08:19.259" v="1310" actId="27803"/>
          <ac:spMkLst>
            <pc:docMk/>
            <pc:sldMk cId="1175821773" sldId="258"/>
            <ac:spMk id="203" creationId="{816E2668-8707-478B-887C-2B7CB09293BA}"/>
          </ac:spMkLst>
        </pc:spChg>
        <pc:spChg chg="mod">
          <ac:chgData name="SERGIO SPANO'" userId="3abdd0b9-513e-40ac-aad4-56920065037d" providerId="ADAL" clId="{2DCFDF45-1F6B-4A47-892B-C9094FDD5642}" dt="2022-03-21T11:08:19.259" v="1310" actId="27803"/>
          <ac:spMkLst>
            <pc:docMk/>
            <pc:sldMk cId="1175821773" sldId="258"/>
            <ac:spMk id="204" creationId="{508A5763-1F2D-4DCC-8D7D-D7CB5120BCC8}"/>
          </ac:spMkLst>
        </pc:spChg>
        <pc:spChg chg="mod">
          <ac:chgData name="SERGIO SPANO'" userId="3abdd0b9-513e-40ac-aad4-56920065037d" providerId="ADAL" clId="{2DCFDF45-1F6B-4A47-892B-C9094FDD5642}" dt="2022-03-21T11:08:19.259" v="1310" actId="27803"/>
          <ac:spMkLst>
            <pc:docMk/>
            <pc:sldMk cId="1175821773" sldId="258"/>
            <ac:spMk id="205" creationId="{B15A8BD9-E0C4-4322-9D07-66FBA534A201}"/>
          </ac:spMkLst>
        </pc:spChg>
        <pc:spChg chg="mod">
          <ac:chgData name="SERGIO SPANO'" userId="3abdd0b9-513e-40ac-aad4-56920065037d" providerId="ADAL" clId="{2DCFDF45-1F6B-4A47-892B-C9094FDD5642}" dt="2022-03-21T11:08:19.259" v="1310" actId="27803"/>
          <ac:spMkLst>
            <pc:docMk/>
            <pc:sldMk cId="1175821773" sldId="258"/>
            <ac:spMk id="206" creationId="{7DBEB167-C8C7-4BA4-9205-7C3F3C234669}"/>
          </ac:spMkLst>
        </pc:spChg>
        <pc:spChg chg="mod">
          <ac:chgData name="SERGIO SPANO'" userId="3abdd0b9-513e-40ac-aad4-56920065037d" providerId="ADAL" clId="{2DCFDF45-1F6B-4A47-892B-C9094FDD5642}" dt="2022-03-21T11:08:19.259" v="1310" actId="27803"/>
          <ac:spMkLst>
            <pc:docMk/>
            <pc:sldMk cId="1175821773" sldId="258"/>
            <ac:spMk id="207" creationId="{178E8F5F-7636-48B7-A309-6A61E85002DE}"/>
          </ac:spMkLst>
        </pc:spChg>
        <pc:spChg chg="mod">
          <ac:chgData name="SERGIO SPANO'" userId="3abdd0b9-513e-40ac-aad4-56920065037d" providerId="ADAL" clId="{2DCFDF45-1F6B-4A47-892B-C9094FDD5642}" dt="2022-03-21T11:08:19.259" v="1310" actId="27803"/>
          <ac:spMkLst>
            <pc:docMk/>
            <pc:sldMk cId="1175821773" sldId="258"/>
            <ac:spMk id="208" creationId="{90C81726-657C-4C8D-B036-415543BEAAB9}"/>
          </ac:spMkLst>
        </pc:spChg>
        <pc:spChg chg="mod">
          <ac:chgData name="SERGIO SPANO'" userId="3abdd0b9-513e-40ac-aad4-56920065037d" providerId="ADAL" clId="{2DCFDF45-1F6B-4A47-892B-C9094FDD5642}" dt="2022-03-21T11:08:19.259" v="1310" actId="27803"/>
          <ac:spMkLst>
            <pc:docMk/>
            <pc:sldMk cId="1175821773" sldId="258"/>
            <ac:spMk id="209" creationId="{23FF1DF3-AF36-4E8C-89AA-7B46FDE057BF}"/>
          </ac:spMkLst>
        </pc:spChg>
        <pc:spChg chg="mod">
          <ac:chgData name="SERGIO SPANO'" userId="3abdd0b9-513e-40ac-aad4-56920065037d" providerId="ADAL" clId="{2DCFDF45-1F6B-4A47-892B-C9094FDD5642}" dt="2022-03-21T11:08:19.259" v="1310" actId="27803"/>
          <ac:spMkLst>
            <pc:docMk/>
            <pc:sldMk cId="1175821773" sldId="258"/>
            <ac:spMk id="210" creationId="{E0E323C2-8217-4AD6-9105-C92D6F376E10}"/>
          </ac:spMkLst>
        </pc:spChg>
        <pc:spChg chg="mod">
          <ac:chgData name="SERGIO SPANO'" userId="3abdd0b9-513e-40ac-aad4-56920065037d" providerId="ADAL" clId="{2DCFDF45-1F6B-4A47-892B-C9094FDD5642}" dt="2022-03-21T11:08:19.259" v="1310" actId="27803"/>
          <ac:spMkLst>
            <pc:docMk/>
            <pc:sldMk cId="1175821773" sldId="258"/>
            <ac:spMk id="211" creationId="{EE97E07B-8D25-4D32-A67F-BABE717E095A}"/>
          </ac:spMkLst>
        </pc:spChg>
        <pc:spChg chg="mod">
          <ac:chgData name="SERGIO SPANO'" userId="3abdd0b9-513e-40ac-aad4-56920065037d" providerId="ADAL" clId="{2DCFDF45-1F6B-4A47-892B-C9094FDD5642}" dt="2022-03-21T11:08:19.259" v="1310" actId="27803"/>
          <ac:spMkLst>
            <pc:docMk/>
            <pc:sldMk cId="1175821773" sldId="258"/>
            <ac:spMk id="212" creationId="{720A4D0D-9BF2-45E3-81A0-A0EFF68D32A4}"/>
          </ac:spMkLst>
        </pc:spChg>
        <pc:spChg chg="mod">
          <ac:chgData name="SERGIO SPANO'" userId="3abdd0b9-513e-40ac-aad4-56920065037d" providerId="ADAL" clId="{2DCFDF45-1F6B-4A47-892B-C9094FDD5642}" dt="2022-03-21T11:08:19.259" v="1310" actId="27803"/>
          <ac:spMkLst>
            <pc:docMk/>
            <pc:sldMk cId="1175821773" sldId="258"/>
            <ac:spMk id="213" creationId="{4A6C3E1B-3A7A-4725-8F36-9E54114DD5B3}"/>
          </ac:spMkLst>
        </pc:spChg>
        <pc:spChg chg="mod">
          <ac:chgData name="SERGIO SPANO'" userId="3abdd0b9-513e-40ac-aad4-56920065037d" providerId="ADAL" clId="{2DCFDF45-1F6B-4A47-892B-C9094FDD5642}" dt="2022-03-21T11:08:19.259" v="1310" actId="27803"/>
          <ac:spMkLst>
            <pc:docMk/>
            <pc:sldMk cId="1175821773" sldId="258"/>
            <ac:spMk id="214" creationId="{3565C579-9C26-40FE-9296-CB9C5CF4AE46}"/>
          </ac:spMkLst>
        </pc:spChg>
        <pc:spChg chg="mod">
          <ac:chgData name="SERGIO SPANO'" userId="3abdd0b9-513e-40ac-aad4-56920065037d" providerId="ADAL" clId="{2DCFDF45-1F6B-4A47-892B-C9094FDD5642}" dt="2022-03-21T11:08:19.259" v="1310" actId="27803"/>
          <ac:spMkLst>
            <pc:docMk/>
            <pc:sldMk cId="1175821773" sldId="258"/>
            <ac:spMk id="215" creationId="{CDB80160-2535-4019-AAAA-DB9BB0357D7C}"/>
          </ac:spMkLst>
        </pc:spChg>
        <pc:spChg chg="mod">
          <ac:chgData name="SERGIO SPANO'" userId="3abdd0b9-513e-40ac-aad4-56920065037d" providerId="ADAL" clId="{2DCFDF45-1F6B-4A47-892B-C9094FDD5642}" dt="2022-03-21T11:08:19.259" v="1310" actId="27803"/>
          <ac:spMkLst>
            <pc:docMk/>
            <pc:sldMk cId="1175821773" sldId="258"/>
            <ac:spMk id="216" creationId="{286C6D5C-71DC-44EB-82F5-A4858B82535E}"/>
          </ac:spMkLst>
        </pc:spChg>
        <pc:spChg chg="mod">
          <ac:chgData name="SERGIO SPANO'" userId="3abdd0b9-513e-40ac-aad4-56920065037d" providerId="ADAL" clId="{2DCFDF45-1F6B-4A47-892B-C9094FDD5642}" dt="2022-03-21T11:08:19.259" v="1310" actId="27803"/>
          <ac:spMkLst>
            <pc:docMk/>
            <pc:sldMk cId="1175821773" sldId="258"/>
            <ac:spMk id="217" creationId="{036E5657-9984-46E4-A5C7-E3DF9F53A2B7}"/>
          </ac:spMkLst>
        </pc:spChg>
        <pc:spChg chg="mod">
          <ac:chgData name="SERGIO SPANO'" userId="3abdd0b9-513e-40ac-aad4-56920065037d" providerId="ADAL" clId="{2DCFDF45-1F6B-4A47-892B-C9094FDD5642}" dt="2022-03-21T11:08:19.259" v="1310" actId="27803"/>
          <ac:spMkLst>
            <pc:docMk/>
            <pc:sldMk cId="1175821773" sldId="258"/>
            <ac:spMk id="218" creationId="{39E44CC3-055B-45DF-B130-29BA6AA27FE7}"/>
          </ac:spMkLst>
        </pc:spChg>
        <pc:spChg chg="mod">
          <ac:chgData name="SERGIO SPANO'" userId="3abdd0b9-513e-40ac-aad4-56920065037d" providerId="ADAL" clId="{2DCFDF45-1F6B-4A47-892B-C9094FDD5642}" dt="2022-03-21T11:08:19.259" v="1310" actId="27803"/>
          <ac:spMkLst>
            <pc:docMk/>
            <pc:sldMk cId="1175821773" sldId="258"/>
            <ac:spMk id="219" creationId="{22350616-8B3B-4B34-83C1-9B1AE38D1009}"/>
          </ac:spMkLst>
        </pc:spChg>
        <pc:spChg chg="mod">
          <ac:chgData name="SERGIO SPANO'" userId="3abdd0b9-513e-40ac-aad4-56920065037d" providerId="ADAL" clId="{2DCFDF45-1F6B-4A47-892B-C9094FDD5642}" dt="2022-03-21T11:08:19.259" v="1310" actId="27803"/>
          <ac:spMkLst>
            <pc:docMk/>
            <pc:sldMk cId="1175821773" sldId="258"/>
            <ac:spMk id="220" creationId="{3E054776-BF58-4C74-A58F-C7FB0477F8E7}"/>
          </ac:spMkLst>
        </pc:spChg>
        <pc:spChg chg="mod">
          <ac:chgData name="SERGIO SPANO'" userId="3abdd0b9-513e-40ac-aad4-56920065037d" providerId="ADAL" clId="{2DCFDF45-1F6B-4A47-892B-C9094FDD5642}" dt="2022-03-21T11:08:19.259" v="1310" actId="27803"/>
          <ac:spMkLst>
            <pc:docMk/>
            <pc:sldMk cId="1175821773" sldId="258"/>
            <ac:spMk id="221" creationId="{3F852A44-5AFA-40A3-9DE6-69435D99692F}"/>
          </ac:spMkLst>
        </pc:spChg>
        <pc:spChg chg="mod">
          <ac:chgData name="SERGIO SPANO'" userId="3abdd0b9-513e-40ac-aad4-56920065037d" providerId="ADAL" clId="{2DCFDF45-1F6B-4A47-892B-C9094FDD5642}" dt="2022-03-21T11:08:19.259" v="1310" actId="27803"/>
          <ac:spMkLst>
            <pc:docMk/>
            <pc:sldMk cId="1175821773" sldId="258"/>
            <ac:spMk id="222" creationId="{90198210-AF10-4780-923E-B6226C93BB87}"/>
          </ac:spMkLst>
        </pc:spChg>
        <pc:spChg chg="mod">
          <ac:chgData name="SERGIO SPANO'" userId="3abdd0b9-513e-40ac-aad4-56920065037d" providerId="ADAL" clId="{2DCFDF45-1F6B-4A47-892B-C9094FDD5642}" dt="2022-03-21T11:08:19.259" v="1310" actId="27803"/>
          <ac:spMkLst>
            <pc:docMk/>
            <pc:sldMk cId="1175821773" sldId="258"/>
            <ac:spMk id="223" creationId="{204BABFA-57EA-4457-87C4-88175EC40FAA}"/>
          </ac:spMkLst>
        </pc:spChg>
        <pc:spChg chg="mod">
          <ac:chgData name="SERGIO SPANO'" userId="3abdd0b9-513e-40ac-aad4-56920065037d" providerId="ADAL" clId="{2DCFDF45-1F6B-4A47-892B-C9094FDD5642}" dt="2022-03-21T11:08:19.259" v="1310" actId="27803"/>
          <ac:spMkLst>
            <pc:docMk/>
            <pc:sldMk cId="1175821773" sldId="258"/>
            <ac:spMk id="224" creationId="{B1B11D32-1F93-43F8-8D70-FFFC1CDB44D2}"/>
          </ac:spMkLst>
        </pc:spChg>
        <pc:spChg chg="mod">
          <ac:chgData name="SERGIO SPANO'" userId="3abdd0b9-513e-40ac-aad4-56920065037d" providerId="ADAL" clId="{2DCFDF45-1F6B-4A47-892B-C9094FDD5642}" dt="2022-03-21T11:08:19.259" v="1310" actId="27803"/>
          <ac:spMkLst>
            <pc:docMk/>
            <pc:sldMk cId="1175821773" sldId="258"/>
            <ac:spMk id="225" creationId="{4A76DB28-1192-4EDD-8262-B17B868EF6EF}"/>
          </ac:spMkLst>
        </pc:spChg>
        <pc:spChg chg="mod">
          <ac:chgData name="SERGIO SPANO'" userId="3abdd0b9-513e-40ac-aad4-56920065037d" providerId="ADAL" clId="{2DCFDF45-1F6B-4A47-892B-C9094FDD5642}" dt="2022-03-21T11:08:19.259" v="1310" actId="27803"/>
          <ac:spMkLst>
            <pc:docMk/>
            <pc:sldMk cId="1175821773" sldId="258"/>
            <ac:spMk id="226" creationId="{DC9776C6-E372-45F6-A99B-35E8F9F2BCE8}"/>
          </ac:spMkLst>
        </pc:spChg>
        <pc:spChg chg="mod">
          <ac:chgData name="SERGIO SPANO'" userId="3abdd0b9-513e-40ac-aad4-56920065037d" providerId="ADAL" clId="{2DCFDF45-1F6B-4A47-892B-C9094FDD5642}" dt="2022-03-21T11:08:19.259" v="1310" actId="27803"/>
          <ac:spMkLst>
            <pc:docMk/>
            <pc:sldMk cId="1175821773" sldId="258"/>
            <ac:spMk id="227" creationId="{862151F2-C07D-4303-B368-2AB2D4B6F3A5}"/>
          </ac:spMkLst>
        </pc:spChg>
        <pc:spChg chg="mod">
          <ac:chgData name="SERGIO SPANO'" userId="3abdd0b9-513e-40ac-aad4-56920065037d" providerId="ADAL" clId="{2DCFDF45-1F6B-4A47-892B-C9094FDD5642}" dt="2022-03-21T11:08:19.259" v="1310" actId="27803"/>
          <ac:spMkLst>
            <pc:docMk/>
            <pc:sldMk cId="1175821773" sldId="258"/>
            <ac:spMk id="228" creationId="{83CE474C-91EE-45A5-A309-1D33517E4D61}"/>
          </ac:spMkLst>
        </pc:spChg>
        <pc:spChg chg="mod">
          <ac:chgData name="SERGIO SPANO'" userId="3abdd0b9-513e-40ac-aad4-56920065037d" providerId="ADAL" clId="{2DCFDF45-1F6B-4A47-892B-C9094FDD5642}" dt="2022-03-21T11:08:19.259" v="1310" actId="27803"/>
          <ac:spMkLst>
            <pc:docMk/>
            <pc:sldMk cId="1175821773" sldId="258"/>
            <ac:spMk id="229" creationId="{6284E770-1F40-4E28-95DE-8BE37588821F}"/>
          </ac:spMkLst>
        </pc:spChg>
        <pc:spChg chg="mod">
          <ac:chgData name="SERGIO SPANO'" userId="3abdd0b9-513e-40ac-aad4-56920065037d" providerId="ADAL" clId="{2DCFDF45-1F6B-4A47-892B-C9094FDD5642}" dt="2022-03-21T11:08:19.259" v="1310" actId="27803"/>
          <ac:spMkLst>
            <pc:docMk/>
            <pc:sldMk cId="1175821773" sldId="258"/>
            <ac:spMk id="230" creationId="{DEF2CA3F-4754-488C-8EFE-4A669C97C889}"/>
          </ac:spMkLst>
        </pc:spChg>
        <pc:spChg chg="mod">
          <ac:chgData name="SERGIO SPANO'" userId="3abdd0b9-513e-40ac-aad4-56920065037d" providerId="ADAL" clId="{2DCFDF45-1F6B-4A47-892B-C9094FDD5642}" dt="2022-03-21T11:08:19.259" v="1310" actId="27803"/>
          <ac:spMkLst>
            <pc:docMk/>
            <pc:sldMk cId="1175821773" sldId="258"/>
            <ac:spMk id="231" creationId="{972FEFC0-949B-4E6E-AAB2-470F6AE5FF3C}"/>
          </ac:spMkLst>
        </pc:spChg>
        <pc:spChg chg="mod">
          <ac:chgData name="SERGIO SPANO'" userId="3abdd0b9-513e-40ac-aad4-56920065037d" providerId="ADAL" clId="{2DCFDF45-1F6B-4A47-892B-C9094FDD5642}" dt="2022-03-21T11:08:19.259" v="1310" actId="27803"/>
          <ac:spMkLst>
            <pc:docMk/>
            <pc:sldMk cId="1175821773" sldId="258"/>
            <ac:spMk id="232" creationId="{FF0AB48E-E3CB-4D8C-8DA0-9A2D0CC163CF}"/>
          </ac:spMkLst>
        </pc:spChg>
        <pc:spChg chg="mod">
          <ac:chgData name="SERGIO SPANO'" userId="3abdd0b9-513e-40ac-aad4-56920065037d" providerId="ADAL" clId="{2DCFDF45-1F6B-4A47-892B-C9094FDD5642}" dt="2022-03-21T11:08:19.259" v="1310" actId="27803"/>
          <ac:spMkLst>
            <pc:docMk/>
            <pc:sldMk cId="1175821773" sldId="258"/>
            <ac:spMk id="233" creationId="{D5A99D19-EE8D-4F50-B3CC-D9D87F5D73AD}"/>
          </ac:spMkLst>
        </pc:spChg>
        <pc:spChg chg="mod">
          <ac:chgData name="SERGIO SPANO'" userId="3abdd0b9-513e-40ac-aad4-56920065037d" providerId="ADAL" clId="{2DCFDF45-1F6B-4A47-892B-C9094FDD5642}" dt="2022-03-21T11:08:19.259" v="1310" actId="27803"/>
          <ac:spMkLst>
            <pc:docMk/>
            <pc:sldMk cId="1175821773" sldId="258"/>
            <ac:spMk id="234" creationId="{F310BD27-2226-41E1-8E83-B5B266C3F8AD}"/>
          </ac:spMkLst>
        </pc:spChg>
        <pc:spChg chg="mod">
          <ac:chgData name="SERGIO SPANO'" userId="3abdd0b9-513e-40ac-aad4-56920065037d" providerId="ADAL" clId="{2DCFDF45-1F6B-4A47-892B-C9094FDD5642}" dt="2022-03-21T11:08:19.259" v="1310" actId="27803"/>
          <ac:spMkLst>
            <pc:docMk/>
            <pc:sldMk cId="1175821773" sldId="258"/>
            <ac:spMk id="235" creationId="{74B16F9D-C4A2-41D5-AAB7-8E722EBB4CB2}"/>
          </ac:spMkLst>
        </pc:spChg>
        <pc:spChg chg="mod">
          <ac:chgData name="SERGIO SPANO'" userId="3abdd0b9-513e-40ac-aad4-56920065037d" providerId="ADAL" clId="{2DCFDF45-1F6B-4A47-892B-C9094FDD5642}" dt="2022-03-21T11:08:19.259" v="1310" actId="27803"/>
          <ac:spMkLst>
            <pc:docMk/>
            <pc:sldMk cId="1175821773" sldId="258"/>
            <ac:spMk id="236" creationId="{3F59A896-F2D9-461F-A495-28AB649543E1}"/>
          </ac:spMkLst>
        </pc:spChg>
        <pc:spChg chg="mod">
          <ac:chgData name="SERGIO SPANO'" userId="3abdd0b9-513e-40ac-aad4-56920065037d" providerId="ADAL" clId="{2DCFDF45-1F6B-4A47-892B-C9094FDD5642}" dt="2022-03-21T11:08:19.259" v="1310" actId="27803"/>
          <ac:spMkLst>
            <pc:docMk/>
            <pc:sldMk cId="1175821773" sldId="258"/>
            <ac:spMk id="237" creationId="{6CC899A4-29E0-4368-8E97-E22500E87920}"/>
          </ac:spMkLst>
        </pc:spChg>
        <pc:spChg chg="mod">
          <ac:chgData name="SERGIO SPANO'" userId="3abdd0b9-513e-40ac-aad4-56920065037d" providerId="ADAL" clId="{2DCFDF45-1F6B-4A47-892B-C9094FDD5642}" dt="2022-03-21T11:08:19.259" v="1310" actId="27803"/>
          <ac:spMkLst>
            <pc:docMk/>
            <pc:sldMk cId="1175821773" sldId="258"/>
            <ac:spMk id="238" creationId="{90F2FA47-1673-4F51-8968-B25233023A33}"/>
          </ac:spMkLst>
        </pc:spChg>
        <pc:spChg chg="mod">
          <ac:chgData name="SERGIO SPANO'" userId="3abdd0b9-513e-40ac-aad4-56920065037d" providerId="ADAL" clId="{2DCFDF45-1F6B-4A47-892B-C9094FDD5642}" dt="2022-03-21T11:08:19.259" v="1310" actId="27803"/>
          <ac:spMkLst>
            <pc:docMk/>
            <pc:sldMk cId="1175821773" sldId="258"/>
            <ac:spMk id="239" creationId="{2131BAC4-E75B-4F36-BABA-F1E513735041}"/>
          </ac:spMkLst>
        </pc:spChg>
        <pc:spChg chg="mod">
          <ac:chgData name="SERGIO SPANO'" userId="3abdd0b9-513e-40ac-aad4-56920065037d" providerId="ADAL" clId="{2DCFDF45-1F6B-4A47-892B-C9094FDD5642}" dt="2022-03-21T11:08:19.259" v="1310" actId="27803"/>
          <ac:spMkLst>
            <pc:docMk/>
            <pc:sldMk cId="1175821773" sldId="258"/>
            <ac:spMk id="240" creationId="{5296B80E-0AC0-4B10-86A3-22231B66B5A6}"/>
          </ac:spMkLst>
        </pc:spChg>
        <pc:spChg chg="mod">
          <ac:chgData name="SERGIO SPANO'" userId="3abdd0b9-513e-40ac-aad4-56920065037d" providerId="ADAL" clId="{2DCFDF45-1F6B-4A47-892B-C9094FDD5642}" dt="2022-03-21T11:08:19.259" v="1310" actId="27803"/>
          <ac:spMkLst>
            <pc:docMk/>
            <pc:sldMk cId="1175821773" sldId="258"/>
            <ac:spMk id="241" creationId="{D44FD8FA-81FE-4718-B247-7048B823A1EF}"/>
          </ac:spMkLst>
        </pc:spChg>
        <pc:spChg chg="mod">
          <ac:chgData name="SERGIO SPANO'" userId="3abdd0b9-513e-40ac-aad4-56920065037d" providerId="ADAL" clId="{2DCFDF45-1F6B-4A47-892B-C9094FDD5642}" dt="2022-03-21T11:08:19.259" v="1310" actId="27803"/>
          <ac:spMkLst>
            <pc:docMk/>
            <pc:sldMk cId="1175821773" sldId="258"/>
            <ac:spMk id="242" creationId="{65ABD723-74A7-408C-9289-E28F2E5BAE36}"/>
          </ac:spMkLst>
        </pc:spChg>
        <pc:spChg chg="mod">
          <ac:chgData name="SERGIO SPANO'" userId="3abdd0b9-513e-40ac-aad4-56920065037d" providerId="ADAL" clId="{2DCFDF45-1F6B-4A47-892B-C9094FDD5642}" dt="2022-03-21T11:08:19.259" v="1310" actId="27803"/>
          <ac:spMkLst>
            <pc:docMk/>
            <pc:sldMk cId="1175821773" sldId="258"/>
            <ac:spMk id="243" creationId="{218F1652-74B7-4B4A-B021-B9D69F8EE9C6}"/>
          </ac:spMkLst>
        </pc:spChg>
        <pc:spChg chg="mod">
          <ac:chgData name="SERGIO SPANO'" userId="3abdd0b9-513e-40ac-aad4-56920065037d" providerId="ADAL" clId="{2DCFDF45-1F6B-4A47-892B-C9094FDD5642}" dt="2022-03-21T11:08:19.259" v="1310" actId="27803"/>
          <ac:spMkLst>
            <pc:docMk/>
            <pc:sldMk cId="1175821773" sldId="258"/>
            <ac:spMk id="244" creationId="{3D58E276-29AE-4017-9118-1730A46425BC}"/>
          </ac:spMkLst>
        </pc:spChg>
        <pc:spChg chg="mod">
          <ac:chgData name="SERGIO SPANO'" userId="3abdd0b9-513e-40ac-aad4-56920065037d" providerId="ADAL" clId="{2DCFDF45-1F6B-4A47-892B-C9094FDD5642}" dt="2022-03-21T11:08:19.259" v="1310" actId="27803"/>
          <ac:spMkLst>
            <pc:docMk/>
            <pc:sldMk cId="1175821773" sldId="258"/>
            <ac:spMk id="245" creationId="{BFADD116-9072-475E-8933-08324CDBB8E0}"/>
          </ac:spMkLst>
        </pc:spChg>
        <pc:spChg chg="mod">
          <ac:chgData name="SERGIO SPANO'" userId="3abdd0b9-513e-40ac-aad4-56920065037d" providerId="ADAL" clId="{2DCFDF45-1F6B-4A47-892B-C9094FDD5642}" dt="2022-03-21T11:08:19.259" v="1310" actId="27803"/>
          <ac:spMkLst>
            <pc:docMk/>
            <pc:sldMk cId="1175821773" sldId="258"/>
            <ac:spMk id="246" creationId="{C52EA533-8823-4B56-9718-8D6E5C52F6FC}"/>
          </ac:spMkLst>
        </pc:spChg>
        <pc:spChg chg="mod">
          <ac:chgData name="SERGIO SPANO'" userId="3abdd0b9-513e-40ac-aad4-56920065037d" providerId="ADAL" clId="{2DCFDF45-1F6B-4A47-892B-C9094FDD5642}" dt="2022-03-21T11:08:19.259" v="1310" actId="27803"/>
          <ac:spMkLst>
            <pc:docMk/>
            <pc:sldMk cId="1175821773" sldId="258"/>
            <ac:spMk id="247" creationId="{007E7017-4CC4-4980-A92B-803F82277A92}"/>
          </ac:spMkLst>
        </pc:spChg>
        <pc:spChg chg="mod">
          <ac:chgData name="SERGIO SPANO'" userId="3abdd0b9-513e-40ac-aad4-56920065037d" providerId="ADAL" clId="{2DCFDF45-1F6B-4A47-892B-C9094FDD5642}" dt="2022-03-21T11:08:19.259" v="1310" actId="27803"/>
          <ac:spMkLst>
            <pc:docMk/>
            <pc:sldMk cId="1175821773" sldId="258"/>
            <ac:spMk id="248" creationId="{980824DF-43FE-4FEA-90FB-5AA234556554}"/>
          </ac:spMkLst>
        </pc:spChg>
        <pc:spChg chg="mod">
          <ac:chgData name="SERGIO SPANO'" userId="3abdd0b9-513e-40ac-aad4-56920065037d" providerId="ADAL" clId="{2DCFDF45-1F6B-4A47-892B-C9094FDD5642}" dt="2022-03-21T11:08:19.259" v="1310" actId="27803"/>
          <ac:spMkLst>
            <pc:docMk/>
            <pc:sldMk cId="1175821773" sldId="258"/>
            <ac:spMk id="249" creationId="{D268EFBE-BAE7-419C-97E2-0152877CFCC9}"/>
          </ac:spMkLst>
        </pc:spChg>
        <pc:spChg chg="mod">
          <ac:chgData name="SERGIO SPANO'" userId="3abdd0b9-513e-40ac-aad4-56920065037d" providerId="ADAL" clId="{2DCFDF45-1F6B-4A47-892B-C9094FDD5642}" dt="2022-03-21T11:08:19.259" v="1310" actId="27803"/>
          <ac:spMkLst>
            <pc:docMk/>
            <pc:sldMk cId="1175821773" sldId="258"/>
            <ac:spMk id="250" creationId="{D6C6BFCA-5AC6-4F5E-A1DC-BF4190264E26}"/>
          </ac:spMkLst>
        </pc:spChg>
        <pc:spChg chg="mod">
          <ac:chgData name="SERGIO SPANO'" userId="3abdd0b9-513e-40ac-aad4-56920065037d" providerId="ADAL" clId="{2DCFDF45-1F6B-4A47-892B-C9094FDD5642}" dt="2022-03-21T11:08:19.259" v="1310" actId="27803"/>
          <ac:spMkLst>
            <pc:docMk/>
            <pc:sldMk cId="1175821773" sldId="258"/>
            <ac:spMk id="251" creationId="{08DF78EC-C4C2-4654-8535-0B309C40807A}"/>
          </ac:spMkLst>
        </pc:spChg>
        <pc:spChg chg="mod">
          <ac:chgData name="SERGIO SPANO'" userId="3abdd0b9-513e-40ac-aad4-56920065037d" providerId="ADAL" clId="{2DCFDF45-1F6B-4A47-892B-C9094FDD5642}" dt="2022-03-21T11:08:19.259" v="1310" actId="27803"/>
          <ac:spMkLst>
            <pc:docMk/>
            <pc:sldMk cId="1175821773" sldId="258"/>
            <ac:spMk id="252" creationId="{CB47E527-9889-4EEF-BB52-B1CEA4181D6C}"/>
          </ac:spMkLst>
        </pc:spChg>
        <pc:spChg chg="mod">
          <ac:chgData name="SERGIO SPANO'" userId="3abdd0b9-513e-40ac-aad4-56920065037d" providerId="ADAL" clId="{2DCFDF45-1F6B-4A47-892B-C9094FDD5642}" dt="2022-03-21T11:08:19.259" v="1310" actId="27803"/>
          <ac:spMkLst>
            <pc:docMk/>
            <pc:sldMk cId="1175821773" sldId="258"/>
            <ac:spMk id="253" creationId="{AB8B0B2E-65CD-4134-9B2A-3BFE583D56E3}"/>
          </ac:spMkLst>
        </pc:spChg>
        <pc:spChg chg="mod">
          <ac:chgData name="SERGIO SPANO'" userId="3abdd0b9-513e-40ac-aad4-56920065037d" providerId="ADAL" clId="{2DCFDF45-1F6B-4A47-892B-C9094FDD5642}" dt="2022-03-21T11:08:19.259" v="1310" actId="27803"/>
          <ac:spMkLst>
            <pc:docMk/>
            <pc:sldMk cId="1175821773" sldId="258"/>
            <ac:spMk id="254" creationId="{D57898C5-4E1F-458C-82BC-C4DEAC247D57}"/>
          </ac:spMkLst>
        </pc:spChg>
        <pc:spChg chg="mod">
          <ac:chgData name="SERGIO SPANO'" userId="3abdd0b9-513e-40ac-aad4-56920065037d" providerId="ADAL" clId="{2DCFDF45-1F6B-4A47-892B-C9094FDD5642}" dt="2022-03-21T11:08:19.259" v="1310" actId="27803"/>
          <ac:spMkLst>
            <pc:docMk/>
            <pc:sldMk cId="1175821773" sldId="258"/>
            <ac:spMk id="255" creationId="{6D832DE0-E635-4330-90CB-927A77938E73}"/>
          </ac:spMkLst>
        </pc:spChg>
        <pc:spChg chg="mod">
          <ac:chgData name="SERGIO SPANO'" userId="3abdd0b9-513e-40ac-aad4-56920065037d" providerId="ADAL" clId="{2DCFDF45-1F6B-4A47-892B-C9094FDD5642}" dt="2022-03-21T11:08:19.259" v="1310" actId="27803"/>
          <ac:spMkLst>
            <pc:docMk/>
            <pc:sldMk cId="1175821773" sldId="258"/>
            <ac:spMk id="256" creationId="{73C26596-4D25-4C0C-BC27-9CCA618455F2}"/>
          </ac:spMkLst>
        </pc:spChg>
        <pc:spChg chg="mod">
          <ac:chgData name="SERGIO SPANO'" userId="3abdd0b9-513e-40ac-aad4-56920065037d" providerId="ADAL" clId="{2DCFDF45-1F6B-4A47-892B-C9094FDD5642}" dt="2022-03-21T11:08:19.259" v="1310" actId="27803"/>
          <ac:spMkLst>
            <pc:docMk/>
            <pc:sldMk cId="1175821773" sldId="258"/>
            <ac:spMk id="257" creationId="{F24C67C5-6B9B-4CCE-9A47-45E8F4B7F596}"/>
          </ac:spMkLst>
        </pc:spChg>
        <pc:spChg chg="mod">
          <ac:chgData name="SERGIO SPANO'" userId="3abdd0b9-513e-40ac-aad4-56920065037d" providerId="ADAL" clId="{2DCFDF45-1F6B-4A47-892B-C9094FDD5642}" dt="2022-03-21T11:08:19.259" v="1310" actId="27803"/>
          <ac:spMkLst>
            <pc:docMk/>
            <pc:sldMk cId="1175821773" sldId="258"/>
            <ac:spMk id="258" creationId="{9CC0B425-0BCE-4827-9976-5B715F5846E6}"/>
          </ac:spMkLst>
        </pc:spChg>
        <pc:spChg chg="mod">
          <ac:chgData name="SERGIO SPANO'" userId="3abdd0b9-513e-40ac-aad4-56920065037d" providerId="ADAL" clId="{2DCFDF45-1F6B-4A47-892B-C9094FDD5642}" dt="2022-03-21T11:08:19.259" v="1310" actId="27803"/>
          <ac:spMkLst>
            <pc:docMk/>
            <pc:sldMk cId="1175821773" sldId="258"/>
            <ac:spMk id="259" creationId="{9DCDA0A3-1052-4993-90AA-D575EED1B64B}"/>
          </ac:spMkLst>
        </pc:spChg>
        <pc:spChg chg="mod">
          <ac:chgData name="SERGIO SPANO'" userId="3abdd0b9-513e-40ac-aad4-56920065037d" providerId="ADAL" clId="{2DCFDF45-1F6B-4A47-892B-C9094FDD5642}" dt="2022-03-21T11:08:19.259" v="1310" actId="27803"/>
          <ac:spMkLst>
            <pc:docMk/>
            <pc:sldMk cId="1175821773" sldId="258"/>
            <ac:spMk id="260" creationId="{23667171-E8EE-4FAA-8EDE-99463B18604A}"/>
          </ac:spMkLst>
        </pc:spChg>
        <pc:spChg chg="mod">
          <ac:chgData name="SERGIO SPANO'" userId="3abdd0b9-513e-40ac-aad4-56920065037d" providerId="ADAL" clId="{2DCFDF45-1F6B-4A47-892B-C9094FDD5642}" dt="2022-03-21T11:08:19.259" v="1310" actId="27803"/>
          <ac:spMkLst>
            <pc:docMk/>
            <pc:sldMk cId="1175821773" sldId="258"/>
            <ac:spMk id="261" creationId="{09D8358A-B36F-4C2E-9C44-89E7CFC04C49}"/>
          </ac:spMkLst>
        </pc:spChg>
        <pc:spChg chg="mod">
          <ac:chgData name="SERGIO SPANO'" userId="3abdd0b9-513e-40ac-aad4-56920065037d" providerId="ADAL" clId="{2DCFDF45-1F6B-4A47-892B-C9094FDD5642}" dt="2022-03-21T11:08:19.259" v="1310" actId="27803"/>
          <ac:spMkLst>
            <pc:docMk/>
            <pc:sldMk cId="1175821773" sldId="258"/>
            <ac:spMk id="262" creationId="{46876CAD-7EDE-4FEF-8126-DEA5055BCA22}"/>
          </ac:spMkLst>
        </pc:spChg>
        <pc:spChg chg="mod">
          <ac:chgData name="SERGIO SPANO'" userId="3abdd0b9-513e-40ac-aad4-56920065037d" providerId="ADAL" clId="{2DCFDF45-1F6B-4A47-892B-C9094FDD5642}" dt="2022-03-21T11:08:19.259" v="1310" actId="27803"/>
          <ac:spMkLst>
            <pc:docMk/>
            <pc:sldMk cId="1175821773" sldId="258"/>
            <ac:spMk id="263" creationId="{6E0BC0A1-2676-4A95-9F24-C2403CDC87FF}"/>
          </ac:spMkLst>
        </pc:spChg>
        <pc:spChg chg="mod">
          <ac:chgData name="SERGIO SPANO'" userId="3abdd0b9-513e-40ac-aad4-56920065037d" providerId="ADAL" clId="{2DCFDF45-1F6B-4A47-892B-C9094FDD5642}" dt="2022-03-21T11:08:19.259" v="1310" actId="27803"/>
          <ac:spMkLst>
            <pc:docMk/>
            <pc:sldMk cId="1175821773" sldId="258"/>
            <ac:spMk id="264" creationId="{0174ED91-3A38-4EDF-85A6-E6B26714D1CF}"/>
          </ac:spMkLst>
        </pc:spChg>
        <pc:spChg chg="mod">
          <ac:chgData name="SERGIO SPANO'" userId="3abdd0b9-513e-40ac-aad4-56920065037d" providerId="ADAL" clId="{2DCFDF45-1F6B-4A47-892B-C9094FDD5642}" dt="2022-03-21T11:08:19.259" v="1310" actId="27803"/>
          <ac:spMkLst>
            <pc:docMk/>
            <pc:sldMk cId="1175821773" sldId="258"/>
            <ac:spMk id="265" creationId="{13FED8BB-4B22-4851-8253-4D235E49B80B}"/>
          </ac:spMkLst>
        </pc:spChg>
        <pc:spChg chg="mod">
          <ac:chgData name="SERGIO SPANO'" userId="3abdd0b9-513e-40ac-aad4-56920065037d" providerId="ADAL" clId="{2DCFDF45-1F6B-4A47-892B-C9094FDD5642}" dt="2022-03-21T11:08:19.259" v="1310" actId="27803"/>
          <ac:spMkLst>
            <pc:docMk/>
            <pc:sldMk cId="1175821773" sldId="258"/>
            <ac:spMk id="266" creationId="{BE20CE4E-0F13-448C-B6DE-291A9621C1E9}"/>
          </ac:spMkLst>
        </pc:spChg>
        <pc:spChg chg="mod">
          <ac:chgData name="SERGIO SPANO'" userId="3abdd0b9-513e-40ac-aad4-56920065037d" providerId="ADAL" clId="{2DCFDF45-1F6B-4A47-892B-C9094FDD5642}" dt="2022-03-21T11:08:19.259" v="1310" actId="27803"/>
          <ac:spMkLst>
            <pc:docMk/>
            <pc:sldMk cId="1175821773" sldId="258"/>
            <ac:spMk id="267" creationId="{40A7F0A1-D38E-400D-8282-FF4E3341A3AC}"/>
          </ac:spMkLst>
        </pc:spChg>
        <pc:spChg chg="mod">
          <ac:chgData name="SERGIO SPANO'" userId="3abdd0b9-513e-40ac-aad4-56920065037d" providerId="ADAL" clId="{2DCFDF45-1F6B-4A47-892B-C9094FDD5642}" dt="2022-03-21T11:08:19.259" v="1310" actId="27803"/>
          <ac:spMkLst>
            <pc:docMk/>
            <pc:sldMk cId="1175821773" sldId="258"/>
            <ac:spMk id="268" creationId="{7DCEABA0-8270-4B59-BDDC-1B2C75D21E30}"/>
          </ac:spMkLst>
        </pc:spChg>
        <pc:spChg chg="mod">
          <ac:chgData name="SERGIO SPANO'" userId="3abdd0b9-513e-40ac-aad4-56920065037d" providerId="ADAL" clId="{2DCFDF45-1F6B-4A47-892B-C9094FDD5642}" dt="2022-03-21T11:08:19.259" v="1310" actId="27803"/>
          <ac:spMkLst>
            <pc:docMk/>
            <pc:sldMk cId="1175821773" sldId="258"/>
            <ac:spMk id="269" creationId="{BAB51B93-BD32-4464-9490-A9EF5F98CE01}"/>
          </ac:spMkLst>
        </pc:spChg>
        <pc:spChg chg="mod">
          <ac:chgData name="SERGIO SPANO'" userId="3abdd0b9-513e-40ac-aad4-56920065037d" providerId="ADAL" clId="{2DCFDF45-1F6B-4A47-892B-C9094FDD5642}" dt="2022-03-21T11:08:19.259" v="1310" actId="27803"/>
          <ac:spMkLst>
            <pc:docMk/>
            <pc:sldMk cId="1175821773" sldId="258"/>
            <ac:spMk id="270" creationId="{6D02401D-83EB-4FAB-8A29-F7AEF33993A4}"/>
          </ac:spMkLst>
        </pc:spChg>
        <pc:spChg chg="mod">
          <ac:chgData name="SERGIO SPANO'" userId="3abdd0b9-513e-40ac-aad4-56920065037d" providerId="ADAL" clId="{2DCFDF45-1F6B-4A47-892B-C9094FDD5642}" dt="2022-03-21T11:08:19.259" v="1310" actId="27803"/>
          <ac:spMkLst>
            <pc:docMk/>
            <pc:sldMk cId="1175821773" sldId="258"/>
            <ac:spMk id="271" creationId="{03DCC9F2-1386-40C1-BA7D-99F902A06DF0}"/>
          </ac:spMkLst>
        </pc:spChg>
        <pc:spChg chg="mod">
          <ac:chgData name="SERGIO SPANO'" userId="3abdd0b9-513e-40ac-aad4-56920065037d" providerId="ADAL" clId="{2DCFDF45-1F6B-4A47-892B-C9094FDD5642}" dt="2022-03-21T11:08:19.259" v="1310" actId="27803"/>
          <ac:spMkLst>
            <pc:docMk/>
            <pc:sldMk cId="1175821773" sldId="258"/>
            <ac:spMk id="272" creationId="{8D7F2CBB-B850-4A68-913F-FECC8E114DA2}"/>
          </ac:spMkLst>
        </pc:spChg>
        <pc:spChg chg="mod">
          <ac:chgData name="SERGIO SPANO'" userId="3abdd0b9-513e-40ac-aad4-56920065037d" providerId="ADAL" clId="{2DCFDF45-1F6B-4A47-892B-C9094FDD5642}" dt="2022-03-21T11:08:19.259" v="1310" actId="27803"/>
          <ac:spMkLst>
            <pc:docMk/>
            <pc:sldMk cId="1175821773" sldId="258"/>
            <ac:spMk id="273" creationId="{98A3FD2C-5D94-4B47-BF9C-782989BBA95C}"/>
          </ac:spMkLst>
        </pc:spChg>
        <pc:spChg chg="mod">
          <ac:chgData name="SERGIO SPANO'" userId="3abdd0b9-513e-40ac-aad4-56920065037d" providerId="ADAL" clId="{2DCFDF45-1F6B-4A47-892B-C9094FDD5642}" dt="2022-03-21T11:08:19.259" v="1310" actId="27803"/>
          <ac:spMkLst>
            <pc:docMk/>
            <pc:sldMk cId="1175821773" sldId="258"/>
            <ac:spMk id="274" creationId="{D92781B3-DF53-49CC-BEC2-96D65A11D941}"/>
          </ac:spMkLst>
        </pc:spChg>
        <pc:spChg chg="mod">
          <ac:chgData name="SERGIO SPANO'" userId="3abdd0b9-513e-40ac-aad4-56920065037d" providerId="ADAL" clId="{2DCFDF45-1F6B-4A47-892B-C9094FDD5642}" dt="2022-03-21T11:08:19.259" v="1310" actId="27803"/>
          <ac:spMkLst>
            <pc:docMk/>
            <pc:sldMk cId="1175821773" sldId="258"/>
            <ac:spMk id="275" creationId="{9FE738EE-2FD8-48AA-B53F-B348F0F9A581}"/>
          </ac:spMkLst>
        </pc:spChg>
        <pc:spChg chg="mod">
          <ac:chgData name="SERGIO SPANO'" userId="3abdd0b9-513e-40ac-aad4-56920065037d" providerId="ADAL" clId="{2DCFDF45-1F6B-4A47-892B-C9094FDD5642}" dt="2022-03-21T11:08:19.259" v="1310" actId="27803"/>
          <ac:spMkLst>
            <pc:docMk/>
            <pc:sldMk cId="1175821773" sldId="258"/>
            <ac:spMk id="276" creationId="{E643B547-4ED6-43D9-990C-9EFC38C49024}"/>
          </ac:spMkLst>
        </pc:spChg>
        <pc:spChg chg="mod">
          <ac:chgData name="SERGIO SPANO'" userId="3abdd0b9-513e-40ac-aad4-56920065037d" providerId="ADAL" clId="{2DCFDF45-1F6B-4A47-892B-C9094FDD5642}" dt="2022-03-21T11:08:19.259" v="1310" actId="27803"/>
          <ac:spMkLst>
            <pc:docMk/>
            <pc:sldMk cId="1175821773" sldId="258"/>
            <ac:spMk id="277" creationId="{9B5376D5-168E-4417-A1FD-3E19FF4E2FC9}"/>
          </ac:spMkLst>
        </pc:spChg>
        <pc:spChg chg="mod">
          <ac:chgData name="SERGIO SPANO'" userId="3abdd0b9-513e-40ac-aad4-56920065037d" providerId="ADAL" clId="{2DCFDF45-1F6B-4A47-892B-C9094FDD5642}" dt="2022-03-21T11:08:19.259" v="1310" actId="27803"/>
          <ac:spMkLst>
            <pc:docMk/>
            <pc:sldMk cId="1175821773" sldId="258"/>
            <ac:spMk id="278" creationId="{8F33ED46-8578-4C64-8051-10B7A71E38C3}"/>
          </ac:spMkLst>
        </pc:spChg>
        <pc:spChg chg="mod">
          <ac:chgData name="SERGIO SPANO'" userId="3abdd0b9-513e-40ac-aad4-56920065037d" providerId="ADAL" clId="{2DCFDF45-1F6B-4A47-892B-C9094FDD5642}" dt="2022-03-21T11:08:19.259" v="1310" actId="27803"/>
          <ac:spMkLst>
            <pc:docMk/>
            <pc:sldMk cId="1175821773" sldId="258"/>
            <ac:spMk id="279" creationId="{924BB3B3-48E6-430E-AEE3-BF8C4EF5AA41}"/>
          </ac:spMkLst>
        </pc:spChg>
        <pc:spChg chg="mod">
          <ac:chgData name="SERGIO SPANO'" userId="3abdd0b9-513e-40ac-aad4-56920065037d" providerId="ADAL" clId="{2DCFDF45-1F6B-4A47-892B-C9094FDD5642}" dt="2022-03-21T11:08:19.259" v="1310" actId="27803"/>
          <ac:spMkLst>
            <pc:docMk/>
            <pc:sldMk cId="1175821773" sldId="258"/>
            <ac:spMk id="280" creationId="{32B08204-7F66-41BC-9228-94A7F9528692}"/>
          </ac:spMkLst>
        </pc:spChg>
        <pc:spChg chg="mod">
          <ac:chgData name="SERGIO SPANO'" userId="3abdd0b9-513e-40ac-aad4-56920065037d" providerId="ADAL" clId="{2DCFDF45-1F6B-4A47-892B-C9094FDD5642}" dt="2022-03-21T11:08:19.259" v="1310" actId="27803"/>
          <ac:spMkLst>
            <pc:docMk/>
            <pc:sldMk cId="1175821773" sldId="258"/>
            <ac:spMk id="281" creationId="{8E9E004F-B60B-4422-8567-22D74C6A7B4B}"/>
          </ac:spMkLst>
        </pc:spChg>
        <pc:spChg chg="mod">
          <ac:chgData name="SERGIO SPANO'" userId="3abdd0b9-513e-40ac-aad4-56920065037d" providerId="ADAL" clId="{2DCFDF45-1F6B-4A47-892B-C9094FDD5642}" dt="2022-03-21T11:08:19.259" v="1310" actId="27803"/>
          <ac:spMkLst>
            <pc:docMk/>
            <pc:sldMk cId="1175821773" sldId="258"/>
            <ac:spMk id="282" creationId="{4FCA34B4-2837-43DB-BB58-1DDF55DEC04F}"/>
          </ac:spMkLst>
        </pc:spChg>
        <pc:spChg chg="mod">
          <ac:chgData name="SERGIO SPANO'" userId="3abdd0b9-513e-40ac-aad4-56920065037d" providerId="ADAL" clId="{2DCFDF45-1F6B-4A47-892B-C9094FDD5642}" dt="2022-03-21T11:08:19.259" v="1310" actId="27803"/>
          <ac:spMkLst>
            <pc:docMk/>
            <pc:sldMk cId="1175821773" sldId="258"/>
            <ac:spMk id="283" creationId="{AC8BBFB5-09DA-4DEA-99FC-CBDBAD84E3EC}"/>
          </ac:spMkLst>
        </pc:spChg>
        <pc:spChg chg="mod">
          <ac:chgData name="SERGIO SPANO'" userId="3abdd0b9-513e-40ac-aad4-56920065037d" providerId="ADAL" clId="{2DCFDF45-1F6B-4A47-892B-C9094FDD5642}" dt="2022-03-21T11:08:19.259" v="1310" actId="27803"/>
          <ac:spMkLst>
            <pc:docMk/>
            <pc:sldMk cId="1175821773" sldId="258"/>
            <ac:spMk id="284" creationId="{88E56772-155D-48FA-AF05-3C88C76C4B84}"/>
          </ac:spMkLst>
        </pc:spChg>
        <pc:spChg chg="mod">
          <ac:chgData name="SERGIO SPANO'" userId="3abdd0b9-513e-40ac-aad4-56920065037d" providerId="ADAL" clId="{2DCFDF45-1F6B-4A47-892B-C9094FDD5642}" dt="2022-03-21T11:08:19.259" v="1310" actId="27803"/>
          <ac:spMkLst>
            <pc:docMk/>
            <pc:sldMk cId="1175821773" sldId="258"/>
            <ac:spMk id="285" creationId="{77F7EE95-C88E-4E53-AACF-DF8CC3011CF2}"/>
          </ac:spMkLst>
        </pc:spChg>
        <pc:spChg chg="mod">
          <ac:chgData name="SERGIO SPANO'" userId="3abdd0b9-513e-40ac-aad4-56920065037d" providerId="ADAL" clId="{2DCFDF45-1F6B-4A47-892B-C9094FDD5642}" dt="2022-03-21T11:08:19.259" v="1310" actId="27803"/>
          <ac:spMkLst>
            <pc:docMk/>
            <pc:sldMk cId="1175821773" sldId="258"/>
            <ac:spMk id="286" creationId="{2952F3AF-8BA7-4EF6-95AE-0A4C49365272}"/>
          </ac:spMkLst>
        </pc:spChg>
        <pc:spChg chg="mod">
          <ac:chgData name="SERGIO SPANO'" userId="3abdd0b9-513e-40ac-aad4-56920065037d" providerId="ADAL" clId="{2DCFDF45-1F6B-4A47-892B-C9094FDD5642}" dt="2022-03-21T11:08:19.259" v="1310" actId="27803"/>
          <ac:spMkLst>
            <pc:docMk/>
            <pc:sldMk cId="1175821773" sldId="258"/>
            <ac:spMk id="287" creationId="{0FD12FFB-9656-45BC-8121-CEB16A06244F}"/>
          </ac:spMkLst>
        </pc:spChg>
        <pc:spChg chg="mod">
          <ac:chgData name="SERGIO SPANO'" userId="3abdd0b9-513e-40ac-aad4-56920065037d" providerId="ADAL" clId="{2DCFDF45-1F6B-4A47-892B-C9094FDD5642}" dt="2022-03-21T11:08:19.259" v="1310" actId="27803"/>
          <ac:spMkLst>
            <pc:docMk/>
            <pc:sldMk cId="1175821773" sldId="258"/>
            <ac:spMk id="288" creationId="{2F77B79D-E66B-48C4-B32C-2CF90D51035E}"/>
          </ac:spMkLst>
        </pc:spChg>
        <pc:spChg chg="mod">
          <ac:chgData name="SERGIO SPANO'" userId="3abdd0b9-513e-40ac-aad4-56920065037d" providerId="ADAL" clId="{2DCFDF45-1F6B-4A47-892B-C9094FDD5642}" dt="2022-03-21T11:08:19.259" v="1310" actId="27803"/>
          <ac:spMkLst>
            <pc:docMk/>
            <pc:sldMk cId="1175821773" sldId="258"/>
            <ac:spMk id="289" creationId="{AA0CF13E-5C1D-4733-B1DF-BDF57B806EE4}"/>
          </ac:spMkLst>
        </pc:spChg>
        <pc:spChg chg="mod">
          <ac:chgData name="SERGIO SPANO'" userId="3abdd0b9-513e-40ac-aad4-56920065037d" providerId="ADAL" clId="{2DCFDF45-1F6B-4A47-892B-C9094FDD5642}" dt="2022-03-21T11:08:19.259" v="1310" actId="27803"/>
          <ac:spMkLst>
            <pc:docMk/>
            <pc:sldMk cId="1175821773" sldId="258"/>
            <ac:spMk id="290" creationId="{5CAF4E72-1EF3-40BD-8A18-32910E43F3B3}"/>
          </ac:spMkLst>
        </pc:spChg>
        <pc:spChg chg="mod">
          <ac:chgData name="SERGIO SPANO'" userId="3abdd0b9-513e-40ac-aad4-56920065037d" providerId="ADAL" clId="{2DCFDF45-1F6B-4A47-892B-C9094FDD5642}" dt="2022-03-21T11:08:19.259" v="1310" actId="27803"/>
          <ac:spMkLst>
            <pc:docMk/>
            <pc:sldMk cId="1175821773" sldId="258"/>
            <ac:spMk id="291" creationId="{2362D920-17EC-4822-959A-EB1C8A4CCAC4}"/>
          </ac:spMkLst>
        </pc:spChg>
        <pc:spChg chg="mod">
          <ac:chgData name="SERGIO SPANO'" userId="3abdd0b9-513e-40ac-aad4-56920065037d" providerId="ADAL" clId="{2DCFDF45-1F6B-4A47-892B-C9094FDD5642}" dt="2022-03-21T11:08:19.259" v="1310" actId="27803"/>
          <ac:spMkLst>
            <pc:docMk/>
            <pc:sldMk cId="1175821773" sldId="258"/>
            <ac:spMk id="292" creationId="{4F8CB6BD-285B-438C-92D3-974A3565C100}"/>
          </ac:spMkLst>
        </pc:spChg>
        <pc:spChg chg="mod">
          <ac:chgData name="SERGIO SPANO'" userId="3abdd0b9-513e-40ac-aad4-56920065037d" providerId="ADAL" clId="{2DCFDF45-1F6B-4A47-892B-C9094FDD5642}" dt="2022-03-21T11:08:19.259" v="1310" actId="27803"/>
          <ac:spMkLst>
            <pc:docMk/>
            <pc:sldMk cId="1175821773" sldId="258"/>
            <ac:spMk id="293" creationId="{A1D09F7E-D499-4C1E-A3F7-CA37A3503225}"/>
          </ac:spMkLst>
        </pc:spChg>
        <pc:spChg chg="mod">
          <ac:chgData name="SERGIO SPANO'" userId="3abdd0b9-513e-40ac-aad4-56920065037d" providerId="ADAL" clId="{2DCFDF45-1F6B-4A47-892B-C9094FDD5642}" dt="2022-03-21T11:08:19.259" v="1310" actId="27803"/>
          <ac:spMkLst>
            <pc:docMk/>
            <pc:sldMk cId="1175821773" sldId="258"/>
            <ac:spMk id="294" creationId="{6D8C0C0F-F97D-47B5-ABF2-DB5E8426B2BB}"/>
          </ac:spMkLst>
        </pc:spChg>
        <pc:spChg chg="mod">
          <ac:chgData name="SERGIO SPANO'" userId="3abdd0b9-513e-40ac-aad4-56920065037d" providerId="ADAL" clId="{2DCFDF45-1F6B-4A47-892B-C9094FDD5642}" dt="2022-03-21T11:08:19.259" v="1310" actId="27803"/>
          <ac:spMkLst>
            <pc:docMk/>
            <pc:sldMk cId="1175821773" sldId="258"/>
            <ac:spMk id="295" creationId="{1F63AF4C-C893-40E8-9B72-30C70E79E7A4}"/>
          </ac:spMkLst>
        </pc:spChg>
        <pc:spChg chg="mod">
          <ac:chgData name="SERGIO SPANO'" userId="3abdd0b9-513e-40ac-aad4-56920065037d" providerId="ADAL" clId="{2DCFDF45-1F6B-4A47-892B-C9094FDD5642}" dt="2022-03-21T11:08:19.259" v="1310" actId="27803"/>
          <ac:spMkLst>
            <pc:docMk/>
            <pc:sldMk cId="1175821773" sldId="258"/>
            <ac:spMk id="296" creationId="{C6360087-6277-46B2-B53C-9AFF384903CC}"/>
          </ac:spMkLst>
        </pc:spChg>
        <pc:spChg chg="mod">
          <ac:chgData name="SERGIO SPANO'" userId="3abdd0b9-513e-40ac-aad4-56920065037d" providerId="ADAL" clId="{2DCFDF45-1F6B-4A47-892B-C9094FDD5642}" dt="2022-03-21T11:08:19.259" v="1310" actId="27803"/>
          <ac:spMkLst>
            <pc:docMk/>
            <pc:sldMk cId="1175821773" sldId="258"/>
            <ac:spMk id="297" creationId="{C0F65AA1-1BC1-4F31-89C5-070FC7AA870C}"/>
          </ac:spMkLst>
        </pc:spChg>
        <pc:spChg chg="mod">
          <ac:chgData name="SERGIO SPANO'" userId="3abdd0b9-513e-40ac-aad4-56920065037d" providerId="ADAL" clId="{2DCFDF45-1F6B-4A47-892B-C9094FDD5642}" dt="2022-03-21T11:08:19.259" v="1310" actId="27803"/>
          <ac:spMkLst>
            <pc:docMk/>
            <pc:sldMk cId="1175821773" sldId="258"/>
            <ac:spMk id="298" creationId="{7605B24F-B4EB-47ED-A3D5-C0AA7E2DDA62}"/>
          </ac:spMkLst>
        </pc:spChg>
        <pc:spChg chg="mod">
          <ac:chgData name="SERGIO SPANO'" userId="3abdd0b9-513e-40ac-aad4-56920065037d" providerId="ADAL" clId="{2DCFDF45-1F6B-4A47-892B-C9094FDD5642}" dt="2022-03-21T11:08:19.259" v="1310" actId="27803"/>
          <ac:spMkLst>
            <pc:docMk/>
            <pc:sldMk cId="1175821773" sldId="258"/>
            <ac:spMk id="299" creationId="{C2E0966D-349F-4B61-BDDF-8F126E8EB36D}"/>
          </ac:spMkLst>
        </pc:spChg>
        <pc:spChg chg="mod">
          <ac:chgData name="SERGIO SPANO'" userId="3abdd0b9-513e-40ac-aad4-56920065037d" providerId="ADAL" clId="{2DCFDF45-1F6B-4A47-892B-C9094FDD5642}" dt="2022-03-21T11:08:19.259" v="1310" actId="27803"/>
          <ac:spMkLst>
            <pc:docMk/>
            <pc:sldMk cId="1175821773" sldId="258"/>
            <ac:spMk id="300" creationId="{5F346713-5F4B-448E-ABDB-BFFC539C7A14}"/>
          </ac:spMkLst>
        </pc:spChg>
        <pc:spChg chg="mod">
          <ac:chgData name="SERGIO SPANO'" userId="3abdd0b9-513e-40ac-aad4-56920065037d" providerId="ADAL" clId="{2DCFDF45-1F6B-4A47-892B-C9094FDD5642}" dt="2022-03-21T11:08:19.259" v="1310" actId="27803"/>
          <ac:spMkLst>
            <pc:docMk/>
            <pc:sldMk cId="1175821773" sldId="258"/>
            <ac:spMk id="301" creationId="{1A6D82DA-E5A8-440D-8C34-E4F7C9F735E3}"/>
          </ac:spMkLst>
        </pc:spChg>
        <pc:spChg chg="mod">
          <ac:chgData name="SERGIO SPANO'" userId="3abdd0b9-513e-40ac-aad4-56920065037d" providerId="ADAL" clId="{2DCFDF45-1F6B-4A47-892B-C9094FDD5642}" dt="2022-03-21T11:08:19.259" v="1310" actId="27803"/>
          <ac:spMkLst>
            <pc:docMk/>
            <pc:sldMk cId="1175821773" sldId="258"/>
            <ac:spMk id="302" creationId="{5DDE37C0-82E0-4BD9-8815-794DC2D154AC}"/>
          </ac:spMkLst>
        </pc:spChg>
        <pc:spChg chg="mod">
          <ac:chgData name="SERGIO SPANO'" userId="3abdd0b9-513e-40ac-aad4-56920065037d" providerId="ADAL" clId="{2DCFDF45-1F6B-4A47-892B-C9094FDD5642}" dt="2022-03-21T11:08:19.259" v="1310" actId="27803"/>
          <ac:spMkLst>
            <pc:docMk/>
            <pc:sldMk cId="1175821773" sldId="258"/>
            <ac:spMk id="303" creationId="{ACDAB4AC-3DE3-467D-A0BB-EC80F395A50F}"/>
          </ac:spMkLst>
        </pc:spChg>
        <pc:spChg chg="mod">
          <ac:chgData name="SERGIO SPANO'" userId="3abdd0b9-513e-40ac-aad4-56920065037d" providerId="ADAL" clId="{2DCFDF45-1F6B-4A47-892B-C9094FDD5642}" dt="2022-03-21T11:08:19.259" v="1310" actId="27803"/>
          <ac:spMkLst>
            <pc:docMk/>
            <pc:sldMk cId="1175821773" sldId="258"/>
            <ac:spMk id="304" creationId="{DCBF7E22-43A9-4191-88DF-CEE7EA1AEEF6}"/>
          </ac:spMkLst>
        </pc:spChg>
        <pc:spChg chg="mod">
          <ac:chgData name="SERGIO SPANO'" userId="3abdd0b9-513e-40ac-aad4-56920065037d" providerId="ADAL" clId="{2DCFDF45-1F6B-4A47-892B-C9094FDD5642}" dt="2022-03-21T11:08:19.259" v="1310" actId="27803"/>
          <ac:spMkLst>
            <pc:docMk/>
            <pc:sldMk cId="1175821773" sldId="258"/>
            <ac:spMk id="305" creationId="{2691A86E-768B-4463-A83A-15EF092408C7}"/>
          </ac:spMkLst>
        </pc:spChg>
        <pc:spChg chg="mod">
          <ac:chgData name="SERGIO SPANO'" userId="3abdd0b9-513e-40ac-aad4-56920065037d" providerId="ADAL" clId="{2DCFDF45-1F6B-4A47-892B-C9094FDD5642}" dt="2022-03-21T11:08:19.259" v="1310" actId="27803"/>
          <ac:spMkLst>
            <pc:docMk/>
            <pc:sldMk cId="1175821773" sldId="258"/>
            <ac:spMk id="306" creationId="{2CBC918F-E71E-4B30-84A6-621A8F9B3153}"/>
          </ac:spMkLst>
        </pc:spChg>
        <pc:spChg chg="mod">
          <ac:chgData name="SERGIO SPANO'" userId="3abdd0b9-513e-40ac-aad4-56920065037d" providerId="ADAL" clId="{2DCFDF45-1F6B-4A47-892B-C9094FDD5642}" dt="2022-03-21T11:08:19.259" v="1310" actId="27803"/>
          <ac:spMkLst>
            <pc:docMk/>
            <pc:sldMk cId="1175821773" sldId="258"/>
            <ac:spMk id="307" creationId="{102F7E74-080E-4D08-B291-68A9C68D3FA7}"/>
          </ac:spMkLst>
        </pc:spChg>
        <pc:spChg chg="mod">
          <ac:chgData name="SERGIO SPANO'" userId="3abdd0b9-513e-40ac-aad4-56920065037d" providerId="ADAL" clId="{2DCFDF45-1F6B-4A47-892B-C9094FDD5642}" dt="2022-03-21T11:08:19.259" v="1310" actId="27803"/>
          <ac:spMkLst>
            <pc:docMk/>
            <pc:sldMk cId="1175821773" sldId="258"/>
            <ac:spMk id="308" creationId="{C49FEE1E-6610-492D-B0C1-7013444F92FE}"/>
          </ac:spMkLst>
        </pc:spChg>
        <pc:spChg chg="mod">
          <ac:chgData name="SERGIO SPANO'" userId="3abdd0b9-513e-40ac-aad4-56920065037d" providerId="ADAL" clId="{2DCFDF45-1F6B-4A47-892B-C9094FDD5642}" dt="2022-03-21T11:08:19.259" v="1310" actId="27803"/>
          <ac:spMkLst>
            <pc:docMk/>
            <pc:sldMk cId="1175821773" sldId="258"/>
            <ac:spMk id="309" creationId="{60300948-7E29-4F64-B2FF-066DD65ABC48}"/>
          </ac:spMkLst>
        </pc:spChg>
        <pc:spChg chg="mod">
          <ac:chgData name="SERGIO SPANO'" userId="3abdd0b9-513e-40ac-aad4-56920065037d" providerId="ADAL" clId="{2DCFDF45-1F6B-4A47-892B-C9094FDD5642}" dt="2022-03-21T11:08:19.259" v="1310" actId="27803"/>
          <ac:spMkLst>
            <pc:docMk/>
            <pc:sldMk cId="1175821773" sldId="258"/>
            <ac:spMk id="310" creationId="{4DF7E536-4336-49A0-AD00-49FEFD101852}"/>
          </ac:spMkLst>
        </pc:spChg>
        <pc:spChg chg="mod">
          <ac:chgData name="SERGIO SPANO'" userId="3abdd0b9-513e-40ac-aad4-56920065037d" providerId="ADAL" clId="{2DCFDF45-1F6B-4A47-892B-C9094FDD5642}" dt="2022-03-21T11:08:19.259" v="1310" actId="27803"/>
          <ac:spMkLst>
            <pc:docMk/>
            <pc:sldMk cId="1175821773" sldId="258"/>
            <ac:spMk id="311" creationId="{42E38C02-A121-4282-8287-EB97503F49F9}"/>
          </ac:spMkLst>
        </pc:spChg>
        <pc:spChg chg="mod">
          <ac:chgData name="SERGIO SPANO'" userId="3abdd0b9-513e-40ac-aad4-56920065037d" providerId="ADAL" clId="{2DCFDF45-1F6B-4A47-892B-C9094FDD5642}" dt="2022-03-21T11:08:19.259" v="1310" actId="27803"/>
          <ac:spMkLst>
            <pc:docMk/>
            <pc:sldMk cId="1175821773" sldId="258"/>
            <ac:spMk id="312" creationId="{6558EFE8-DBB2-453B-BC47-F14BAB35B8EC}"/>
          </ac:spMkLst>
        </pc:spChg>
        <pc:spChg chg="mod">
          <ac:chgData name="SERGIO SPANO'" userId="3abdd0b9-513e-40ac-aad4-56920065037d" providerId="ADAL" clId="{2DCFDF45-1F6B-4A47-892B-C9094FDD5642}" dt="2022-03-21T11:08:19.259" v="1310" actId="27803"/>
          <ac:spMkLst>
            <pc:docMk/>
            <pc:sldMk cId="1175821773" sldId="258"/>
            <ac:spMk id="313" creationId="{14653221-884F-4FB6-A432-EB9B1DA5B99F}"/>
          </ac:spMkLst>
        </pc:spChg>
        <pc:spChg chg="mod">
          <ac:chgData name="SERGIO SPANO'" userId="3abdd0b9-513e-40ac-aad4-56920065037d" providerId="ADAL" clId="{2DCFDF45-1F6B-4A47-892B-C9094FDD5642}" dt="2022-03-21T11:08:19.259" v="1310" actId="27803"/>
          <ac:spMkLst>
            <pc:docMk/>
            <pc:sldMk cId="1175821773" sldId="258"/>
            <ac:spMk id="314" creationId="{A6EABAF9-B581-47C6-89D3-D939E91876F4}"/>
          </ac:spMkLst>
        </pc:spChg>
        <pc:spChg chg="mod">
          <ac:chgData name="SERGIO SPANO'" userId="3abdd0b9-513e-40ac-aad4-56920065037d" providerId="ADAL" clId="{2DCFDF45-1F6B-4A47-892B-C9094FDD5642}" dt="2022-03-21T11:08:19.259" v="1310" actId="27803"/>
          <ac:spMkLst>
            <pc:docMk/>
            <pc:sldMk cId="1175821773" sldId="258"/>
            <ac:spMk id="315" creationId="{F337452F-4D66-4E19-A5C5-ED2F61C5B2C2}"/>
          </ac:spMkLst>
        </pc:spChg>
        <pc:spChg chg="mod">
          <ac:chgData name="SERGIO SPANO'" userId="3abdd0b9-513e-40ac-aad4-56920065037d" providerId="ADAL" clId="{2DCFDF45-1F6B-4A47-892B-C9094FDD5642}" dt="2022-03-21T11:08:19.259" v="1310" actId="27803"/>
          <ac:spMkLst>
            <pc:docMk/>
            <pc:sldMk cId="1175821773" sldId="258"/>
            <ac:spMk id="316" creationId="{118EF1BD-3DBC-4382-BC27-2E5F7348CC3B}"/>
          </ac:spMkLst>
        </pc:spChg>
        <pc:spChg chg="mod">
          <ac:chgData name="SERGIO SPANO'" userId="3abdd0b9-513e-40ac-aad4-56920065037d" providerId="ADAL" clId="{2DCFDF45-1F6B-4A47-892B-C9094FDD5642}" dt="2022-03-21T11:08:19.259" v="1310" actId="27803"/>
          <ac:spMkLst>
            <pc:docMk/>
            <pc:sldMk cId="1175821773" sldId="258"/>
            <ac:spMk id="317" creationId="{33091273-34CB-4C50-8307-7318818A1077}"/>
          </ac:spMkLst>
        </pc:spChg>
        <pc:spChg chg="mod">
          <ac:chgData name="SERGIO SPANO'" userId="3abdd0b9-513e-40ac-aad4-56920065037d" providerId="ADAL" clId="{2DCFDF45-1F6B-4A47-892B-C9094FDD5642}" dt="2022-03-21T11:08:19.259" v="1310" actId="27803"/>
          <ac:spMkLst>
            <pc:docMk/>
            <pc:sldMk cId="1175821773" sldId="258"/>
            <ac:spMk id="318" creationId="{6BB70D5E-6869-4CA3-8C9B-EE517D88646D}"/>
          </ac:spMkLst>
        </pc:spChg>
        <pc:spChg chg="mod">
          <ac:chgData name="SERGIO SPANO'" userId="3abdd0b9-513e-40ac-aad4-56920065037d" providerId="ADAL" clId="{2DCFDF45-1F6B-4A47-892B-C9094FDD5642}" dt="2022-03-21T11:08:19.259" v="1310" actId="27803"/>
          <ac:spMkLst>
            <pc:docMk/>
            <pc:sldMk cId="1175821773" sldId="258"/>
            <ac:spMk id="319" creationId="{90AF48AF-7C6E-4AAB-A873-EE83A06B12F7}"/>
          </ac:spMkLst>
        </pc:spChg>
        <pc:spChg chg="mod">
          <ac:chgData name="SERGIO SPANO'" userId="3abdd0b9-513e-40ac-aad4-56920065037d" providerId="ADAL" clId="{2DCFDF45-1F6B-4A47-892B-C9094FDD5642}" dt="2022-03-21T11:08:19.259" v="1310" actId="27803"/>
          <ac:spMkLst>
            <pc:docMk/>
            <pc:sldMk cId="1175821773" sldId="258"/>
            <ac:spMk id="320" creationId="{F281D36C-6DE4-4E87-BAC2-FD0A68E7B610}"/>
          </ac:spMkLst>
        </pc:spChg>
        <pc:spChg chg="mod">
          <ac:chgData name="SERGIO SPANO'" userId="3abdd0b9-513e-40ac-aad4-56920065037d" providerId="ADAL" clId="{2DCFDF45-1F6B-4A47-892B-C9094FDD5642}" dt="2022-03-21T11:08:19.259" v="1310" actId="27803"/>
          <ac:spMkLst>
            <pc:docMk/>
            <pc:sldMk cId="1175821773" sldId="258"/>
            <ac:spMk id="321" creationId="{DA1C3F22-5BA1-4154-AC03-31ABDFD95A57}"/>
          </ac:spMkLst>
        </pc:spChg>
        <pc:spChg chg="mod">
          <ac:chgData name="SERGIO SPANO'" userId="3abdd0b9-513e-40ac-aad4-56920065037d" providerId="ADAL" clId="{2DCFDF45-1F6B-4A47-892B-C9094FDD5642}" dt="2022-03-21T11:08:19.259" v="1310" actId="27803"/>
          <ac:spMkLst>
            <pc:docMk/>
            <pc:sldMk cId="1175821773" sldId="258"/>
            <ac:spMk id="322" creationId="{7B0765EF-62F9-4356-8F92-00CC0DF08005}"/>
          </ac:spMkLst>
        </pc:spChg>
        <pc:spChg chg="mod">
          <ac:chgData name="SERGIO SPANO'" userId="3abdd0b9-513e-40ac-aad4-56920065037d" providerId="ADAL" clId="{2DCFDF45-1F6B-4A47-892B-C9094FDD5642}" dt="2022-03-21T11:08:19.259" v="1310" actId="27803"/>
          <ac:spMkLst>
            <pc:docMk/>
            <pc:sldMk cId="1175821773" sldId="258"/>
            <ac:spMk id="323" creationId="{F93150DF-B2B8-49A3-8FEA-EC19FA4DEB34}"/>
          </ac:spMkLst>
        </pc:spChg>
        <pc:spChg chg="mod">
          <ac:chgData name="SERGIO SPANO'" userId="3abdd0b9-513e-40ac-aad4-56920065037d" providerId="ADAL" clId="{2DCFDF45-1F6B-4A47-892B-C9094FDD5642}" dt="2022-03-21T11:08:19.259" v="1310" actId="27803"/>
          <ac:spMkLst>
            <pc:docMk/>
            <pc:sldMk cId="1175821773" sldId="258"/>
            <ac:spMk id="324" creationId="{87BB3A7E-417D-41EE-AA8B-8901ACE79C49}"/>
          </ac:spMkLst>
        </pc:spChg>
        <pc:spChg chg="mod">
          <ac:chgData name="SERGIO SPANO'" userId="3abdd0b9-513e-40ac-aad4-56920065037d" providerId="ADAL" clId="{2DCFDF45-1F6B-4A47-892B-C9094FDD5642}" dt="2022-03-21T11:08:19.259" v="1310" actId="27803"/>
          <ac:spMkLst>
            <pc:docMk/>
            <pc:sldMk cId="1175821773" sldId="258"/>
            <ac:spMk id="325" creationId="{A0406326-F243-4DF9-927C-E247AB2FAB20}"/>
          </ac:spMkLst>
        </pc:spChg>
        <pc:spChg chg="mod">
          <ac:chgData name="SERGIO SPANO'" userId="3abdd0b9-513e-40ac-aad4-56920065037d" providerId="ADAL" clId="{2DCFDF45-1F6B-4A47-892B-C9094FDD5642}" dt="2022-03-21T11:08:19.259" v="1310" actId="27803"/>
          <ac:spMkLst>
            <pc:docMk/>
            <pc:sldMk cId="1175821773" sldId="258"/>
            <ac:spMk id="326" creationId="{61DDDAAF-6B95-4F1F-BFCC-2850A4A932E8}"/>
          </ac:spMkLst>
        </pc:spChg>
        <pc:spChg chg="mod">
          <ac:chgData name="SERGIO SPANO'" userId="3abdd0b9-513e-40ac-aad4-56920065037d" providerId="ADAL" clId="{2DCFDF45-1F6B-4A47-892B-C9094FDD5642}" dt="2022-03-21T11:08:19.259" v="1310" actId="27803"/>
          <ac:spMkLst>
            <pc:docMk/>
            <pc:sldMk cId="1175821773" sldId="258"/>
            <ac:spMk id="327" creationId="{099FDDEA-1546-4F4F-8F36-3A8D57459B8A}"/>
          </ac:spMkLst>
        </pc:spChg>
        <pc:spChg chg="mod">
          <ac:chgData name="SERGIO SPANO'" userId="3abdd0b9-513e-40ac-aad4-56920065037d" providerId="ADAL" clId="{2DCFDF45-1F6B-4A47-892B-C9094FDD5642}" dt="2022-03-21T11:08:19.259" v="1310" actId="27803"/>
          <ac:spMkLst>
            <pc:docMk/>
            <pc:sldMk cId="1175821773" sldId="258"/>
            <ac:spMk id="328" creationId="{82AB5569-3CEA-4FCA-9FFC-847897457DE9}"/>
          </ac:spMkLst>
        </pc:spChg>
        <pc:spChg chg="mod">
          <ac:chgData name="SERGIO SPANO'" userId="3abdd0b9-513e-40ac-aad4-56920065037d" providerId="ADAL" clId="{2DCFDF45-1F6B-4A47-892B-C9094FDD5642}" dt="2022-03-21T11:08:19.259" v="1310" actId="27803"/>
          <ac:spMkLst>
            <pc:docMk/>
            <pc:sldMk cId="1175821773" sldId="258"/>
            <ac:spMk id="329" creationId="{78724F6D-E8EE-4DCA-B916-01294B96E22C}"/>
          </ac:spMkLst>
        </pc:spChg>
        <pc:spChg chg="mod">
          <ac:chgData name="SERGIO SPANO'" userId="3abdd0b9-513e-40ac-aad4-56920065037d" providerId="ADAL" clId="{2DCFDF45-1F6B-4A47-892B-C9094FDD5642}" dt="2022-03-21T11:08:19.259" v="1310" actId="27803"/>
          <ac:spMkLst>
            <pc:docMk/>
            <pc:sldMk cId="1175821773" sldId="258"/>
            <ac:spMk id="330" creationId="{986F9922-86F4-4BD3-BA78-630E2936D457}"/>
          </ac:spMkLst>
        </pc:spChg>
        <pc:spChg chg="mod">
          <ac:chgData name="SERGIO SPANO'" userId="3abdd0b9-513e-40ac-aad4-56920065037d" providerId="ADAL" clId="{2DCFDF45-1F6B-4A47-892B-C9094FDD5642}" dt="2022-03-21T11:08:19.259" v="1310" actId="27803"/>
          <ac:spMkLst>
            <pc:docMk/>
            <pc:sldMk cId="1175821773" sldId="258"/>
            <ac:spMk id="331" creationId="{51CDE558-5E29-4AAD-8175-93E22060FB41}"/>
          </ac:spMkLst>
        </pc:spChg>
        <pc:spChg chg="mod">
          <ac:chgData name="SERGIO SPANO'" userId="3abdd0b9-513e-40ac-aad4-56920065037d" providerId="ADAL" clId="{2DCFDF45-1F6B-4A47-892B-C9094FDD5642}" dt="2022-03-21T11:08:19.259" v="1310" actId="27803"/>
          <ac:spMkLst>
            <pc:docMk/>
            <pc:sldMk cId="1175821773" sldId="258"/>
            <ac:spMk id="332" creationId="{3B6A57B4-A4DE-4241-A42B-214EDA5100E3}"/>
          </ac:spMkLst>
        </pc:spChg>
        <pc:spChg chg="mod">
          <ac:chgData name="SERGIO SPANO'" userId="3abdd0b9-513e-40ac-aad4-56920065037d" providerId="ADAL" clId="{2DCFDF45-1F6B-4A47-892B-C9094FDD5642}" dt="2022-03-21T11:08:19.259" v="1310" actId="27803"/>
          <ac:spMkLst>
            <pc:docMk/>
            <pc:sldMk cId="1175821773" sldId="258"/>
            <ac:spMk id="333" creationId="{FB1B55EC-67B4-45A7-B0DB-72683F3CFCEF}"/>
          </ac:spMkLst>
        </pc:spChg>
        <pc:spChg chg="mod">
          <ac:chgData name="SERGIO SPANO'" userId="3abdd0b9-513e-40ac-aad4-56920065037d" providerId="ADAL" clId="{2DCFDF45-1F6B-4A47-892B-C9094FDD5642}" dt="2022-03-21T11:08:19.259" v="1310" actId="27803"/>
          <ac:spMkLst>
            <pc:docMk/>
            <pc:sldMk cId="1175821773" sldId="258"/>
            <ac:spMk id="334" creationId="{9AD446E7-FEE7-4E1A-AF37-863A83081D95}"/>
          </ac:spMkLst>
        </pc:spChg>
        <pc:spChg chg="mod">
          <ac:chgData name="SERGIO SPANO'" userId="3abdd0b9-513e-40ac-aad4-56920065037d" providerId="ADAL" clId="{2DCFDF45-1F6B-4A47-892B-C9094FDD5642}" dt="2022-03-21T11:08:19.259" v="1310" actId="27803"/>
          <ac:spMkLst>
            <pc:docMk/>
            <pc:sldMk cId="1175821773" sldId="258"/>
            <ac:spMk id="335" creationId="{247D1021-328F-4931-A48F-7FE164560E77}"/>
          </ac:spMkLst>
        </pc:spChg>
        <pc:spChg chg="mod">
          <ac:chgData name="SERGIO SPANO'" userId="3abdd0b9-513e-40ac-aad4-56920065037d" providerId="ADAL" clId="{2DCFDF45-1F6B-4A47-892B-C9094FDD5642}" dt="2022-03-21T11:08:19.259" v="1310" actId="27803"/>
          <ac:spMkLst>
            <pc:docMk/>
            <pc:sldMk cId="1175821773" sldId="258"/>
            <ac:spMk id="336" creationId="{CC9BF387-C69B-40CE-93D0-A96802D97D7B}"/>
          </ac:spMkLst>
        </pc:spChg>
        <pc:spChg chg="mod">
          <ac:chgData name="SERGIO SPANO'" userId="3abdd0b9-513e-40ac-aad4-56920065037d" providerId="ADAL" clId="{2DCFDF45-1F6B-4A47-892B-C9094FDD5642}" dt="2022-03-21T11:08:19.259" v="1310" actId="27803"/>
          <ac:spMkLst>
            <pc:docMk/>
            <pc:sldMk cId="1175821773" sldId="258"/>
            <ac:spMk id="337" creationId="{A2B5F6DE-8F06-46F8-BE06-0E21E1472D39}"/>
          </ac:spMkLst>
        </pc:spChg>
        <pc:spChg chg="mod">
          <ac:chgData name="SERGIO SPANO'" userId="3abdd0b9-513e-40ac-aad4-56920065037d" providerId="ADAL" clId="{2DCFDF45-1F6B-4A47-892B-C9094FDD5642}" dt="2022-03-21T11:08:19.259" v="1310" actId="27803"/>
          <ac:spMkLst>
            <pc:docMk/>
            <pc:sldMk cId="1175821773" sldId="258"/>
            <ac:spMk id="338" creationId="{B46E96E7-DA32-4916-B39B-8E55683C6BA0}"/>
          </ac:spMkLst>
        </pc:spChg>
        <pc:spChg chg="mod">
          <ac:chgData name="SERGIO SPANO'" userId="3abdd0b9-513e-40ac-aad4-56920065037d" providerId="ADAL" clId="{2DCFDF45-1F6B-4A47-892B-C9094FDD5642}" dt="2022-03-21T11:08:19.259" v="1310" actId="27803"/>
          <ac:spMkLst>
            <pc:docMk/>
            <pc:sldMk cId="1175821773" sldId="258"/>
            <ac:spMk id="339" creationId="{8D3E1EB1-F8DA-4BA6-9FBC-79F6E6F40CE9}"/>
          </ac:spMkLst>
        </pc:spChg>
        <pc:spChg chg="mod">
          <ac:chgData name="SERGIO SPANO'" userId="3abdd0b9-513e-40ac-aad4-56920065037d" providerId="ADAL" clId="{2DCFDF45-1F6B-4A47-892B-C9094FDD5642}" dt="2022-03-21T11:08:19.259" v="1310" actId="27803"/>
          <ac:spMkLst>
            <pc:docMk/>
            <pc:sldMk cId="1175821773" sldId="258"/>
            <ac:spMk id="340" creationId="{D48CEDA3-914D-4342-9795-64904F7151AD}"/>
          </ac:spMkLst>
        </pc:spChg>
        <pc:spChg chg="mod">
          <ac:chgData name="SERGIO SPANO'" userId="3abdd0b9-513e-40ac-aad4-56920065037d" providerId="ADAL" clId="{2DCFDF45-1F6B-4A47-892B-C9094FDD5642}" dt="2022-03-21T11:08:19.259" v="1310" actId="27803"/>
          <ac:spMkLst>
            <pc:docMk/>
            <pc:sldMk cId="1175821773" sldId="258"/>
            <ac:spMk id="341" creationId="{7FDC3123-1E37-480A-B54B-73C78D08022B}"/>
          </ac:spMkLst>
        </pc:spChg>
        <pc:spChg chg="mod">
          <ac:chgData name="SERGIO SPANO'" userId="3abdd0b9-513e-40ac-aad4-56920065037d" providerId="ADAL" clId="{2DCFDF45-1F6B-4A47-892B-C9094FDD5642}" dt="2022-03-21T11:08:19.259" v="1310" actId="27803"/>
          <ac:spMkLst>
            <pc:docMk/>
            <pc:sldMk cId="1175821773" sldId="258"/>
            <ac:spMk id="342" creationId="{05E216AE-8EB8-4470-9B3D-A0D57A973842}"/>
          </ac:spMkLst>
        </pc:spChg>
        <pc:spChg chg="mod">
          <ac:chgData name="SERGIO SPANO'" userId="3abdd0b9-513e-40ac-aad4-56920065037d" providerId="ADAL" clId="{2DCFDF45-1F6B-4A47-892B-C9094FDD5642}" dt="2022-03-21T11:08:19.259" v="1310" actId="27803"/>
          <ac:spMkLst>
            <pc:docMk/>
            <pc:sldMk cId="1175821773" sldId="258"/>
            <ac:spMk id="343" creationId="{DD9437F1-8462-4DC6-B259-EAF6F0577120}"/>
          </ac:spMkLst>
        </pc:spChg>
        <pc:spChg chg="mod">
          <ac:chgData name="SERGIO SPANO'" userId="3abdd0b9-513e-40ac-aad4-56920065037d" providerId="ADAL" clId="{2DCFDF45-1F6B-4A47-892B-C9094FDD5642}" dt="2022-03-21T11:08:19.259" v="1310" actId="27803"/>
          <ac:spMkLst>
            <pc:docMk/>
            <pc:sldMk cId="1175821773" sldId="258"/>
            <ac:spMk id="344" creationId="{BB1B1851-2312-4FD6-87F7-0ED20C6A170C}"/>
          </ac:spMkLst>
        </pc:spChg>
        <pc:spChg chg="mod">
          <ac:chgData name="SERGIO SPANO'" userId="3abdd0b9-513e-40ac-aad4-56920065037d" providerId="ADAL" clId="{2DCFDF45-1F6B-4A47-892B-C9094FDD5642}" dt="2022-03-21T11:08:19.259" v="1310" actId="27803"/>
          <ac:spMkLst>
            <pc:docMk/>
            <pc:sldMk cId="1175821773" sldId="258"/>
            <ac:spMk id="345" creationId="{F49ABE0E-1427-41D2-BFD5-ABA45625605B}"/>
          </ac:spMkLst>
        </pc:spChg>
        <pc:spChg chg="mod">
          <ac:chgData name="SERGIO SPANO'" userId="3abdd0b9-513e-40ac-aad4-56920065037d" providerId="ADAL" clId="{2DCFDF45-1F6B-4A47-892B-C9094FDD5642}" dt="2022-03-21T11:08:19.259" v="1310" actId="27803"/>
          <ac:spMkLst>
            <pc:docMk/>
            <pc:sldMk cId="1175821773" sldId="258"/>
            <ac:spMk id="346" creationId="{38D305CF-D652-4F51-997A-DAFEC302F002}"/>
          </ac:spMkLst>
        </pc:spChg>
        <pc:spChg chg="mod">
          <ac:chgData name="SERGIO SPANO'" userId="3abdd0b9-513e-40ac-aad4-56920065037d" providerId="ADAL" clId="{2DCFDF45-1F6B-4A47-892B-C9094FDD5642}" dt="2022-03-21T11:08:19.259" v="1310" actId="27803"/>
          <ac:spMkLst>
            <pc:docMk/>
            <pc:sldMk cId="1175821773" sldId="258"/>
            <ac:spMk id="347" creationId="{362A3374-00DA-4080-B03B-CA90A80AAB9E}"/>
          </ac:spMkLst>
        </pc:spChg>
        <pc:spChg chg="mod">
          <ac:chgData name="SERGIO SPANO'" userId="3abdd0b9-513e-40ac-aad4-56920065037d" providerId="ADAL" clId="{2DCFDF45-1F6B-4A47-892B-C9094FDD5642}" dt="2022-03-21T11:08:19.259" v="1310" actId="27803"/>
          <ac:spMkLst>
            <pc:docMk/>
            <pc:sldMk cId="1175821773" sldId="258"/>
            <ac:spMk id="348" creationId="{8A386B4B-1054-4D1F-BE25-8580BA1BD310}"/>
          </ac:spMkLst>
        </pc:spChg>
        <pc:spChg chg="mod">
          <ac:chgData name="SERGIO SPANO'" userId="3abdd0b9-513e-40ac-aad4-56920065037d" providerId="ADAL" clId="{2DCFDF45-1F6B-4A47-892B-C9094FDD5642}" dt="2022-03-21T11:08:19.259" v="1310" actId="27803"/>
          <ac:spMkLst>
            <pc:docMk/>
            <pc:sldMk cId="1175821773" sldId="258"/>
            <ac:spMk id="349" creationId="{87B66903-C6A0-40E2-AC7B-9999AB376AEF}"/>
          </ac:spMkLst>
        </pc:spChg>
        <pc:spChg chg="mod">
          <ac:chgData name="SERGIO SPANO'" userId="3abdd0b9-513e-40ac-aad4-56920065037d" providerId="ADAL" clId="{2DCFDF45-1F6B-4A47-892B-C9094FDD5642}" dt="2022-03-21T11:08:19.259" v="1310" actId="27803"/>
          <ac:spMkLst>
            <pc:docMk/>
            <pc:sldMk cId="1175821773" sldId="258"/>
            <ac:spMk id="350" creationId="{9A630DCC-042B-436C-A9D0-EC273E280A5D}"/>
          </ac:spMkLst>
        </pc:spChg>
        <pc:spChg chg="mod">
          <ac:chgData name="SERGIO SPANO'" userId="3abdd0b9-513e-40ac-aad4-56920065037d" providerId="ADAL" clId="{2DCFDF45-1F6B-4A47-892B-C9094FDD5642}" dt="2022-03-21T11:08:19.259" v="1310" actId="27803"/>
          <ac:spMkLst>
            <pc:docMk/>
            <pc:sldMk cId="1175821773" sldId="258"/>
            <ac:spMk id="351" creationId="{7E4F519D-E9F9-425C-BBCC-2AFE708B197D}"/>
          </ac:spMkLst>
        </pc:spChg>
        <pc:spChg chg="mod">
          <ac:chgData name="SERGIO SPANO'" userId="3abdd0b9-513e-40ac-aad4-56920065037d" providerId="ADAL" clId="{2DCFDF45-1F6B-4A47-892B-C9094FDD5642}" dt="2022-03-21T11:08:19.259" v="1310" actId="27803"/>
          <ac:spMkLst>
            <pc:docMk/>
            <pc:sldMk cId="1175821773" sldId="258"/>
            <ac:spMk id="352" creationId="{EA8F4E67-F474-4A99-96C5-811513DA605E}"/>
          </ac:spMkLst>
        </pc:spChg>
        <pc:spChg chg="mod">
          <ac:chgData name="SERGIO SPANO'" userId="3abdd0b9-513e-40ac-aad4-56920065037d" providerId="ADAL" clId="{2DCFDF45-1F6B-4A47-892B-C9094FDD5642}" dt="2022-03-21T11:08:19.259" v="1310" actId="27803"/>
          <ac:spMkLst>
            <pc:docMk/>
            <pc:sldMk cId="1175821773" sldId="258"/>
            <ac:spMk id="353" creationId="{7399A187-E7FD-4E8A-A701-757D3700CB72}"/>
          </ac:spMkLst>
        </pc:spChg>
        <pc:spChg chg="mod">
          <ac:chgData name="SERGIO SPANO'" userId="3abdd0b9-513e-40ac-aad4-56920065037d" providerId="ADAL" clId="{2DCFDF45-1F6B-4A47-892B-C9094FDD5642}" dt="2022-03-21T11:08:19.259" v="1310" actId="27803"/>
          <ac:spMkLst>
            <pc:docMk/>
            <pc:sldMk cId="1175821773" sldId="258"/>
            <ac:spMk id="354" creationId="{91129141-A8E2-46B6-9A81-518E4F5055BE}"/>
          </ac:spMkLst>
        </pc:spChg>
        <pc:spChg chg="mod">
          <ac:chgData name="SERGIO SPANO'" userId="3abdd0b9-513e-40ac-aad4-56920065037d" providerId="ADAL" clId="{2DCFDF45-1F6B-4A47-892B-C9094FDD5642}" dt="2022-03-21T11:08:19.259" v="1310" actId="27803"/>
          <ac:spMkLst>
            <pc:docMk/>
            <pc:sldMk cId="1175821773" sldId="258"/>
            <ac:spMk id="355" creationId="{9C0DBB97-3CC4-402F-8BE0-64B73E2DAECD}"/>
          </ac:spMkLst>
        </pc:spChg>
        <pc:spChg chg="mod">
          <ac:chgData name="SERGIO SPANO'" userId="3abdd0b9-513e-40ac-aad4-56920065037d" providerId="ADAL" clId="{2DCFDF45-1F6B-4A47-892B-C9094FDD5642}" dt="2022-03-21T11:08:19.259" v="1310" actId="27803"/>
          <ac:spMkLst>
            <pc:docMk/>
            <pc:sldMk cId="1175821773" sldId="258"/>
            <ac:spMk id="356" creationId="{21B839FF-5544-470D-9F6F-E09F681D7B69}"/>
          </ac:spMkLst>
        </pc:spChg>
        <pc:spChg chg="mod">
          <ac:chgData name="SERGIO SPANO'" userId="3abdd0b9-513e-40ac-aad4-56920065037d" providerId="ADAL" clId="{2DCFDF45-1F6B-4A47-892B-C9094FDD5642}" dt="2022-03-21T11:08:19.259" v="1310" actId="27803"/>
          <ac:spMkLst>
            <pc:docMk/>
            <pc:sldMk cId="1175821773" sldId="258"/>
            <ac:spMk id="357" creationId="{A73DA253-E2EB-41E3-960E-0FB32B5A24A6}"/>
          </ac:spMkLst>
        </pc:spChg>
        <pc:spChg chg="mod">
          <ac:chgData name="SERGIO SPANO'" userId="3abdd0b9-513e-40ac-aad4-56920065037d" providerId="ADAL" clId="{2DCFDF45-1F6B-4A47-892B-C9094FDD5642}" dt="2022-03-21T11:08:19.259" v="1310" actId="27803"/>
          <ac:spMkLst>
            <pc:docMk/>
            <pc:sldMk cId="1175821773" sldId="258"/>
            <ac:spMk id="358" creationId="{C1F9E7D8-456F-416D-80B7-1674D7CF4DF0}"/>
          </ac:spMkLst>
        </pc:spChg>
        <pc:spChg chg="mod">
          <ac:chgData name="SERGIO SPANO'" userId="3abdd0b9-513e-40ac-aad4-56920065037d" providerId="ADAL" clId="{2DCFDF45-1F6B-4A47-892B-C9094FDD5642}" dt="2022-03-21T11:08:19.259" v="1310" actId="27803"/>
          <ac:spMkLst>
            <pc:docMk/>
            <pc:sldMk cId="1175821773" sldId="258"/>
            <ac:spMk id="359" creationId="{180C2F85-707C-4D76-B371-A881059E35AB}"/>
          </ac:spMkLst>
        </pc:spChg>
        <pc:spChg chg="mod">
          <ac:chgData name="SERGIO SPANO'" userId="3abdd0b9-513e-40ac-aad4-56920065037d" providerId="ADAL" clId="{2DCFDF45-1F6B-4A47-892B-C9094FDD5642}" dt="2022-03-21T11:08:19.259" v="1310" actId="27803"/>
          <ac:spMkLst>
            <pc:docMk/>
            <pc:sldMk cId="1175821773" sldId="258"/>
            <ac:spMk id="360" creationId="{D5F36545-002F-4A4B-9BC1-B48085A60FDA}"/>
          </ac:spMkLst>
        </pc:spChg>
        <pc:spChg chg="mod">
          <ac:chgData name="SERGIO SPANO'" userId="3abdd0b9-513e-40ac-aad4-56920065037d" providerId="ADAL" clId="{2DCFDF45-1F6B-4A47-892B-C9094FDD5642}" dt="2022-03-21T11:08:19.259" v="1310" actId="27803"/>
          <ac:spMkLst>
            <pc:docMk/>
            <pc:sldMk cId="1175821773" sldId="258"/>
            <ac:spMk id="361" creationId="{7285D24F-04E8-47AB-AC9C-802EEB7257E8}"/>
          </ac:spMkLst>
        </pc:spChg>
        <pc:spChg chg="mod">
          <ac:chgData name="SERGIO SPANO'" userId="3abdd0b9-513e-40ac-aad4-56920065037d" providerId="ADAL" clId="{2DCFDF45-1F6B-4A47-892B-C9094FDD5642}" dt="2022-03-21T11:08:19.259" v="1310" actId="27803"/>
          <ac:spMkLst>
            <pc:docMk/>
            <pc:sldMk cId="1175821773" sldId="258"/>
            <ac:spMk id="362" creationId="{B1DE4B5D-1CB3-4888-A2D9-C82B25BC18C3}"/>
          </ac:spMkLst>
        </pc:spChg>
        <pc:spChg chg="mod">
          <ac:chgData name="SERGIO SPANO'" userId="3abdd0b9-513e-40ac-aad4-56920065037d" providerId="ADAL" clId="{2DCFDF45-1F6B-4A47-892B-C9094FDD5642}" dt="2022-03-21T11:08:19.259" v="1310" actId="27803"/>
          <ac:spMkLst>
            <pc:docMk/>
            <pc:sldMk cId="1175821773" sldId="258"/>
            <ac:spMk id="363" creationId="{C05EEF9B-905F-4EF5-965C-2DD95FFCA49C}"/>
          </ac:spMkLst>
        </pc:spChg>
        <pc:spChg chg="mod">
          <ac:chgData name="SERGIO SPANO'" userId="3abdd0b9-513e-40ac-aad4-56920065037d" providerId="ADAL" clId="{2DCFDF45-1F6B-4A47-892B-C9094FDD5642}" dt="2022-03-21T11:08:19.259" v="1310" actId="27803"/>
          <ac:spMkLst>
            <pc:docMk/>
            <pc:sldMk cId="1175821773" sldId="258"/>
            <ac:spMk id="364" creationId="{0C3CA922-A1D0-4ABB-92AF-4AF6D9860ECD}"/>
          </ac:spMkLst>
        </pc:spChg>
        <pc:spChg chg="mod">
          <ac:chgData name="SERGIO SPANO'" userId="3abdd0b9-513e-40ac-aad4-56920065037d" providerId="ADAL" clId="{2DCFDF45-1F6B-4A47-892B-C9094FDD5642}" dt="2022-03-21T11:08:19.259" v="1310" actId="27803"/>
          <ac:spMkLst>
            <pc:docMk/>
            <pc:sldMk cId="1175821773" sldId="258"/>
            <ac:spMk id="365" creationId="{85CB80C8-6C17-4D69-8F8B-F98201E84EF9}"/>
          </ac:spMkLst>
        </pc:spChg>
        <pc:spChg chg="mod">
          <ac:chgData name="SERGIO SPANO'" userId="3abdd0b9-513e-40ac-aad4-56920065037d" providerId="ADAL" clId="{2DCFDF45-1F6B-4A47-892B-C9094FDD5642}" dt="2022-03-21T11:08:19.259" v="1310" actId="27803"/>
          <ac:spMkLst>
            <pc:docMk/>
            <pc:sldMk cId="1175821773" sldId="258"/>
            <ac:spMk id="366" creationId="{F07C47C4-9D21-4684-AE4F-AEE64E086A4C}"/>
          </ac:spMkLst>
        </pc:spChg>
        <pc:spChg chg="mod">
          <ac:chgData name="SERGIO SPANO'" userId="3abdd0b9-513e-40ac-aad4-56920065037d" providerId="ADAL" clId="{2DCFDF45-1F6B-4A47-892B-C9094FDD5642}" dt="2022-03-21T11:08:19.259" v="1310" actId="27803"/>
          <ac:spMkLst>
            <pc:docMk/>
            <pc:sldMk cId="1175821773" sldId="258"/>
            <ac:spMk id="367" creationId="{17F02F35-41B3-4A51-952D-84DFCA2BB0DD}"/>
          </ac:spMkLst>
        </pc:spChg>
        <pc:spChg chg="mod">
          <ac:chgData name="SERGIO SPANO'" userId="3abdd0b9-513e-40ac-aad4-56920065037d" providerId="ADAL" clId="{2DCFDF45-1F6B-4A47-892B-C9094FDD5642}" dt="2022-03-21T11:08:19.259" v="1310" actId="27803"/>
          <ac:spMkLst>
            <pc:docMk/>
            <pc:sldMk cId="1175821773" sldId="258"/>
            <ac:spMk id="368" creationId="{E200916D-1B04-42C6-9D17-77CC8ED5C992}"/>
          </ac:spMkLst>
        </pc:spChg>
        <pc:spChg chg="mod">
          <ac:chgData name="SERGIO SPANO'" userId="3abdd0b9-513e-40ac-aad4-56920065037d" providerId="ADAL" clId="{2DCFDF45-1F6B-4A47-892B-C9094FDD5642}" dt="2022-03-21T11:08:19.259" v="1310" actId="27803"/>
          <ac:spMkLst>
            <pc:docMk/>
            <pc:sldMk cId="1175821773" sldId="258"/>
            <ac:spMk id="369" creationId="{8D70F2FA-6007-4E85-B8C1-86B95704D433}"/>
          </ac:spMkLst>
        </pc:spChg>
        <pc:spChg chg="mod">
          <ac:chgData name="SERGIO SPANO'" userId="3abdd0b9-513e-40ac-aad4-56920065037d" providerId="ADAL" clId="{2DCFDF45-1F6B-4A47-892B-C9094FDD5642}" dt="2022-03-21T11:08:19.259" v="1310" actId="27803"/>
          <ac:spMkLst>
            <pc:docMk/>
            <pc:sldMk cId="1175821773" sldId="258"/>
            <ac:spMk id="370" creationId="{5E9E1F6C-CDF9-491D-AC6C-AA7ACB238E6A}"/>
          </ac:spMkLst>
        </pc:spChg>
        <pc:spChg chg="mod">
          <ac:chgData name="SERGIO SPANO'" userId="3abdd0b9-513e-40ac-aad4-56920065037d" providerId="ADAL" clId="{2DCFDF45-1F6B-4A47-892B-C9094FDD5642}" dt="2022-03-21T11:08:19.259" v="1310" actId="27803"/>
          <ac:spMkLst>
            <pc:docMk/>
            <pc:sldMk cId="1175821773" sldId="258"/>
            <ac:spMk id="371" creationId="{BF5D574E-9A94-4A3D-A306-2A461BE36FD8}"/>
          </ac:spMkLst>
        </pc:spChg>
        <pc:spChg chg="mod">
          <ac:chgData name="SERGIO SPANO'" userId="3abdd0b9-513e-40ac-aad4-56920065037d" providerId="ADAL" clId="{2DCFDF45-1F6B-4A47-892B-C9094FDD5642}" dt="2022-03-21T11:08:19.259" v="1310" actId="27803"/>
          <ac:spMkLst>
            <pc:docMk/>
            <pc:sldMk cId="1175821773" sldId="258"/>
            <ac:spMk id="372" creationId="{86CAF103-B5DB-46FD-B9D7-7F2F13A1F7DD}"/>
          </ac:spMkLst>
        </pc:spChg>
        <pc:spChg chg="mod">
          <ac:chgData name="SERGIO SPANO'" userId="3abdd0b9-513e-40ac-aad4-56920065037d" providerId="ADAL" clId="{2DCFDF45-1F6B-4A47-892B-C9094FDD5642}" dt="2022-03-21T11:08:19.259" v="1310" actId="27803"/>
          <ac:spMkLst>
            <pc:docMk/>
            <pc:sldMk cId="1175821773" sldId="258"/>
            <ac:spMk id="373" creationId="{81259329-FB54-4001-A310-C5A2688BE7A8}"/>
          </ac:spMkLst>
        </pc:spChg>
        <pc:spChg chg="mod">
          <ac:chgData name="SERGIO SPANO'" userId="3abdd0b9-513e-40ac-aad4-56920065037d" providerId="ADAL" clId="{2DCFDF45-1F6B-4A47-892B-C9094FDD5642}" dt="2022-03-21T11:08:19.259" v="1310" actId="27803"/>
          <ac:spMkLst>
            <pc:docMk/>
            <pc:sldMk cId="1175821773" sldId="258"/>
            <ac:spMk id="374" creationId="{2048DF76-8F14-4755-958A-3709ED1B0B1B}"/>
          </ac:spMkLst>
        </pc:spChg>
        <pc:spChg chg="mod">
          <ac:chgData name="SERGIO SPANO'" userId="3abdd0b9-513e-40ac-aad4-56920065037d" providerId="ADAL" clId="{2DCFDF45-1F6B-4A47-892B-C9094FDD5642}" dt="2022-03-21T11:08:19.259" v="1310" actId="27803"/>
          <ac:spMkLst>
            <pc:docMk/>
            <pc:sldMk cId="1175821773" sldId="258"/>
            <ac:spMk id="375" creationId="{60098216-DD50-401B-B4BE-8E455C8284D0}"/>
          </ac:spMkLst>
        </pc:spChg>
        <pc:spChg chg="mod">
          <ac:chgData name="SERGIO SPANO'" userId="3abdd0b9-513e-40ac-aad4-56920065037d" providerId="ADAL" clId="{2DCFDF45-1F6B-4A47-892B-C9094FDD5642}" dt="2022-03-21T11:08:19.259" v="1310" actId="27803"/>
          <ac:spMkLst>
            <pc:docMk/>
            <pc:sldMk cId="1175821773" sldId="258"/>
            <ac:spMk id="376" creationId="{07E6B775-10FA-407A-8046-2D3989A5F94E}"/>
          </ac:spMkLst>
        </pc:spChg>
        <pc:spChg chg="mod">
          <ac:chgData name="SERGIO SPANO'" userId="3abdd0b9-513e-40ac-aad4-56920065037d" providerId="ADAL" clId="{2DCFDF45-1F6B-4A47-892B-C9094FDD5642}" dt="2022-03-21T11:08:19.259" v="1310" actId="27803"/>
          <ac:spMkLst>
            <pc:docMk/>
            <pc:sldMk cId="1175821773" sldId="258"/>
            <ac:spMk id="377" creationId="{FDD3766A-92C6-463E-87ED-25BC0A3CC4AF}"/>
          </ac:spMkLst>
        </pc:spChg>
        <pc:spChg chg="mod">
          <ac:chgData name="SERGIO SPANO'" userId="3abdd0b9-513e-40ac-aad4-56920065037d" providerId="ADAL" clId="{2DCFDF45-1F6B-4A47-892B-C9094FDD5642}" dt="2022-03-21T11:08:19.259" v="1310" actId="27803"/>
          <ac:spMkLst>
            <pc:docMk/>
            <pc:sldMk cId="1175821773" sldId="258"/>
            <ac:spMk id="378" creationId="{1CB8666A-C3EB-4D4A-83C5-655CA76805B2}"/>
          </ac:spMkLst>
        </pc:spChg>
        <pc:spChg chg="mod">
          <ac:chgData name="SERGIO SPANO'" userId="3abdd0b9-513e-40ac-aad4-56920065037d" providerId="ADAL" clId="{2DCFDF45-1F6B-4A47-892B-C9094FDD5642}" dt="2022-03-21T11:08:19.259" v="1310" actId="27803"/>
          <ac:spMkLst>
            <pc:docMk/>
            <pc:sldMk cId="1175821773" sldId="258"/>
            <ac:spMk id="379" creationId="{4C210165-5061-4F84-AA07-B17AB4F0B3E8}"/>
          </ac:spMkLst>
        </pc:spChg>
        <pc:spChg chg="mod">
          <ac:chgData name="SERGIO SPANO'" userId="3abdd0b9-513e-40ac-aad4-56920065037d" providerId="ADAL" clId="{2DCFDF45-1F6B-4A47-892B-C9094FDD5642}" dt="2022-03-21T11:08:19.259" v="1310" actId="27803"/>
          <ac:spMkLst>
            <pc:docMk/>
            <pc:sldMk cId="1175821773" sldId="258"/>
            <ac:spMk id="380" creationId="{BAD427D9-E8C6-46EE-B3D4-318F316A5487}"/>
          </ac:spMkLst>
        </pc:spChg>
        <pc:spChg chg="mod">
          <ac:chgData name="SERGIO SPANO'" userId="3abdd0b9-513e-40ac-aad4-56920065037d" providerId="ADAL" clId="{2DCFDF45-1F6B-4A47-892B-C9094FDD5642}" dt="2022-03-21T11:08:19.259" v="1310" actId="27803"/>
          <ac:spMkLst>
            <pc:docMk/>
            <pc:sldMk cId="1175821773" sldId="258"/>
            <ac:spMk id="381" creationId="{E72AB28E-0154-4FA1-A7C2-F1D7FF5DE42C}"/>
          </ac:spMkLst>
        </pc:spChg>
        <pc:spChg chg="mod">
          <ac:chgData name="SERGIO SPANO'" userId="3abdd0b9-513e-40ac-aad4-56920065037d" providerId="ADAL" clId="{2DCFDF45-1F6B-4A47-892B-C9094FDD5642}" dt="2022-03-21T11:08:19.259" v="1310" actId="27803"/>
          <ac:spMkLst>
            <pc:docMk/>
            <pc:sldMk cId="1175821773" sldId="258"/>
            <ac:spMk id="382" creationId="{DC59EDEC-1254-4EE8-B06D-0B693E96B93C}"/>
          </ac:spMkLst>
        </pc:spChg>
        <pc:spChg chg="mod">
          <ac:chgData name="SERGIO SPANO'" userId="3abdd0b9-513e-40ac-aad4-56920065037d" providerId="ADAL" clId="{2DCFDF45-1F6B-4A47-892B-C9094FDD5642}" dt="2022-03-21T11:08:19.259" v="1310" actId="27803"/>
          <ac:spMkLst>
            <pc:docMk/>
            <pc:sldMk cId="1175821773" sldId="258"/>
            <ac:spMk id="383" creationId="{9142474E-7731-4A68-BE02-8AA3352022A5}"/>
          </ac:spMkLst>
        </pc:spChg>
        <pc:spChg chg="mod">
          <ac:chgData name="SERGIO SPANO'" userId="3abdd0b9-513e-40ac-aad4-56920065037d" providerId="ADAL" clId="{2DCFDF45-1F6B-4A47-892B-C9094FDD5642}" dt="2022-03-21T11:08:19.259" v="1310" actId="27803"/>
          <ac:spMkLst>
            <pc:docMk/>
            <pc:sldMk cId="1175821773" sldId="258"/>
            <ac:spMk id="384" creationId="{A8B438A0-5393-40E4-9936-863FC7283DF8}"/>
          </ac:spMkLst>
        </pc:spChg>
        <pc:spChg chg="mod">
          <ac:chgData name="SERGIO SPANO'" userId="3abdd0b9-513e-40ac-aad4-56920065037d" providerId="ADAL" clId="{2DCFDF45-1F6B-4A47-892B-C9094FDD5642}" dt="2022-03-21T11:08:19.259" v="1310" actId="27803"/>
          <ac:spMkLst>
            <pc:docMk/>
            <pc:sldMk cId="1175821773" sldId="258"/>
            <ac:spMk id="385" creationId="{986B07D5-D138-4B35-BD55-2FEEF678E1B0}"/>
          </ac:spMkLst>
        </pc:spChg>
        <pc:spChg chg="mod">
          <ac:chgData name="SERGIO SPANO'" userId="3abdd0b9-513e-40ac-aad4-56920065037d" providerId="ADAL" clId="{2DCFDF45-1F6B-4A47-892B-C9094FDD5642}" dt="2022-03-21T11:08:19.259" v="1310" actId="27803"/>
          <ac:spMkLst>
            <pc:docMk/>
            <pc:sldMk cId="1175821773" sldId="258"/>
            <ac:spMk id="386" creationId="{7A14F9BA-640C-48FB-ADEA-997A78C95286}"/>
          </ac:spMkLst>
        </pc:spChg>
        <pc:spChg chg="mod">
          <ac:chgData name="SERGIO SPANO'" userId="3abdd0b9-513e-40ac-aad4-56920065037d" providerId="ADAL" clId="{2DCFDF45-1F6B-4A47-892B-C9094FDD5642}" dt="2022-03-21T11:08:19.259" v="1310" actId="27803"/>
          <ac:spMkLst>
            <pc:docMk/>
            <pc:sldMk cId="1175821773" sldId="258"/>
            <ac:spMk id="387" creationId="{6F146C8A-4358-4BAB-8F61-5037E1BC155F}"/>
          </ac:spMkLst>
        </pc:spChg>
        <pc:spChg chg="mod">
          <ac:chgData name="SERGIO SPANO'" userId="3abdd0b9-513e-40ac-aad4-56920065037d" providerId="ADAL" clId="{2DCFDF45-1F6B-4A47-892B-C9094FDD5642}" dt="2022-03-21T11:08:19.259" v="1310" actId="27803"/>
          <ac:spMkLst>
            <pc:docMk/>
            <pc:sldMk cId="1175821773" sldId="258"/>
            <ac:spMk id="388" creationId="{0D56C661-DA0B-4980-9623-831D56F07E30}"/>
          </ac:spMkLst>
        </pc:spChg>
        <pc:spChg chg="mod">
          <ac:chgData name="SERGIO SPANO'" userId="3abdd0b9-513e-40ac-aad4-56920065037d" providerId="ADAL" clId="{2DCFDF45-1F6B-4A47-892B-C9094FDD5642}" dt="2022-03-21T11:08:19.259" v="1310" actId="27803"/>
          <ac:spMkLst>
            <pc:docMk/>
            <pc:sldMk cId="1175821773" sldId="258"/>
            <ac:spMk id="389" creationId="{2C43BD70-1EDA-4C88-B4F1-FDBDB5D5F3D5}"/>
          </ac:spMkLst>
        </pc:spChg>
        <pc:spChg chg="mod">
          <ac:chgData name="SERGIO SPANO'" userId="3abdd0b9-513e-40ac-aad4-56920065037d" providerId="ADAL" clId="{2DCFDF45-1F6B-4A47-892B-C9094FDD5642}" dt="2022-03-21T11:08:19.259" v="1310" actId="27803"/>
          <ac:spMkLst>
            <pc:docMk/>
            <pc:sldMk cId="1175821773" sldId="258"/>
            <ac:spMk id="390" creationId="{54BB4305-1EEB-4416-B39D-E5BCAE5429C9}"/>
          </ac:spMkLst>
        </pc:spChg>
        <pc:spChg chg="mod">
          <ac:chgData name="SERGIO SPANO'" userId="3abdd0b9-513e-40ac-aad4-56920065037d" providerId="ADAL" clId="{2DCFDF45-1F6B-4A47-892B-C9094FDD5642}" dt="2022-03-21T11:08:19.259" v="1310" actId="27803"/>
          <ac:spMkLst>
            <pc:docMk/>
            <pc:sldMk cId="1175821773" sldId="258"/>
            <ac:spMk id="391" creationId="{5C13F9EB-386B-4B8D-A011-D8F99BAA6CE8}"/>
          </ac:spMkLst>
        </pc:spChg>
        <pc:spChg chg="mod">
          <ac:chgData name="SERGIO SPANO'" userId="3abdd0b9-513e-40ac-aad4-56920065037d" providerId="ADAL" clId="{2DCFDF45-1F6B-4A47-892B-C9094FDD5642}" dt="2022-03-21T11:08:19.259" v="1310" actId="27803"/>
          <ac:spMkLst>
            <pc:docMk/>
            <pc:sldMk cId="1175821773" sldId="258"/>
            <ac:spMk id="392" creationId="{59A39748-A1F6-4948-A6BB-771A85D9CD70}"/>
          </ac:spMkLst>
        </pc:spChg>
        <pc:spChg chg="mod">
          <ac:chgData name="SERGIO SPANO'" userId="3abdd0b9-513e-40ac-aad4-56920065037d" providerId="ADAL" clId="{2DCFDF45-1F6B-4A47-892B-C9094FDD5642}" dt="2022-03-21T11:08:19.259" v="1310" actId="27803"/>
          <ac:spMkLst>
            <pc:docMk/>
            <pc:sldMk cId="1175821773" sldId="258"/>
            <ac:spMk id="393" creationId="{37DB4957-2C9A-432F-8E8F-C1DD8EE91D39}"/>
          </ac:spMkLst>
        </pc:spChg>
        <pc:spChg chg="mod">
          <ac:chgData name="SERGIO SPANO'" userId="3abdd0b9-513e-40ac-aad4-56920065037d" providerId="ADAL" clId="{2DCFDF45-1F6B-4A47-892B-C9094FDD5642}" dt="2022-03-21T11:08:19.259" v="1310" actId="27803"/>
          <ac:spMkLst>
            <pc:docMk/>
            <pc:sldMk cId="1175821773" sldId="258"/>
            <ac:spMk id="394" creationId="{0E0B3C16-C46E-4D38-A2A1-06AA2BE42E4C}"/>
          </ac:spMkLst>
        </pc:spChg>
        <pc:spChg chg="mod">
          <ac:chgData name="SERGIO SPANO'" userId="3abdd0b9-513e-40ac-aad4-56920065037d" providerId="ADAL" clId="{2DCFDF45-1F6B-4A47-892B-C9094FDD5642}" dt="2022-03-21T11:08:19.259" v="1310" actId="27803"/>
          <ac:spMkLst>
            <pc:docMk/>
            <pc:sldMk cId="1175821773" sldId="258"/>
            <ac:spMk id="395" creationId="{4B5C438D-E1C2-4484-BBEA-F4499D27D36B}"/>
          </ac:spMkLst>
        </pc:spChg>
        <pc:spChg chg="mod">
          <ac:chgData name="SERGIO SPANO'" userId="3abdd0b9-513e-40ac-aad4-56920065037d" providerId="ADAL" clId="{2DCFDF45-1F6B-4A47-892B-C9094FDD5642}" dt="2022-03-21T11:08:19.259" v="1310" actId="27803"/>
          <ac:spMkLst>
            <pc:docMk/>
            <pc:sldMk cId="1175821773" sldId="258"/>
            <ac:spMk id="396" creationId="{840C2753-B702-4784-AC96-7805FFEAFA20}"/>
          </ac:spMkLst>
        </pc:spChg>
        <pc:spChg chg="mod">
          <ac:chgData name="SERGIO SPANO'" userId="3abdd0b9-513e-40ac-aad4-56920065037d" providerId="ADAL" clId="{2DCFDF45-1F6B-4A47-892B-C9094FDD5642}" dt="2022-03-21T11:08:19.259" v="1310" actId="27803"/>
          <ac:spMkLst>
            <pc:docMk/>
            <pc:sldMk cId="1175821773" sldId="258"/>
            <ac:spMk id="397" creationId="{D0F7070C-836F-4DAA-919D-71CEB5F796A0}"/>
          </ac:spMkLst>
        </pc:spChg>
        <pc:spChg chg="mod">
          <ac:chgData name="SERGIO SPANO'" userId="3abdd0b9-513e-40ac-aad4-56920065037d" providerId="ADAL" clId="{2DCFDF45-1F6B-4A47-892B-C9094FDD5642}" dt="2022-03-21T11:08:19.259" v="1310" actId="27803"/>
          <ac:spMkLst>
            <pc:docMk/>
            <pc:sldMk cId="1175821773" sldId="258"/>
            <ac:spMk id="398" creationId="{EB855DE1-5DA9-4859-986F-CA024654DC17}"/>
          </ac:spMkLst>
        </pc:spChg>
        <pc:spChg chg="mod">
          <ac:chgData name="SERGIO SPANO'" userId="3abdd0b9-513e-40ac-aad4-56920065037d" providerId="ADAL" clId="{2DCFDF45-1F6B-4A47-892B-C9094FDD5642}" dt="2022-03-21T11:08:19.259" v="1310" actId="27803"/>
          <ac:spMkLst>
            <pc:docMk/>
            <pc:sldMk cId="1175821773" sldId="258"/>
            <ac:spMk id="399" creationId="{0BB240FE-B32E-4B3D-99BD-27FB2978E351}"/>
          </ac:spMkLst>
        </pc:spChg>
        <pc:spChg chg="mod">
          <ac:chgData name="SERGIO SPANO'" userId="3abdd0b9-513e-40ac-aad4-56920065037d" providerId="ADAL" clId="{2DCFDF45-1F6B-4A47-892B-C9094FDD5642}" dt="2022-03-21T11:08:19.259" v="1310" actId="27803"/>
          <ac:spMkLst>
            <pc:docMk/>
            <pc:sldMk cId="1175821773" sldId="258"/>
            <ac:spMk id="400" creationId="{F2D073F1-1B0C-47EA-A42D-6A247E2F27CF}"/>
          </ac:spMkLst>
        </pc:spChg>
        <pc:spChg chg="mod">
          <ac:chgData name="SERGIO SPANO'" userId="3abdd0b9-513e-40ac-aad4-56920065037d" providerId="ADAL" clId="{2DCFDF45-1F6B-4A47-892B-C9094FDD5642}" dt="2022-03-21T11:08:19.259" v="1310" actId="27803"/>
          <ac:spMkLst>
            <pc:docMk/>
            <pc:sldMk cId="1175821773" sldId="258"/>
            <ac:spMk id="401" creationId="{3B72177B-8BD2-404F-8867-7023CF87294B}"/>
          </ac:spMkLst>
        </pc:spChg>
        <pc:spChg chg="mod">
          <ac:chgData name="SERGIO SPANO'" userId="3abdd0b9-513e-40ac-aad4-56920065037d" providerId="ADAL" clId="{2DCFDF45-1F6B-4A47-892B-C9094FDD5642}" dt="2022-03-21T11:08:19.259" v="1310" actId="27803"/>
          <ac:spMkLst>
            <pc:docMk/>
            <pc:sldMk cId="1175821773" sldId="258"/>
            <ac:spMk id="402" creationId="{65052826-D62B-4DDC-BEF2-2E9D7BA0EA69}"/>
          </ac:spMkLst>
        </pc:spChg>
        <pc:spChg chg="mod">
          <ac:chgData name="SERGIO SPANO'" userId="3abdd0b9-513e-40ac-aad4-56920065037d" providerId="ADAL" clId="{2DCFDF45-1F6B-4A47-892B-C9094FDD5642}" dt="2022-03-21T11:08:19.259" v="1310" actId="27803"/>
          <ac:spMkLst>
            <pc:docMk/>
            <pc:sldMk cId="1175821773" sldId="258"/>
            <ac:spMk id="403" creationId="{FB6F3EB8-A510-40AE-AC5F-DC3E4DB98A53}"/>
          </ac:spMkLst>
        </pc:spChg>
        <pc:spChg chg="mod">
          <ac:chgData name="SERGIO SPANO'" userId="3abdd0b9-513e-40ac-aad4-56920065037d" providerId="ADAL" clId="{2DCFDF45-1F6B-4A47-892B-C9094FDD5642}" dt="2022-03-21T11:08:19.259" v="1310" actId="27803"/>
          <ac:spMkLst>
            <pc:docMk/>
            <pc:sldMk cId="1175821773" sldId="258"/>
            <ac:spMk id="404" creationId="{51F24BA6-9CDE-48DF-A437-BB1F1ECA33AB}"/>
          </ac:spMkLst>
        </pc:spChg>
        <pc:spChg chg="mod">
          <ac:chgData name="SERGIO SPANO'" userId="3abdd0b9-513e-40ac-aad4-56920065037d" providerId="ADAL" clId="{2DCFDF45-1F6B-4A47-892B-C9094FDD5642}" dt="2022-03-21T11:08:19.259" v="1310" actId="27803"/>
          <ac:spMkLst>
            <pc:docMk/>
            <pc:sldMk cId="1175821773" sldId="258"/>
            <ac:spMk id="405" creationId="{805038D6-75C7-4C20-BDD4-80CE1DBED422}"/>
          </ac:spMkLst>
        </pc:spChg>
        <pc:spChg chg="mod">
          <ac:chgData name="SERGIO SPANO'" userId="3abdd0b9-513e-40ac-aad4-56920065037d" providerId="ADAL" clId="{2DCFDF45-1F6B-4A47-892B-C9094FDD5642}" dt="2022-03-21T11:08:19.259" v="1310" actId="27803"/>
          <ac:spMkLst>
            <pc:docMk/>
            <pc:sldMk cId="1175821773" sldId="258"/>
            <ac:spMk id="406" creationId="{27E0C9D3-C776-4EE8-AD98-9C27A4F11A01}"/>
          </ac:spMkLst>
        </pc:spChg>
        <pc:spChg chg="mod">
          <ac:chgData name="SERGIO SPANO'" userId="3abdd0b9-513e-40ac-aad4-56920065037d" providerId="ADAL" clId="{2DCFDF45-1F6B-4A47-892B-C9094FDD5642}" dt="2022-03-21T11:08:19.259" v="1310" actId="27803"/>
          <ac:spMkLst>
            <pc:docMk/>
            <pc:sldMk cId="1175821773" sldId="258"/>
            <ac:spMk id="407" creationId="{A9A78A67-D276-4317-B4BA-B7A5BB994C4F}"/>
          </ac:spMkLst>
        </pc:spChg>
        <pc:spChg chg="mod">
          <ac:chgData name="SERGIO SPANO'" userId="3abdd0b9-513e-40ac-aad4-56920065037d" providerId="ADAL" clId="{2DCFDF45-1F6B-4A47-892B-C9094FDD5642}" dt="2022-03-21T11:08:19.259" v="1310" actId="27803"/>
          <ac:spMkLst>
            <pc:docMk/>
            <pc:sldMk cId="1175821773" sldId="258"/>
            <ac:spMk id="408" creationId="{DFA3212C-CBEF-445F-B376-859810BACF64}"/>
          </ac:spMkLst>
        </pc:spChg>
        <pc:spChg chg="mod">
          <ac:chgData name="SERGIO SPANO'" userId="3abdd0b9-513e-40ac-aad4-56920065037d" providerId="ADAL" clId="{2DCFDF45-1F6B-4A47-892B-C9094FDD5642}" dt="2022-03-21T11:08:19.259" v="1310" actId="27803"/>
          <ac:spMkLst>
            <pc:docMk/>
            <pc:sldMk cId="1175821773" sldId="258"/>
            <ac:spMk id="409" creationId="{F348DF42-C133-4F5C-BEA9-539FE376EA3B}"/>
          </ac:spMkLst>
        </pc:spChg>
        <pc:spChg chg="mod">
          <ac:chgData name="SERGIO SPANO'" userId="3abdd0b9-513e-40ac-aad4-56920065037d" providerId="ADAL" clId="{2DCFDF45-1F6B-4A47-892B-C9094FDD5642}" dt="2022-03-21T11:08:19.259" v="1310" actId="27803"/>
          <ac:spMkLst>
            <pc:docMk/>
            <pc:sldMk cId="1175821773" sldId="258"/>
            <ac:spMk id="410" creationId="{6E685C4A-CBCB-448F-9B2B-556ADAC28C3F}"/>
          </ac:spMkLst>
        </pc:spChg>
        <pc:spChg chg="mod">
          <ac:chgData name="SERGIO SPANO'" userId="3abdd0b9-513e-40ac-aad4-56920065037d" providerId="ADAL" clId="{2DCFDF45-1F6B-4A47-892B-C9094FDD5642}" dt="2022-03-21T11:08:19.259" v="1310" actId="27803"/>
          <ac:spMkLst>
            <pc:docMk/>
            <pc:sldMk cId="1175821773" sldId="258"/>
            <ac:spMk id="411" creationId="{C05BB901-06DD-4003-A122-0F8E9227809C}"/>
          </ac:spMkLst>
        </pc:spChg>
        <pc:spChg chg="mod">
          <ac:chgData name="SERGIO SPANO'" userId="3abdd0b9-513e-40ac-aad4-56920065037d" providerId="ADAL" clId="{2DCFDF45-1F6B-4A47-892B-C9094FDD5642}" dt="2022-03-21T11:08:19.259" v="1310" actId="27803"/>
          <ac:spMkLst>
            <pc:docMk/>
            <pc:sldMk cId="1175821773" sldId="258"/>
            <ac:spMk id="412" creationId="{72BD741C-B895-4F8B-A3E6-C8FF2D0D5DDE}"/>
          </ac:spMkLst>
        </pc:spChg>
        <pc:spChg chg="mod">
          <ac:chgData name="SERGIO SPANO'" userId="3abdd0b9-513e-40ac-aad4-56920065037d" providerId="ADAL" clId="{2DCFDF45-1F6B-4A47-892B-C9094FDD5642}" dt="2022-03-21T11:08:19.259" v="1310" actId="27803"/>
          <ac:spMkLst>
            <pc:docMk/>
            <pc:sldMk cId="1175821773" sldId="258"/>
            <ac:spMk id="413" creationId="{5ABF15DF-30A7-4747-98DB-1F2119D20AFC}"/>
          </ac:spMkLst>
        </pc:spChg>
        <pc:spChg chg="mod">
          <ac:chgData name="SERGIO SPANO'" userId="3abdd0b9-513e-40ac-aad4-56920065037d" providerId="ADAL" clId="{2DCFDF45-1F6B-4A47-892B-C9094FDD5642}" dt="2022-03-21T11:08:19.259" v="1310" actId="27803"/>
          <ac:spMkLst>
            <pc:docMk/>
            <pc:sldMk cId="1175821773" sldId="258"/>
            <ac:spMk id="414" creationId="{6A26C424-7476-4676-B779-85F3642D5633}"/>
          </ac:spMkLst>
        </pc:spChg>
        <pc:spChg chg="mod">
          <ac:chgData name="SERGIO SPANO'" userId="3abdd0b9-513e-40ac-aad4-56920065037d" providerId="ADAL" clId="{2DCFDF45-1F6B-4A47-892B-C9094FDD5642}" dt="2022-03-21T11:08:19.259" v="1310" actId="27803"/>
          <ac:spMkLst>
            <pc:docMk/>
            <pc:sldMk cId="1175821773" sldId="258"/>
            <ac:spMk id="415" creationId="{C139E93B-459A-4012-8E87-088C7AF7191B}"/>
          </ac:spMkLst>
        </pc:spChg>
        <pc:spChg chg="mod">
          <ac:chgData name="SERGIO SPANO'" userId="3abdd0b9-513e-40ac-aad4-56920065037d" providerId="ADAL" clId="{2DCFDF45-1F6B-4A47-892B-C9094FDD5642}" dt="2022-03-21T11:08:19.259" v="1310" actId="27803"/>
          <ac:spMkLst>
            <pc:docMk/>
            <pc:sldMk cId="1175821773" sldId="258"/>
            <ac:spMk id="416" creationId="{1A3B8B05-65BD-454F-83FC-3B0376A62868}"/>
          </ac:spMkLst>
        </pc:spChg>
        <pc:spChg chg="mod">
          <ac:chgData name="SERGIO SPANO'" userId="3abdd0b9-513e-40ac-aad4-56920065037d" providerId="ADAL" clId="{2DCFDF45-1F6B-4A47-892B-C9094FDD5642}" dt="2022-03-21T11:08:19.259" v="1310" actId="27803"/>
          <ac:spMkLst>
            <pc:docMk/>
            <pc:sldMk cId="1175821773" sldId="258"/>
            <ac:spMk id="417" creationId="{F2AD92D6-9F25-4504-AC40-2770305FFDCA}"/>
          </ac:spMkLst>
        </pc:spChg>
        <pc:spChg chg="mod">
          <ac:chgData name="SERGIO SPANO'" userId="3abdd0b9-513e-40ac-aad4-56920065037d" providerId="ADAL" clId="{2DCFDF45-1F6B-4A47-892B-C9094FDD5642}" dt="2022-03-21T11:08:19.259" v="1310" actId="27803"/>
          <ac:spMkLst>
            <pc:docMk/>
            <pc:sldMk cId="1175821773" sldId="258"/>
            <ac:spMk id="418" creationId="{1D0FEE79-4503-4AED-A8FB-E0FDDFCC2EB9}"/>
          </ac:spMkLst>
        </pc:spChg>
        <pc:spChg chg="mod">
          <ac:chgData name="SERGIO SPANO'" userId="3abdd0b9-513e-40ac-aad4-56920065037d" providerId="ADAL" clId="{2DCFDF45-1F6B-4A47-892B-C9094FDD5642}" dt="2022-03-21T11:08:19.259" v="1310" actId="27803"/>
          <ac:spMkLst>
            <pc:docMk/>
            <pc:sldMk cId="1175821773" sldId="258"/>
            <ac:spMk id="419" creationId="{BD8A3DD4-D7A3-484D-AA18-12F1F70133D2}"/>
          </ac:spMkLst>
        </pc:spChg>
        <pc:spChg chg="mod">
          <ac:chgData name="SERGIO SPANO'" userId="3abdd0b9-513e-40ac-aad4-56920065037d" providerId="ADAL" clId="{2DCFDF45-1F6B-4A47-892B-C9094FDD5642}" dt="2022-03-21T11:08:19.259" v="1310" actId="27803"/>
          <ac:spMkLst>
            <pc:docMk/>
            <pc:sldMk cId="1175821773" sldId="258"/>
            <ac:spMk id="420" creationId="{125B06C6-BEBA-4D52-8259-1251953C67DB}"/>
          </ac:spMkLst>
        </pc:spChg>
        <pc:spChg chg="mod">
          <ac:chgData name="SERGIO SPANO'" userId="3abdd0b9-513e-40ac-aad4-56920065037d" providerId="ADAL" clId="{2DCFDF45-1F6B-4A47-892B-C9094FDD5642}" dt="2022-03-21T11:08:19.259" v="1310" actId="27803"/>
          <ac:spMkLst>
            <pc:docMk/>
            <pc:sldMk cId="1175821773" sldId="258"/>
            <ac:spMk id="421" creationId="{1542D56E-7708-4AB5-BC57-D76B27F44204}"/>
          </ac:spMkLst>
        </pc:spChg>
        <pc:spChg chg="mod">
          <ac:chgData name="SERGIO SPANO'" userId="3abdd0b9-513e-40ac-aad4-56920065037d" providerId="ADAL" clId="{2DCFDF45-1F6B-4A47-892B-C9094FDD5642}" dt="2022-03-21T11:08:19.259" v="1310" actId="27803"/>
          <ac:spMkLst>
            <pc:docMk/>
            <pc:sldMk cId="1175821773" sldId="258"/>
            <ac:spMk id="422" creationId="{905F07C8-167D-457D-87BF-1C231DDE9388}"/>
          </ac:spMkLst>
        </pc:spChg>
        <pc:spChg chg="mod">
          <ac:chgData name="SERGIO SPANO'" userId="3abdd0b9-513e-40ac-aad4-56920065037d" providerId="ADAL" clId="{2DCFDF45-1F6B-4A47-892B-C9094FDD5642}" dt="2022-03-21T11:08:19.259" v="1310" actId="27803"/>
          <ac:spMkLst>
            <pc:docMk/>
            <pc:sldMk cId="1175821773" sldId="258"/>
            <ac:spMk id="423" creationId="{42C5B8E4-DAD6-4337-B23E-DE522230C862}"/>
          </ac:spMkLst>
        </pc:spChg>
        <pc:spChg chg="mod">
          <ac:chgData name="SERGIO SPANO'" userId="3abdd0b9-513e-40ac-aad4-56920065037d" providerId="ADAL" clId="{2DCFDF45-1F6B-4A47-892B-C9094FDD5642}" dt="2022-03-21T11:08:19.259" v="1310" actId="27803"/>
          <ac:spMkLst>
            <pc:docMk/>
            <pc:sldMk cId="1175821773" sldId="258"/>
            <ac:spMk id="424" creationId="{6281325E-6FB6-4D5A-B739-9B5BFFEF2418}"/>
          </ac:spMkLst>
        </pc:spChg>
        <pc:spChg chg="mod">
          <ac:chgData name="SERGIO SPANO'" userId="3abdd0b9-513e-40ac-aad4-56920065037d" providerId="ADAL" clId="{2DCFDF45-1F6B-4A47-892B-C9094FDD5642}" dt="2022-03-21T11:08:19.259" v="1310" actId="27803"/>
          <ac:spMkLst>
            <pc:docMk/>
            <pc:sldMk cId="1175821773" sldId="258"/>
            <ac:spMk id="425" creationId="{AF0195F4-B453-4B27-876A-E92CD2A92A76}"/>
          </ac:spMkLst>
        </pc:spChg>
        <pc:spChg chg="mod">
          <ac:chgData name="SERGIO SPANO'" userId="3abdd0b9-513e-40ac-aad4-56920065037d" providerId="ADAL" clId="{2DCFDF45-1F6B-4A47-892B-C9094FDD5642}" dt="2022-03-21T11:08:19.259" v="1310" actId="27803"/>
          <ac:spMkLst>
            <pc:docMk/>
            <pc:sldMk cId="1175821773" sldId="258"/>
            <ac:spMk id="426" creationId="{EBB53D4E-EF72-4D35-B793-6EC2637A6A18}"/>
          </ac:spMkLst>
        </pc:spChg>
        <pc:spChg chg="mod">
          <ac:chgData name="SERGIO SPANO'" userId="3abdd0b9-513e-40ac-aad4-56920065037d" providerId="ADAL" clId="{2DCFDF45-1F6B-4A47-892B-C9094FDD5642}" dt="2022-03-21T11:08:19.259" v="1310" actId="27803"/>
          <ac:spMkLst>
            <pc:docMk/>
            <pc:sldMk cId="1175821773" sldId="258"/>
            <ac:spMk id="427" creationId="{A4079F4B-D7B7-49B7-822E-26FCF191CE5A}"/>
          </ac:spMkLst>
        </pc:spChg>
        <pc:spChg chg="mod">
          <ac:chgData name="SERGIO SPANO'" userId="3abdd0b9-513e-40ac-aad4-56920065037d" providerId="ADAL" clId="{2DCFDF45-1F6B-4A47-892B-C9094FDD5642}" dt="2022-03-21T11:08:19.259" v="1310" actId="27803"/>
          <ac:spMkLst>
            <pc:docMk/>
            <pc:sldMk cId="1175821773" sldId="258"/>
            <ac:spMk id="428" creationId="{47359317-E754-4B1E-B456-E544EE816E0A}"/>
          </ac:spMkLst>
        </pc:spChg>
        <pc:spChg chg="mod">
          <ac:chgData name="SERGIO SPANO'" userId="3abdd0b9-513e-40ac-aad4-56920065037d" providerId="ADAL" clId="{2DCFDF45-1F6B-4A47-892B-C9094FDD5642}" dt="2022-03-21T11:08:19.259" v="1310" actId="27803"/>
          <ac:spMkLst>
            <pc:docMk/>
            <pc:sldMk cId="1175821773" sldId="258"/>
            <ac:spMk id="429" creationId="{170658F5-82A4-4265-8390-0EA5C7E073DB}"/>
          </ac:spMkLst>
        </pc:spChg>
        <pc:spChg chg="mod">
          <ac:chgData name="SERGIO SPANO'" userId="3abdd0b9-513e-40ac-aad4-56920065037d" providerId="ADAL" clId="{2DCFDF45-1F6B-4A47-892B-C9094FDD5642}" dt="2022-03-21T11:08:19.259" v="1310" actId="27803"/>
          <ac:spMkLst>
            <pc:docMk/>
            <pc:sldMk cId="1175821773" sldId="258"/>
            <ac:spMk id="430" creationId="{37381F0D-FB67-4854-96AA-34EF33178256}"/>
          </ac:spMkLst>
        </pc:spChg>
        <pc:spChg chg="mod">
          <ac:chgData name="SERGIO SPANO'" userId="3abdd0b9-513e-40ac-aad4-56920065037d" providerId="ADAL" clId="{2DCFDF45-1F6B-4A47-892B-C9094FDD5642}" dt="2022-03-21T11:08:19.259" v="1310" actId="27803"/>
          <ac:spMkLst>
            <pc:docMk/>
            <pc:sldMk cId="1175821773" sldId="258"/>
            <ac:spMk id="431" creationId="{18E5332C-7951-402F-9698-7E60DC14C3D6}"/>
          </ac:spMkLst>
        </pc:spChg>
        <pc:spChg chg="mod">
          <ac:chgData name="SERGIO SPANO'" userId="3abdd0b9-513e-40ac-aad4-56920065037d" providerId="ADAL" clId="{2DCFDF45-1F6B-4A47-892B-C9094FDD5642}" dt="2022-03-21T11:08:19.259" v="1310" actId="27803"/>
          <ac:spMkLst>
            <pc:docMk/>
            <pc:sldMk cId="1175821773" sldId="258"/>
            <ac:spMk id="432" creationId="{D225E2CC-1134-41BD-B7B8-25DAF69EBC96}"/>
          </ac:spMkLst>
        </pc:spChg>
        <pc:spChg chg="mod">
          <ac:chgData name="SERGIO SPANO'" userId="3abdd0b9-513e-40ac-aad4-56920065037d" providerId="ADAL" clId="{2DCFDF45-1F6B-4A47-892B-C9094FDD5642}" dt="2022-03-21T11:08:19.259" v="1310" actId="27803"/>
          <ac:spMkLst>
            <pc:docMk/>
            <pc:sldMk cId="1175821773" sldId="258"/>
            <ac:spMk id="433" creationId="{CDD4811F-1D6B-4918-BB82-561A16511E8F}"/>
          </ac:spMkLst>
        </pc:spChg>
        <pc:spChg chg="mod">
          <ac:chgData name="SERGIO SPANO'" userId="3abdd0b9-513e-40ac-aad4-56920065037d" providerId="ADAL" clId="{2DCFDF45-1F6B-4A47-892B-C9094FDD5642}" dt="2022-03-21T11:08:19.259" v="1310" actId="27803"/>
          <ac:spMkLst>
            <pc:docMk/>
            <pc:sldMk cId="1175821773" sldId="258"/>
            <ac:spMk id="434" creationId="{1E886256-47A9-4EEB-9469-143298A18E10}"/>
          </ac:spMkLst>
        </pc:spChg>
        <pc:spChg chg="mod">
          <ac:chgData name="SERGIO SPANO'" userId="3abdd0b9-513e-40ac-aad4-56920065037d" providerId="ADAL" clId="{2DCFDF45-1F6B-4A47-892B-C9094FDD5642}" dt="2022-03-21T11:08:19.259" v="1310" actId="27803"/>
          <ac:spMkLst>
            <pc:docMk/>
            <pc:sldMk cId="1175821773" sldId="258"/>
            <ac:spMk id="435" creationId="{76B0A0C3-4625-420D-A472-5E27EE2053E3}"/>
          </ac:spMkLst>
        </pc:spChg>
        <pc:spChg chg="mod">
          <ac:chgData name="SERGIO SPANO'" userId="3abdd0b9-513e-40ac-aad4-56920065037d" providerId="ADAL" clId="{2DCFDF45-1F6B-4A47-892B-C9094FDD5642}" dt="2022-03-21T11:08:19.259" v="1310" actId="27803"/>
          <ac:spMkLst>
            <pc:docMk/>
            <pc:sldMk cId="1175821773" sldId="258"/>
            <ac:spMk id="436" creationId="{994531A4-9784-419B-91F0-449AB1F9CBBD}"/>
          </ac:spMkLst>
        </pc:spChg>
        <pc:spChg chg="mod">
          <ac:chgData name="SERGIO SPANO'" userId="3abdd0b9-513e-40ac-aad4-56920065037d" providerId="ADAL" clId="{2DCFDF45-1F6B-4A47-892B-C9094FDD5642}" dt="2022-03-21T11:08:19.259" v="1310" actId="27803"/>
          <ac:spMkLst>
            <pc:docMk/>
            <pc:sldMk cId="1175821773" sldId="258"/>
            <ac:spMk id="437" creationId="{94A59BA2-D162-4DF2-9BA0-4DEEFFA1F69E}"/>
          </ac:spMkLst>
        </pc:spChg>
        <pc:spChg chg="mod">
          <ac:chgData name="SERGIO SPANO'" userId="3abdd0b9-513e-40ac-aad4-56920065037d" providerId="ADAL" clId="{2DCFDF45-1F6B-4A47-892B-C9094FDD5642}" dt="2022-03-21T11:08:19.259" v="1310" actId="27803"/>
          <ac:spMkLst>
            <pc:docMk/>
            <pc:sldMk cId="1175821773" sldId="258"/>
            <ac:spMk id="438" creationId="{BE17D3DE-AAF5-4746-9840-4BBA69B28481}"/>
          </ac:spMkLst>
        </pc:spChg>
        <pc:spChg chg="mod">
          <ac:chgData name="SERGIO SPANO'" userId="3abdd0b9-513e-40ac-aad4-56920065037d" providerId="ADAL" clId="{2DCFDF45-1F6B-4A47-892B-C9094FDD5642}" dt="2022-03-21T11:08:19.259" v="1310" actId="27803"/>
          <ac:spMkLst>
            <pc:docMk/>
            <pc:sldMk cId="1175821773" sldId="258"/>
            <ac:spMk id="439" creationId="{654B8A20-12E5-44A8-A62A-E44FD153D485}"/>
          </ac:spMkLst>
        </pc:spChg>
        <pc:spChg chg="mod">
          <ac:chgData name="SERGIO SPANO'" userId="3abdd0b9-513e-40ac-aad4-56920065037d" providerId="ADAL" clId="{2DCFDF45-1F6B-4A47-892B-C9094FDD5642}" dt="2022-03-21T11:08:19.259" v="1310" actId="27803"/>
          <ac:spMkLst>
            <pc:docMk/>
            <pc:sldMk cId="1175821773" sldId="258"/>
            <ac:spMk id="440" creationId="{3CB7311C-B72D-4E72-AFA9-1EEED6312C13}"/>
          </ac:spMkLst>
        </pc:spChg>
        <pc:spChg chg="mod">
          <ac:chgData name="SERGIO SPANO'" userId="3abdd0b9-513e-40ac-aad4-56920065037d" providerId="ADAL" clId="{2DCFDF45-1F6B-4A47-892B-C9094FDD5642}" dt="2022-03-21T11:08:19.259" v="1310" actId="27803"/>
          <ac:spMkLst>
            <pc:docMk/>
            <pc:sldMk cId="1175821773" sldId="258"/>
            <ac:spMk id="441" creationId="{CC217185-EAB1-40FB-881A-C03EB37F4FF7}"/>
          </ac:spMkLst>
        </pc:spChg>
        <pc:spChg chg="mod">
          <ac:chgData name="SERGIO SPANO'" userId="3abdd0b9-513e-40ac-aad4-56920065037d" providerId="ADAL" clId="{2DCFDF45-1F6B-4A47-892B-C9094FDD5642}" dt="2022-03-21T11:08:19.259" v="1310" actId="27803"/>
          <ac:spMkLst>
            <pc:docMk/>
            <pc:sldMk cId="1175821773" sldId="258"/>
            <ac:spMk id="442" creationId="{8157DF4C-0209-4DF6-9C94-FDA342966919}"/>
          </ac:spMkLst>
        </pc:spChg>
        <pc:spChg chg="mod">
          <ac:chgData name="SERGIO SPANO'" userId="3abdd0b9-513e-40ac-aad4-56920065037d" providerId="ADAL" clId="{2DCFDF45-1F6B-4A47-892B-C9094FDD5642}" dt="2022-03-21T11:08:19.259" v="1310" actId="27803"/>
          <ac:spMkLst>
            <pc:docMk/>
            <pc:sldMk cId="1175821773" sldId="258"/>
            <ac:spMk id="443" creationId="{7A42A525-649F-4998-93C2-F011071939CC}"/>
          </ac:spMkLst>
        </pc:spChg>
        <pc:spChg chg="mod">
          <ac:chgData name="SERGIO SPANO'" userId="3abdd0b9-513e-40ac-aad4-56920065037d" providerId="ADAL" clId="{2DCFDF45-1F6B-4A47-892B-C9094FDD5642}" dt="2022-03-21T11:08:19.259" v="1310" actId="27803"/>
          <ac:spMkLst>
            <pc:docMk/>
            <pc:sldMk cId="1175821773" sldId="258"/>
            <ac:spMk id="444" creationId="{26E42159-AEE3-42C5-A273-5503079F7592}"/>
          </ac:spMkLst>
        </pc:spChg>
        <pc:spChg chg="mod">
          <ac:chgData name="SERGIO SPANO'" userId="3abdd0b9-513e-40ac-aad4-56920065037d" providerId="ADAL" clId="{2DCFDF45-1F6B-4A47-892B-C9094FDD5642}" dt="2022-03-21T11:08:19.259" v="1310" actId="27803"/>
          <ac:spMkLst>
            <pc:docMk/>
            <pc:sldMk cId="1175821773" sldId="258"/>
            <ac:spMk id="445" creationId="{B7E755ED-A71F-42E7-9392-C3BDB2434DB8}"/>
          </ac:spMkLst>
        </pc:spChg>
        <pc:spChg chg="mod">
          <ac:chgData name="SERGIO SPANO'" userId="3abdd0b9-513e-40ac-aad4-56920065037d" providerId="ADAL" clId="{2DCFDF45-1F6B-4A47-892B-C9094FDD5642}" dt="2022-03-21T11:08:19.259" v="1310" actId="27803"/>
          <ac:spMkLst>
            <pc:docMk/>
            <pc:sldMk cId="1175821773" sldId="258"/>
            <ac:spMk id="446" creationId="{29E9788D-A51E-4483-BDF5-C0093C4865DA}"/>
          </ac:spMkLst>
        </pc:spChg>
        <pc:spChg chg="mod">
          <ac:chgData name="SERGIO SPANO'" userId="3abdd0b9-513e-40ac-aad4-56920065037d" providerId="ADAL" clId="{2DCFDF45-1F6B-4A47-892B-C9094FDD5642}" dt="2022-03-21T11:08:19.259" v="1310" actId="27803"/>
          <ac:spMkLst>
            <pc:docMk/>
            <pc:sldMk cId="1175821773" sldId="258"/>
            <ac:spMk id="447" creationId="{FA0B2CC6-A35C-44C6-923B-CEF048C07F6B}"/>
          </ac:spMkLst>
        </pc:spChg>
        <pc:spChg chg="mod">
          <ac:chgData name="SERGIO SPANO'" userId="3abdd0b9-513e-40ac-aad4-56920065037d" providerId="ADAL" clId="{2DCFDF45-1F6B-4A47-892B-C9094FDD5642}" dt="2022-03-21T11:08:19.259" v="1310" actId="27803"/>
          <ac:spMkLst>
            <pc:docMk/>
            <pc:sldMk cId="1175821773" sldId="258"/>
            <ac:spMk id="448" creationId="{FDC5632E-AC04-437D-B2D3-434442920EEA}"/>
          </ac:spMkLst>
        </pc:spChg>
        <pc:spChg chg="mod">
          <ac:chgData name="SERGIO SPANO'" userId="3abdd0b9-513e-40ac-aad4-56920065037d" providerId="ADAL" clId="{2DCFDF45-1F6B-4A47-892B-C9094FDD5642}" dt="2022-03-21T11:08:19.259" v="1310" actId="27803"/>
          <ac:spMkLst>
            <pc:docMk/>
            <pc:sldMk cId="1175821773" sldId="258"/>
            <ac:spMk id="449" creationId="{3FD1EBA6-3917-414F-8886-23C66A50456F}"/>
          </ac:spMkLst>
        </pc:spChg>
        <pc:spChg chg="mod">
          <ac:chgData name="SERGIO SPANO'" userId="3abdd0b9-513e-40ac-aad4-56920065037d" providerId="ADAL" clId="{2DCFDF45-1F6B-4A47-892B-C9094FDD5642}" dt="2022-03-21T11:08:19.259" v="1310" actId="27803"/>
          <ac:spMkLst>
            <pc:docMk/>
            <pc:sldMk cId="1175821773" sldId="258"/>
            <ac:spMk id="450" creationId="{4E7B88B0-D230-43DE-A2FC-F4E7C5FE21C6}"/>
          </ac:spMkLst>
        </pc:spChg>
        <pc:spChg chg="mod">
          <ac:chgData name="SERGIO SPANO'" userId="3abdd0b9-513e-40ac-aad4-56920065037d" providerId="ADAL" clId="{2DCFDF45-1F6B-4A47-892B-C9094FDD5642}" dt="2022-03-21T11:08:19.259" v="1310" actId="27803"/>
          <ac:spMkLst>
            <pc:docMk/>
            <pc:sldMk cId="1175821773" sldId="258"/>
            <ac:spMk id="451" creationId="{97C03117-12AE-42FF-832B-46ADEE709AB4}"/>
          </ac:spMkLst>
        </pc:spChg>
        <pc:spChg chg="mod">
          <ac:chgData name="SERGIO SPANO'" userId="3abdd0b9-513e-40ac-aad4-56920065037d" providerId="ADAL" clId="{2DCFDF45-1F6B-4A47-892B-C9094FDD5642}" dt="2022-03-21T11:08:19.259" v="1310" actId="27803"/>
          <ac:spMkLst>
            <pc:docMk/>
            <pc:sldMk cId="1175821773" sldId="258"/>
            <ac:spMk id="452" creationId="{485B5AAD-5A29-4028-B2B6-DF5CBCBED588}"/>
          </ac:spMkLst>
        </pc:spChg>
        <pc:spChg chg="mod">
          <ac:chgData name="SERGIO SPANO'" userId="3abdd0b9-513e-40ac-aad4-56920065037d" providerId="ADAL" clId="{2DCFDF45-1F6B-4A47-892B-C9094FDD5642}" dt="2022-03-21T11:08:19.259" v="1310" actId="27803"/>
          <ac:spMkLst>
            <pc:docMk/>
            <pc:sldMk cId="1175821773" sldId="258"/>
            <ac:spMk id="453" creationId="{85626043-7D0B-4AC7-A0A7-039C83E4FB6E}"/>
          </ac:spMkLst>
        </pc:spChg>
        <pc:spChg chg="mod">
          <ac:chgData name="SERGIO SPANO'" userId="3abdd0b9-513e-40ac-aad4-56920065037d" providerId="ADAL" clId="{2DCFDF45-1F6B-4A47-892B-C9094FDD5642}" dt="2022-03-21T11:08:19.259" v="1310" actId="27803"/>
          <ac:spMkLst>
            <pc:docMk/>
            <pc:sldMk cId="1175821773" sldId="258"/>
            <ac:spMk id="454" creationId="{0AA8C83F-CA1A-4C6B-BA96-9B6E60E3D454}"/>
          </ac:spMkLst>
        </pc:spChg>
        <pc:spChg chg="mod">
          <ac:chgData name="SERGIO SPANO'" userId="3abdd0b9-513e-40ac-aad4-56920065037d" providerId="ADAL" clId="{2DCFDF45-1F6B-4A47-892B-C9094FDD5642}" dt="2022-03-21T11:08:19.259" v="1310" actId="27803"/>
          <ac:spMkLst>
            <pc:docMk/>
            <pc:sldMk cId="1175821773" sldId="258"/>
            <ac:spMk id="455" creationId="{032F1961-1333-4640-9E45-CEBFEB8A4611}"/>
          </ac:spMkLst>
        </pc:spChg>
        <pc:spChg chg="mod">
          <ac:chgData name="SERGIO SPANO'" userId="3abdd0b9-513e-40ac-aad4-56920065037d" providerId="ADAL" clId="{2DCFDF45-1F6B-4A47-892B-C9094FDD5642}" dt="2022-03-21T11:08:19.259" v="1310" actId="27803"/>
          <ac:spMkLst>
            <pc:docMk/>
            <pc:sldMk cId="1175821773" sldId="258"/>
            <ac:spMk id="456" creationId="{16C872FC-9EE9-4011-BCD0-1F263F2712BA}"/>
          </ac:spMkLst>
        </pc:spChg>
        <pc:spChg chg="mod">
          <ac:chgData name="SERGIO SPANO'" userId="3abdd0b9-513e-40ac-aad4-56920065037d" providerId="ADAL" clId="{2DCFDF45-1F6B-4A47-892B-C9094FDD5642}" dt="2022-03-21T11:08:19.259" v="1310" actId="27803"/>
          <ac:spMkLst>
            <pc:docMk/>
            <pc:sldMk cId="1175821773" sldId="258"/>
            <ac:spMk id="457" creationId="{A6EF2FE0-3521-4566-99B3-07541741C994}"/>
          </ac:spMkLst>
        </pc:spChg>
        <pc:spChg chg="mod">
          <ac:chgData name="SERGIO SPANO'" userId="3abdd0b9-513e-40ac-aad4-56920065037d" providerId="ADAL" clId="{2DCFDF45-1F6B-4A47-892B-C9094FDD5642}" dt="2022-03-21T11:08:19.259" v="1310" actId="27803"/>
          <ac:spMkLst>
            <pc:docMk/>
            <pc:sldMk cId="1175821773" sldId="258"/>
            <ac:spMk id="458" creationId="{C26E7BB2-1F56-41EC-AFD5-656590C6CB5C}"/>
          </ac:spMkLst>
        </pc:spChg>
        <pc:spChg chg="mod">
          <ac:chgData name="SERGIO SPANO'" userId="3abdd0b9-513e-40ac-aad4-56920065037d" providerId="ADAL" clId="{2DCFDF45-1F6B-4A47-892B-C9094FDD5642}" dt="2022-03-21T11:08:19.259" v="1310" actId="27803"/>
          <ac:spMkLst>
            <pc:docMk/>
            <pc:sldMk cId="1175821773" sldId="258"/>
            <ac:spMk id="459" creationId="{D4645FFE-A906-4D76-9C38-0C93465EB6AC}"/>
          </ac:spMkLst>
        </pc:spChg>
        <pc:spChg chg="mod">
          <ac:chgData name="SERGIO SPANO'" userId="3abdd0b9-513e-40ac-aad4-56920065037d" providerId="ADAL" clId="{2DCFDF45-1F6B-4A47-892B-C9094FDD5642}" dt="2022-03-21T11:08:19.259" v="1310" actId="27803"/>
          <ac:spMkLst>
            <pc:docMk/>
            <pc:sldMk cId="1175821773" sldId="258"/>
            <ac:spMk id="460" creationId="{0E11A702-645B-4FD9-87E8-89A8325D9F80}"/>
          </ac:spMkLst>
        </pc:spChg>
        <pc:spChg chg="mod">
          <ac:chgData name="SERGIO SPANO'" userId="3abdd0b9-513e-40ac-aad4-56920065037d" providerId="ADAL" clId="{2DCFDF45-1F6B-4A47-892B-C9094FDD5642}" dt="2022-03-21T11:08:19.259" v="1310" actId="27803"/>
          <ac:spMkLst>
            <pc:docMk/>
            <pc:sldMk cId="1175821773" sldId="258"/>
            <ac:spMk id="461" creationId="{3FD94CE3-E411-4968-91B0-EE83BFBD670B}"/>
          </ac:spMkLst>
        </pc:spChg>
        <pc:spChg chg="mod">
          <ac:chgData name="SERGIO SPANO'" userId="3abdd0b9-513e-40ac-aad4-56920065037d" providerId="ADAL" clId="{2DCFDF45-1F6B-4A47-892B-C9094FDD5642}" dt="2022-03-21T11:08:19.259" v="1310" actId="27803"/>
          <ac:spMkLst>
            <pc:docMk/>
            <pc:sldMk cId="1175821773" sldId="258"/>
            <ac:spMk id="462" creationId="{414A0CC3-6C38-4B86-B094-377600A38D5A}"/>
          </ac:spMkLst>
        </pc:spChg>
        <pc:spChg chg="mod">
          <ac:chgData name="SERGIO SPANO'" userId="3abdd0b9-513e-40ac-aad4-56920065037d" providerId="ADAL" clId="{2DCFDF45-1F6B-4A47-892B-C9094FDD5642}" dt="2022-03-21T11:08:19.259" v="1310" actId="27803"/>
          <ac:spMkLst>
            <pc:docMk/>
            <pc:sldMk cId="1175821773" sldId="258"/>
            <ac:spMk id="463" creationId="{B1BB63AF-031C-417D-969B-0B00294D0910}"/>
          </ac:spMkLst>
        </pc:spChg>
        <pc:spChg chg="mod">
          <ac:chgData name="SERGIO SPANO'" userId="3abdd0b9-513e-40ac-aad4-56920065037d" providerId="ADAL" clId="{2DCFDF45-1F6B-4A47-892B-C9094FDD5642}" dt="2022-03-21T11:08:19.259" v="1310" actId="27803"/>
          <ac:spMkLst>
            <pc:docMk/>
            <pc:sldMk cId="1175821773" sldId="258"/>
            <ac:spMk id="464" creationId="{8E5D5982-95B0-4909-BA9A-61FE68FD503B}"/>
          </ac:spMkLst>
        </pc:spChg>
        <pc:spChg chg="mod">
          <ac:chgData name="SERGIO SPANO'" userId="3abdd0b9-513e-40ac-aad4-56920065037d" providerId="ADAL" clId="{2DCFDF45-1F6B-4A47-892B-C9094FDD5642}" dt="2022-03-21T11:08:19.259" v="1310" actId="27803"/>
          <ac:spMkLst>
            <pc:docMk/>
            <pc:sldMk cId="1175821773" sldId="258"/>
            <ac:spMk id="465" creationId="{8E729F71-F54D-4DAA-9D43-510B65E76369}"/>
          </ac:spMkLst>
        </pc:spChg>
        <pc:spChg chg="mod">
          <ac:chgData name="SERGIO SPANO'" userId="3abdd0b9-513e-40ac-aad4-56920065037d" providerId="ADAL" clId="{2DCFDF45-1F6B-4A47-892B-C9094FDD5642}" dt="2022-03-21T11:08:19.259" v="1310" actId="27803"/>
          <ac:spMkLst>
            <pc:docMk/>
            <pc:sldMk cId="1175821773" sldId="258"/>
            <ac:spMk id="466" creationId="{189EB871-72F3-4973-945E-80E2D2D89020}"/>
          </ac:spMkLst>
        </pc:spChg>
        <pc:spChg chg="mod">
          <ac:chgData name="SERGIO SPANO'" userId="3abdd0b9-513e-40ac-aad4-56920065037d" providerId="ADAL" clId="{2DCFDF45-1F6B-4A47-892B-C9094FDD5642}" dt="2022-03-21T11:08:19.259" v="1310" actId="27803"/>
          <ac:spMkLst>
            <pc:docMk/>
            <pc:sldMk cId="1175821773" sldId="258"/>
            <ac:spMk id="467" creationId="{F350BCA3-46F6-41AC-A5E9-A1C6AE34B324}"/>
          </ac:spMkLst>
        </pc:spChg>
        <pc:spChg chg="mod">
          <ac:chgData name="SERGIO SPANO'" userId="3abdd0b9-513e-40ac-aad4-56920065037d" providerId="ADAL" clId="{2DCFDF45-1F6B-4A47-892B-C9094FDD5642}" dt="2022-03-21T11:08:19.259" v="1310" actId="27803"/>
          <ac:spMkLst>
            <pc:docMk/>
            <pc:sldMk cId="1175821773" sldId="258"/>
            <ac:spMk id="468" creationId="{7B13CAED-4396-4F81-8EA8-8686259DCF6C}"/>
          </ac:spMkLst>
        </pc:spChg>
        <pc:spChg chg="mod">
          <ac:chgData name="SERGIO SPANO'" userId="3abdd0b9-513e-40ac-aad4-56920065037d" providerId="ADAL" clId="{2DCFDF45-1F6B-4A47-892B-C9094FDD5642}" dt="2022-03-21T11:08:19.259" v="1310" actId="27803"/>
          <ac:spMkLst>
            <pc:docMk/>
            <pc:sldMk cId="1175821773" sldId="258"/>
            <ac:spMk id="469" creationId="{47352162-3794-4AFD-9210-3088269211DC}"/>
          </ac:spMkLst>
        </pc:spChg>
        <pc:spChg chg="mod">
          <ac:chgData name="SERGIO SPANO'" userId="3abdd0b9-513e-40ac-aad4-56920065037d" providerId="ADAL" clId="{2DCFDF45-1F6B-4A47-892B-C9094FDD5642}" dt="2022-03-21T11:08:19.259" v="1310" actId="27803"/>
          <ac:spMkLst>
            <pc:docMk/>
            <pc:sldMk cId="1175821773" sldId="258"/>
            <ac:spMk id="470" creationId="{370EAF88-FE24-48DF-A106-7A6BFEB08DC7}"/>
          </ac:spMkLst>
        </pc:spChg>
        <pc:spChg chg="mod">
          <ac:chgData name="SERGIO SPANO'" userId="3abdd0b9-513e-40ac-aad4-56920065037d" providerId="ADAL" clId="{2DCFDF45-1F6B-4A47-892B-C9094FDD5642}" dt="2022-03-21T11:08:19.259" v="1310" actId="27803"/>
          <ac:spMkLst>
            <pc:docMk/>
            <pc:sldMk cId="1175821773" sldId="258"/>
            <ac:spMk id="471" creationId="{DDE3CDA0-C906-48F1-B192-57A1BE8987CF}"/>
          </ac:spMkLst>
        </pc:spChg>
        <pc:spChg chg="mod">
          <ac:chgData name="SERGIO SPANO'" userId="3abdd0b9-513e-40ac-aad4-56920065037d" providerId="ADAL" clId="{2DCFDF45-1F6B-4A47-892B-C9094FDD5642}" dt="2022-03-21T11:08:19.259" v="1310" actId="27803"/>
          <ac:spMkLst>
            <pc:docMk/>
            <pc:sldMk cId="1175821773" sldId="258"/>
            <ac:spMk id="472" creationId="{1AED78C5-958B-41B6-8E20-4E6E1662F508}"/>
          </ac:spMkLst>
        </pc:spChg>
        <pc:spChg chg="mod">
          <ac:chgData name="SERGIO SPANO'" userId="3abdd0b9-513e-40ac-aad4-56920065037d" providerId="ADAL" clId="{2DCFDF45-1F6B-4A47-892B-C9094FDD5642}" dt="2022-03-21T11:08:19.259" v="1310" actId="27803"/>
          <ac:spMkLst>
            <pc:docMk/>
            <pc:sldMk cId="1175821773" sldId="258"/>
            <ac:spMk id="473" creationId="{3C4B3049-AA8C-49FE-8A20-ED8B72D3216C}"/>
          </ac:spMkLst>
        </pc:spChg>
        <pc:spChg chg="mod">
          <ac:chgData name="SERGIO SPANO'" userId="3abdd0b9-513e-40ac-aad4-56920065037d" providerId="ADAL" clId="{2DCFDF45-1F6B-4A47-892B-C9094FDD5642}" dt="2022-03-21T11:08:19.259" v="1310" actId="27803"/>
          <ac:spMkLst>
            <pc:docMk/>
            <pc:sldMk cId="1175821773" sldId="258"/>
            <ac:spMk id="474" creationId="{7643995C-0D42-4441-93B1-2D1128E2B051}"/>
          </ac:spMkLst>
        </pc:spChg>
        <pc:spChg chg="mod">
          <ac:chgData name="SERGIO SPANO'" userId="3abdd0b9-513e-40ac-aad4-56920065037d" providerId="ADAL" clId="{2DCFDF45-1F6B-4A47-892B-C9094FDD5642}" dt="2022-03-21T11:08:19.259" v="1310" actId="27803"/>
          <ac:spMkLst>
            <pc:docMk/>
            <pc:sldMk cId="1175821773" sldId="258"/>
            <ac:spMk id="475" creationId="{CCC66DE2-D473-48F5-9CCE-F5EF62672083}"/>
          </ac:spMkLst>
        </pc:spChg>
        <pc:spChg chg="mod">
          <ac:chgData name="SERGIO SPANO'" userId="3abdd0b9-513e-40ac-aad4-56920065037d" providerId="ADAL" clId="{2DCFDF45-1F6B-4A47-892B-C9094FDD5642}" dt="2022-03-21T11:08:19.259" v="1310" actId="27803"/>
          <ac:spMkLst>
            <pc:docMk/>
            <pc:sldMk cId="1175821773" sldId="258"/>
            <ac:spMk id="476" creationId="{9A4BB02B-6596-4316-B642-982E4888F1D3}"/>
          </ac:spMkLst>
        </pc:spChg>
        <pc:spChg chg="mod">
          <ac:chgData name="SERGIO SPANO'" userId="3abdd0b9-513e-40ac-aad4-56920065037d" providerId="ADAL" clId="{2DCFDF45-1F6B-4A47-892B-C9094FDD5642}" dt="2022-03-21T11:08:19.259" v="1310" actId="27803"/>
          <ac:spMkLst>
            <pc:docMk/>
            <pc:sldMk cId="1175821773" sldId="258"/>
            <ac:spMk id="477" creationId="{EF057BCE-20D7-434E-B04F-0F096B57C157}"/>
          </ac:spMkLst>
        </pc:spChg>
        <pc:spChg chg="mod">
          <ac:chgData name="SERGIO SPANO'" userId="3abdd0b9-513e-40ac-aad4-56920065037d" providerId="ADAL" clId="{2DCFDF45-1F6B-4A47-892B-C9094FDD5642}" dt="2022-03-21T11:08:19.259" v="1310" actId="27803"/>
          <ac:spMkLst>
            <pc:docMk/>
            <pc:sldMk cId="1175821773" sldId="258"/>
            <ac:spMk id="478" creationId="{F4D8D99A-B8DA-4634-B381-3077F9C9F972}"/>
          </ac:spMkLst>
        </pc:spChg>
        <pc:spChg chg="mod">
          <ac:chgData name="SERGIO SPANO'" userId="3abdd0b9-513e-40ac-aad4-56920065037d" providerId="ADAL" clId="{2DCFDF45-1F6B-4A47-892B-C9094FDD5642}" dt="2022-03-21T11:08:19.259" v="1310" actId="27803"/>
          <ac:spMkLst>
            <pc:docMk/>
            <pc:sldMk cId="1175821773" sldId="258"/>
            <ac:spMk id="479" creationId="{A54AFD4B-79AB-4605-BC41-6672A81F786E}"/>
          </ac:spMkLst>
        </pc:spChg>
        <pc:spChg chg="mod">
          <ac:chgData name="SERGIO SPANO'" userId="3abdd0b9-513e-40ac-aad4-56920065037d" providerId="ADAL" clId="{2DCFDF45-1F6B-4A47-892B-C9094FDD5642}" dt="2022-03-21T11:08:19.259" v="1310" actId="27803"/>
          <ac:spMkLst>
            <pc:docMk/>
            <pc:sldMk cId="1175821773" sldId="258"/>
            <ac:spMk id="480" creationId="{99252516-773B-4E5A-8A7C-E2295EEF7787}"/>
          </ac:spMkLst>
        </pc:spChg>
        <pc:spChg chg="mod">
          <ac:chgData name="SERGIO SPANO'" userId="3abdd0b9-513e-40ac-aad4-56920065037d" providerId="ADAL" clId="{2DCFDF45-1F6B-4A47-892B-C9094FDD5642}" dt="2022-03-21T11:08:19.259" v="1310" actId="27803"/>
          <ac:spMkLst>
            <pc:docMk/>
            <pc:sldMk cId="1175821773" sldId="258"/>
            <ac:spMk id="481" creationId="{DE94BBE7-FD2A-4E0C-A068-3502209AACBB}"/>
          </ac:spMkLst>
        </pc:spChg>
        <pc:spChg chg="mod">
          <ac:chgData name="SERGIO SPANO'" userId="3abdd0b9-513e-40ac-aad4-56920065037d" providerId="ADAL" clId="{2DCFDF45-1F6B-4A47-892B-C9094FDD5642}" dt="2022-03-21T11:08:19.259" v="1310" actId="27803"/>
          <ac:spMkLst>
            <pc:docMk/>
            <pc:sldMk cId="1175821773" sldId="258"/>
            <ac:spMk id="482" creationId="{D6088D8C-38ED-4346-BF7B-889E9807E3FE}"/>
          </ac:spMkLst>
        </pc:spChg>
        <pc:spChg chg="mod">
          <ac:chgData name="SERGIO SPANO'" userId="3abdd0b9-513e-40ac-aad4-56920065037d" providerId="ADAL" clId="{2DCFDF45-1F6B-4A47-892B-C9094FDD5642}" dt="2022-03-21T11:08:19.259" v="1310" actId="27803"/>
          <ac:spMkLst>
            <pc:docMk/>
            <pc:sldMk cId="1175821773" sldId="258"/>
            <ac:spMk id="483" creationId="{92318A8E-7FE9-4E39-AA38-A33927FC3CC9}"/>
          </ac:spMkLst>
        </pc:spChg>
        <pc:spChg chg="mod">
          <ac:chgData name="SERGIO SPANO'" userId="3abdd0b9-513e-40ac-aad4-56920065037d" providerId="ADAL" clId="{2DCFDF45-1F6B-4A47-892B-C9094FDD5642}" dt="2022-03-21T11:08:19.259" v="1310" actId="27803"/>
          <ac:spMkLst>
            <pc:docMk/>
            <pc:sldMk cId="1175821773" sldId="258"/>
            <ac:spMk id="484" creationId="{664C926B-098A-41BE-80B2-F7D0334CE55A}"/>
          </ac:spMkLst>
        </pc:spChg>
        <pc:spChg chg="mod">
          <ac:chgData name="SERGIO SPANO'" userId="3abdd0b9-513e-40ac-aad4-56920065037d" providerId="ADAL" clId="{2DCFDF45-1F6B-4A47-892B-C9094FDD5642}" dt="2022-03-21T11:08:19.259" v="1310" actId="27803"/>
          <ac:spMkLst>
            <pc:docMk/>
            <pc:sldMk cId="1175821773" sldId="258"/>
            <ac:spMk id="485" creationId="{184DF376-4313-42D3-99AD-54B1C44775A2}"/>
          </ac:spMkLst>
        </pc:spChg>
        <pc:spChg chg="mod">
          <ac:chgData name="SERGIO SPANO'" userId="3abdd0b9-513e-40ac-aad4-56920065037d" providerId="ADAL" clId="{2DCFDF45-1F6B-4A47-892B-C9094FDD5642}" dt="2022-03-21T11:08:19.259" v="1310" actId="27803"/>
          <ac:spMkLst>
            <pc:docMk/>
            <pc:sldMk cId="1175821773" sldId="258"/>
            <ac:spMk id="486" creationId="{50E0F876-04CC-4643-9D9C-F6563850A517}"/>
          </ac:spMkLst>
        </pc:spChg>
        <pc:spChg chg="mod">
          <ac:chgData name="SERGIO SPANO'" userId="3abdd0b9-513e-40ac-aad4-56920065037d" providerId="ADAL" clId="{2DCFDF45-1F6B-4A47-892B-C9094FDD5642}" dt="2022-03-21T11:08:19.259" v="1310" actId="27803"/>
          <ac:spMkLst>
            <pc:docMk/>
            <pc:sldMk cId="1175821773" sldId="258"/>
            <ac:spMk id="487" creationId="{0C15A3C5-A7E8-45B4-9602-D94345DC3CFC}"/>
          </ac:spMkLst>
        </pc:spChg>
        <pc:spChg chg="mod">
          <ac:chgData name="SERGIO SPANO'" userId="3abdd0b9-513e-40ac-aad4-56920065037d" providerId="ADAL" clId="{2DCFDF45-1F6B-4A47-892B-C9094FDD5642}" dt="2022-03-21T11:08:19.259" v="1310" actId="27803"/>
          <ac:spMkLst>
            <pc:docMk/>
            <pc:sldMk cId="1175821773" sldId="258"/>
            <ac:spMk id="488" creationId="{8274B132-9DAC-4F52-A429-17809F1D9D90}"/>
          </ac:spMkLst>
        </pc:spChg>
        <pc:spChg chg="mod">
          <ac:chgData name="SERGIO SPANO'" userId="3abdd0b9-513e-40ac-aad4-56920065037d" providerId="ADAL" clId="{2DCFDF45-1F6B-4A47-892B-C9094FDD5642}" dt="2022-03-21T11:08:19.259" v="1310" actId="27803"/>
          <ac:spMkLst>
            <pc:docMk/>
            <pc:sldMk cId="1175821773" sldId="258"/>
            <ac:spMk id="489" creationId="{1CAF0132-9B95-4869-A00D-DBDF6ACF4E4A}"/>
          </ac:spMkLst>
        </pc:spChg>
        <pc:spChg chg="mod">
          <ac:chgData name="SERGIO SPANO'" userId="3abdd0b9-513e-40ac-aad4-56920065037d" providerId="ADAL" clId="{2DCFDF45-1F6B-4A47-892B-C9094FDD5642}" dt="2022-03-21T11:08:19.259" v="1310" actId="27803"/>
          <ac:spMkLst>
            <pc:docMk/>
            <pc:sldMk cId="1175821773" sldId="258"/>
            <ac:spMk id="490" creationId="{7F37938C-F89D-4292-9D1E-0F14C69A93A3}"/>
          </ac:spMkLst>
        </pc:spChg>
        <pc:spChg chg="mod">
          <ac:chgData name="SERGIO SPANO'" userId="3abdd0b9-513e-40ac-aad4-56920065037d" providerId="ADAL" clId="{2DCFDF45-1F6B-4A47-892B-C9094FDD5642}" dt="2022-03-21T11:08:19.259" v="1310" actId="27803"/>
          <ac:spMkLst>
            <pc:docMk/>
            <pc:sldMk cId="1175821773" sldId="258"/>
            <ac:spMk id="491" creationId="{478A542E-5BF9-4288-BC35-55A9E3DE741C}"/>
          </ac:spMkLst>
        </pc:spChg>
        <pc:spChg chg="mod">
          <ac:chgData name="SERGIO SPANO'" userId="3abdd0b9-513e-40ac-aad4-56920065037d" providerId="ADAL" clId="{2DCFDF45-1F6B-4A47-892B-C9094FDD5642}" dt="2022-03-21T11:08:19.259" v="1310" actId="27803"/>
          <ac:spMkLst>
            <pc:docMk/>
            <pc:sldMk cId="1175821773" sldId="258"/>
            <ac:spMk id="492" creationId="{B6F86515-153C-4DE1-A2A3-D35891DF6089}"/>
          </ac:spMkLst>
        </pc:spChg>
        <pc:spChg chg="mod">
          <ac:chgData name="SERGIO SPANO'" userId="3abdd0b9-513e-40ac-aad4-56920065037d" providerId="ADAL" clId="{2DCFDF45-1F6B-4A47-892B-C9094FDD5642}" dt="2022-03-21T11:08:19.259" v="1310" actId="27803"/>
          <ac:spMkLst>
            <pc:docMk/>
            <pc:sldMk cId="1175821773" sldId="258"/>
            <ac:spMk id="493" creationId="{8D524FB9-A626-44F8-B434-557BFED22E49}"/>
          </ac:spMkLst>
        </pc:spChg>
        <pc:spChg chg="mod">
          <ac:chgData name="SERGIO SPANO'" userId="3abdd0b9-513e-40ac-aad4-56920065037d" providerId="ADAL" clId="{2DCFDF45-1F6B-4A47-892B-C9094FDD5642}" dt="2022-03-21T11:08:19.259" v="1310" actId="27803"/>
          <ac:spMkLst>
            <pc:docMk/>
            <pc:sldMk cId="1175821773" sldId="258"/>
            <ac:spMk id="494" creationId="{CBAAB055-3DD4-4B7C-8B71-21B697922AE8}"/>
          </ac:spMkLst>
        </pc:spChg>
        <pc:spChg chg="mod">
          <ac:chgData name="SERGIO SPANO'" userId="3abdd0b9-513e-40ac-aad4-56920065037d" providerId="ADAL" clId="{2DCFDF45-1F6B-4A47-892B-C9094FDD5642}" dt="2022-03-21T11:08:19.259" v="1310" actId="27803"/>
          <ac:spMkLst>
            <pc:docMk/>
            <pc:sldMk cId="1175821773" sldId="258"/>
            <ac:spMk id="495" creationId="{667ABFB3-1324-4562-8F3A-35532B0AF94C}"/>
          </ac:spMkLst>
        </pc:spChg>
        <pc:spChg chg="mod">
          <ac:chgData name="SERGIO SPANO'" userId="3abdd0b9-513e-40ac-aad4-56920065037d" providerId="ADAL" clId="{2DCFDF45-1F6B-4A47-892B-C9094FDD5642}" dt="2022-03-21T11:08:19.259" v="1310" actId="27803"/>
          <ac:spMkLst>
            <pc:docMk/>
            <pc:sldMk cId="1175821773" sldId="258"/>
            <ac:spMk id="496" creationId="{2FDAC19F-F07D-4229-8903-81B733D6A53A}"/>
          </ac:spMkLst>
        </pc:spChg>
        <pc:spChg chg="mod">
          <ac:chgData name="SERGIO SPANO'" userId="3abdd0b9-513e-40ac-aad4-56920065037d" providerId="ADAL" clId="{2DCFDF45-1F6B-4A47-892B-C9094FDD5642}" dt="2022-03-21T11:08:19.259" v="1310" actId="27803"/>
          <ac:spMkLst>
            <pc:docMk/>
            <pc:sldMk cId="1175821773" sldId="258"/>
            <ac:spMk id="497" creationId="{66C246DD-1FB8-45A0-A80A-AD60F3FCAE4D}"/>
          </ac:spMkLst>
        </pc:spChg>
        <pc:spChg chg="mod">
          <ac:chgData name="SERGIO SPANO'" userId="3abdd0b9-513e-40ac-aad4-56920065037d" providerId="ADAL" clId="{2DCFDF45-1F6B-4A47-892B-C9094FDD5642}" dt="2022-03-21T11:08:19.259" v="1310" actId="27803"/>
          <ac:spMkLst>
            <pc:docMk/>
            <pc:sldMk cId="1175821773" sldId="258"/>
            <ac:spMk id="498" creationId="{C1F59466-E867-45EC-AC09-11B4FD41BC23}"/>
          </ac:spMkLst>
        </pc:spChg>
        <pc:spChg chg="mod">
          <ac:chgData name="SERGIO SPANO'" userId="3abdd0b9-513e-40ac-aad4-56920065037d" providerId="ADAL" clId="{2DCFDF45-1F6B-4A47-892B-C9094FDD5642}" dt="2022-03-21T11:08:19.259" v="1310" actId="27803"/>
          <ac:spMkLst>
            <pc:docMk/>
            <pc:sldMk cId="1175821773" sldId="258"/>
            <ac:spMk id="499" creationId="{1CDD8EBC-FEE5-4E74-9B92-14C82FD63D28}"/>
          </ac:spMkLst>
        </pc:spChg>
        <pc:spChg chg="mod">
          <ac:chgData name="SERGIO SPANO'" userId="3abdd0b9-513e-40ac-aad4-56920065037d" providerId="ADAL" clId="{2DCFDF45-1F6B-4A47-892B-C9094FDD5642}" dt="2022-03-21T11:08:19.259" v="1310" actId="27803"/>
          <ac:spMkLst>
            <pc:docMk/>
            <pc:sldMk cId="1175821773" sldId="258"/>
            <ac:spMk id="500" creationId="{8CCB0B55-E70E-49C0-A569-1B7186792A6C}"/>
          </ac:spMkLst>
        </pc:spChg>
        <pc:spChg chg="mod">
          <ac:chgData name="SERGIO SPANO'" userId="3abdd0b9-513e-40ac-aad4-56920065037d" providerId="ADAL" clId="{2DCFDF45-1F6B-4A47-892B-C9094FDD5642}" dt="2022-03-21T11:08:19.259" v="1310" actId="27803"/>
          <ac:spMkLst>
            <pc:docMk/>
            <pc:sldMk cId="1175821773" sldId="258"/>
            <ac:spMk id="501" creationId="{AA0C75FB-E169-4189-B345-E073C2FBCBC1}"/>
          </ac:spMkLst>
        </pc:spChg>
        <pc:spChg chg="mod">
          <ac:chgData name="SERGIO SPANO'" userId="3abdd0b9-513e-40ac-aad4-56920065037d" providerId="ADAL" clId="{2DCFDF45-1F6B-4A47-892B-C9094FDD5642}" dt="2022-03-21T11:08:19.259" v="1310" actId="27803"/>
          <ac:spMkLst>
            <pc:docMk/>
            <pc:sldMk cId="1175821773" sldId="258"/>
            <ac:spMk id="502" creationId="{05A31A1F-C45C-4E15-9754-0CB44305ED36}"/>
          </ac:spMkLst>
        </pc:spChg>
        <pc:spChg chg="mod">
          <ac:chgData name="SERGIO SPANO'" userId="3abdd0b9-513e-40ac-aad4-56920065037d" providerId="ADAL" clId="{2DCFDF45-1F6B-4A47-892B-C9094FDD5642}" dt="2022-03-21T11:08:19.259" v="1310" actId="27803"/>
          <ac:spMkLst>
            <pc:docMk/>
            <pc:sldMk cId="1175821773" sldId="258"/>
            <ac:spMk id="503" creationId="{88460EA3-9DA2-4C4E-9A8D-EA06ED0339A6}"/>
          </ac:spMkLst>
        </pc:spChg>
        <pc:spChg chg="mod">
          <ac:chgData name="SERGIO SPANO'" userId="3abdd0b9-513e-40ac-aad4-56920065037d" providerId="ADAL" clId="{2DCFDF45-1F6B-4A47-892B-C9094FDD5642}" dt="2022-03-21T11:08:19.259" v="1310" actId="27803"/>
          <ac:spMkLst>
            <pc:docMk/>
            <pc:sldMk cId="1175821773" sldId="258"/>
            <ac:spMk id="504" creationId="{D96730D3-BA3A-4938-BE93-5B14288868BA}"/>
          </ac:spMkLst>
        </pc:spChg>
        <pc:spChg chg="mod">
          <ac:chgData name="SERGIO SPANO'" userId="3abdd0b9-513e-40ac-aad4-56920065037d" providerId="ADAL" clId="{2DCFDF45-1F6B-4A47-892B-C9094FDD5642}" dt="2022-03-21T11:08:19.259" v="1310" actId="27803"/>
          <ac:spMkLst>
            <pc:docMk/>
            <pc:sldMk cId="1175821773" sldId="258"/>
            <ac:spMk id="505" creationId="{5B23B7A8-0E3B-4611-ACD7-9213D5F6CE23}"/>
          </ac:spMkLst>
        </pc:spChg>
        <pc:spChg chg="mod">
          <ac:chgData name="SERGIO SPANO'" userId="3abdd0b9-513e-40ac-aad4-56920065037d" providerId="ADAL" clId="{2DCFDF45-1F6B-4A47-892B-C9094FDD5642}" dt="2022-03-21T11:08:19.259" v="1310" actId="27803"/>
          <ac:spMkLst>
            <pc:docMk/>
            <pc:sldMk cId="1175821773" sldId="258"/>
            <ac:spMk id="506" creationId="{4E0F2101-64F4-4E3D-839C-D2CCA4378BF2}"/>
          </ac:spMkLst>
        </pc:spChg>
        <pc:spChg chg="mod">
          <ac:chgData name="SERGIO SPANO'" userId="3abdd0b9-513e-40ac-aad4-56920065037d" providerId="ADAL" clId="{2DCFDF45-1F6B-4A47-892B-C9094FDD5642}" dt="2022-03-21T11:08:19.259" v="1310" actId="27803"/>
          <ac:spMkLst>
            <pc:docMk/>
            <pc:sldMk cId="1175821773" sldId="258"/>
            <ac:spMk id="507" creationId="{4EB61EB7-70AD-40F3-BB0C-81F4199DD162}"/>
          </ac:spMkLst>
        </pc:spChg>
        <pc:spChg chg="mod">
          <ac:chgData name="SERGIO SPANO'" userId="3abdd0b9-513e-40ac-aad4-56920065037d" providerId="ADAL" clId="{2DCFDF45-1F6B-4A47-892B-C9094FDD5642}" dt="2022-03-21T11:08:19.259" v="1310" actId="27803"/>
          <ac:spMkLst>
            <pc:docMk/>
            <pc:sldMk cId="1175821773" sldId="258"/>
            <ac:spMk id="508" creationId="{A5A86F68-BD67-41CF-894A-D16AB8F71E3A}"/>
          </ac:spMkLst>
        </pc:spChg>
        <pc:spChg chg="mod">
          <ac:chgData name="SERGIO SPANO'" userId="3abdd0b9-513e-40ac-aad4-56920065037d" providerId="ADAL" clId="{2DCFDF45-1F6B-4A47-892B-C9094FDD5642}" dt="2022-03-21T11:08:19.259" v="1310" actId="27803"/>
          <ac:spMkLst>
            <pc:docMk/>
            <pc:sldMk cId="1175821773" sldId="258"/>
            <ac:spMk id="509" creationId="{52915687-B24D-414D-AB55-B538F9145B10}"/>
          </ac:spMkLst>
        </pc:spChg>
        <pc:spChg chg="mod">
          <ac:chgData name="SERGIO SPANO'" userId="3abdd0b9-513e-40ac-aad4-56920065037d" providerId="ADAL" clId="{2DCFDF45-1F6B-4A47-892B-C9094FDD5642}" dt="2022-03-21T11:08:19.259" v="1310" actId="27803"/>
          <ac:spMkLst>
            <pc:docMk/>
            <pc:sldMk cId="1175821773" sldId="258"/>
            <ac:spMk id="510" creationId="{2AFA7A1D-A8E7-4D40-B32A-6AB911685ACB}"/>
          </ac:spMkLst>
        </pc:spChg>
        <pc:spChg chg="mod">
          <ac:chgData name="SERGIO SPANO'" userId="3abdd0b9-513e-40ac-aad4-56920065037d" providerId="ADAL" clId="{2DCFDF45-1F6B-4A47-892B-C9094FDD5642}" dt="2022-03-21T11:08:19.259" v="1310" actId="27803"/>
          <ac:spMkLst>
            <pc:docMk/>
            <pc:sldMk cId="1175821773" sldId="258"/>
            <ac:spMk id="511" creationId="{C57B6059-3A4A-4DCB-9B55-6747BB308DDD}"/>
          </ac:spMkLst>
        </pc:spChg>
        <pc:spChg chg="mod">
          <ac:chgData name="SERGIO SPANO'" userId="3abdd0b9-513e-40ac-aad4-56920065037d" providerId="ADAL" clId="{2DCFDF45-1F6B-4A47-892B-C9094FDD5642}" dt="2022-03-21T11:08:19.259" v="1310" actId="27803"/>
          <ac:spMkLst>
            <pc:docMk/>
            <pc:sldMk cId="1175821773" sldId="258"/>
            <ac:spMk id="512" creationId="{3F1B61EB-F079-4E73-84D8-54F676F3BF14}"/>
          </ac:spMkLst>
        </pc:spChg>
        <pc:spChg chg="mod">
          <ac:chgData name="SERGIO SPANO'" userId="3abdd0b9-513e-40ac-aad4-56920065037d" providerId="ADAL" clId="{2DCFDF45-1F6B-4A47-892B-C9094FDD5642}" dt="2022-03-21T11:08:19.259" v="1310" actId="27803"/>
          <ac:spMkLst>
            <pc:docMk/>
            <pc:sldMk cId="1175821773" sldId="258"/>
            <ac:spMk id="513" creationId="{D5B9749E-13CC-47BF-AAEB-F6606499AB0A}"/>
          </ac:spMkLst>
        </pc:spChg>
        <pc:spChg chg="mod">
          <ac:chgData name="SERGIO SPANO'" userId="3abdd0b9-513e-40ac-aad4-56920065037d" providerId="ADAL" clId="{2DCFDF45-1F6B-4A47-892B-C9094FDD5642}" dt="2022-03-21T11:08:19.259" v="1310" actId="27803"/>
          <ac:spMkLst>
            <pc:docMk/>
            <pc:sldMk cId="1175821773" sldId="258"/>
            <ac:spMk id="514" creationId="{183D502F-F1D7-49F1-8C3F-F7DEBAD22519}"/>
          </ac:spMkLst>
        </pc:spChg>
        <pc:spChg chg="mod">
          <ac:chgData name="SERGIO SPANO'" userId="3abdd0b9-513e-40ac-aad4-56920065037d" providerId="ADAL" clId="{2DCFDF45-1F6B-4A47-892B-C9094FDD5642}" dt="2022-03-21T11:08:19.259" v="1310" actId="27803"/>
          <ac:spMkLst>
            <pc:docMk/>
            <pc:sldMk cId="1175821773" sldId="258"/>
            <ac:spMk id="515" creationId="{D0426B8F-A860-4985-AD04-4CD36D19E3B2}"/>
          </ac:spMkLst>
        </pc:spChg>
        <pc:spChg chg="mod">
          <ac:chgData name="SERGIO SPANO'" userId="3abdd0b9-513e-40ac-aad4-56920065037d" providerId="ADAL" clId="{2DCFDF45-1F6B-4A47-892B-C9094FDD5642}" dt="2022-03-21T11:08:19.259" v="1310" actId="27803"/>
          <ac:spMkLst>
            <pc:docMk/>
            <pc:sldMk cId="1175821773" sldId="258"/>
            <ac:spMk id="516" creationId="{58786D4C-5AAB-490F-AC5F-B103F196A482}"/>
          </ac:spMkLst>
        </pc:spChg>
        <pc:spChg chg="mod">
          <ac:chgData name="SERGIO SPANO'" userId="3abdd0b9-513e-40ac-aad4-56920065037d" providerId="ADAL" clId="{2DCFDF45-1F6B-4A47-892B-C9094FDD5642}" dt="2022-03-21T11:08:19.259" v="1310" actId="27803"/>
          <ac:spMkLst>
            <pc:docMk/>
            <pc:sldMk cId="1175821773" sldId="258"/>
            <ac:spMk id="517" creationId="{3ED6CC03-7AD5-4E56-BF53-E593AEAB63DD}"/>
          </ac:spMkLst>
        </pc:spChg>
        <pc:spChg chg="mod">
          <ac:chgData name="SERGIO SPANO'" userId="3abdd0b9-513e-40ac-aad4-56920065037d" providerId="ADAL" clId="{2DCFDF45-1F6B-4A47-892B-C9094FDD5642}" dt="2022-03-21T11:08:19.259" v="1310" actId="27803"/>
          <ac:spMkLst>
            <pc:docMk/>
            <pc:sldMk cId="1175821773" sldId="258"/>
            <ac:spMk id="518" creationId="{1E861237-E4B7-4E70-B4A7-8697EC3B3FDE}"/>
          </ac:spMkLst>
        </pc:spChg>
        <pc:spChg chg="mod">
          <ac:chgData name="SERGIO SPANO'" userId="3abdd0b9-513e-40ac-aad4-56920065037d" providerId="ADAL" clId="{2DCFDF45-1F6B-4A47-892B-C9094FDD5642}" dt="2022-03-21T11:08:19.259" v="1310" actId="27803"/>
          <ac:spMkLst>
            <pc:docMk/>
            <pc:sldMk cId="1175821773" sldId="258"/>
            <ac:spMk id="519" creationId="{7363F68E-F58E-469D-AD43-9309AFAC7C00}"/>
          </ac:spMkLst>
        </pc:spChg>
        <pc:spChg chg="mod">
          <ac:chgData name="SERGIO SPANO'" userId="3abdd0b9-513e-40ac-aad4-56920065037d" providerId="ADAL" clId="{2DCFDF45-1F6B-4A47-892B-C9094FDD5642}" dt="2022-03-21T11:08:19.259" v="1310" actId="27803"/>
          <ac:spMkLst>
            <pc:docMk/>
            <pc:sldMk cId="1175821773" sldId="258"/>
            <ac:spMk id="520" creationId="{57374E6B-8A2E-4BCB-B862-B4651DDD3388}"/>
          </ac:spMkLst>
        </pc:spChg>
        <pc:spChg chg="mod">
          <ac:chgData name="SERGIO SPANO'" userId="3abdd0b9-513e-40ac-aad4-56920065037d" providerId="ADAL" clId="{2DCFDF45-1F6B-4A47-892B-C9094FDD5642}" dt="2022-03-21T11:08:19.259" v="1310" actId="27803"/>
          <ac:spMkLst>
            <pc:docMk/>
            <pc:sldMk cId="1175821773" sldId="258"/>
            <ac:spMk id="521" creationId="{EB4FE568-0963-42EE-8512-46F66E365E2A}"/>
          </ac:spMkLst>
        </pc:spChg>
        <pc:spChg chg="mod">
          <ac:chgData name="SERGIO SPANO'" userId="3abdd0b9-513e-40ac-aad4-56920065037d" providerId="ADAL" clId="{2DCFDF45-1F6B-4A47-892B-C9094FDD5642}" dt="2022-03-21T11:08:19.259" v="1310" actId="27803"/>
          <ac:spMkLst>
            <pc:docMk/>
            <pc:sldMk cId="1175821773" sldId="258"/>
            <ac:spMk id="522" creationId="{B9EC52EE-0C3E-4645-A617-068BE670FCEC}"/>
          </ac:spMkLst>
        </pc:spChg>
        <pc:spChg chg="mod">
          <ac:chgData name="SERGIO SPANO'" userId="3abdd0b9-513e-40ac-aad4-56920065037d" providerId="ADAL" clId="{2DCFDF45-1F6B-4A47-892B-C9094FDD5642}" dt="2022-03-21T11:08:19.259" v="1310" actId="27803"/>
          <ac:spMkLst>
            <pc:docMk/>
            <pc:sldMk cId="1175821773" sldId="258"/>
            <ac:spMk id="523" creationId="{E1F5382F-BD80-4519-BC21-5B4FCD621402}"/>
          </ac:spMkLst>
        </pc:spChg>
        <pc:spChg chg="mod">
          <ac:chgData name="SERGIO SPANO'" userId="3abdd0b9-513e-40ac-aad4-56920065037d" providerId="ADAL" clId="{2DCFDF45-1F6B-4A47-892B-C9094FDD5642}" dt="2022-03-21T11:08:19.259" v="1310" actId="27803"/>
          <ac:spMkLst>
            <pc:docMk/>
            <pc:sldMk cId="1175821773" sldId="258"/>
            <ac:spMk id="524" creationId="{F54FBA01-8A60-4A4B-8857-49F5563D36C5}"/>
          </ac:spMkLst>
        </pc:spChg>
        <pc:spChg chg="mod">
          <ac:chgData name="SERGIO SPANO'" userId="3abdd0b9-513e-40ac-aad4-56920065037d" providerId="ADAL" clId="{2DCFDF45-1F6B-4A47-892B-C9094FDD5642}" dt="2022-03-21T11:08:19.259" v="1310" actId="27803"/>
          <ac:spMkLst>
            <pc:docMk/>
            <pc:sldMk cId="1175821773" sldId="258"/>
            <ac:spMk id="525" creationId="{BB2BD419-F6FD-4C82-A04B-444600D96BDF}"/>
          </ac:spMkLst>
        </pc:spChg>
        <pc:spChg chg="mod">
          <ac:chgData name="SERGIO SPANO'" userId="3abdd0b9-513e-40ac-aad4-56920065037d" providerId="ADAL" clId="{2DCFDF45-1F6B-4A47-892B-C9094FDD5642}" dt="2022-03-21T11:08:19.259" v="1310" actId="27803"/>
          <ac:spMkLst>
            <pc:docMk/>
            <pc:sldMk cId="1175821773" sldId="258"/>
            <ac:spMk id="526" creationId="{4A0CDFE5-9950-428B-9CE6-0CFA2B5F599D}"/>
          </ac:spMkLst>
        </pc:spChg>
        <pc:spChg chg="mod">
          <ac:chgData name="SERGIO SPANO'" userId="3abdd0b9-513e-40ac-aad4-56920065037d" providerId="ADAL" clId="{2DCFDF45-1F6B-4A47-892B-C9094FDD5642}" dt="2022-03-21T11:08:19.259" v="1310" actId="27803"/>
          <ac:spMkLst>
            <pc:docMk/>
            <pc:sldMk cId="1175821773" sldId="258"/>
            <ac:spMk id="527" creationId="{933E76CD-E8D7-4C43-A647-14541058BC19}"/>
          </ac:spMkLst>
        </pc:spChg>
        <pc:spChg chg="mod">
          <ac:chgData name="SERGIO SPANO'" userId="3abdd0b9-513e-40ac-aad4-56920065037d" providerId="ADAL" clId="{2DCFDF45-1F6B-4A47-892B-C9094FDD5642}" dt="2022-03-21T11:08:19.259" v="1310" actId="27803"/>
          <ac:spMkLst>
            <pc:docMk/>
            <pc:sldMk cId="1175821773" sldId="258"/>
            <ac:spMk id="528" creationId="{E3CD697C-A011-4E16-89EC-CF3A9726ECD1}"/>
          </ac:spMkLst>
        </pc:spChg>
        <pc:spChg chg="mod">
          <ac:chgData name="SERGIO SPANO'" userId="3abdd0b9-513e-40ac-aad4-56920065037d" providerId="ADAL" clId="{2DCFDF45-1F6B-4A47-892B-C9094FDD5642}" dt="2022-03-21T11:08:19.259" v="1310" actId="27803"/>
          <ac:spMkLst>
            <pc:docMk/>
            <pc:sldMk cId="1175821773" sldId="258"/>
            <ac:spMk id="529" creationId="{520F2849-52A1-4591-98D7-801CF2B082C1}"/>
          </ac:spMkLst>
        </pc:spChg>
        <pc:spChg chg="mod">
          <ac:chgData name="SERGIO SPANO'" userId="3abdd0b9-513e-40ac-aad4-56920065037d" providerId="ADAL" clId="{2DCFDF45-1F6B-4A47-892B-C9094FDD5642}" dt="2022-03-21T11:08:19.259" v="1310" actId="27803"/>
          <ac:spMkLst>
            <pc:docMk/>
            <pc:sldMk cId="1175821773" sldId="258"/>
            <ac:spMk id="530" creationId="{5B69DC36-99C1-4C1A-BC54-DDC0B95CA562}"/>
          </ac:spMkLst>
        </pc:spChg>
        <pc:spChg chg="mod">
          <ac:chgData name="SERGIO SPANO'" userId="3abdd0b9-513e-40ac-aad4-56920065037d" providerId="ADAL" clId="{2DCFDF45-1F6B-4A47-892B-C9094FDD5642}" dt="2022-03-21T11:08:19.259" v="1310" actId="27803"/>
          <ac:spMkLst>
            <pc:docMk/>
            <pc:sldMk cId="1175821773" sldId="258"/>
            <ac:spMk id="531" creationId="{6E62C486-B831-411F-85D3-78450C21A2D8}"/>
          </ac:spMkLst>
        </pc:spChg>
        <pc:spChg chg="mod">
          <ac:chgData name="SERGIO SPANO'" userId="3abdd0b9-513e-40ac-aad4-56920065037d" providerId="ADAL" clId="{2DCFDF45-1F6B-4A47-892B-C9094FDD5642}" dt="2022-03-21T11:08:19.259" v="1310" actId="27803"/>
          <ac:spMkLst>
            <pc:docMk/>
            <pc:sldMk cId="1175821773" sldId="258"/>
            <ac:spMk id="532" creationId="{8675367B-B9B8-4F56-832A-08C298F6E17A}"/>
          </ac:spMkLst>
        </pc:spChg>
        <pc:spChg chg="mod">
          <ac:chgData name="SERGIO SPANO'" userId="3abdd0b9-513e-40ac-aad4-56920065037d" providerId="ADAL" clId="{2DCFDF45-1F6B-4A47-892B-C9094FDD5642}" dt="2022-03-21T11:08:19.259" v="1310" actId="27803"/>
          <ac:spMkLst>
            <pc:docMk/>
            <pc:sldMk cId="1175821773" sldId="258"/>
            <ac:spMk id="533" creationId="{A492DADD-DE64-4610-B467-47F2234B4B31}"/>
          </ac:spMkLst>
        </pc:spChg>
        <pc:spChg chg="mod">
          <ac:chgData name="SERGIO SPANO'" userId="3abdd0b9-513e-40ac-aad4-56920065037d" providerId="ADAL" clId="{2DCFDF45-1F6B-4A47-892B-C9094FDD5642}" dt="2022-03-21T11:08:19.259" v="1310" actId="27803"/>
          <ac:spMkLst>
            <pc:docMk/>
            <pc:sldMk cId="1175821773" sldId="258"/>
            <ac:spMk id="534" creationId="{94A4D788-3D5F-44D4-9E8A-BABC148BADCC}"/>
          </ac:spMkLst>
        </pc:spChg>
        <pc:spChg chg="mod">
          <ac:chgData name="SERGIO SPANO'" userId="3abdd0b9-513e-40ac-aad4-56920065037d" providerId="ADAL" clId="{2DCFDF45-1F6B-4A47-892B-C9094FDD5642}" dt="2022-03-21T11:08:19.259" v="1310" actId="27803"/>
          <ac:spMkLst>
            <pc:docMk/>
            <pc:sldMk cId="1175821773" sldId="258"/>
            <ac:spMk id="535" creationId="{B12E754C-D0D3-46AF-9347-BB6FBED00F61}"/>
          </ac:spMkLst>
        </pc:spChg>
        <pc:spChg chg="mod">
          <ac:chgData name="SERGIO SPANO'" userId="3abdd0b9-513e-40ac-aad4-56920065037d" providerId="ADAL" clId="{2DCFDF45-1F6B-4A47-892B-C9094FDD5642}" dt="2022-03-21T11:08:19.259" v="1310" actId="27803"/>
          <ac:spMkLst>
            <pc:docMk/>
            <pc:sldMk cId="1175821773" sldId="258"/>
            <ac:spMk id="536" creationId="{DAC1564F-BA4D-43DD-9490-4AA0AFC2A752}"/>
          </ac:spMkLst>
        </pc:spChg>
        <pc:spChg chg="mod">
          <ac:chgData name="SERGIO SPANO'" userId="3abdd0b9-513e-40ac-aad4-56920065037d" providerId="ADAL" clId="{2DCFDF45-1F6B-4A47-892B-C9094FDD5642}" dt="2022-03-21T11:08:19.259" v="1310" actId="27803"/>
          <ac:spMkLst>
            <pc:docMk/>
            <pc:sldMk cId="1175821773" sldId="258"/>
            <ac:spMk id="537" creationId="{2DB6344F-6443-475D-B252-FE1AD1E1C378}"/>
          </ac:spMkLst>
        </pc:spChg>
        <pc:spChg chg="mod">
          <ac:chgData name="SERGIO SPANO'" userId="3abdd0b9-513e-40ac-aad4-56920065037d" providerId="ADAL" clId="{2DCFDF45-1F6B-4A47-892B-C9094FDD5642}" dt="2022-03-21T11:08:19.259" v="1310" actId="27803"/>
          <ac:spMkLst>
            <pc:docMk/>
            <pc:sldMk cId="1175821773" sldId="258"/>
            <ac:spMk id="538" creationId="{F0D1C776-9C75-40FC-BB6F-49A48BA5D7D0}"/>
          </ac:spMkLst>
        </pc:spChg>
        <pc:spChg chg="mod">
          <ac:chgData name="SERGIO SPANO'" userId="3abdd0b9-513e-40ac-aad4-56920065037d" providerId="ADAL" clId="{2DCFDF45-1F6B-4A47-892B-C9094FDD5642}" dt="2022-03-21T11:08:19.259" v="1310" actId="27803"/>
          <ac:spMkLst>
            <pc:docMk/>
            <pc:sldMk cId="1175821773" sldId="258"/>
            <ac:spMk id="539" creationId="{7F624E09-55C4-4EAA-B56A-3E31F86DD257}"/>
          </ac:spMkLst>
        </pc:spChg>
        <pc:spChg chg="mod">
          <ac:chgData name="SERGIO SPANO'" userId="3abdd0b9-513e-40ac-aad4-56920065037d" providerId="ADAL" clId="{2DCFDF45-1F6B-4A47-892B-C9094FDD5642}" dt="2022-03-21T11:08:19.259" v="1310" actId="27803"/>
          <ac:spMkLst>
            <pc:docMk/>
            <pc:sldMk cId="1175821773" sldId="258"/>
            <ac:spMk id="540" creationId="{E6892F37-26B8-4955-9E73-316FCE654F7C}"/>
          </ac:spMkLst>
        </pc:spChg>
        <pc:spChg chg="mod">
          <ac:chgData name="SERGIO SPANO'" userId="3abdd0b9-513e-40ac-aad4-56920065037d" providerId="ADAL" clId="{2DCFDF45-1F6B-4A47-892B-C9094FDD5642}" dt="2022-03-21T11:08:19.259" v="1310" actId="27803"/>
          <ac:spMkLst>
            <pc:docMk/>
            <pc:sldMk cId="1175821773" sldId="258"/>
            <ac:spMk id="541" creationId="{2920DAF4-957A-4C3C-9E26-799C62C4C302}"/>
          </ac:spMkLst>
        </pc:spChg>
        <pc:spChg chg="mod">
          <ac:chgData name="SERGIO SPANO'" userId="3abdd0b9-513e-40ac-aad4-56920065037d" providerId="ADAL" clId="{2DCFDF45-1F6B-4A47-892B-C9094FDD5642}" dt="2022-03-21T11:08:19.259" v="1310" actId="27803"/>
          <ac:spMkLst>
            <pc:docMk/>
            <pc:sldMk cId="1175821773" sldId="258"/>
            <ac:spMk id="542" creationId="{67468666-42E2-48B2-957D-239EE64A0DC4}"/>
          </ac:spMkLst>
        </pc:spChg>
        <pc:spChg chg="mod">
          <ac:chgData name="SERGIO SPANO'" userId="3abdd0b9-513e-40ac-aad4-56920065037d" providerId="ADAL" clId="{2DCFDF45-1F6B-4A47-892B-C9094FDD5642}" dt="2022-03-21T11:08:19.259" v="1310" actId="27803"/>
          <ac:spMkLst>
            <pc:docMk/>
            <pc:sldMk cId="1175821773" sldId="258"/>
            <ac:spMk id="543" creationId="{5DC5F687-E9BC-4C33-B2BC-F5F1FE14B8B7}"/>
          </ac:spMkLst>
        </pc:spChg>
        <pc:spChg chg="mod">
          <ac:chgData name="SERGIO SPANO'" userId="3abdd0b9-513e-40ac-aad4-56920065037d" providerId="ADAL" clId="{2DCFDF45-1F6B-4A47-892B-C9094FDD5642}" dt="2022-03-21T11:08:19.259" v="1310" actId="27803"/>
          <ac:spMkLst>
            <pc:docMk/>
            <pc:sldMk cId="1175821773" sldId="258"/>
            <ac:spMk id="544" creationId="{661F1969-2413-44DC-A052-75E2CE76850C}"/>
          </ac:spMkLst>
        </pc:spChg>
        <pc:spChg chg="mod">
          <ac:chgData name="SERGIO SPANO'" userId="3abdd0b9-513e-40ac-aad4-56920065037d" providerId="ADAL" clId="{2DCFDF45-1F6B-4A47-892B-C9094FDD5642}" dt="2022-03-21T11:08:19.259" v="1310" actId="27803"/>
          <ac:spMkLst>
            <pc:docMk/>
            <pc:sldMk cId="1175821773" sldId="258"/>
            <ac:spMk id="545" creationId="{0F81A438-70AB-4748-98F3-9EE554613BC9}"/>
          </ac:spMkLst>
        </pc:spChg>
        <pc:spChg chg="mod">
          <ac:chgData name="SERGIO SPANO'" userId="3abdd0b9-513e-40ac-aad4-56920065037d" providerId="ADAL" clId="{2DCFDF45-1F6B-4A47-892B-C9094FDD5642}" dt="2022-03-21T11:08:19.259" v="1310" actId="27803"/>
          <ac:spMkLst>
            <pc:docMk/>
            <pc:sldMk cId="1175821773" sldId="258"/>
            <ac:spMk id="546" creationId="{B41E8D40-7222-4FA9-977E-31E23E18038B}"/>
          </ac:spMkLst>
        </pc:spChg>
        <pc:spChg chg="mod">
          <ac:chgData name="SERGIO SPANO'" userId="3abdd0b9-513e-40ac-aad4-56920065037d" providerId="ADAL" clId="{2DCFDF45-1F6B-4A47-892B-C9094FDD5642}" dt="2022-03-21T11:08:19.259" v="1310" actId="27803"/>
          <ac:spMkLst>
            <pc:docMk/>
            <pc:sldMk cId="1175821773" sldId="258"/>
            <ac:spMk id="547" creationId="{6D5E3FA6-D33A-4E1F-80C5-A90499A4FA19}"/>
          </ac:spMkLst>
        </pc:spChg>
        <pc:spChg chg="mod">
          <ac:chgData name="SERGIO SPANO'" userId="3abdd0b9-513e-40ac-aad4-56920065037d" providerId="ADAL" clId="{2DCFDF45-1F6B-4A47-892B-C9094FDD5642}" dt="2022-03-21T11:08:19.259" v="1310" actId="27803"/>
          <ac:spMkLst>
            <pc:docMk/>
            <pc:sldMk cId="1175821773" sldId="258"/>
            <ac:spMk id="548" creationId="{998C8839-2D1F-4BF8-9742-908209A650AD}"/>
          </ac:spMkLst>
        </pc:spChg>
        <pc:spChg chg="mod">
          <ac:chgData name="SERGIO SPANO'" userId="3abdd0b9-513e-40ac-aad4-56920065037d" providerId="ADAL" clId="{2DCFDF45-1F6B-4A47-892B-C9094FDD5642}" dt="2022-03-21T11:08:19.259" v="1310" actId="27803"/>
          <ac:spMkLst>
            <pc:docMk/>
            <pc:sldMk cId="1175821773" sldId="258"/>
            <ac:spMk id="549" creationId="{FD45AE93-E48B-40D6-B469-BC27118F5590}"/>
          </ac:spMkLst>
        </pc:spChg>
        <pc:spChg chg="mod">
          <ac:chgData name="SERGIO SPANO'" userId="3abdd0b9-513e-40ac-aad4-56920065037d" providerId="ADAL" clId="{2DCFDF45-1F6B-4A47-892B-C9094FDD5642}" dt="2022-03-21T11:08:19.259" v="1310" actId="27803"/>
          <ac:spMkLst>
            <pc:docMk/>
            <pc:sldMk cId="1175821773" sldId="258"/>
            <ac:spMk id="550" creationId="{2CE06437-D02A-4B2C-97B9-E700CF9CCBF0}"/>
          </ac:spMkLst>
        </pc:spChg>
        <pc:spChg chg="mod">
          <ac:chgData name="SERGIO SPANO'" userId="3abdd0b9-513e-40ac-aad4-56920065037d" providerId="ADAL" clId="{2DCFDF45-1F6B-4A47-892B-C9094FDD5642}" dt="2022-03-21T11:08:19.259" v="1310" actId="27803"/>
          <ac:spMkLst>
            <pc:docMk/>
            <pc:sldMk cId="1175821773" sldId="258"/>
            <ac:spMk id="551" creationId="{B5032B08-26B7-4850-A97A-A2CDA26EB947}"/>
          </ac:spMkLst>
        </pc:spChg>
        <pc:spChg chg="mod">
          <ac:chgData name="SERGIO SPANO'" userId="3abdd0b9-513e-40ac-aad4-56920065037d" providerId="ADAL" clId="{2DCFDF45-1F6B-4A47-892B-C9094FDD5642}" dt="2022-03-21T11:08:19.259" v="1310" actId="27803"/>
          <ac:spMkLst>
            <pc:docMk/>
            <pc:sldMk cId="1175821773" sldId="258"/>
            <ac:spMk id="552" creationId="{410A599C-C6EE-4555-ABAA-65B23824D974}"/>
          </ac:spMkLst>
        </pc:spChg>
        <pc:spChg chg="mod">
          <ac:chgData name="SERGIO SPANO'" userId="3abdd0b9-513e-40ac-aad4-56920065037d" providerId="ADAL" clId="{2DCFDF45-1F6B-4A47-892B-C9094FDD5642}" dt="2022-03-21T11:08:19.259" v="1310" actId="27803"/>
          <ac:spMkLst>
            <pc:docMk/>
            <pc:sldMk cId="1175821773" sldId="258"/>
            <ac:spMk id="553" creationId="{4F7DFA9C-1B0B-432F-BD7C-9210574FB5CF}"/>
          </ac:spMkLst>
        </pc:spChg>
        <pc:spChg chg="mod">
          <ac:chgData name="SERGIO SPANO'" userId="3abdd0b9-513e-40ac-aad4-56920065037d" providerId="ADAL" clId="{2DCFDF45-1F6B-4A47-892B-C9094FDD5642}" dt="2022-03-21T11:08:19.259" v="1310" actId="27803"/>
          <ac:spMkLst>
            <pc:docMk/>
            <pc:sldMk cId="1175821773" sldId="258"/>
            <ac:spMk id="554" creationId="{FD49E506-2F79-47A0-A6EB-790DA2F0E4A3}"/>
          </ac:spMkLst>
        </pc:spChg>
        <pc:spChg chg="mod">
          <ac:chgData name="SERGIO SPANO'" userId="3abdd0b9-513e-40ac-aad4-56920065037d" providerId="ADAL" clId="{2DCFDF45-1F6B-4A47-892B-C9094FDD5642}" dt="2022-03-21T11:08:19.259" v="1310" actId="27803"/>
          <ac:spMkLst>
            <pc:docMk/>
            <pc:sldMk cId="1175821773" sldId="258"/>
            <ac:spMk id="555" creationId="{4BC59BE8-7C28-426B-A9A3-FCFE8CB7E76D}"/>
          </ac:spMkLst>
        </pc:spChg>
        <pc:spChg chg="mod">
          <ac:chgData name="SERGIO SPANO'" userId="3abdd0b9-513e-40ac-aad4-56920065037d" providerId="ADAL" clId="{2DCFDF45-1F6B-4A47-892B-C9094FDD5642}" dt="2022-03-21T11:08:19.259" v="1310" actId="27803"/>
          <ac:spMkLst>
            <pc:docMk/>
            <pc:sldMk cId="1175821773" sldId="258"/>
            <ac:spMk id="556" creationId="{39BABC6E-B55A-4CC6-B592-7374E12FA98A}"/>
          </ac:spMkLst>
        </pc:spChg>
        <pc:spChg chg="mod">
          <ac:chgData name="SERGIO SPANO'" userId="3abdd0b9-513e-40ac-aad4-56920065037d" providerId="ADAL" clId="{2DCFDF45-1F6B-4A47-892B-C9094FDD5642}" dt="2022-03-21T11:08:19.259" v="1310" actId="27803"/>
          <ac:spMkLst>
            <pc:docMk/>
            <pc:sldMk cId="1175821773" sldId="258"/>
            <ac:spMk id="557" creationId="{B44C43B2-BD8F-43D0-AFAF-354CDA48E473}"/>
          </ac:spMkLst>
        </pc:spChg>
        <pc:spChg chg="mod">
          <ac:chgData name="SERGIO SPANO'" userId="3abdd0b9-513e-40ac-aad4-56920065037d" providerId="ADAL" clId="{2DCFDF45-1F6B-4A47-892B-C9094FDD5642}" dt="2022-03-21T11:08:19.259" v="1310" actId="27803"/>
          <ac:spMkLst>
            <pc:docMk/>
            <pc:sldMk cId="1175821773" sldId="258"/>
            <ac:spMk id="558" creationId="{DBE725B6-6892-4C4F-AE9C-515AECFB7720}"/>
          </ac:spMkLst>
        </pc:spChg>
        <pc:spChg chg="mod">
          <ac:chgData name="SERGIO SPANO'" userId="3abdd0b9-513e-40ac-aad4-56920065037d" providerId="ADAL" clId="{2DCFDF45-1F6B-4A47-892B-C9094FDD5642}" dt="2022-03-21T11:08:19.259" v="1310" actId="27803"/>
          <ac:spMkLst>
            <pc:docMk/>
            <pc:sldMk cId="1175821773" sldId="258"/>
            <ac:spMk id="559" creationId="{F04141C9-D597-4228-9ABA-D3BF701D80DE}"/>
          </ac:spMkLst>
        </pc:spChg>
        <pc:spChg chg="mod">
          <ac:chgData name="SERGIO SPANO'" userId="3abdd0b9-513e-40ac-aad4-56920065037d" providerId="ADAL" clId="{2DCFDF45-1F6B-4A47-892B-C9094FDD5642}" dt="2022-03-21T11:08:19.259" v="1310" actId="27803"/>
          <ac:spMkLst>
            <pc:docMk/>
            <pc:sldMk cId="1175821773" sldId="258"/>
            <ac:spMk id="560" creationId="{2E5D8866-592F-4F4A-AC69-8D3758F83F2A}"/>
          </ac:spMkLst>
        </pc:spChg>
        <pc:spChg chg="mod">
          <ac:chgData name="SERGIO SPANO'" userId="3abdd0b9-513e-40ac-aad4-56920065037d" providerId="ADAL" clId="{2DCFDF45-1F6B-4A47-892B-C9094FDD5642}" dt="2022-03-21T11:08:19.259" v="1310" actId="27803"/>
          <ac:spMkLst>
            <pc:docMk/>
            <pc:sldMk cId="1175821773" sldId="258"/>
            <ac:spMk id="561" creationId="{971031AD-9FF8-4819-A043-C15F5309B10D}"/>
          </ac:spMkLst>
        </pc:spChg>
        <pc:spChg chg="mod">
          <ac:chgData name="SERGIO SPANO'" userId="3abdd0b9-513e-40ac-aad4-56920065037d" providerId="ADAL" clId="{2DCFDF45-1F6B-4A47-892B-C9094FDD5642}" dt="2022-03-21T11:08:19.259" v="1310" actId="27803"/>
          <ac:spMkLst>
            <pc:docMk/>
            <pc:sldMk cId="1175821773" sldId="258"/>
            <ac:spMk id="562" creationId="{C519B149-5560-4826-8CAE-F26934AB9385}"/>
          </ac:spMkLst>
        </pc:spChg>
        <pc:spChg chg="mod">
          <ac:chgData name="SERGIO SPANO'" userId="3abdd0b9-513e-40ac-aad4-56920065037d" providerId="ADAL" clId="{2DCFDF45-1F6B-4A47-892B-C9094FDD5642}" dt="2022-03-21T11:08:19.259" v="1310" actId="27803"/>
          <ac:spMkLst>
            <pc:docMk/>
            <pc:sldMk cId="1175821773" sldId="258"/>
            <ac:spMk id="563" creationId="{A54AEFB8-57D7-4DD0-9D8B-A98B544AE4CA}"/>
          </ac:spMkLst>
        </pc:spChg>
        <pc:spChg chg="mod">
          <ac:chgData name="SERGIO SPANO'" userId="3abdd0b9-513e-40ac-aad4-56920065037d" providerId="ADAL" clId="{2DCFDF45-1F6B-4A47-892B-C9094FDD5642}" dt="2022-03-21T11:08:19.259" v="1310" actId="27803"/>
          <ac:spMkLst>
            <pc:docMk/>
            <pc:sldMk cId="1175821773" sldId="258"/>
            <ac:spMk id="564" creationId="{7DE16FC6-3A3C-4531-9E2B-C38C89C20635}"/>
          </ac:spMkLst>
        </pc:spChg>
        <pc:spChg chg="mod">
          <ac:chgData name="SERGIO SPANO'" userId="3abdd0b9-513e-40ac-aad4-56920065037d" providerId="ADAL" clId="{2DCFDF45-1F6B-4A47-892B-C9094FDD5642}" dt="2022-03-21T11:08:19.259" v="1310" actId="27803"/>
          <ac:spMkLst>
            <pc:docMk/>
            <pc:sldMk cId="1175821773" sldId="258"/>
            <ac:spMk id="565" creationId="{A023ACAE-E53D-4952-A21C-F59D36DA4A94}"/>
          </ac:spMkLst>
        </pc:spChg>
        <pc:spChg chg="mod">
          <ac:chgData name="SERGIO SPANO'" userId="3abdd0b9-513e-40ac-aad4-56920065037d" providerId="ADAL" clId="{2DCFDF45-1F6B-4A47-892B-C9094FDD5642}" dt="2022-03-21T11:08:19.259" v="1310" actId="27803"/>
          <ac:spMkLst>
            <pc:docMk/>
            <pc:sldMk cId="1175821773" sldId="258"/>
            <ac:spMk id="566" creationId="{1BB28D40-C3C6-4812-9AA5-9A4721A7F070}"/>
          </ac:spMkLst>
        </pc:spChg>
        <pc:spChg chg="mod">
          <ac:chgData name="SERGIO SPANO'" userId="3abdd0b9-513e-40ac-aad4-56920065037d" providerId="ADAL" clId="{2DCFDF45-1F6B-4A47-892B-C9094FDD5642}" dt="2022-03-21T11:08:19.259" v="1310" actId="27803"/>
          <ac:spMkLst>
            <pc:docMk/>
            <pc:sldMk cId="1175821773" sldId="258"/>
            <ac:spMk id="567" creationId="{D80F4D34-FB40-42D7-A7CD-F5A6ADE024F8}"/>
          </ac:spMkLst>
        </pc:spChg>
        <pc:spChg chg="mod">
          <ac:chgData name="SERGIO SPANO'" userId="3abdd0b9-513e-40ac-aad4-56920065037d" providerId="ADAL" clId="{2DCFDF45-1F6B-4A47-892B-C9094FDD5642}" dt="2022-03-21T11:08:19.259" v="1310" actId="27803"/>
          <ac:spMkLst>
            <pc:docMk/>
            <pc:sldMk cId="1175821773" sldId="258"/>
            <ac:spMk id="568" creationId="{5AB57884-DF89-4F0F-8E53-E39BCA30888D}"/>
          </ac:spMkLst>
        </pc:spChg>
        <pc:spChg chg="mod">
          <ac:chgData name="SERGIO SPANO'" userId="3abdd0b9-513e-40ac-aad4-56920065037d" providerId="ADAL" clId="{2DCFDF45-1F6B-4A47-892B-C9094FDD5642}" dt="2022-03-21T11:08:19.259" v="1310" actId="27803"/>
          <ac:spMkLst>
            <pc:docMk/>
            <pc:sldMk cId="1175821773" sldId="258"/>
            <ac:spMk id="569" creationId="{0CB073E1-A518-4E04-9B45-F5886712AE52}"/>
          </ac:spMkLst>
        </pc:spChg>
        <pc:spChg chg="mod">
          <ac:chgData name="SERGIO SPANO'" userId="3abdd0b9-513e-40ac-aad4-56920065037d" providerId="ADAL" clId="{2DCFDF45-1F6B-4A47-892B-C9094FDD5642}" dt="2022-03-21T11:08:19.259" v="1310" actId="27803"/>
          <ac:spMkLst>
            <pc:docMk/>
            <pc:sldMk cId="1175821773" sldId="258"/>
            <ac:spMk id="570" creationId="{BAF48502-5CF9-42D3-BE8D-0FC147B03FBA}"/>
          </ac:spMkLst>
        </pc:spChg>
        <pc:spChg chg="mod">
          <ac:chgData name="SERGIO SPANO'" userId="3abdd0b9-513e-40ac-aad4-56920065037d" providerId="ADAL" clId="{2DCFDF45-1F6B-4A47-892B-C9094FDD5642}" dt="2022-03-21T11:08:19.259" v="1310" actId="27803"/>
          <ac:spMkLst>
            <pc:docMk/>
            <pc:sldMk cId="1175821773" sldId="258"/>
            <ac:spMk id="571" creationId="{B00D4428-F09C-4AA8-9308-510FF99F81D2}"/>
          </ac:spMkLst>
        </pc:spChg>
        <pc:spChg chg="mod">
          <ac:chgData name="SERGIO SPANO'" userId="3abdd0b9-513e-40ac-aad4-56920065037d" providerId="ADAL" clId="{2DCFDF45-1F6B-4A47-892B-C9094FDD5642}" dt="2022-03-21T11:08:19.259" v="1310" actId="27803"/>
          <ac:spMkLst>
            <pc:docMk/>
            <pc:sldMk cId="1175821773" sldId="258"/>
            <ac:spMk id="572" creationId="{C725E8DF-83CB-4A8A-ACB8-8F91272D01C3}"/>
          </ac:spMkLst>
        </pc:spChg>
        <pc:spChg chg="mod">
          <ac:chgData name="SERGIO SPANO'" userId="3abdd0b9-513e-40ac-aad4-56920065037d" providerId="ADAL" clId="{2DCFDF45-1F6B-4A47-892B-C9094FDD5642}" dt="2022-03-21T11:08:19.259" v="1310" actId="27803"/>
          <ac:spMkLst>
            <pc:docMk/>
            <pc:sldMk cId="1175821773" sldId="258"/>
            <ac:spMk id="573" creationId="{090D276F-15DD-4B47-A02B-6B67E120176B}"/>
          </ac:spMkLst>
        </pc:spChg>
        <pc:spChg chg="mod">
          <ac:chgData name="SERGIO SPANO'" userId="3abdd0b9-513e-40ac-aad4-56920065037d" providerId="ADAL" clId="{2DCFDF45-1F6B-4A47-892B-C9094FDD5642}" dt="2022-03-21T11:08:19.259" v="1310" actId="27803"/>
          <ac:spMkLst>
            <pc:docMk/>
            <pc:sldMk cId="1175821773" sldId="258"/>
            <ac:spMk id="574" creationId="{9D9CA844-61FC-4864-ACC4-5BF09D7DD8A6}"/>
          </ac:spMkLst>
        </pc:spChg>
        <pc:spChg chg="mod">
          <ac:chgData name="SERGIO SPANO'" userId="3abdd0b9-513e-40ac-aad4-56920065037d" providerId="ADAL" clId="{2DCFDF45-1F6B-4A47-892B-C9094FDD5642}" dt="2022-03-21T11:08:19.259" v="1310" actId="27803"/>
          <ac:spMkLst>
            <pc:docMk/>
            <pc:sldMk cId="1175821773" sldId="258"/>
            <ac:spMk id="575" creationId="{D519F9D9-A907-46C8-86C1-794FB86E3927}"/>
          </ac:spMkLst>
        </pc:spChg>
        <pc:spChg chg="mod">
          <ac:chgData name="SERGIO SPANO'" userId="3abdd0b9-513e-40ac-aad4-56920065037d" providerId="ADAL" clId="{2DCFDF45-1F6B-4A47-892B-C9094FDD5642}" dt="2022-03-21T11:08:19.259" v="1310" actId="27803"/>
          <ac:spMkLst>
            <pc:docMk/>
            <pc:sldMk cId="1175821773" sldId="258"/>
            <ac:spMk id="576" creationId="{EC6D6367-A25D-475D-A47B-AA220B23458A}"/>
          </ac:spMkLst>
        </pc:spChg>
        <pc:spChg chg="mod">
          <ac:chgData name="SERGIO SPANO'" userId="3abdd0b9-513e-40ac-aad4-56920065037d" providerId="ADAL" clId="{2DCFDF45-1F6B-4A47-892B-C9094FDD5642}" dt="2022-03-21T11:08:19.259" v="1310" actId="27803"/>
          <ac:spMkLst>
            <pc:docMk/>
            <pc:sldMk cId="1175821773" sldId="258"/>
            <ac:spMk id="577" creationId="{1EC4C3DD-B3B3-41D9-B7E4-EAC82DCFE8F3}"/>
          </ac:spMkLst>
        </pc:spChg>
        <pc:spChg chg="mod">
          <ac:chgData name="SERGIO SPANO'" userId="3abdd0b9-513e-40ac-aad4-56920065037d" providerId="ADAL" clId="{2DCFDF45-1F6B-4A47-892B-C9094FDD5642}" dt="2022-03-21T11:08:19.259" v="1310" actId="27803"/>
          <ac:spMkLst>
            <pc:docMk/>
            <pc:sldMk cId="1175821773" sldId="258"/>
            <ac:spMk id="578" creationId="{C7E47BB8-F02C-48AE-88E9-6838313195AA}"/>
          </ac:spMkLst>
        </pc:spChg>
        <pc:spChg chg="mod">
          <ac:chgData name="SERGIO SPANO'" userId="3abdd0b9-513e-40ac-aad4-56920065037d" providerId="ADAL" clId="{2DCFDF45-1F6B-4A47-892B-C9094FDD5642}" dt="2022-03-21T11:08:19.259" v="1310" actId="27803"/>
          <ac:spMkLst>
            <pc:docMk/>
            <pc:sldMk cId="1175821773" sldId="258"/>
            <ac:spMk id="579" creationId="{74401AE4-45FB-499F-998C-A260B6440112}"/>
          </ac:spMkLst>
        </pc:spChg>
        <pc:spChg chg="mod">
          <ac:chgData name="SERGIO SPANO'" userId="3abdd0b9-513e-40ac-aad4-56920065037d" providerId="ADAL" clId="{2DCFDF45-1F6B-4A47-892B-C9094FDD5642}" dt="2022-03-21T11:08:19.259" v="1310" actId="27803"/>
          <ac:spMkLst>
            <pc:docMk/>
            <pc:sldMk cId="1175821773" sldId="258"/>
            <ac:spMk id="580" creationId="{832F24D8-6771-4481-825C-78413806DF5F}"/>
          </ac:spMkLst>
        </pc:spChg>
        <pc:spChg chg="mod">
          <ac:chgData name="SERGIO SPANO'" userId="3abdd0b9-513e-40ac-aad4-56920065037d" providerId="ADAL" clId="{2DCFDF45-1F6B-4A47-892B-C9094FDD5642}" dt="2022-03-21T11:08:19.259" v="1310" actId="27803"/>
          <ac:spMkLst>
            <pc:docMk/>
            <pc:sldMk cId="1175821773" sldId="258"/>
            <ac:spMk id="581" creationId="{E0F03361-99E9-44EF-BADB-A6E2A88DD20D}"/>
          </ac:spMkLst>
        </pc:spChg>
        <pc:spChg chg="mod">
          <ac:chgData name="SERGIO SPANO'" userId="3abdd0b9-513e-40ac-aad4-56920065037d" providerId="ADAL" clId="{2DCFDF45-1F6B-4A47-892B-C9094FDD5642}" dt="2022-03-21T11:08:19.259" v="1310" actId="27803"/>
          <ac:spMkLst>
            <pc:docMk/>
            <pc:sldMk cId="1175821773" sldId="258"/>
            <ac:spMk id="582" creationId="{878C7826-2A2A-49E4-ACCD-C45322AB32B3}"/>
          </ac:spMkLst>
        </pc:spChg>
        <pc:spChg chg="mod">
          <ac:chgData name="SERGIO SPANO'" userId="3abdd0b9-513e-40ac-aad4-56920065037d" providerId="ADAL" clId="{2DCFDF45-1F6B-4A47-892B-C9094FDD5642}" dt="2022-03-21T11:08:19.259" v="1310" actId="27803"/>
          <ac:spMkLst>
            <pc:docMk/>
            <pc:sldMk cId="1175821773" sldId="258"/>
            <ac:spMk id="583" creationId="{F0D87A97-030E-45B0-ADF9-F534E4840A9B}"/>
          </ac:spMkLst>
        </pc:spChg>
        <pc:spChg chg="mod">
          <ac:chgData name="SERGIO SPANO'" userId="3abdd0b9-513e-40ac-aad4-56920065037d" providerId="ADAL" clId="{2DCFDF45-1F6B-4A47-892B-C9094FDD5642}" dt="2022-03-21T11:08:19.259" v="1310" actId="27803"/>
          <ac:spMkLst>
            <pc:docMk/>
            <pc:sldMk cId="1175821773" sldId="258"/>
            <ac:spMk id="584" creationId="{FB912BBE-3694-4778-8CD5-0B42C3C584D5}"/>
          </ac:spMkLst>
        </pc:spChg>
        <pc:spChg chg="mod">
          <ac:chgData name="SERGIO SPANO'" userId="3abdd0b9-513e-40ac-aad4-56920065037d" providerId="ADAL" clId="{2DCFDF45-1F6B-4A47-892B-C9094FDD5642}" dt="2022-03-21T11:08:19.259" v="1310" actId="27803"/>
          <ac:spMkLst>
            <pc:docMk/>
            <pc:sldMk cId="1175821773" sldId="258"/>
            <ac:spMk id="585" creationId="{AB44D89E-744A-4DFC-9F36-9AA09F8C2C87}"/>
          </ac:spMkLst>
        </pc:spChg>
        <pc:spChg chg="mod">
          <ac:chgData name="SERGIO SPANO'" userId="3abdd0b9-513e-40ac-aad4-56920065037d" providerId="ADAL" clId="{2DCFDF45-1F6B-4A47-892B-C9094FDD5642}" dt="2022-03-21T11:08:19.259" v="1310" actId="27803"/>
          <ac:spMkLst>
            <pc:docMk/>
            <pc:sldMk cId="1175821773" sldId="258"/>
            <ac:spMk id="586" creationId="{C8FFC8BA-8AA1-4A10-A6E1-5058407B5D99}"/>
          </ac:spMkLst>
        </pc:spChg>
        <pc:spChg chg="mod">
          <ac:chgData name="SERGIO SPANO'" userId="3abdd0b9-513e-40ac-aad4-56920065037d" providerId="ADAL" clId="{2DCFDF45-1F6B-4A47-892B-C9094FDD5642}" dt="2022-03-21T11:08:19.259" v="1310" actId="27803"/>
          <ac:spMkLst>
            <pc:docMk/>
            <pc:sldMk cId="1175821773" sldId="258"/>
            <ac:spMk id="587" creationId="{53C7D7A0-8D58-4CD2-A7AB-C39E1A2423E0}"/>
          </ac:spMkLst>
        </pc:spChg>
        <pc:spChg chg="mod">
          <ac:chgData name="SERGIO SPANO'" userId="3abdd0b9-513e-40ac-aad4-56920065037d" providerId="ADAL" clId="{2DCFDF45-1F6B-4A47-892B-C9094FDD5642}" dt="2022-03-21T11:08:19.259" v="1310" actId="27803"/>
          <ac:spMkLst>
            <pc:docMk/>
            <pc:sldMk cId="1175821773" sldId="258"/>
            <ac:spMk id="588" creationId="{305B951B-B893-4055-A6EF-C373ED66718A}"/>
          </ac:spMkLst>
        </pc:spChg>
        <pc:spChg chg="mod">
          <ac:chgData name="SERGIO SPANO'" userId="3abdd0b9-513e-40ac-aad4-56920065037d" providerId="ADAL" clId="{2DCFDF45-1F6B-4A47-892B-C9094FDD5642}" dt="2022-03-21T11:08:19.259" v="1310" actId="27803"/>
          <ac:spMkLst>
            <pc:docMk/>
            <pc:sldMk cId="1175821773" sldId="258"/>
            <ac:spMk id="589" creationId="{B5123179-96EE-4742-8D84-3D58BCB9251E}"/>
          </ac:spMkLst>
        </pc:spChg>
        <pc:spChg chg="mod">
          <ac:chgData name="SERGIO SPANO'" userId="3abdd0b9-513e-40ac-aad4-56920065037d" providerId="ADAL" clId="{2DCFDF45-1F6B-4A47-892B-C9094FDD5642}" dt="2022-03-21T11:08:19.259" v="1310" actId="27803"/>
          <ac:spMkLst>
            <pc:docMk/>
            <pc:sldMk cId="1175821773" sldId="258"/>
            <ac:spMk id="590" creationId="{D2A881D0-64D3-46AF-ACF5-AF62F7AAD7F4}"/>
          </ac:spMkLst>
        </pc:spChg>
        <pc:spChg chg="mod">
          <ac:chgData name="SERGIO SPANO'" userId="3abdd0b9-513e-40ac-aad4-56920065037d" providerId="ADAL" clId="{2DCFDF45-1F6B-4A47-892B-C9094FDD5642}" dt="2022-03-21T11:08:19.259" v="1310" actId="27803"/>
          <ac:spMkLst>
            <pc:docMk/>
            <pc:sldMk cId="1175821773" sldId="258"/>
            <ac:spMk id="591" creationId="{04A80C11-527A-4AB9-9D6A-4A8A83F21F5A}"/>
          </ac:spMkLst>
        </pc:spChg>
        <pc:spChg chg="mod">
          <ac:chgData name="SERGIO SPANO'" userId="3abdd0b9-513e-40ac-aad4-56920065037d" providerId="ADAL" clId="{2DCFDF45-1F6B-4A47-892B-C9094FDD5642}" dt="2022-03-21T11:08:19.259" v="1310" actId="27803"/>
          <ac:spMkLst>
            <pc:docMk/>
            <pc:sldMk cId="1175821773" sldId="258"/>
            <ac:spMk id="592" creationId="{2690B739-13EF-4886-97CB-66B32027A168}"/>
          </ac:spMkLst>
        </pc:spChg>
        <pc:spChg chg="mod">
          <ac:chgData name="SERGIO SPANO'" userId="3abdd0b9-513e-40ac-aad4-56920065037d" providerId="ADAL" clId="{2DCFDF45-1F6B-4A47-892B-C9094FDD5642}" dt="2022-03-21T11:08:19.259" v="1310" actId="27803"/>
          <ac:spMkLst>
            <pc:docMk/>
            <pc:sldMk cId="1175821773" sldId="258"/>
            <ac:spMk id="593" creationId="{804C2576-249A-4453-96C0-5FE3D7C93F38}"/>
          </ac:spMkLst>
        </pc:spChg>
        <pc:spChg chg="mod">
          <ac:chgData name="SERGIO SPANO'" userId="3abdd0b9-513e-40ac-aad4-56920065037d" providerId="ADAL" clId="{2DCFDF45-1F6B-4A47-892B-C9094FDD5642}" dt="2022-03-21T11:08:19.259" v="1310" actId="27803"/>
          <ac:spMkLst>
            <pc:docMk/>
            <pc:sldMk cId="1175821773" sldId="258"/>
            <ac:spMk id="594" creationId="{52C20E08-874F-41C4-A9B0-3CA2096F3BC0}"/>
          </ac:spMkLst>
        </pc:spChg>
        <pc:spChg chg="mod">
          <ac:chgData name="SERGIO SPANO'" userId="3abdd0b9-513e-40ac-aad4-56920065037d" providerId="ADAL" clId="{2DCFDF45-1F6B-4A47-892B-C9094FDD5642}" dt="2022-03-21T11:08:19.259" v="1310" actId="27803"/>
          <ac:spMkLst>
            <pc:docMk/>
            <pc:sldMk cId="1175821773" sldId="258"/>
            <ac:spMk id="595" creationId="{73A5DE24-5058-4A92-A332-58A838305B1F}"/>
          </ac:spMkLst>
        </pc:spChg>
        <pc:spChg chg="mod">
          <ac:chgData name="SERGIO SPANO'" userId="3abdd0b9-513e-40ac-aad4-56920065037d" providerId="ADAL" clId="{2DCFDF45-1F6B-4A47-892B-C9094FDD5642}" dt="2022-03-21T11:08:19.259" v="1310" actId="27803"/>
          <ac:spMkLst>
            <pc:docMk/>
            <pc:sldMk cId="1175821773" sldId="258"/>
            <ac:spMk id="596" creationId="{556E1A6B-5B9A-41BB-836E-13F986FCC5BD}"/>
          </ac:spMkLst>
        </pc:spChg>
        <pc:spChg chg="mod">
          <ac:chgData name="SERGIO SPANO'" userId="3abdd0b9-513e-40ac-aad4-56920065037d" providerId="ADAL" clId="{2DCFDF45-1F6B-4A47-892B-C9094FDD5642}" dt="2022-03-21T11:08:19.259" v="1310" actId="27803"/>
          <ac:spMkLst>
            <pc:docMk/>
            <pc:sldMk cId="1175821773" sldId="258"/>
            <ac:spMk id="597" creationId="{E06480FC-13F6-4E7D-BA1C-3DB2B88C9B13}"/>
          </ac:spMkLst>
        </pc:spChg>
        <pc:spChg chg="mod">
          <ac:chgData name="SERGIO SPANO'" userId="3abdd0b9-513e-40ac-aad4-56920065037d" providerId="ADAL" clId="{2DCFDF45-1F6B-4A47-892B-C9094FDD5642}" dt="2022-03-21T11:08:19.259" v="1310" actId="27803"/>
          <ac:spMkLst>
            <pc:docMk/>
            <pc:sldMk cId="1175821773" sldId="258"/>
            <ac:spMk id="598" creationId="{2816102B-048E-40DE-B914-CEAB0DE0A10B}"/>
          </ac:spMkLst>
        </pc:spChg>
        <pc:spChg chg="mod">
          <ac:chgData name="SERGIO SPANO'" userId="3abdd0b9-513e-40ac-aad4-56920065037d" providerId="ADAL" clId="{2DCFDF45-1F6B-4A47-892B-C9094FDD5642}" dt="2022-03-21T11:08:19.259" v="1310" actId="27803"/>
          <ac:spMkLst>
            <pc:docMk/>
            <pc:sldMk cId="1175821773" sldId="258"/>
            <ac:spMk id="599" creationId="{66955F48-F78B-4B26-9F52-1D052598B13F}"/>
          </ac:spMkLst>
        </pc:spChg>
        <pc:spChg chg="mod">
          <ac:chgData name="SERGIO SPANO'" userId="3abdd0b9-513e-40ac-aad4-56920065037d" providerId="ADAL" clId="{2DCFDF45-1F6B-4A47-892B-C9094FDD5642}" dt="2022-03-21T11:08:19.259" v="1310" actId="27803"/>
          <ac:spMkLst>
            <pc:docMk/>
            <pc:sldMk cId="1175821773" sldId="258"/>
            <ac:spMk id="600" creationId="{32586D36-9B94-4261-970B-6F5DEE381313}"/>
          </ac:spMkLst>
        </pc:spChg>
        <pc:spChg chg="mod">
          <ac:chgData name="SERGIO SPANO'" userId="3abdd0b9-513e-40ac-aad4-56920065037d" providerId="ADAL" clId="{2DCFDF45-1F6B-4A47-892B-C9094FDD5642}" dt="2022-03-21T11:08:19.259" v="1310" actId="27803"/>
          <ac:spMkLst>
            <pc:docMk/>
            <pc:sldMk cId="1175821773" sldId="258"/>
            <ac:spMk id="601" creationId="{AF68744A-3010-4735-BE63-0A90B1FB9965}"/>
          </ac:spMkLst>
        </pc:spChg>
        <pc:spChg chg="mod">
          <ac:chgData name="SERGIO SPANO'" userId="3abdd0b9-513e-40ac-aad4-56920065037d" providerId="ADAL" clId="{2DCFDF45-1F6B-4A47-892B-C9094FDD5642}" dt="2022-03-21T11:08:19.259" v="1310" actId="27803"/>
          <ac:spMkLst>
            <pc:docMk/>
            <pc:sldMk cId="1175821773" sldId="258"/>
            <ac:spMk id="602" creationId="{663527F1-FE65-48E4-8AE7-8F663C351D25}"/>
          </ac:spMkLst>
        </pc:spChg>
        <pc:spChg chg="mod">
          <ac:chgData name="SERGIO SPANO'" userId="3abdd0b9-513e-40ac-aad4-56920065037d" providerId="ADAL" clId="{2DCFDF45-1F6B-4A47-892B-C9094FDD5642}" dt="2022-03-21T11:08:19.259" v="1310" actId="27803"/>
          <ac:spMkLst>
            <pc:docMk/>
            <pc:sldMk cId="1175821773" sldId="258"/>
            <ac:spMk id="603" creationId="{09F3AAD7-C5CE-43D7-9383-4F4D370A8509}"/>
          </ac:spMkLst>
        </pc:spChg>
        <pc:spChg chg="mod">
          <ac:chgData name="SERGIO SPANO'" userId="3abdd0b9-513e-40ac-aad4-56920065037d" providerId="ADAL" clId="{2DCFDF45-1F6B-4A47-892B-C9094FDD5642}" dt="2022-03-21T11:08:19.259" v="1310" actId="27803"/>
          <ac:spMkLst>
            <pc:docMk/>
            <pc:sldMk cId="1175821773" sldId="258"/>
            <ac:spMk id="604" creationId="{17FD5C21-5942-4DB8-B493-273FF575D904}"/>
          </ac:spMkLst>
        </pc:spChg>
        <pc:spChg chg="mod">
          <ac:chgData name="SERGIO SPANO'" userId="3abdd0b9-513e-40ac-aad4-56920065037d" providerId="ADAL" clId="{2DCFDF45-1F6B-4A47-892B-C9094FDD5642}" dt="2022-03-21T11:08:19.259" v="1310" actId="27803"/>
          <ac:spMkLst>
            <pc:docMk/>
            <pc:sldMk cId="1175821773" sldId="258"/>
            <ac:spMk id="605" creationId="{1F33D8A6-F004-4C3E-987B-445E74D5AEC2}"/>
          </ac:spMkLst>
        </pc:spChg>
        <pc:spChg chg="mod">
          <ac:chgData name="SERGIO SPANO'" userId="3abdd0b9-513e-40ac-aad4-56920065037d" providerId="ADAL" clId="{2DCFDF45-1F6B-4A47-892B-C9094FDD5642}" dt="2022-03-21T11:08:19.259" v="1310" actId="27803"/>
          <ac:spMkLst>
            <pc:docMk/>
            <pc:sldMk cId="1175821773" sldId="258"/>
            <ac:spMk id="606" creationId="{A5210280-ECCD-47E6-A20B-4335C811584B}"/>
          </ac:spMkLst>
        </pc:spChg>
        <pc:spChg chg="mod">
          <ac:chgData name="SERGIO SPANO'" userId="3abdd0b9-513e-40ac-aad4-56920065037d" providerId="ADAL" clId="{2DCFDF45-1F6B-4A47-892B-C9094FDD5642}" dt="2022-03-21T11:08:19.259" v="1310" actId="27803"/>
          <ac:spMkLst>
            <pc:docMk/>
            <pc:sldMk cId="1175821773" sldId="258"/>
            <ac:spMk id="607" creationId="{C22E0EF6-F71E-4056-ADC2-4D3E8DC34A86}"/>
          </ac:spMkLst>
        </pc:spChg>
        <pc:spChg chg="mod">
          <ac:chgData name="SERGIO SPANO'" userId="3abdd0b9-513e-40ac-aad4-56920065037d" providerId="ADAL" clId="{2DCFDF45-1F6B-4A47-892B-C9094FDD5642}" dt="2022-03-21T11:08:19.259" v="1310" actId="27803"/>
          <ac:spMkLst>
            <pc:docMk/>
            <pc:sldMk cId="1175821773" sldId="258"/>
            <ac:spMk id="608" creationId="{E3C66EA7-C39C-444E-90CA-80DAB19207F8}"/>
          </ac:spMkLst>
        </pc:spChg>
        <pc:spChg chg="mod">
          <ac:chgData name="SERGIO SPANO'" userId="3abdd0b9-513e-40ac-aad4-56920065037d" providerId="ADAL" clId="{2DCFDF45-1F6B-4A47-892B-C9094FDD5642}" dt="2022-03-21T11:08:19.259" v="1310" actId="27803"/>
          <ac:spMkLst>
            <pc:docMk/>
            <pc:sldMk cId="1175821773" sldId="258"/>
            <ac:spMk id="609" creationId="{F339FF90-0BD1-448B-9F4A-4B0004CD4302}"/>
          </ac:spMkLst>
        </pc:spChg>
        <pc:spChg chg="mod">
          <ac:chgData name="SERGIO SPANO'" userId="3abdd0b9-513e-40ac-aad4-56920065037d" providerId="ADAL" clId="{2DCFDF45-1F6B-4A47-892B-C9094FDD5642}" dt="2022-03-21T11:08:19.259" v="1310" actId="27803"/>
          <ac:spMkLst>
            <pc:docMk/>
            <pc:sldMk cId="1175821773" sldId="258"/>
            <ac:spMk id="610" creationId="{E54717DB-FAA6-4BC7-A42C-D471E491D352}"/>
          </ac:spMkLst>
        </pc:spChg>
        <pc:spChg chg="mod">
          <ac:chgData name="SERGIO SPANO'" userId="3abdd0b9-513e-40ac-aad4-56920065037d" providerId="ADAL" clId="{2DCFDF45-1F6B-4A47-892B-C9094FDD5642}" dt="2022-03-21T11:08:19.259" v="1310" actId="27803"/>
          <ac:spMkLst>
            <pc:docMk/>
            <pc:sldMk cId="1175821773" sldId="258"/>
            <ac:spMk id="611" creationId="{9B338F00-B5AD-4D5F-9AE8-68513BBA729A}"/>
          </ac:spMkLst>
        </pc:spChg>
        <pc:spChg chg="mod">
          <ac:chgData name="SERGIO SPANO'" userId="3abdd0b9-513e-40ac-aad4-56920065037d" providerId="ADAL" clId="{2DCFDF45-1F6B-4A47-892B-C9094FDD5642}" dt="2022-03-21T11:08:19.259" v="1310" actId="27803"/>
          <ac:spMkLst>
            <pc:docMk/>
            <pc:sldMk cId="1175821773" sldId="258"/>
            <ac:spMk id="612" creationId="{F96EBC79-68E9-4564-8C67-1B5749FBBEB4}"/>
          </ac:spMkLst>
        </pc:spChg>
        <pc:spChg chg="mod">
          <ac:chgData name="SERGIO SPANO'" userId="3abdd0b9-513e-40ac-aad4-56920065037d" providerId="ADAL" clId="{2DCFDF45-1F6B-4A47-892B-C9094FDD5642}" dt="2022-03-21T11:08:19.259" v="1310" actId="27803"/>
          <ac:spMkLst>
            <pc:docMk/>
            <pc:sldMk cId="1175821773" sldId="258"/>
            <ac:spMk id="613" creationId="{AFAFFE4F-DB6A-492F-AD8B-0AF34D7A063C}"/>
          </ac:spMkLst>
        </pc:spChg>
        <pc:spChg chg="mod">
          <ac:chgData name="SERGIO SPANO'" userId="3abdd0b9-513e-40ac-aad4-56920065037d" providerId="ADAL" clId="{2DCFDF45-1F6B-4A47-892B-C9094FDD5642}" dt="2022-03-21T11:08:19.259" v="1310" actId="27803"/>
          <ac:spMkLst>
            <pc:docMk/>
            <pc:sldMk cId="1175821773" sldId="258"/>
            <ac:spMk id="614" creationId="{E50CCEE5-CAD6-47DC-9C5B-FEF805947140}"/>
          </ac:spMkLst>
        </pc:spChg>
        <pc:spChg chg="mod">
          <ac:chgData name="SERGIO SPANO'" userId="3abdd0b9-513e-40ac-aad4-56920065037d" providerId="ADAL" clId="{2DCFDF45-1F6B-4A47-892B-C9094FDD5642}" dt="2022-03-21T11:08:19.259" v="1310" actId="27803"/>
          <ac:spMkLst>
            <pc:docMk/>
            <pc:sldMk cId="1175821773" sldId="258"/>
            <ac:spMk id="615" creationId="{6A6808F9-B69D-400E-B9D5-AA68ADE9528B}"/>
          </ac:spMkLst>
        </pc:spChg>
        <pc:spChg chg="mod">
          <ac:chgData name="SERGIO SPANO'" userId="3abdd0b9-513e-40ac-aad4-56920065037d" providerId="ADAL" clId="{2DCFDF45-1F6B-4A47-892B-C9094FDD5642}" dt="2022-03-21T11:08:19.259" v="1310" actId="27803"/>
          <ac:spMkLst>
            <pc:docMk/>
            <pc:sldMk cId="1175821773" sldId="258"/>
            <ac:spMk id="616" creationId="{1095E0F2-1334-444E-BF40-120DC6C1AB3A}"/>
          </ac:spMkLst>
        </pc:spChg>
        <pc:spChg chg="mod">
          <ac:chgData name="SERGIO SPANO'" userId="3abdd0b9-513e-40ac-aad4-56920065037d" providerId="ADAL" clId="{2DCFDF45-1F6B-4A47-892B-C9094FDD5642}" dt="2022-03-21T11:08:19.259" v="1310" actId="27803"/>
          <ac:spMkLst>
            <pc:docMk/>
            <pc:sldMk cId="1175821773" sldId="258"/>
            <ac:spMk id="617" creationId="{3E05EDE9-DB8F-46B5-9C46-91E94B905DCD}"/>
          </ac:spMkLst>
        </pc:spChg>
        <pc:spChg chg="mod">
          <ac:chgData name="SERGIO SPANO'" userId="3abdd0b9-513e-40ac-aad4-56920065037d" providerId="ADAL" clId="{2DCFDF45-1F6B-4A47-892B-C9094FDD5642}" dt="2022-03-21T11:08:19.259" v="1310" actId="27803"/>
          <ac:spMkLst>
            <pc:docMk/>
            <pc:sldMk cId="1175821773" sldId="258"/>
            <ac:spMk id="618" creationId="{546E03AA-5A35-4A35-ADEA-25350236DEC3}"/>
          </ac:spMkLst>
        </pc:spChg>
        <pc:spChg chg="mod">
          <ac:chgData name="SERGIO SPANO'" userId="3abdd0b9-513e-40ac-aad4-56920065037d" providerId="ADAL" clId="{2DCFDF45-1F6B-4A47-892B-C9094FDD5642}" dt="2022-03-21T11:08:19.259" v="1310" actId="27803"/>
          <ac:spMkLst>
            <pc:docMk/>
            <pc:sldMk cId="1175821773" sldId="258"/>
            <ac:spMk id="619" creationId="{8357A9E2-7CE5-48BA-8EEE-13FB1F9F31BE}"/>
          </ac:spMkLst>
        </pc:spChg>
        <pc:spChg chg="mod">
          <ac:chgData name="SERGIO SPANO'" userId="3abdd0b9-513e-40ac-aad4-56920065037d" providerId="ADAL" clId="{2DCFDF45-1F6B-4A47-892B-C9094FDD5642}" dt="2022-03-21T11:08:19.259" v="1310" actId="27803"/>
          <ac:spMkLst>
            <pc:docMk/>
            <pc:sldMk cId="1175821773" sldId="258"/>
            <ac:spMk id="620" creationId="{1E62A2C6-702B-442E-8769-3CD19CBCE196}"/>
          </ac:spMkLst>
        </pc:spChg>
        <pc:spChg chg="mod">
          <ac:chgData name="SERGIO SPANO'" userId="3abdd0b9-513e-40ac-aad4-56920065037d" providerId="ADAL" clId="{2DCFDF45-1F6B-4A47-892B-C9094FDD5642}" dt="2022-03-21T11:08:19.259" v="1310" actId="27803"/>
          <ac:spMkLst>
            <pc:docMk/>
            <pc:sldMk cId="1175821773" sldId="258"/>
            <ac:spMk id="621" creationId="{DFD0E996-47C7-40F7-92E2-3F7E302993E0}"/>
          </ac:spMkLst>
        </pc:spChg>
        <pc:spChg chg="mod">
          <ac:chgData name="SERGIO SPANO'" userId="3abdd0b9-513e-40ac-aad4-56920065037d" providerId="ADAL" clId="{2DCFDF45-1F6B-4A47-892B-C9094FDD5642}" dt="2022-03-21T11:08:19.259" v="1310" actId="27803"/>
          <ac:spMkLst>
            <pc:docMk/>
            <pc:sldMk cId="1175821773" sldId="258"/>
            <ac:spMk id="622" creationId="{CCB6FF09-2D95-47A2-A032-0392EC53FE92}"/>
          </ac:spMkLst>
        </pc:spChg>
        <pc:spChg chg="mod">
          <ac:chgData name="SERGIO SPANO'" userId="3abdd0b9-513e-40ac-aad4-56920065037d" providerId="ADAL" clId="{2DCFDF45-1F6B-4A47-892B-C9094FDD5642}" dt="2022-03-21T11:08:19.259" v="1310" actId="27803"/>
          <ac:spMkLst>
            <pc:docMk/>
            <pc:sldMk cId="1175821773" sldId="258"/>
            <ac:spMk id="623" creationId="{85D8B424-5842-4B89-B0FF-97EED9F09B6A}"/>
          </ac:spMkLst>
        </pc:spChg>
        <pc:spChg chg="mod">
          <ac:chgData name="SERGIO SPANO'" userId="3abdd0b9-513e-40ac-aad4-56920065037d" providerId="ADAL" clId="{2DCFDF45-1F6B-4A47-892B-C9094FDD5642}" dt="2022-03-21T11:08:19.259" v="1310" actId="27803"/>
          <ac:spMkLst>
            <pc:docMk/>
            <pc:sldMk cId="1175821773" sldId="258"/>
            <ac:spMk id="624" creationId="{DC94605A-D814-4C7A-8A3A-22D7F0A38356}"/>
          </ac:spMkLst>
        </pc:spChg>
        <pc:spChg chg="mod">
          <ac:chgData name="SERGIO SPANO'" userId="3abdd0b9-513e-40ac-aad4-56920065037d" providerId="ADAL" clId="{2DCFDF45-1F6B-4A47-892B-C9094FDD5642}" dt="2022-03-21T11:08:19.259" v="1310" actId="27803"/>
          <ac:spMkLst>
            <pc:docMk/>
            <pc:sldMk cId="1175821773" sldId="258"/>
            <ac:spMk id="625" creationId="{5771CE1D-63AF-4A17-A9CF-8194A03A7757}"/>
          </ac:spMkLst>
        </pc:spChg>
        <pc:spChg chg="mod">
          <ac:chgData name="SERGIO SPANO'" userId="3abdd0b9-513e-40ac-aad4-56920065037d" providerId="ADAL" clId="{2DCFDF45-1F6B-4A47-892B-C9094FDD5642}" dt="2022-03-21T11:08:19.259" v="1310" actId="27803"/>
          <ac:spMkLst>
            <pc:docMk/>
            <pc:sldMk cId="1175821773" sldId="258"/>
            <ac:spMk id="626" creationId="{97647936-D01F-4041-930E-8D9F52DD8C00}"/>
          </ac:spMkLst>
        </pc:spChg>
        <pc:spChg chg="mod">
          <ac:chgData name="SERGIO SPANO'" userId="3abdd0b9-513e-40ac-aad4-56920065037d" providerId="ADAL" clId="{2DCFDF45-1F6B-4A47-892B-C9094FDD5642}" dt="2022-03-21T11:08:19.259" v="1310" actId="27803"/>
          <ac:spMkLst>
            <pc:docMk/>
            <pc:sldMk cId="1175821773" sldId="258"/>
            <ac:spMk id="627" creationId="{6E3EE949-3B02-4FD8-A86D-07B667308C48}"/>
          </ac:spMkLst>
        </pc:spChg>
        <pc:spChg chg="mod">
          <ac:chgData name="SERGIO SPANO'" userId="3abdd0b9-513e-40ac-aad4-56920065037d" providerId="ADAL" clId="{2DCFDF45-1F6B-4A47-892B-C9094FDD5642}" dt="2022-03-21T11:08:19.259" v="1310" actId="27803"/>
          <ac:spMkLst>
            <pc:docMk/>
            <pc:sldMk cId="1175821773" sldId="258"/>
            <ac:spMk id="628" creationId="{903C27F6-988F-4B87-BEF4-54DA8BE02AC2}"/>
          </ac:spMkLst>
        </pc:spChg>
        <pc:spChg chg="mod">
          <ac:chgData name="SERGIO SPANO'" userId="3abdd0b9-513e-40ac-aad4-56920065037d" providerId="ADAL" clId="{2DCFDF45-1F6B-4A47-892B-C9094FDD5642}" dt="2022-03-21T11:08:19.259" v="1310" actId="27803"/>
          <ac:spMkLst>
            <pc:docMk/>
            <pc:sldMk cId="1175821773" sldId="258"/>
            <ac:spMk id="629" creationId="{1A0AA6EE-ECF0-45F0-BF22-3F3A9D33E481}"/>
          </ac:spMkLst>
        </pc:spChg>
        <pc:spChg chg="mod">
          <ac:chgData name="SERGIO SPANO'" userId="3abdd0b9-513e-40ac-aad4-56920065037d" providerId="ADAL" clId="{2DCFDF45-1F6B-4A47-892B-C9094FDD5642}" dt="2022-03-21T11:08:19.259" v="1310" actId="27803"/>
          <ac:spMkLst>
            <pc:docMk/>
            <pc:sldMk cId="1175821773" sldId="258"/>
            <ac:spMk id="630" creationId="{C0981C0B-8B13-40E8-AA11-0C89B0464FD1}"/>
          </ac:spMkLst>
        </pc:spChg>
        <pc:spChg chg="mod">
          <ac:chgData name="SERGIO SPANO'" userId="3abdd0b9-513e-40ac-aad4-56920065037d" providerId="ADAL" clId="{2DCFDF45-1F6B-4A47-892B-C9094FDD5642}" dt="2022-03-21T11:08:19.259" v="1310" actId="27803"/>
          <ac:spMkLst>
            <pc:docMk/>
            <pc:sldMk cId="1175821773" sldId="258"/>
            <ac:spMk id="631" creationId="{0BC11CAE-B113-40E6-B9DA-C43E675AF527}"/>
          </ac:spMkLst>
        </pc:spChg>
        <pc:spChg chg="mod">
          <ac:chgData name="SERGIO SPANO'" userId="3abdd0b9-513e-40ac-aad4-56920065037d" providerId="ADAL" clId="{2DCFDF45-1F6B-4A47-892B-C9094FDD5642}" dt="2022-03-21T11:08:19.259" v="1310" actId="27803"/>
          <ac:spMkLst>
            <pc:docMk/>
            <pc:sldMk cId="1175821773" sldId="258"/>
            <ac:spMk id="632" creationId="{17A5ACAA-44D0-4C38-9EFE-8C5E95953DD2}"/>
          </ac:spMkLst>
        </pc:spChg>
        <pc:spChg chg="mod">
          <ac:chgData name="SERGIO SPANO'" userId="3abdd0b9-513e-40ac-aad4-56920065037d" providerId="ADAL" clId="{2DCFDF45-1F6B-4A47-892B-C9094FDD5642}" dt="2022-03-21T11:08:19.259" v="1310" actId="27803"/>
          <ac:spMkLst>
            <pc:docMk/>
            <pc:sldMk cId="1175821773" sldId="258"/>
            <ac:spMk id="633" creationId="{2CE40689-0584-4A30-B92D-0A3B336DE9DD}"/>
          </ac:spMkLst>
        </pc:spChg>
        <pc:spChg chg="mod">
          <ac:chgData name="SERGIO SPANO'" userId="3abdd0b9-513e-40ac-aad4-56920065037d" providerId="ADAL" clId="{2DCFDF45-1F6B-4A47-892B-C9094FDD5642}" dt="2022-03-21T11:08:19.259" v="1310" actId="27803"/>
          <ac:spMkLst>
            <pc:docMk/>
            <pc:sldMk cId="1175821773" sldId="258"/>
            <ac:spMk id="634" creationId="{6E6A68AF-0CA8-450D-98DE-E05D51AD083E}"/>
          </ac:spMkLst>
        </pc:spChg>
        <pc:spChg chg="mod">
          <ac:chgData name="SERGIO SPANO'" userId="3abdd0b9-513e-40ac-aad4-56920065037d" providerId="ADAL" clId="{2DCFDF45-1F6B-4A47-892B-C9094FDD5642}" dt="2022-03-21T11:08:19.259" v="1310" actId="27803"/>
          <ac:spMkLst>
            <pc:docMk/>
            <pc:sldMk cId="1175821773" sldId="258"/>
            <ac:spMk id="635" creationId="{57D04222-FD44-451B-BA81-1C09569DFC95}"/>
          </ac:spMkLst>
        </pc:spChg>
        <pc:spChg chg="mod">
          <ac:chgData name="SERGIO SPANO'" userId="3abdd0b9-513e-40ac-aad4-56920065037d" providerId="ADAL" clId="{2DCFDF45-1F6B-4A47-892B-C9094FDD5642}" dt="2022-03-21T11:08:19.259" v="1310" actId="27803"/>
          <ac:spMkLst>
            <pc:docMk/>
            <pc:sldMk cId="1175821773" sldId="258"/>
            <ac:spMk id="636" creationId="{F0605299-8AF4-42B7-9E47-FB1B4F313729}"/>
          </ac:spMkLst>
        </pc:spChg>
        <pc:spChg chg="mod">
          <ac:chgData name="SERGIO SPANO'" userId="3abdd0b9-513e-40ac-aad4-56920065037d" providerId="ADAL" clId="{2DCFDF45-1F6B-4A47-892B-C9094FDD5642}" dt="2022-03-21T11:08:19.259" v="1310" actId="27803"/>
          <ac:spMkLst>
            <pc:docMk/>
            <pc:sldMk cId="1175821773" sldId="258"/>
            <ac:spMk id="637" creationId="{28E00273-5CE6-4EE5-8F03-D87465EBEFA2}"/>
          </ac:spMkLst>
        </pc:spChg>
        <pc:spChg chg="mod">
          <ac:chgData name="SERGIO SPANO'" userId="3abdd0b9-513e-40ac-aad4-56920065037d" providerId="ADAL" clId="{2DCFDF45-1F6B-4A47-892B-C9094FDD5642}" dt="2022-03-21T11:08:19.259" v="1310" actId="27803"/>
          <ac:spMkLst>
            <pc:docMk/>
            <pc:sldMk cId="1175821773" sldId="258"/>
            <ac:spMk id="638" creationId="{B3C6133F-F1DB-48FD-8C50-E18929B1FD89}"/>
          </ac:spMkLst>
        </pc:spChg>
        <pc:spChg chg="mod">
          <ac:chgData name="SERGIO SPANO'" userId="3abdd0b9-513e-40ac-aad4-56920065037d" providerId="ADAL" clId="{2DCFDF45-1F6B-4A47-892B-C9094FDD5642}" dt="2022-03-21T11:08:19.259" v="1310" actId="27803"/>
          <ac:spMkLst>
            <pc:docMk/>
            <pc:sldMk cId="1175821773" sldId="258"/>
            <ac:spMk id="639" creationId="{F33E007B-9379-43C0-94F0-6CE5F790A11B}"/>
          </ac:spMkLst>
        </pc:spChg>
        <pc:spChg chg="mod">
          <ac:chgData name="SERGIO SPANO'" userId="3abdd0b9-513e-40ac-aad4-56920065037d" providerId="ADAL" clId="{2DCFDF45-1F6B-4A47-892B-C9094FDD5642}" dt="2022-03-21T11:08:19.259" v="1310" actId="27803"/>
          <ac:spMkLst>
            <pc:docMk/>
            <pc:sldMk cId="1175821773" sldId="258"/>
            <ac:spMk id="640" creationId="{936F11E2-0AEF-4632-BDD0-63C437105DEB}"/>
          </ac:spMkLst>
        </pc:spChg>
        <pc:spChg chg="mod">
          <ac:chgData name="SERGIO SPANO'" userId="3abdd0b9-513e-40ac-aad4-56920065037d" providerId="ADAL" clId="{2DCFDF45-1F6B-4A47-892B-C9094FDD5642}" dt="2022-03-21T11:08:19.259" v="1310" actId="27803"/>
          <ac:spMkLst>
            <pc:docMk/>
            <pc:sldMk cId="1175821773" sldId="258"/>
            <ac:spMk id="641" creationId="{2AAA2071-17B8-45FD-BFF3-F37ACDD932DC}"/>
          </ac:spMkLst>
        </pc:spChg>
        <pc:spChg chg="mod">
          <ac:chgData name="SERGIO SPANO'" userId="3abdd0b9-513e-40ac-aad4-56920065037d" providerId="ADAL" clId="{2DCFDF45-1F6B-4A47-892B-C9094FDD5642}" dt="2022-03-21T11:08:19.259" v="1310" actId="27803"/>
          <ac:spMkLst>
            <pc:docMk/>
            <pc:sldMk cId="1175821773" sldId="258"/>
            <ac:spMk id="642" creationId="{6BBFB362-8E4F-4E63-80D5-DDBF73A8B733}"/>
          </ac:spMkLst>
        </pc:spChg>
        <pc:spChg chg="mod">
          <ac:chgData name="SERGIO SPANO'" userId="3abdd0b9-513e-40ac-aad4-56920065037d" providerId="ADAL" clId="{2DCFDF45-1F6B-4A47-892B-C9094FDD5642}" dt="2022-03-21T11:08:19.259" v="1310" actId="27803"/>
          <ac:spMkLst>
            <pc:docMk/>
            <pc:sldMk cId="1175821773" sldId="258"/>
            <ac:spMk id="643" creationId="{E1424CED-1C5A-4815-B242-E0A7CF1F12E0}"/>
          </ac:spMkLst>
        </pc:spChg>
        <pc:spChg chg="mod">
          <ac:chgData name="SERGIO SPANO'" userId="3abdd0b9-513e-40ac-aad4-56920065037d" providerId="ADAL" clId="{2DCFDF45-1F6B-4A47-892B-C9094FDD5642}" dt="2022-03-21T11:08:19.259" v="1310" actId="27803"/>
          <ac:spMkLst>
            <pc:docMk/>
            <pc:sldMk cId="1175821773" sldId="258"/>
            <ac:spMk id="644" creationId="{4D6E9C4D-B91B-414D-8EE7-5CD4937BE1AA}"/>
          </ac:spMkLst>
        </pc:spChg>
        <pc:spChg chg="mod">
          <ac:chgData name="SERGIO SPANO'" userId="3abdd0b9-513e-40ac-aad4-56920065037d" providerId="ADAL" clId="{2DCFDF45-1F6B-4A47-892B-C9094FDD5642}" dt="2022-03-21T11:08:19.259" v="1310" actId="27803"/>
          <ac:spMkLst>
            <pc:docMk/>
            <pc:sldMk cId="1175821773" sldId="258"/>
            <ac:spMk id="645" creationId="{42C8F580-267F-4D1F-8BA0-513F9F6B9AA6}"/>
          </ac:spMkLst>
        </pc:spChg>
        <pc:spChg chg="mod">
          <ac:chgData name="SERGIO SPANO'" userId="3abdd0b9-513e-40ac-aad4-56920065037d" providerId="ADAL" clId="{2DCFDF45-1F6B-4A47-892B-C9094FDD5642}" dt="2022-03-21T11:08:19.259" v="1310" actId="27803"/>
          <ac:spMkLst>
            <pc:docMk/>
            <pc:sldMk cId="1175821773" sldId="258"/>
            <ac:spMk id="646" creationId="{855CA768-CE48-407F-9D67-6BE93A68BB23}"/>
          </ac:spMkLst>
        </pc:spChg>
        <pc:spChg chg="mod">
          <ac:chgData name="SERGIO SPANO'" userId="3abdd0b9-513e-40ac-aad4-56920065037d" providerId="ADAL" clId="{2DCFDF45-1F6B-4A47-892B-C9094FDD5642}" dt="2022-03-21T11:08:19.259" v="1310" actId="27803"/>
          <ac:spMkLst>
            <pc:docMk/>
            <pc:sldMk cId="1175821773" sldId="258"/>
            <ac:spMk id="647" creationId="{847E3F22-5560-482E-BD9C-01B5363EFD1F}"/>
          </ac:spMkLst>
        </pc:spChg>
        <pc:spChg chg="mod">
          <ac:chgData name="SERGIO SPANO'" userId="3abdd0b9-513e-40ac-aad4-56920065037d" providerId="ADAL" clId="{2DCFDF45-1F6B-4A47-892B-C9094FDD5642}" dt="2022-03-21T11:08:19.259" v="1310" actId="27803"/>
          <ac:spMkLst>
            <pc:docMk/>
            <pc:sldMk cId="1175821773" sldId="258"/>
            <ac:spMk id="648" creationId="{D213824E-F07F-409B-8394-281B14B0890C}"/>
          </ac:spMkLst>
        </pc:spChg>
        <pc:spChg chg="mod">
          <ac:chgData name="SERGIO SPANO'" userId="3abdd0b9-513e-40ac-aad4-56920065037d" providerId="ADAL" clId="{2DCFDF45-1F6B-4A47-892B-C9094FDD5642}" dt="2022-03-21T11:08:19.259" v="1310" actId="27803"/>
          <ac:spMkLst>
            <pc:docMk/>
            <pc:sldMk cId="1175821773" sldId="258"/>
            <ac:spMk id="649" creationId="{FEC29A70-DB94-4CD7-A880-6DAE811CFA55}"/>
          </ac:spMkLst>
        </pc:spChg>
        <pc:spChg chg="mod">
          <ac:chgData name="SERGIO SPANO'" userId="3abdd0b9-513e-40ac-aad4-56920065037d" providerId="ADAL" clId="{2DCFDF45-1F6B-4A47-892B-C9094FDD5642}" dt="2022-03-21T11:08:19.259" v="1310" actId="27803"/>
          <ac:spMkLst>
            <pc:docMk/>
            <pc:sldMk cId="1175821773" sldId="258"/>
            <ac:spMk id="650" creationId="{9362DF7C-B3C3-4033-A97E-8428AE7AE27A}"/>
          </ac:spMkLst>
        </pc:spChg>
        <pc:spChg chg="mod">
          <ac:chgData name="SERGIO SPANO'" userId="3abdd0b9-513e-40ac-aad4-56920065037d" providerId="ADAL" clId="{2DCFDF45-1F6B-4A47-892B-C9094FDD5642}" dt="2022-03-21T11:08:19.259" v="1310" actId="27803"/>
          <ac:spMkLst>
            <pc:docMk/>
            <pc:sldMk cId="1175821773" sldId="258"/>
            <ac:spMk id="651" creationId="{14C9DB7C-F2FC-476B-9D93-9EEA7B88FC13}"/>
          </ac:spMkLst>
        </pc:spChg>
        <pc:spChg chg="mod">
          <ac:chgData name="SERGIO SPANO'" userId="3abdd0b9-513e-40ac-aad4-56920065037d" providerId="ADAL" clId="{2DCFDF45-1F6B-4A47-892B-C9094FDD5642}" dt="2022-03-21T11:08:19.259" v="1310" actId="27803"/>
          <ac:spMkLst>
            <pc:docMk/>
            <pc:sldMk cId="1175821773" sldId="258"/>
            <ac:spMk id="652" creationId="{0B40E6C8-0BC9-4ECF-9BAD-0D2A8E14E838}"/>
          </ac:spMkLst>
        </pc:spChg>
        <pc:spChg chg="mod">
          <ac:chgData name="SERGIO SPANO'" userId="3abdd0b9-513e-40ac-aad4-56920065037d" providerId="ADAL" clId="{2DCFDF45-1F6B-4A47-892B-C9094FDD5642}" dt="2022-03-21T11:08:19.259" v="1310" actId="27803"/>
          <ac:spMkLst>
            <pc:docMk/>
            <pc:sldMk cId="1175821773" sldId="258"/>
            <ac:spMk id="653" creationId="{83B1EDA9-D547-40B1-B652-10A7DC7EFE44}"/>
          </ac:spMkLst>
        </pc:spChg>
        <pc:spChg chg="mod">
          <ac:chgData name="SERGIO SPANO'" userId="3abdd0b9-513e-40ac-aad4-56920065037d" providerId="ADAL" clId="{2DCFDF45-1F6B-4A47-892B-C9094FDD5642}" dt="2022-03-21T11:08:19.259" v="1310" actId="27803"/>
          <ac:spMkLst>
            <pc:docMk/>
            <pc:sldMk cId="1175821773" sldId="258"/>
            <ac:spMk id="654" creationId="{2FCC46FE-6653-487A-9C7E-AFF52CD3EA97}"/>
          </ac:spMkLst>
        </pc:spChg>
        <pc:spChg chg="mod">
          <ac:chgData name="SERGIO SPANO'" userId="3abdd0b9-513e-40ac-aad4-56920065037d" providerId="ADAL" clId="{2DCFDF45-1F6B-4A47-892B-C9094FDD5642}" dt="2022-03-21T11:08:19.259" v="1310" actId="27803"/>
          <ac:spMkLst>
            <pc:docMk/>
            <pc:sldMk cId="1175821773" sldId="258"/>
            <ac:spMk id="655" creationId="{316C7D3C-7172-4A17-BE4F-1B68BF2CC7B2}"/>
          </ac:spMkLst>
        </pc:spChg>
        <pc:spChg chg="mod">
          <ac:chgData name="SERGIO SPANO'" userId="3abdd0b9-513e-40ac-aad4-56920065037d" providerId="ADAL" clId="{2DCFDF45-1F6B-4A47-892B-C9094FDD5642}" dt="2022-03-21T11:08:19.259" v="1310" actId="27803"/>
          <ac:spMkLst>
            <pc:docMk/>
            <pc:sldMk cId="1175821773" sldId="258"/>
            <ac:spMk id="656" creationId="{F63FB789-E4E6-48A3-BF65-3019E92823E4}"/>
          </ac:spMkLst>
        </pc:spChg>
        <pc:spChg chg="mod">
          <ac:chgData name="SERGIO SPANO'" userId="3abdd0b9-513e-40ac-aad4-56920065037d" providerId="ADAL" clId="{2DCFDF45-1F6B-4A47-892B-C9094FDD5642}" dt="2022-03-21T11:08:19.259" v="1310" actId="27803"/>
          <ac:spMkLst>
            <pc:docMk/>
            <pc:sldMk cId="1175821773" sldId="258"/>
            <ac:spMk id="657" creationId="{EEB4E341-88C7-4B59-B419-9AF440C79CE4}"/>
          </ac:spMkLst>
        </pc:spChg>
        <pc:spChg chg="mod">
          <ac:chgData name="SERGIO SPANO'" userId="3abdd0b9-513e-40ac-aad4-56920065037d" providerId="ADAL" clId="{2DCFDF45-1F6B-4A47-892B-C9094FDD5642}" dt="2022-03-21T11:08:19.259" v="1310" actId="27803"/>
          <ac:spMkLst>
            <pc:docMk/>
            <pc:sldMk cId="1175821773" sldId="258"/>
            <ac:spMk id="658" creationId="{E5FFE606-C3AB-4DA5-809B-BE1E6BE30961}"/>
          </ac:spMkLst>
        </pc:spChg>
        <pc:spChg chg="mod">
          <ac:chgData name="SERGIO SPANO'" userId="3abdd0b9-513e-40ac-aad4-56920065037d" providerId="ADAL" clId="{2DCFDF45-1F6B-4A47-892B-C9094FDD5642}" dt="2022-03-21T11:08:19.259" v="1310" actId="27803"/>
          <ac:spMkLst>
            <pc:docMk/>
            <pc:sldMk cId="1175821773" sldId="258"/>
            <ac:spMk id="659" creationId="{E4F2C7AD-E82C-48DF-84E0-E4B7F5904754}"/>
          </ac:spMkLst>
        </pc:spChg>
        <pc:spChg chg="mod">
          <ac:chgData name="SERGIO SPANO'" userId="3abdd0b9-513e-40ac-aad4-56920065037d" providerId="ADAL" clId="{2DCFDF45-1F6B-4A47-892B-C9094FDD5642}" dt="2022-03-21T11:08:19.259" v="1310" actId="27803"/>
          <ac:spMkLst>
            <pc:docMk/>
            <pc:sldMk cId="1175821773" sldId="258"/>
            <ac:spMk id="660" creationId="{B826156D-595A-47FD-AD46-0AFCBEA0E902}"/>
          </ac:spMkLst>
        </pc:spChg>
        <pc:spChg chg="mod">
          <ac:chgData name="SERGIO SPANO'" userId="3abdd0b9-513e-40ac-aad4-56920065037d" providerId="ADAL" clId="{2DCFDF45-1F6B-4A47-892B-C9094FDD5642}" dt="2022-03-21T11:08:19.259" v="1310" actId="27803"/>
          <ac:spMkLst>
            <pc:docMk/>
            <pc:sldMk cId="1175821773" sldId="258"/>
            <ac:spMk id="661" creationId="{63FCEC74-1866-41B2-AF24-B8F1B6ED8B0C}"/>
          </ac:spMkLst>
        </pc:spChg>
        <pc:spChg chg="mod">
          <ac:chgData name="SERGIO SPANO'" userId="3abdd0b9-513e-40ac-aad4-56920065037d" providerId="ADAL" clId="{2DCFDF45-1F6B-4A47-892B-C9094FDD5642}" dt="2022-03-21T11:08:19.259" v="1310" actId="27803"/>
          <ac:spMkLst>
            <pc:docMk/>
            <pc:sldMk cId="1175821773" sldId="258"/>
            <ac:spMk id="662" creationId="{9D6D700D-C020-4B11-993A-11ADD169A2DE}"/>
          </ac:spMkLst>
        </pc:spChg>
        <pc:spChg chg="mod">
          <ac:chgData name="SERGIO SPANO'" userId="3abdd0b9-513e-40ac-aad4-56920065037d" providerId="ADAL" clId="{2DCFDF45-1F6B-4A47-892B-C9094FDD5642}" dt="2022-03-21T11:08:19.259" v="1310" actId="27803"/>
          <ac:spMkLst>
            <pc:docMk/>
            <pc:sldMk cId="1175821773" sldId="258"/>
            <ac:spMk id="663" creationId="{1205137B-75BF-41AB-917B-0639D37F451D}"/>
          </ac:spMkLst>
        </pc:spChg>
        <pc:spChg chg="mod">
          <ac:chgData name="SERGIO SPANO'" userId="3abdd0b9-513e-40ac-aad4-56920065037d" providerId="ADAL" clId="{2DCFDF45-1F6B-4A47-892B-C9094FDD5642}" dt="2022-03-21T11:08:19.259" v="1310" actId="27803"/>
          <ac:spMkLst>
            <pc:docMk/>
            <pc:sldMk cId="1175821773" sldId="258"/>
            <ac:spMk id="664" creationId="{912AEB8E-E631-422D-BAE8-0886C345D388}"/>
          </ac:spMkLst>
        </pc:spChg>
        <pc:spChg chg="mod">
          <ac:chgData name="SERGIO SPANO'" userId="3abdd0b9-513e-40ac-aad4-56920065037d" providerId="ADAL" clId="{2DCFDF45-1F6B-4A47-892B-C9094FDD5642}" dt="2022-03-21T11:08:19.259" v="1310" actId="27803"/>
          <ac:spMkLst>
            <pc:docMk/>
            <pc:sldMk cId="1175821773" sldId="258"/>
            <ac:spMk id="665" creationId="{DD11B133-958B-4180-9AF2-5E2713BD1714}"/>
          </ac:spMkLst>
        </pc:spChg>
        <pc:spChg chg="mod">
          <ac:chgData name="SERGIO SPANO'" userId="3abdd0b9-513e-40ac-aad4-56920065037d" providerId="ADAL" clId="{2DCFDF45-1F6B-4A47-892B-C9094FDD5642}" dt="2022-03-21T11:08:19.259" v="1310" actId="27803"/>
          <ac:spMkLst>
            <pc:docMk/>
            <pc:sldMk cId="1175821773" sldId="258"/>
            <ac:spMk id="666" creationId="{EBE3983F-93D9-4386-B3AB-0242E1299355}"/>
          </ac:spMkLst>
        </pc:spChg>
        <pc:spChg chg="mod">
          <ac:chgData name="SERGIO SPANO'" userId="3abdd0b9-513e-40ac-aad4-56920065037d" providerId="ADAL" clId="{2DCFDF45-1F6B-4A47-892B-C9094FDD5642}" dt="2022-03-21T11:08:19.259" v="1310" actId="27803"/>
          <ac:spMkLst>
            <pc:docMk/>
            <pc:sldMk cId="1175821773" sldId="258"/>
            <ac:spMk id="667" creationId="{DCBE40BB-FD1D-47CD-907D-91DF86CACA26}"/>
          </ac:spMkLst>
        </pc:spChg>
        <pc:spChg chg="mod">
          <ac:chgData name="SERGIO SPANO'" userId="3abdd0b9-513e-40ac-aad4-56920065037d" providerId="ADAL" clId="{2DCFDF45-1F6B-4A47-892B-C9094FDD5642}" dt="2022-03-21T11:08:19.259" v="1310" actId="27803"/>
          <ac:spMkLst>
            <pc:docMk/>
            <pc:sldMk cId="1175821773" sldId="258"/>
            <ac:spMk id="668" creationId="{F033FD00-2F7A-45D1-9199-190BA6C4DDCD}"/>
          </ac:spMkLst>
        </pc:spChg>
        <pc:spChg chg="mod">
          <ac:chgData name="SERGIO SPANO'" userId="3abdd0b9-513e-40ac-aad4-56920065037d" providerId="ADAL" clId="{2DCFDF45-1F6B-4A47-892B-C9094FDD5642}" dt="2022-03-21T11:08:19.259" v="1310" actId="27803"/>
          <ac:spMkLst>
            <pc:docMk/>
            <pc:sldMk cId="1175821773" sldId="258"/>
            <ac:spMk id="669" creationId="{FCD208AB-0A9F-405F-B1DB-A391502FEE15}"/>
          </ac:spMkLst>
        </pc:spChg>
        <pc:spChg chg="mod">
          <ac:chgData name="SERGIO SPANO'" userId="3abdd0b9-513e-40ac-aad4-56920065037d" providerId="ADAL" clId="{2DCFDF45-1F6B-4A47-892B-C9094FDD5642}" dt="2022-03-21T11:08:19.259" v="1310" actId="27803"/>
          <ac:spMkLst>
            <pc:docMk/>
            <pc:sldMk cId="1175821773" sldId="258"/>
            <ac:spMk id="670" creationId="{C38991AD-5E46-48F5-AE0C-FBA4A03744B7}"/>
          </ac:spMkLst>
        </pc:spChg>
        <pc:spChg chg="mod">
          <ac:chgData name="SERGIO SPANO'" userId="3abdd0b9-513e-40ac-aad4-56920065037d" providerId="ADAL" clId="{2DCFDF45-1F6B-4A47-892B-C9094FDD5642}" dt="2022-03-21T11:08:19.259" v="1310" actId="27803"/>
          <ac:spMkLst>
            <pc:docMk/>
            <pc:sldMk cId="1175821773" sldId="258"/>
            <ac:spMk id="671" creationId="{188782A7-9976-4D88-97EC-A2B4683D80D2}"/>
          </ac:spMkLst>
        </pc:spChg>
        <pc:spChg chg="mod">
          <ac:chgData name="SERGIO SPANO'" userId="3abdd0b9-513e-40ac-aad4-56920065037d" providerId="ADAL" clId="{2DCFDF45-1F6B-4A47-892B-C9094FDD5642}" dt="2022-03-21T11:08:19.259" v="1310" actId="27803"/>
          <ac:spMkLst>
            <pc:docMk/>
            <pc:sldMk cId="1175821773" sldId="258"/>
            <ac:spMk id="672" creationId="{CD596A15-0893-440F-9E3E-3F65E982A6CA}"/>
          </ac:spMkLst>
        </pc:spChg>
        <pc:spChg chg="mod">
          <ac:chgData name="SERGIO SPANO'" userId="3abdd0b9-513e-40ac-aad4-56920065037d" providerId="ADAL" clId="{2DCFDF45-1F6B-4A47-892B-C9094FDD5642}" dt="2022-03-21T11:08:19.259" v="1310" actId="27803"/>
          <ac:spMkLst>
            <pc:docMk/>
            <pc:sldMk cId="1175821773" sldId="258"/>
            <ac:spMk id="673" creationId="{0323D2E6-1B2F-4F87-B6C0-EEE29703AE35}"/>
          </ac:spMkLst>
        </pc:spChg>
        <pc:spChg chg="mod">
          <ac:chgData name="SERGIO SPANO'" userId="3abdd0b9-513e-40ac-aad4-56920065037d" providerId="ADAL" clId="{2DCFDF45-1F6B-4A47-892B-C9094FDD5642}" dt="2022-03-21T11:08:19.259" v="1310" actId="27803"/>
          <ac:spMkLst>
            <pc:docMk/>
            <pc:sldMk cId="1175821773" sldId="258"/>
            <ac:spMk id="674" creationId="{890AC033-9AFD-47BF-9839-AA612312DB41}"/>
          </ac:spMkLst>
        </pc:spChg>
        <pc:spChg chg="mod">
          <ac:chgData name="SERGIO SPANO'" userId="3abdd0b9-513e-40ac-aad4-56920065037d" providerId="ADAL" clId="{2DCFDF45-1F6B-4A47-892B-C9094FDD5642}" dt="2022-03-21T11:08:19.259" v="1310" actId="27803"/>
          <ac:spMkLst>
            <pc:docMk/>
            <pc:sldMk cId="1175821773" sldId="258"/>
            <ac:spMk id="675" creationId="{21B92F51-C6B4-485E-B8BE-E9A98E89137C}"/>
          </ac:spMkLst>
        </pc:spChg>
        <pc:spChg chg="mod">
          <ac:chgData name="SERGIO SPANO'" userId="3abdd0b9-513e-40ac-aad4-56920065037d" providerId="ADAL" clId="{2DCFDF45-1F6B-4A47-892B-C9094FDD5642}" dt="2022-03-21T11:08:19.259" v="1310" actId="27803"/>
          <ac:spMkLst>
            <pc:docMk/>
            <pc:sldMk cId="1175821773" sldId="258"/>
            <ac:spMk id="676" creationId="{48167451-3F70-437F-A7AA-2C89B79B8D53}"/>
          </ac:spMkLst>
        </pc:spChg>
        <pc:spChg chg="mod">
          <ac:chgData name="SERGIO SPANO'" userId="3abdd0b9-513e-40ac-aad4-56920065037d" providerId="ADAL" clId="{2DCFDF45-1F6B-4A47-892B-C9094FDD5642}" dt="2022-03-21T11:08:19.259" v="1310" actId="27803"/>
          <ac:spMkLst>
            <pc:docMk/>
            <pc:sldMk cId="1175821773" sldId="258"/>
            <ac:spMk id="677" creationId="{AD6E1591-AD2B-4ECD-B29A-9F5123BB8CCB}"/>
          </ac:spMkLst>
        </pc:spChg>
        <pc:spChg chg="mod">
          <ac:chgData name="SERGIO SPANO'" userId="3abdd0b9-513e-40ac-aad4-56920065037d" providerId="ADAL" clId="{2DCFDF45-1F6B-4A47-892B-C9094FDD5642}" dt="2022-03-21T11:08:19.259" v="1310" actId="27803"/>
          <ac:spMkLst>
            <pc:docMk/>
            <pc:sldMk cId="1175821773" sldId="258"/>
            <ac:spMk id="678" creationId="{F8BAF0AB-7553-4FC2-8971-A13AA68360B8}"/>
          </ac:spMkLst>
        </pc:spChg>
        <pc:spChg chg="mod">
          <ac:chgData name="SERGIO SPANO'" userId="3abdd0b9-513e-40ac-aad4-56920065037d" providerId="ADAL" clId="{2DCFDF45-1F6B-4A47-892B-C9094FDD5642}" dt="2022-03-21T11:08:19.259" v="1310" actId="27803"/>
          <ac:spMkLst>
            <pc:docMk/>
            <pc:sldMk cId="1175821773" sldId="258"/>
            <ac:spMk id="679" creationId="{31B95083-C11E-4209-97F9-50DC49FAAE96}"/>
          </ac:spMkLst>
        </pc:spChg>
        <pc:spChg chg="mod">
          <ac:chgData name="SERGIO SPANO'" userId="3abdd0b9-513e-40ac-aad4-56920065037d" providerId="ADAL" clId="{2DCFDF45-1F6B-4A47-892B-C9094FDD5642}" dt="2022-03-21T11:08:19.259" v="1310" actId="27803"/>
          <ac:spMkLst>
            <pc:docMk/>
            <pc:sldMk cId="1175821773" sldId="258"/>
            <ac:spMk id="680" creationId="{36F8824E-CB98-4536-95D8-CAA9EB1367A2}"/>
          </ac:spMkLst>
        </pc:spChg>
        <pc:spChg chg="mod">
          <ac:chgData name="SERGIO SPANO'" userId="3abdd0b9-513e-40ac-aad4-56920065037d" providerId="ADAL" clId="{2DCFDF45-1F6B-4A47-892B-C9094FDD5642}" dt="2022-03-21T11:08:19.259" v="1310" actId="27803"/>
          <ac:spMkLst>
            <pc:docMk/>
            <pc:sldMk cId="1175821773" sldId="258"/>
            <ac:spMk id="681" creationId="{FA9B3370-4483-4D5C-9127-F8C0F20BAC11}"/>
          </ac:spMkLst>
        </pc:spChg>
        <pc:spChg chg="mod">
          <ac:chgData name="SERGIO SPANO'" userId="3abdd0b9-513e-40ac-aad4-56920065037d" providerId="ADAL" clId="{2DCFDF45-1F6B-4A47-892B-C9094FDD5642}" dt="2022-03-21T11:08:19.259" v="1310" actId="27803"/>
          <ac:spMkLst>
            <pc:docMk/>
            <pc:sldMk cId="1175821773" sldId="258"/>
            <ac:spMk id="682" creationId="{F42ADD09-A9EB-4EDE-9AC7-2B70B8829566}"/>
          </ac:spMkLst>
        </pc:spChg>
        <pc:spChg chg="mod">
          <ac:chgData name="SERGIO SPANO'" userId="3abdd0b9-513e-40ac-aad4-56920065037d" providerId="ADAL" clId="{2DCFDF45-1F6B-4A47-892B-C9094FDD5642}" dt="2022-03-21T11:08:19.259" v="1310" actId="27803"/>
          <ac:spMkLst>
            <pc:docMk/>
            <pc:sldMk cId="1175821773" sldId="258"/>
            <ac:spMk id="683" creationId="{A95D6B3D-90E0-407E-AB0E-CA00DE4EAB3A}"/>
          </ac:spMkLst>
        </pc:spChg>
        <pc:spChg chg="mod">
          <ac:chgData name="SERGIO SPANO'" userId="3abdd0b9-513e-40ac-aad4-56920065037d" providerId="ADAL" clId="{2DCFDF45-1F6B-4A47-892B-C9094FDD5642}" dt="2022-03-21T11:08:19.259" v="1310" actId="27803"/>
          <ac:spMkLst>
            <pc:docMk/>
            <pc:sldMk cId="1175821773" sldId="258"/>
            <ac:spMk id="684" creationId="{4DFCB895-42DA-4FA8-93BF-D682A9DF0DD9}"/>
          </ac:spMkLst>
        </pc:spChg>
        <pc:spChg chg="mod">
          <ac:chgData name="SERGIO SPANO'" userId="3abdd0b9-513e-40ac-aad4-56920065037d" providerId="ADAL" clId="{2DCFDF45-1F6B-4A47-892B-C9094FDD5642}" dt="2022-03-21T11:08:19.259" v="1310" actId="27803"/>
          <ac:spMkLst>
            <pc:docMk/>
            <pc:sldMk cId="1175821773" sldId="258"/>
            <ac:spMk id="685" creationId="{A35018CB-12B2-41E3-AB01-9947450308A0}"/>
          </ac:spMkLst>
        </pc:spChg>
        <pc:spChg chg="mod">
          <ac:chgData name="SERGIO SPANO'" userId="3abdd0b9-513e-40ac-aad4-56920065037d" providerId="ADAL" clId="{2DCFDF45-1F6B-4A47-892B-C9094FDD5642}" dt="2022-03-21T11:08:19.259" v="1310" actId="27803"/>
          <ac:spMkLst>
            <pc:docMk/>
            <pc:sldMk cId="1175821773" sldId="258"/>
            <ac:spMk id="686" creationId="{9A9AE2FD-71C8-4EFD-B0CB-0100B1F69D95}"/>
          </ac:spMkLst>
        </pc:spChg>
        <pc:spChg chg="mod">
          <ac:chgData name="SERGIO SPANO'" userId="3abdd0b9-513e-40ac-aad4-56920065037d" providerId="ADAL" clId="{2DCFDF45-1F6B-4A47-892B-C9094FDD5642}" dt="2022-03-21T11:08:19.259" v="1310" actId="27803"/>
          <ac:spMkLst>
            <pc:docMk/>
            <pc:sldMk cId="1175821773" sldId="258"/>
            <ac:spMk id="687" creationId="{87FFCCA1-80BA-4E79-8422-BDF228A1A9D0}"/>
          </ac:spMkLst>
        </pc:spChg>
        <pc:spChg chg="mod">
          <ac:chgData name="SERGIO SPANO'" userId="3abdd0b9-513e-40ac-aad4-56920065037d" providerId="ADAL" clId="{2DCFDF45-1F6B-4A47-892B-C9094FDD5642}" dt="2022-03-21T11:08:19.259" v="1310" actId="27803"/>
          <ac:spMkLst>
            <pc:docMk/>
            <pc:sldMk cId="1175821773" sldId="258"/>
            <ac:spMk id="688" creationId="{87581B2D-1615-4E10-8AD5-7C300937EAAA}"/>
          </ac:spMkLst>
        </pc:spChg>
        <pc:spChg chg="mod">
          <ac:chgData name="SERGIO SPANO'" userId="3abdd0b9-513e-40ac-aad4-56920065037d" providerId="ADAL" clId="{2DCFDF45-1F6B-4A47-892B-C9094FDD5642}" dt="2022-03-21T11:08:19.259" v="1310" actId="27803"/>
          <ac:spMkLst>
            <pc:docMk/>
            <pc:sldMk cId="1175821773" sldId="258"/>
            <ac:spMk id="689" creationId="{0F96BDCA-CE20-4607-A8E9-3E8A6EDC30AD}"/>
          </ac:spMkLst>
        </pc:spChg>
        <pc:spChg chg="mod">
          <ac:chgData name="SERGIO SPANO'" userId="3abdd0b9-513e-40ac-aad4-56920065037d" providerId="ADAL" clId="{2DCFDF45-1F6B-4A47-892B-C9094FDD5642}" dt="2022-03-21T11:08:19.259" v="1310" actId="27803"/>
          <ac:spMkLst>
            <pc:docMk/>
            <pc:sldMk cId="1175821773" sldId="258"/>
            <ac:spMk id="690" creationId="{624C0B49-9672-4057-87A2-DA42C6625838}"/>
          </ac:spMkLst>
        </pc:spChg>
        <pc:spChg chg="mod">
          <ac:chgData name="SERGIO SPANO'" userId="3abdd0b9-513e-40ac-aad4-56920065037d" providerId="ADAL" clId="{2DCFDF45-1F6B-4A47-892B-C9094FDD5642}" dt="2022-03-21T11:08:19.259" v="1310" actId="27803"/>
          <ac:spMkLst>
            <pc:docMk/>
            <pc:sldMk cId="1175821773" sldId="258"/>
            <ac:spMk id="691" creationId="{DD6D7E33-F9A1-4C7B-BABF-504A30694DF7}"/>
          </ac:spMkLst>
        </pc:spChg>
        <pc:spChg chg="mod">
          <ac:chgData name="SERGIO SPANO'" userId="3abdd0b9-513e-40ac-aad4-56920065037d" providerId="ADAL" clId="{2DCFDF45-1F6B-4A47-892B-C9094FDD5642}" dt="2022-03-21T11:08:19.259" v="1310" actId="27803"/>
          <ac:spMkLst>
            <pc:docMk/>
            <pc:sldMk cId="1175821773" sldId="258"/>
            <ac:spMk id="692" creationId="{3275E72D-C68A-4FEF-A79C-39694CAC1D30}"/>
          </ac:spMkLst>
        </pc:spChg>
        <pc:spChg chg="mod">
          <ac:chgData name="SERGIO SPANO'" userId="3abdd0b9-513e-40ac-aad4-56920065037d" providerId="ADAL" clId="{2DCFDF45-1F6B-4A47-892B-C9094FDD5642}" dt="2022-03-21T11:08:19.259" v="1310" actId="27803"/>
          <ac:spMkLst>
            <pc:docMk/>
            <pc:sldMk cId="1175821773" sldId="258"/>
            <ac:spMk id="693" creationId="{294BA2E5-4C94-4A57-917C-B2E3D6582C48}"/>
          </ac:spMkLst>
        </pc:spChg>
        <pc:spChg chg="mod">
          <ac:chgData name="SERGIO SPANO'" userId="3abdd0b9-513e-40ac-aad4-56920065037d" providerId="ADAL" clId="{2DCFDF45-1F6B-4A47-892B-C9094FDD5642}" dt="2022-03-21T11:08:19.259" v="1310" actId="27803"/>
          <ac:spMkLst>
            <pc:docMk/>
            <pc:sldMk cId="1175821773" sldId="258"/>
            <ac:spMk id="694" creationId="{FB808B9B-0B89-45F3-A4A5-B9F9172A4A2E}"/>
          </ac:spMkLst>
        </pc:spChg>
        <pc:spChg chg="mod">
          <ac:chgData name="SERGIO SPANO'" userId="3abdd0b9-513e-40ac-aad4-56920065037d" providerId="ADAL" clId="{2DCFDF45-1F6B-4A47-892B-C9094FDD5642}" dt="2022-03-21T11:08:19.259" v="1310" actId="27803"/>
          <ac:spMkLst>
            <pc:docMk/>
            <pc:sldMk cId="1175821773" sldId="258"/>
            <ac:spMk id="695" creationId="{05AD1271-426A-41C5-9259-2591B8B3516F}"/>
          </ac:spMkLst>
        </pc:spChg>
        <pc:spChg chg="mod">
          <ac:chgData name="SERGIO SPANO'" userId="3abdd0b9-513e-40ac-aad4-56920065037d" providerId="ADAL" clId="{2DCFDF45-1F6B-4A47-892B-C9094FDD5642}" dt="2022-03-21T11:08:19.259" v="1310" actId="27803"/>
          <ac:spMkLst>
            <pc:docMk/>
            <pc:sldMk cId="1175821773" sldId="258"/>
            <ac:spMk id="696" creationId="{70D5F892-A6AC-42C0-B868-99BEBFB8E3DC}"/>
          </ac:spMkLst>
        </pc:spChg>
        <pc:spChg chg="mod">
          <ac:chgData name="SERGIO SPANO'" userId="3abdd0b9-513e-40ac-aad4-56920065037d" providerId="ADAL" clId="{2DCFDF45-1F6B-4A47-892B-C9094FDD5642}" dt="2022-03-21T11:08:19.259" v="1310" actId="27803"/>
          <ac:spMkLst>
            <pc:docMk/>
            <pc:sldMk cId="1175821773" sldId="258"/>
            <ac:spMk id="697" creationId="{33011124-6903-4612-81D8-68AF582789D7}"/>
          </ac:spMkLst>
        </pc:spChg>
        <pc:spChg chg="mod">
          <ac:chgData name="SERGIO SPANO'" userId="3abdd0b9-513e-40ac-aad4-56920065037d" providerId="ADAL" clId="{2DCFDF45-1F6B-4A47-892B-C9094FDD5642}" dt="2022-03-21T11:08:19.259" v="1310" actId="27803"/>
          <ac:spMkLst>
            <pc:docMk/>
            <pc:sldMk cId="1175821773" sldId="258"/>
            <ac:spMk id="698" creationId="{B62E762C-8F3D-4341-8342-6F307A067367}"/>
          </ac:spMkLst>
        </pc:spChg>
        <pc:spChg chg="mod">
          <ac:chgData name="SERGIO SPANO'" userId="3abdd0b9-513e-40ac-aad4-56920065037d" providerId="ADAL" clId="{2DCFDF45-1F6B-4A47-892B-C9094FDD5642}" dt="2022-03-21T11:08:19.259" v="1310" actId="27803"/>
          <ac:spMkLst>
            <pc:docMk/>
            <pc:sldMk cId="1175821773" sldId="258"/>
            <ac:spMk id="699" creationId="{5CD7AAB6-F889-4ED9-9558-5D5176ED2C7C}"/>
          </ac:spMkLst>
        </pc:spChg>
        <pc:spChg chg="mod">
          <ac:chgData name="SERGIO SPANO'" userId="3abdd0b9-513e-40ac-aad4-56920065037d" providerId="ADAL" clId="{2DCFDF45-1F6B-4A47-892B-C9094FDD5642}" dt="2022-03-21T11:08:19.259" v="1310" actId="27803"/>
          <ac:spMkLst>
            <pc:docMk/>
            <pc:sldMk cId="1175821773" sldId="258"/>
            <ac:spMk id="700" creationId="{2E03DD61-7451-43CA-A774-43EF38BBEB19}"/>
          </ac:spMkLst>
        </pc:spChg>
        <pc:spChg chg="mod">
          <ac:chgData name="SERGIO SPANO'" userId="3abdd0b9-513e-40ac-aad4-56920065037d" providerId="ADAL" clId="{2DCFDF45-1F6B-4A47-892B-C9094FDD5642}" dt="2022-03-21T11:08:19.259" v="1310" actId="27803"/>
          <ac:spMkLst>
            <pc:docMk/>
            <pc:sldMk cId="1175821773" sldId="258"/>
            <ac:spMk id="701" creationId="{E0FF4660-F7EF-4CDD-9867-D4D455BFA777}"/>
          </ac:spMkLst>
        </pc:spChg>
        <pc:spChg chg="mod">
          <ac:chgData name="SERGIO SPANO'" userId="3abdd0b9-513e-40ac-aad4-56920065037d" providerId="ADAL" clId="{2DCFDF45-1F6B-4A47-892B-C9094FDD5642}" dt="2022-03-21T11:08:19.259" v="1310" actId="27803"/>
          <ac:spMkLst>
            <pc:docMk/>
            <pc:sldMk cId="1175821773" sldId="258"/>
            <ac:spMk id="702" creationId="{1A77FD81-BDDE-4637-88EA-8986B1B03B0A}"/>
          </ac:spMkLst>
        </pc:spChg>
        <pc:spChg chg="mod">
          <ac:chgData name="SERGIO SPANO'" userId="3abdd0b9-513e-40ac-aad4-56920065037d" providerId="ADAL" clId="{2DCFDF45-1F6B-4A47-892B-C9094FDD5642}" dt="2022-03-21T11:08:19.259" v="1310" actId="27803"/>
          <ac:spMkLst>
            <pc:docMk/>
            <pc:sldMk cId="1175821773" sldId="258"/>
            <ac:spMk id="703" creationId="{AEC4F028-5D44-4F45-9D42-0A312BBF4613}"/>
          </ac:spMkLst>
        </pc:spChg>
        <pc:spChg chg="mod">
          <ac:chgData name="SERGIO SPANO'" userId="3abdd0b9-513e-40ac-aad4-56920065037d" providerId="ADAL" clId="{2DCFDF45-1F6B-4A47-892B-C9094FDD5642}" dt="2022-03-21T11:08:19.259" v="1310" actId="27803"/>
          <ac:spMkLst>
            <pc:docMk/>
            <pc:sldMk cId="1175821773" sldId="258"/>
            <ac:spMk id="704" creationId="{363609E2-8068-4D10-819E-D9E28F799930}"/>
          </ac:spMkLst>
        </pc:spChg>
        <pc:spChg chg="mod">
          <ac:chgData name="SERGIO SPANO'" userId="3abdd0b9-513e-40ac-aad4-56920065037d" providerId="ADAL" clId="{2DCFDF45-1F6B-4A47-892B-C9094FDD5642}" dt="2022-03-21T11:08:19.259" v="1310" actId="27803"/>
          <ac:spMkLst>
            <pc:docMk/>
            <pc:sldMk cId="1175821773" sldId="258"/>
            <ac:spMk id="705" creationId="{3142832D-424E-47FC-94EB-09B0A1A95D50}"/>
          </ac:spMkLst>
        </pc:spChg>
        <pc:spChg chg="mod">
          <ac:chgData name="SERGIO SPANO'" userId="3abdd0b9-513e-40ac-aad4-56920065037d" providerId="ADAL" clId="{2DCFDF45-1F6B-4A47-892B-C9094FDD5642}" dt="2022-03-21T11:08:19.259" v="1310" actId="27803"/>
          <ac:spMkLst>
            <pc:docMk/>
            <pc:sldMk cId="1175821773" sldId="258"/>
            <ac:spMk id="706" creationId="{4A1389DE-E396-4E04-8B5A-6963461B0019}"/>
          </ac:spMkLst>
        </pc:spChg>
        <pc:spChg chg="mod">
          <ac:chgData name="SERGIO SPANO'" userId="3abdd0b9-513e-40ac-aad4-56920065037d" providerId="ADAL" clId="{2DCFDF45-1F6B-4A47-892B-C9094FDD5642}" dt="2022-03-21T11:08:19.259" v="1310" actId="27803"/>
          <ac:spMkLst>
            <pc:docMk/>
            <pc:sldMk cId="1175821773" sldId="258"/>
            <ac:spMk id="707" creationId="{B5138BEC-2222-4081-AEA4-992B1F53117D}"/>
          </ac:spMkLst>
        </pc:spChg>
        <pc:spChg chg="mod">
          <ac:chgData name="SERGIO SPANO'" userId="3abdd0b9-513e-40ac-aad4-56920065037d" providerId="ADAL" clId="{2DCFDF45-1F6B-4A47-892B-C9094FDD5642}" dt="2022-03-21T11:08:19.259" v="1310" actId="27803"/>
          <ac:spMkLst>
            <pc:docMk/>
            <pc:sldMk cId="1175821773" sldId="258"/>
            <ac:spMk id="708" creationId="{7E94B254-670C-4C29-94C7-519F0373D41C}"/>
          </ac:spMkLst>
        </pc:spChg>
        <pc:spChg chg="mod">
          <ac:chgData name="SERGIO SPANO'" userId="3abdd0b9-513e-40ac-aad4-56920065037d" providerId="ADAL" clId="{2DCFDF45-1F6B-4A47-892B-C9094FDD5642}" dt="2022-03-21T11:08:19.259" v="1310" actId="27803"/>
          <ac:spMkLst>
            <pc:docMk/>
            <pc:sldMk cId="1175821773" sldId="258"/>
            <ac:spMk id="709" creationId="{F9CAEF65-A6ED-4955-9431-AE50F49005A5}"/>
          </ac:spMkLst>
        </pc:spChg>
        <pc:spChg chg="mod">
          <ac:chgData name="SERGIO SPANO'" userId="3abdd0b9-513e-40ac-aad4-56920065037d" providerId="ADAL" clId="{2DCFDF45-1F6B-4A47-892B-C9094FDD5642}" dt="2022-03-21T11:08:19.259" v="1310" actId="27803"/>
          <ac:spMkLst>
            <pc:docMk/>
            <pc:sldMk cId="1175821773" sldId="258"/>
            <ac:spMk id="710" creationId="{5E6EC43B-CF41-4EAC-95CF-01D61E2F520A}"/>
          </ac:spMkLst>
        </pc:spChg>
        <pc:spChg chg="mod">
          <ac:chgData name="SERGIO SPANO'" userId="3abdd0b9-513e-40ac-aad4-56920065037d" providerId="ADAL" clId="{2DCFDF45-1F6B-4A47-892B-C9094FDD5642}" dt="2022-03-21T11:08:19.259" v="1310" actId="27803"/>
          <ac:spMkLst>
            <pc:docMk/>
            <pc:sldMk cId="1175821773" sldId="258"/>
            <ac:spMk id="711" creationId="{FD01A6A5-AF41-4FB6-AC9C-1C70A9B3CCE8}"/>
          </ac:spMkLst>
        </pc:spChg>
        <pc:spChg chg="mod">
          <ac:chgData name="SERGIO SPANO'" userId="3abdd0b9-513e-40ac-aad4-56920065037d" providerId="ADAL" clId="{2DCFDF45-1F6B-4A47-892B-C9094FDD5642}" dt="2022-03-21T11:08:19.259" v="1310" actId="27803"/>
          <ac:spMkLst>
            <pc:docMk/>
            <pc:sldMk cId="1175821773" sldId="258"/>
            <ac:spMk id="712" creationId="{7BBB2C26-1B43-43A1-BF62-A58B0F011AA2}"/>
          </ac:spMkLst>
        </pc:spChg>
        <pc:spChg chg="mod">
          <ac:chgData name="SERGIO SPANO'" userId="3abdd0b9-513e-40ac-aad4-56920065037d" providerId="ADAL" clId="{2DCFDF45-1F6B-4A47-892B-C9094FDD5642}" dt="2022-03-21T11:08:19.259" v="1310" actId="27803"/>
          <ac:spMkLst>
            <pc:docMk/>
            <pc:sldMk cId="1175821773" sldId="258"/>
            <ac:spMk id="713" creationId="{9512F2A8-9E59-469B-81B6-4CC1EBC92B38}"/>
          </ac:spMkLst>
        </pc:spChg>
        <pc:spChg chg="mod">
          <ac:chgData name="SERGIO SPANO'" userId="3abdd0b9-513e-40ac-aad4-56920065037d" providerId="ADAL" clId="{2DCFDF45-1F6B-4A47-892B-C9094FDD5642}" dt="2022-03-21T11:08:19.259" v="1310" actId="27803"/>
          <ac:spMkLst>
            <pc:docMk/>
            <pc:sldMk cId="1175821773" sldId="258"/>
            <ac:spMk id="714" creationId="{630605B6-DDDC-49C0-90CA-5419B425C848}"/>
          </ac:spMkLst>
        </pc:spChg>
        <pc:spChg chg="mod">
          <ac:chgData name="SERGIO SPANO'" userId="3abdd0b9-513e-40ac-aad4-56920065037d" providerId="ADAL" clId="{2DCFDF45-1F6B-4A47-892B-C9094FDD5642}" dt="2022-03-21T11:08:19.259" v="1310" actId="27803"/>
          <ac:spMkLst>
            <pc:docMk/>
            <pc:sldMk cId="1175821773" sldId="258"/>
            <ac:spMk id="715" creationId="{92DBFC92-E5F1-4E98-85DB-3145EE60E30E}"/>
          </ac:spMkLst>
        </pc:spChg>
        <pc:spChg chg="mod">
          <ac:chgData name="SERGIO SPANO'" userId="3abdd0b9-513e-40ac-aad4-56920065037d" providerId="ADAL" clId="{2DCFDF45-1F6B-4A47-892B-C9094FDD5642}" dt="2022-03-21T11:08:19.259" v="1310" actId="27803"/>
          <ac:spMkLst>
            <pc:docMk/>
            <pc:sldMk cId="1175821773" sldId="258"/>
            <ac:spMk id="716" creationId="{27C13A77-CFC6-4176-9A48-B7FA2B40A9A2}"/>
          </ac:spMkLst>
        </pc:spChg>
        <pc:spChg chg="mod">
          <ac:chgData name="SERGIO SPANO'" userId="3abdd0b9-513e-40ac-aad4-56920065037d" providerId="ADAL" clId="{2DCFDF45-1F6B-4A47-892B-C9094FDD5642}" dt="2022-03-21T11:08:19.259" v="1310" actId="27803"/>
          <ac:spMkLst>
            <pc:docMk/>
            <pc:sldMk cId="1175821773" sldId="258"/>
            <ac:spMk id="717" creationId="{B5785B3C-D413-4793-B9C9-A81DAAF7C351}"/>
          </ac:spMkLst>
        </pc:spChg>
        <pc:spChg chg="mod">
          <ac:chgData name="SERGIO SPANO'" userId="3abdd0b9-513e-40ac-aad4-56920065037d" providerId="ADAL" clId="{2DCFDF45-1F6B-4A47-892B-C9094FDD5642}" dt="2022-03-21T11:08:19.259" v="1310" actId="27803"/>
          <ac:spMkLst>
            <pc:docMk/>
            <pc:sldMk cId="1175821773" sldId="258"/>
            <ac:spMk id="718" creationId="{46438886-3589-4FAD-97FD-726588165D5F}"/>
          </ac:spMkLst>
        </pc:spChg>
        <pc:spChg chg="mod">
          <ac:chgData name="SERGIO SPANO'" userId="3abdd0b9-513e-40ac-aad4-56920065037d" providerId="ADAL" clId="{2DCFDF45-1F6B-4A47-892B-C9094FDD5642}" dt="2022-03-21T11:08:19.259" v="1310" actId="27803"/>
          <ac:spMkLst>
            <pc:docMk/>
            <pc:sldMk cId="1175821773" sldId="258"/>
            <ac:spMk id="719" creationId="{4E3E8B53-9D9F-4AC8-9212-402496B9F7FD}"/>
          </ac:spMkLst>
        </pc:spChg>
        <pc:spChg chg="mod">
          <ac:chgData name="SERGIO SPANO'" userId="3abdd0b9-513e-40ac-aad4-56920065037d" providerId="ADAL" clId="{2DCFDF45-1F6B-4A47-892B-C9094FDD5642}" dt="2022-03-21T11:08:19.259" v="1310" actId="27803"/>
          <ac:spMkLst>
            <pc:docMk/>
            <pc:sldMk cId="1175821773" sldId="258"/>
            <ac:spMk id="720" creationId="{674339E7-43E4-4AC8-8520-6F88F5AE0DD0}"/>
          </ac:spMkLst>
        </pc:spChg>
        <pc:spChg chg="mod">
          <ac:chgData name="SERGIO SPANO'" userId="3abdd0b9-513e-40ac-aad4-56920065037d" providerId="ADAL" clId="{2DCFDF45-1F6B-4A47-892B-C9094FDD5642}" dt="2022-03-21T11:08:19.259" v="1310" actId="27803"/>
          <ac:spMkLst>
            <pc:docMk/>
            <pc:sldMk cId="1175821773" sldId="258"/>
            <ac:spMk id="721" creationId="{870EF06F-AA53-4156-9339-808814790A7E}"/>
          </ac:spMkLst>
        </pc:spChg>
        <pc:spChg chg="mod">
          <ac:chgData name="SERGIO SPANO'" userId="3abdd0b9-513e-40ac-aad4-56920065037d" providerId="ADAL" clId="{2DCFDF45-1F6B-4A47-892B-C9094FDD5642}" dt="2022-03-21T11:08:19.259" v="1310" actId="27803"/>
          <ac:spMkLst>
            <pc:docMk/>
            <pc:sldMk cId="1175821773" sldId="258"/>
            <ac:spMk id="722" creationId="{65A57AB3-5F6C-4E8B-AEBC-D630E15C015F}"/>
          </ac:spMkLst>
        </pc:spChg>
        <pc:spChg chg="mod">
          <ac:chgData name="SERGIO SPANO'" userId="3abdd0b9-513e-40ac-aad4-56920065037d" providerId="ADAL" clId="{2DCFDF45-1F6B-4A47-892B-C9094FDD5642}" dt="2022-03-21T11:08:19.259" v="1310" actId="27803"/>
          <ac:spMkLst>
            <pc:docMk/>
            <pc:sldMk cId="1175821773" sldId="258"/>
            <ac:spMk id="723" creationId="{29F51E31-AF3A-4121-9BBE-129E65D94741}"/>
          </ac:spMkLst>
        </pc:spChg>
        <pc:spChg chg="mod">
          <ac:chgData name="SERGIO SPANO'" userId="3abdd0b9-513e-40ac-aad4-56920065037d" providerId="ADAL" clId="{2DCFDF45-1F6B-4A47-892B-C9094FDD5642}" dt="2022-03-21T11:08:19.259" v="1310" actId="27803"/>
          <ac:spMkLst>
            <pc:docMk/>
            <pc:sldMk cId="1175821773" sldId="258"/>
            <ac:spMk id="724" creationId="{4F667A88-25DC-48C7-87C6-B50CBA63D01E}"/>
          </ac:spMkLst>
        </pc:spChg>
        <pc:spChg chg="mod">
          <ac:chgData name="SERGIO SPANO'" userId="3abdd0b9-513e-40ac-aad4-56920065037d" providerId="ADAL" clId="{2DCFDF45-1F6B-4A47-892B-C9094FDD5642}" dt="2022-03-21T11:08:19.259" v="1310" actId="27803"/>
          <ac:spMkLst>
            <pc:docMk/>
            <pc:sldMk cId="1175821773" sldId="258"/>
            <ac:spMk id="725" creationId="{06FD3078-196C-4942-9BE8-2128A07DD4A4}"/>
          </ac:spMkLst>
        </pc:spChg>
        <pc:spChg chg="mod">
          <ac:chgData name="SERGIO SPANO'" userId="3abdd0b9-513e-40ac-aad4-56920065037d" providerId="ADAL" clId="{2DCFDF45-1F6B-4A47-892B-C9094FDD5642}" dt="2022-03-21T11:08:19.259" v="1310" actId="27803"/>
          <ac:spMkLst>
            <pc:docMk/>
            <pc:sldMk cId="1175821773" sldId="258"/>
            <ac:spMk id="726" creationId="{23C81DF1-349E-4B9E-9F02-0B86DAED1BEF}"/>
          </ac:spMkLst>
        </pc:spChg>
        <pc:spChg chg="mod">
          <ac:chgData name="SERGIO SPANO'" userId="3abdd0b9-513e-40ac-aad4-56920065037d" providerId="ADAL" clId="{2DCFDF45-1F6B-4A47-892B-C9094FDD5642}" dt="2022-03-21T11:08:19.259" v="1310" actId="27803"/>
          <ac:spMkLst>
            <pc:docMk/>
            <pc:sldMk cId="1175821773" sldId="258"/>
            <ac:spMk id="727" creationId="{FE3850D3-2C5D-4CAA-A00A-9A43B50787A5}"/>
          </ac:spMkLst>
        </pc:spChg>
        <pc:spChg chg="mod">
          <ac:chgData name="SERGIO SPANO'" userId="3abdd0b9-513e-40ac-aad4-56920065037d" providerId="ADAL" clId="{2DCFDF45-1F6B-4A47-892B-C9094FDD5642}" dt="2022-03-21T11:08:19.259" v="1310" actId="27803"/>
          <ac:spMkLst>
            <pc:docMk/>
            <pc:sldMk cId="1175821773" sldId="258"/>
            <ac:spMk id="728" creationId="{C5CC62DA-BEC7-4036-B5A0-FEB1151BC0DC}"/>
          </ac:spMkLst>
        </pc:spChg>
        <pc:spChg chg="mod">
          <ac:chgData name="SERGIO SPANO'" userId="3abdd0b9-513e-40ac-aad4-56920065037d" providerId="ADAL" clId="{2DCFDF45-1F6B-4A47-892B-C9094FDD5642}" dt="2022-03-21T11:08:19.259" v="1310" actId="27803"/>
          <ac:spMkLst>
            <pc:docMk/>
            <pc:sldMk cId="1175821773" sldId="258"/>
            <ac:spMk id="729" creationId="{89661852-DFFF-4A43-AE16-3603F4745E73}"/>
          </ac:spMkLst>
        </pc:spChg>
        <pc:spChg chg="mod">
          <ac:chgData name="SERGIO SPANO'" userId="3abdd0b9-513e-40ac-aad4-56920065037d" providerId="ADAL" clId="{2DCFDF45-1F6B-4A47-892B-C9094FDD5642}" dt="2022-03-21T11:08:19.259" v="1310" actId="27803"/>
          <ac:spMkLst>
            <pc:docMk/>
            <pc:sldMk cId="1175821773" sldId="258"/>
            <ac:spMk id="730" creationId="{9DFA4613-E2B7-4BAC-AC51-3A2CC3627DCB}"/>
          </ac:spMkLst>
        </pc:spChg>
        <pc:spChg chg="mod">
          <ac:chgData name="SERGIO SPANO'" userId="3abdd0b9-513e-40ac-aad4-56920065037d" providerId="ADAL" clId="{2DCFDF45-1F6B-4A47-892B-C9094FDD5642}" dt="2022-03-21T11:08:19.259" v="1310" actId="27803"/>
          <ac:spMkLst>
            <pc:docMk/>
            <pc:sldMk cId="1175821773" sldId="258"/>
            <ac:spMk id="731" creationId="{5900D49A-74FE-4894-A05B-15811844E7EF}"/>
          </ac:spMkLst>
        </pc:spChg>
        <pc:spChg chg="mod">
          <ac:chgData name="SERGIO SPANO'" userId="3abdd0b9-513e-40ac-aad4-56920065037d" providerId="ADAL" clId="{2DCFDF45-1F6B-4A47-892B-C9094FDD5642}" dt="2022-03-21T11:08:19.259" v="1310" actId="27803"/>
          <ac:spMkLst>
            <pc:docMk/>
            <pc:sldMk cId="1175821773" sldId="258"/>
            <ac:spMk id="732" creationId="{BCC067F2-241D-4955-8C09-ECFB00BAF5D9}"/>
          </ac:spMkLst>
        </pc:spChg>
        <pc:spChg chg="mod">
          <ac:chgData name="SERGIO SPANO'" userId="3abdd0b9-513e-40ac-aad4-56920065037d" providerId="ADAL" clId="{2DCFDF45-1F6B-4A47-892B-C9094FDD5642}" dt="2022-03-21T11:08:19.259" v="1310" actId="27803"/>
          <ac:spMkLst>
            <pc:docMk/>
            <pc:sldMk cId="1175821773" sldId="258"/>
            <ac:spMk id="733" creationId="{1DE76DD2-603D-49F5-98D2-D390C1CA01FB}"/>
          </ac:spMkLst>
        </pc:spChg>
        <pc:spChg chg="mod">
          <ac:chgData name="SERGIO SPANO'" userId="3abdd0b9-513e-40ac-aad4-56920065037d" providerId="ADAL" clId="{2DCFDF45-1F6B-4A47-892B-C9094FDD5642}" dt="2022-03-21T11:08:19.259" v="1310" actId="27803"/>
          <ac:spMkLst>
            <pc:docMk/>
            <pc:sldMk cId="1175821773" sldId="258"/>
            <ac:spMk id="734" creationId="{F08412D3-2827-46D6-A53C-6694390F6403}"/>
          </ac:spMkLst>
        </pc:spChg>
        <pc:spChg chg="mod">
          <ac:chgData name="SERGIO SPANO'" userId="3abdd0b9-513e-40ac-aad4-56920065037d" providerId="ADAL" clId="{2DCFDF45-1F6B-4A47-892B-C9094FDD5642}" dt="2022-03-21T11:08:19.259" v="1310" actId="27803"/>
          <ac:spMkLst>
            <pc:docMk/>
            <pc:sldMk cId="1175821773" sldId="258"/>
            <ac:spMk id="735" creationId="{A3DD91CE-4276-423D-8E4A-8DB0B6AA9751}"/>
          </ac:spMkLst>
        </pc:spChg>
        <pc:spChg chg="mod">
          <ac:chgData name="SERGIO SPANO'" userId="3abdd0b9-513e-40ac-aad4-56920065037d" providerId="ADAL" clId="{2DCFDF45-1F6B-4A47-892B-C9094FDD5642}" dt="2022-03-21T11:08:19.259" v="1310" actId="27803"/>
          <ac:spMkLst>
            <pc:docMk/>
            <pc:sldMk cId="1175821773" sldId="258"/>
            <ac:spMk id="736" creationId="{68E9DE53-6428-4400-9B00-6DDEC77A80B4}"/>
          </ac:spMkLst>
        </pc:spChg>
        <pc:spChg chg="mod">
          <ac:chgData name="SERGIO SPANO'" userId="3abdd0b9-513e-40ac-aad4-56920065037d" providerId="ADAL" clId="{2DCFDF45-1F6B-4A47-892B-C9094FDD5642}" dt="2022-03-21T11:08:19.259" v="1310" actId="27803"/>
          <ac:spMkLst>
            <pc:docMk/>
            <pc:sldMk cId="1175821773" sldId="258"/>
            <ac:spMk id="737" creationId="{31CFC590-577C-479B-92C1-912608EA0EC2}"/>
          </ac:spMkLst>
        </pc:spChg>
        <pc:spChg chg="mod">
          <ac:chgData name="SERGIO SPANO'" userId="3abdd0b9-513e-40ac-aad4-56920065037d" providerId="ADAL" clId="{2DCFDF45-1F6B-4A47-892B-C9094FDD5642}" dt="2022-03-21T11:08:19.259" v="1310" actId="27803"/>
          <ac:spMkLst>
            <pc:docMk/>
            <pc:sldMk cId="1175821773" sldId="258"/>
            <ac:spMk id="738" creationId="{933FB890-5D91-411C-A715-6FACEFBCECDB}"/>
          </ac:spMkLst>
        </pc:spChg>
        <pc:spChg chg="mod">
          <ac:chgData name="SERGIO SPANO'" userId="3abdd0b9-513e-40ac-aad4-56920065037d" providerId="ADAL" clId="{2DCFDF45-1F6B-4A47-892B-C9094FDD5642}" dt="2022-03-21T11:08:19.259" v="1310" actId="27803"/>
          <ac:spMkLst>
            <pc:docMk/>
            <pc:sldMk cId="1175821773" sldId="258"/>
            <ac:spMk id="739" creationId="{1487136E-858E-4E0D-BFA2-EDA86E86EA13}"/>
          </ac:spMkLst>
        </pc:spChg>
        <pc:spChg chg="mod">
          <ac:chgData name="SERGIO SPANO'" userId="3abdd0b9-513e-40ac-aad4-56920065037d" providerId="ADAL" clId="{2DCFDF45-1F6B-4A47-892B-C9094FDD5642}" dt="2022-03-21T11:08:19.259" v="1310" actId="27803"/>
          <ac:spMkLst>
            <pc:docMk/>
            <pc:sldMk cId="1175821773" sldId="258"/>
            <ac:spMk id="740" creationId="{98673480-5D1F-4CC3-ACC6-E25C1721AD11}"/>
          </ac:spMkLst>
        </pc:spChg>
        <pc:spChg chg="mod">
          <ac:chgData name="SERGIO SPANO'" userId="3abdd0b9-513e-40ac-aad4-56920065037d" providerId="ADAL" clId="{2DCFDF45-1F6B-4A47-892B-C9094FDD5642}" dt="2022-03-21T11:08:19.259" v="1310" actId="27803"/>
          <ac:spMkLst>
            <pc:docMk/>
            <pc:sldMk cId="1175821773" sldId="258"/>
            <ac:spMk id="741" creationId="{699111D8-F896-42A3-BBF6-FE91F80DFE25}"/>
          </ac:spMkLst>
        </pc:spChg>
        <pc:spChg chg="mod">
          <ac:chgData name="SERGIO SPANO'" userId="3abdd0b9-513e-40ac-aad4-56920065037d" providerId="ADAL" clId="{2DCFDF45-1F6B-4A47-892B-C9094FDD5642}" dt="2022-03-21T11:08:19.259" v="1310" actId="27803"/>
          <ac:spMkLst>
            <pc:docMk/>
            <pc:sldMk cId="1175821773" sldId="258"/>
            <ac:spMk id="742" creationId="{7C60CD05-A138-4C78-A5E1-411B3CE6A52A}"/>
          </ac:spMkLst>
        </pc:spChg>
        <pc:spChg chg="mod">
          <ac:chgData name="SERGIO SPANO'" userId="3abdd0b9-513e-40ac-aad4-56920065037d" providerId="ADAL" clId="{2DCFDF45-1F6B-4A47-892B-C9094FDD5642}" dt="2022-03-21T11:08:19.259" v="1310" actId="27803"/>
          <ac:spMkLst>
            <pc:docMk/>
            <pc:sldMk cId="1175821773" sldId="258"/>
            <ac:spMk id="743" creationId="{446214BB-3D5F-4D56-A9C9-2C5765150501}"/>
          </ac:spMkLst>
        </pc:spChg>
        <pc:spChg chg="mod">
          <ac:chgData name="SERGIO SPANO'" userId="3abdd0b9-513e-40ac-aad4-56920065037d" providerId="ADAL" clId="{2DCFDF45-1F6B-4A47-892B-C9094FDD5642}" dt="2022-03-21T11:08:19.259" v="1310" actId="27803"/>
          <ac:spMkLst>
            <pc:docMk/>
            <pc:sldMk cId="1175821773" sldId="258"/>
            <ac:spMk id="744" creationId="{9FA4C961-4E19-4FD8-896A-53EA3A1F5B66}"/>
          </ac:spMkLst>
        </pc:spChg>
        <pc:spChg chg="mod">
          <ac:chgData name="SERGIO SPANO'" userId="3abdd0b9-513e-40ac-aad4-56920065037d" providerId="ADAL" clId="{2DCFDF45-1F6B-4A47-892B-C9094FDD5642}" dt="2022-03-21T11:08:19.259" v="1310" actId="27803"/>
          <ac:spMkLst>
            <pc:docMk/>
            <pc:sldMk cId="1175821773" sldId="258"/>
            <ac:spMk id="745" creationId="{6CEEED20-F6FE-48BE-87D0-B91E6B19D5B2}"/>
          </ac:spMkLst>
        </pc:spChg>
        <pc:spChg chg="mod">
          <ac:chgData name="SERGIO SPANO'" userId="3abdd0b9-513e-40ac-aad4-56920065037d" providerId="ADAL" clId="{2DCFDF45-1F6B-4A47-892B-C9094FDD5642}" dt="2022-03-21T11:08:19.259" v="1310" actId="27803"/>
          <ac:spMkLst>
            <pc:docMk/>
            <pc:sldMk cId="1175821773" sldId="258"/>
            <ac:spMk id="746" creationId="{F444095B-A2D8-4020-A742-D80E09722892}"/>
          </ac:spMkLst>
        </pc:spChg>
        <pc:spChg chg="mod">
          <ac:chgData name="SERGIO SPANO'" userId="3abdd0b9-513e-40ac-aad4-56920065037d" providerId="ADAL" clId="{2DCFDF45-1F6B-4A47-892B-C9094FDD5642}" dt="2022-03-21T11:08:19.259" v="1310" actId="27803"/>
          <ac:spMkLst>
            <pc:docMk/>
            <pc:sldMk cId="1175821773" sldId="258"/>
            <ac:spMk id="747" creationId="{2E1D2C44-F9C6-4A13-B1D0-2A343D946A95}"/>
          </ac:spMkLst>
        </pc:spChg>
        <pc:spChg chg="mod">
          <ac:chgData name="SERGIO SPANO'" userId="3abdd0b9-513e-40ac-aad4-56920065037d" providerId="ADAL" clId="{2DCFDF45-1F6B-4A47-892B-C9094FDD5642}" dt="2022-03-21T11:08:19.259" v="1310" actId="27803"/>
          <ac:spMkLst>
            <pc:docMk/>
            <pc:sldMk cId="1175821773" sldId="258"/>
            <ac:spMk id="748" creationId="{674E9858-CC12-4398-9D19-EBC4E5B8B78C}"/>
          </ac:spMkLst>
        </pc:spChg>
        <pc:spChg chg="mod">
          <ac:chgData name="SERGIO SPANO'" userId="3abdd0b9-513e-40ac-aad4-56920065037d" providerId="ADAL" clId="{2DCFDF45-1F6B-4A47-892B-C9094FDD5642}" dt="2022-03-21T11:08:19.259" v="1310" actId="27803"/>
          <ac:spMkLst>
            <pc:docMk/>
            <pc:sldMk cId="1175821773" sldId="258"/>
            <ac:spMk id="749" creationId="{D58235F7-8A4B-4A7F-A4DE-EA9AD66661BF}"/>
          </ac:spMkLst>
        </pc:spChg>
        <pc:spChg chg="mod">
          <ac:chgData name="SERGIO SPANO'" userId="3abdd0b9-513e-40ac-aad4-56920065037d" providerId="ADAL" clId="{2DCFDF45-1F6B-4A47-892B-C9094FDD5642}" dt="2022-03-21T11:08:19.259" v="1310" actId="27803"/>
          <ac:spMkLst>
            <pc:docMk/>
            <pc:sldMk cId="1175821773" sldId="258"/>
            <ac:spMk id="750" creationId="{6E7442EE-B8C7-4F33-A44C-81E2665E2AB0}"/>
          </ac:spMkLst>
        </pc:spChg>
        <pc:spChg chg="mod">
          <ac:chgData name="SERGIO SPANO'" userId="3abdd0b9-513e-40ac-aad4-56920065037d" providerId="ADAL" clId="{2DCFDF45-1F6B-4A47-892B-C9094FDD5642}" dt="2022-03-21T11:08:19.259" v="1310" actId="27803"/>
          <ac:spMkLst>
            <pc:docMk/>
            <pc:sldMk cId="1175821773" sldId="258"/>
            <ac:spMk id="751" creationId="{2364C87C-5797-48A6-9B8C-7B363F5D553A}"/>
          </ac:spMkLst>
        </pc:spChg>
        <pc:spChg chg="mod">
          <ac:chgData name="SERGIO SPANO'" userId="3abdd0b9-513e-40ac-aad4-56920065037d" providerId="ADAL" clId="{2DCFDF45-1F6B-4A47-892B-C9094FDD5642}" dt="2022-03-21T11:08:19.259" v="1310" actId="27803"/>
          <ac:spMkLst>
            <pc:docMk/>
            <pc:sldMk cId="1175821773" sldId="258"/>
            <ac:spMk id="752" creationId="{83361F7B-CB8B-4805-960D-41289AD42354}"/>
          </ac:spMkLst>
        </pc:spChg>
        <pc:spChg chg="mod">
          <ac:chgData name="SERGIO SPANO'" userId="3abdd0b9-513e-40ac-aad4-56920065037d" providerId="ADAL" clId="{2DCFDF45-1F6B-4A47-892B-C9094FDD5642}" dt="2022-03-21T11:08:19.259" v="1310" actId="27803"/>
          <ac:spMkLst>
            <pc:docMk/>
            <pc:sldMk cId="1175821773" sldId="258"/>
            <ac:spMk id="753" creationId="{07E88E30-5136-4E52-BD52-948BF12127E1}"/>
          </ac:spMkLst>
        </pc:spChg>
        <pc:spChg chg="mod">
          <ac:chgData name="SERGIO SPANO'" userId="3abdd0b9-513e-40ac-aad4-56920065037d" providerId="ADAL" clId="{2DCFDF45-1F6B-4A47-892B-C9094FDD5642}" dt="2022-03-21T11:08:19.259" v="1310" actId="27803"/>
          <ac:spMkLst>
            <pc:docMk/>
            <pc:sldMk cId="1175821773" sldId="258"/>
            <ac:spMk id="754" creationId="{36044BC0-64D7-4C8A-B414-AF80631857F4}"/>
          </ac:spMkLst>
        </pc:spChg>
        <pc:spChg chg="mod">
          <ac:chgData name="SERGIO SPANO'" userId="3abdd0b9-513e-40ac-aad4-56920065037d" providerId="ADAL" clId="{2DCFDF45-1F6B-4A47-892B-C9094FDD5642}" dt="2022-03-21T11:08:19.259" v="1310" actId="27803"/>
          <ac:spMkLst>
            <pc:docMk/>
            <pc:sldMk cId="1175821773" sldId="258"/>
            <ac:spMk id="755" creationId="{53844821-212D-463A-BFC9-D7ADF6C0360B}"/>
          </ac:spMkLst>
        </pc:spChg>
        <pc:spChg chg="mod">
          <ac:chgData name="SERGIO SPANO'" userId="3abdd0b9-513e-40ac-aad4-56920065037d" providerId="ADAL" clId="{2DCFDF45-1F6B-4A47-892B-C9094FDD5642}" dt="2022-03-21T11:08:19.259" v="1310" actId="27803"/>
          <ac:spMkLst>
            <pc:docMk/>
            <pc:sldMk cId="1175821773" sldId="258"/>
            <ac:spMk id="756" creationId="{FC5B49D7-3002-4F2D-AB22-7FD04A44AC7C}"/>
          </ac:spMkLst>
        </pc:spChg>
        <pc:spChg chg="mod">
          <ac:chgData name="SERGIO SPANO'" userId="3abdd0b9-513e-40ac-aad4-56920065037d" providerId="ADAL" clId="{2DCFDF45-1F6B-4A47-892B-C9094FDD5642}" dt="2022-03-21T11:08:19.259" v="1310" actId="27803"/>
          <ac:spMkLst>
            <pc:docMk/>
            <pc:sldMk cId="1175821773" sldId="258"/>
            <ac:spMk id="757" creationId="{F1F2C5A0-DCC6-4533-A3C3-52718C768257}"/>
          </ac:spMkLst>
        </pc:spChg>
        <pc:spChg chg="mod">
          <ac:chgData name="SERGIO SPANO'" userId="3abdd0b9-513e-40ac-aad4-56920065037d" providerId="ADAL" clId="{2DCFDF45-1F6B-4A47-892B-C9094FDD5642}" dt="2022-03-21T11:08:19.259" v="1310" actId="27803"/>
          <ac:spMkLst>
            <pc:docMk/>
            <pc:sldMk cId="1175821773" sldId="258"/>
            <ac:spMk id="758" creationId="{54556837-6BAA-4ED1-88BF-20F034B20D96}"/>
          </ac:spMkLst>
        </pc:spChg>
        <pc:spChg chg="mod">
          <ac:chgData name="SERGIO SPANO'" userId="3abdd0b9-513e-40ac-aad4-56920065037d" providerId="ADAL" clId="{2DCFDF45-1F6B-4A47-892B-C9094FDD5642}" dt="2022-03-21T11:08:19.259" v="1310" actId="27803"/>
          <ac:spMkLst>
            <pc:docMk/>
            <pc:sldMk cId="1175821773" sldId="258"/>
            <ac:spMk id="759" creationId="{6E2A09EB-C00B-468A-811E-8AD28CFAF8FD}"/>
          </ac:spMkLst>
        </pc:spChg>
        <pc:spChg chg="mod">
          <ac:chgData name="SERGIO SPANO'" userId="3abdd0b9-513e-40ac-aad4-56920065037d" providerId="ADAL" clId="{2DCFDF45-1F6B-4A47-892B-C9094FDD5642}" dt="2022-03-21T11:08:19.259" v="1310" actId="27803"/>
          <ac:spMkLst>
            <pc:docMk/>
            <pc:sldMk cId="1175821773" sldId="258"/>
            <ac:spMk id="760" creationId="{B185E206-353A-4866-8672-A4131B8AA406}"/>
          </ac:spMkLst>
        </pc:spChg>
        <pc:spChg chg="mod">
          <ac:chgData name="SERGIO SPANO'" userId="3abdd0b9-513e-40ac-aad4-56920065037d" providerId="ADAL" clId="{2DCFDF45-1F6B-4A47-892B-C9094FDD5642}" dt="2022-03-21T11:08:19.259" v="1310" actId="27803"/>
          <ac:spMkLst>
            <pc:docMk/>
            <pc:sldMk cId="1175821773" sldId="258"/>
            <ac:spMk id="761" creationId="{E8AD941A-EAD3-4227-ACE5-62480ABEE6B0}"/>
          </ac:spMkLst>
        </pc:spChg>
        <pc:spChg chg="mod">
          <ac:chgData name="SERGIO SPANO'" userId="3abdd0b9-513e-40ac-aad4-56920065037d" providerId="ADAL" clId="{2DCFDF45-1F6B-4A47-892B-C9094FDD5642}" dt="2022-03-21T11:08:19.259" v="1310" actId="27803"/>
          <ac:spMkLst>
            <pc:docMk/>
            <pc:sldMk cId="1175821773" sldId="258"/>
            <ac:spMk id="762" creationId="{E14C9ECA-0219-43FC-8118-C407FFDCC83C}"/>
          </ac:spMkLst>
        </pc:spChg>
        <pc:spChg chg="mod">
          <ac:chgData name="SERGIO SPANO'" userId="3abdd0b9-513e-40ac-aad4-56920065037d" providerId="ADAL" clId="{2DCFDF45-1F6B-4A47-892B-C9094FDD5642}" dt="2022-03-21T11:08:19.259" v="1310" actId="27803"/>
          <ac:spMkLst>
            <pc:docMk/>
            <pc:sldMk cId="1175821773" sldId="258"/>
            <ac:spMk id="763" creationId="{45DB66D5-D99E-487A-BF17-7F9D4B9CA3ED}"/>
          </ac:spMkLst>
        </pc:spChg>
        <pc:spChg chg="mod">
          <ac:chgData name="SERGIO SPANO'" userId="3abdd0b9-513e-40ac-aad4-56920065037d" providerId="ADAL" clId="{2DCFDF45-1F6B-4A47-892B-C9094FDD5642}" dt="2022-03-21T11:08:19.259" v="1310" actId="27803"/>
          <ac:spMkLst>
            <pc:docMk/>
            <pc:sldMk cId="1175821773" sldId="258"/>
            <ac:spMk id="764" creationId="{208E622B-7EF3-4116-A739-A0B3C5CF4828}"/>
          </ac:spMkLst>
        </pc:spChg>
        <pc:spChg chg="mod">
          <ac:chgData name="SERGIO SPANO'" userId="3abdd0b9-513e-40ac-aad4-56920065037d" providerId="ADAL" clId="{2DCFDF45-1F6B-4A47-892B-C9094FDD5642}" dt="2022-03-21T11:08:19.259" v="1310" actId="27803"/>
          <ac:spMkLst>
            <pc:docMk/>
            <pc:sldMk cId="1175821773" sldId="258"/>
            <ac:spMk id="765" creationId="{E2F57D1A-06BA-4041-BF45-6CEC17EA92C8}"/>
          </ac:spMkLst>
        </pc:spChg>
        <pc:spChg chg="mod">
          <ac:chgData name="SERGIO SPANO'" userId="3abdd0b9-513e-40ac-aad4-56920065037d" providerId="ADAL" clId="{2DCFDF45-1F6B-4A47-892B-C9094FDD5642}" dt="2022-03-21T11:08:19.259" v="1310" actId="27803"/>
          <ac:spMkLst>
            <pc:docMk/>
            <pc:sldMk cId="1175821773" sldId="258"/>
            <ac:spMk id="766" creationId="{DEA9D18F-1BDE-4227-B5BE-BB11449B6985}"/>
          </ac:spMkLst>
        </pc:spChg>
        <pc:spChg chg="mod">
          <ac:chgData name="SERGIO SPANO'" userId="3abdd0b9-513e-40ac-aad4-56920065037d" providerId="ADAL" clId="{2DCFDF45-1F6B-4A47-892B-C9094FDD5642}" dt="2022-03-21T11:08:19.259" v="1310" actId="27803"/>
          <ac:spMkLst>
            <pc:docMk/>
            <pc:sldMk cId="1175821773" sldId="258"/>
            <ac:spMk id="767" creationId="{1E6FB1D5-C50A-428D-8751-97565618403A}"/>
          </ac:spMkLst>
        </pc:spChg>
        <pc:spChg chg="mod">
          <ac:chgData name="SERGIO SPANO'" userId="3abdd0b9-513e-40ac-aad4-56920065037d" providerId="ADAL" clId="{2DCFDF45-1F6B-4A47-892B-C9094FDD5642}" dt="2022-03-21T11:08:19.259" v="1310" actId="27803"/>
          <ac:spMkLst>
            <pc:docMk/>
            <pc:sldMk cId="1175821773" sldId="258"/>
            <ac:spMk id="768" creationId="{9219368E-E1D1-4530-9EEB-596BCF227AA4}"/>
          </ac:spMkLst>
        </pc:spChg>
        <pc:spChg chg="mod">
          <ac:chgData name="SERGIO SPANO'" userId="3abdd0b9-513e-40ac-aad4-56920065037d" providerId="ADAL" clId="{2DCFDF45-1F6B-4A47-892B-C9094FDD5642}" dt="2022-03-21T11:08:19.259" v="1310" actId="27803"/>
          <ac:spMkLst>
            <pc:docMk/>
            <pc:sldMk cId="1175821773" sldId="258"/>
            <ac:spMk id="769" creationId="{FB311C29-30BB-49B9-A1D2-5C3C5E12B244}"/>
          </ac:spMkLst>
        </pc:spChg>
        <pc:spChg chg="mod">
          <ac:chgData name="SERGIO SPANO'" userId="3abdd0b9-513e-40ac-aad4-56920065037d" providerId="ADAL" clId="{2DCFDF45-1F6B-4A47-892B-C9094FDD5642}" dt="2022-03-21T11:08:19.259" v="1310" actId="27803"/>
          <ac:spMkLst>
            <pc:docMk/>
            <pc:sldMk cId="1175821773" sldId="258"/>
            <ac:spMk id="770" creationId="{8E5E0D59-CC03-4FB2-8495-F48D70BBE13F}"/>
          </ac:spMkLst>
        </pc:spChg>
        <pc:spChg chg="mod">
          <ac:chgData name="SERGIO SPANO'" userId="3abdd0b9-513e-40ac-aad4-56920065037d" providerId="ADAL" clId="{2DCFDF45-1F6B-4A47-892B-C9094FDD5642}" dt="2022-03-21T11:08:19.259" v="1310" actId="27803"/>
          <ac:spMkLst>
            <pc:docMk/>
            <pc:sldMk cId="1175821773" sldId="258"/>
            <ac:spMk id="771" creationId="{E18D1B1E-B3EA-43F8-A153-56F95564E7F0}"/>
          </ac:spMkLst>
        </pc:spChg>
        <pc:spChg chg="mod">
          <ac:chgData name="SERGIO SPANO'" userId="3abdd0b9-513e-40ac-aad4-56920065037d" providerId="ADAL" clId="{2DCFDF45-1F6B-4A47-892B-C9094FDD5642}" dt="2022-03-21T11:08:19.259" v="1310" actId="27803"/>
          <ac:spMkLst>
            <pc:docMk/>
            <pc:sldMk cId="1175821773" sldId="258"/>
            <ac:spMk id="772" creationId="{A83E7876-7079-4990-BC23-AF1604F1B31C}"/>
          </ac:spMkLst>
        </pc:spChg>
        <pc:spChg chg="mod">
          <ac:chgData name="SERGIO SPANO'" userId="3abdd0b9-513e-40ac-aad4-56920065037d" providerId="ADAL" clId="{2DCFDF45-1F6B-4A47-892B-C9094FDD5642}" dt="2022-03-21T11:08:19.259" v="1310" actId="27803"/>
          <ac:spMkLst>
            <pc:docMk/>
            <pc:sldMk cId="1175821773" sldId="258"/>
            <ac:spMk id="773" creationId="{C76C2ACE-1382-4C15-B8BC-D81E4E4C4691}"/>
          </ac:spMkLst>
        </pc:spChg>
        <pc:spChg chg="mod">
          <ac:chgData name="SERGIO SPANO'" userId="3abdd0b9-513e-40ac-aad4-56920065037d" providerId="ADAL" clId="{2DCFDF45-1F6B-4A47-892B-C9094FDD5642}" dt="2022-03-21T11:08:19.259" v="1310" actId="27803"/>
          <ac:spMkLst>
            <pc:docMk/>
            <pc:sldMk cId="1175821773" sldId="258"/>
            <ac:spMk id="774" creationId="{A3A25DE4-ED7E-4158-BEC1-95CD9BE6E9F6}"/>
          </ac:spMkLst>
        </pc:spChg>
        <pc:spChg chg="mod">
          <ac:chgData name="SERGIO SPANO'" userId="3abdd0b9-513e-40ac-aad4-56920065037d" providerId="ADAL" clId="{2DCFDF45-1F6B-4A47-892B-C9094FDD5642}" dt="2022-03-21T11:08:19.259" v="1310" actId="27803"/>
          <ac:spMkLst>
            <pc:docMk/>
            <pc:sldMk cId="1175821773" sldId="258"/>
            <ac:spMk id="775" creationId="{46D63F36-B440-4CC4-B9AF-ABDFB8DCF44F}"/>
          </ac:spMkLst>
        </pc:spChg>
        <pc:spChg chg="mod">
          <ac:chgData name="SERGIO SPANO'" userId="3abdd0b9-513e-40ac-aad4-56920065037d" providerId="ADAL" clId="{2DCFDF45-1F6B-4A47-892B-C9094FDD5642}" dt="2022-03-21T11:08:19.259" v="1310" actId="27803"/>
          <ac:spMkLst>
            <pc:docMk/>
            <pc:sldMk cId="1175821773" sldId="258"/>
            <ac:spMk id="776" creationId="{C1AE1921-4FC8-4231-9B13-A8D01B9E5711}"/>
          </ac:spMkLst>
        </pc:spChg>
        <pc:spChg chg="mod">
          <ac:chgData name="SERGIO SPANO'" userId="3abdd0b9-513e-40ac-aad4-56920065037d" providerId="ADAL" clId="{2DCFDF45-1F6B-4A47-892B-C9094FDD5642}" dt="2022-03-21T11:08:19.259" v="1310" actId="27803"/>
          <ac:spMkLst>
            <pc:docMk/>
            <pc:sldMk cId="1175821773" sldId="258"/>
            <ac:spMk id="777" creationId="{2A1ED971-7085-44D1-8AE2-76060EA221ED}"/>
          </ac:spMkLst>
        </pc:spChg>
        <pc:spChg chg="mod">
          <ac:chgData name="SERGIO SPANO'" userId="3abdd0b9-513e-40ac-aad4-56920065037d" providerId="ADAL" clId="{2DCFDF45-1F6B-4A47-892B-C9094FDD5642}" dt="2022-03-21T11:08:19.259" v="1310" actId="27803"/>
          <ac:spMkLst>
            <pc:docMk/>
            <pc:sldMk cId="1175821773" sldId="258"/>
            <ac:spMk id="778" creationId="{C4AC6A94-7154-4C78-B17E-B341C0BFB4C9}"/>
          </ac:spMkLst>
        </pc:spChg>
        <pc:spChg chg="mod">
          <ac:chgData name="SERGIO SPANO'" userId="3abdd0b9-513e-40ac-aad4-56920065037d" providerId="ADAL" clId="{2DCFDF45-1F6B-4A47-892B-C9094FDD5642}" dt="2022-03-21T11:08:19.259" v="1310" actId="27803"/>
          <ac:spMkLst>
            <pc:docMk/>
            <pc:sldMk cId="1175821773" sldId="258"/>
            <ac:spMk id="779" creationId="{C6135CD2-71DF-4BCE-981A-B5679E52E32F}"/>
          </ac:spMkLst>
        </pc:spChg>
        <pc:spChg chg="mod">
          <ac:chgData name="SERGIO SPANO'" userId="3abdd0b9-513e-40ac-aad4-56920065037d" providerId="ADAL" clId="{2DCFDF45-1F6B-4A47-892B-C9094FDD5642}" dt="2022-03-21T11:08:19.259" v="1310" actId="27803"/>
          <ac:spMkLst>
            <pc:docMk/>
            <pc:sldMk cId="1175821773" sldId="258"/>
            <ac:spMk id="780" creationId="{E0B12F7B-ECF5-4142-BE5A-0A4A79F36B8D}"/>
          </ac:spMkLst>
        </pc:spChg>
        <pc:spChg chg="mod">
          <ac:chgData name="SERGIO SPANO'" userId="3abdd0b9-513e-40ac-aad4-56920065037d" providerId="ADAL" clId="{2DCFDF45-1F6B-4A47-892B-C9094FDD5642}" dt="2022-03-21T11:08:19.259" v="1310" actId="27803"/>
          <ac:spMkLst>
            <pc:docMk/>
            <pc:sldMk cId="1175821773" sldId="258"/>
            <ac:spMk id="781" creationId="{E5F8CB6B-2363-427F-AAD9-FC499EA07C2D}"/>
          </ac:spMkLst>
        </pc:spChg>
        <pc:spChg chg="mod">
          <ac:chgData name="SERGIO SPANO'" userId="3abdd0b9-513e-40ac-aad4-56920065037d" providerId="ADAL" clId="{2DCFDF45-1F6B-4A47-892B-C9094FDD5642}" dt="2022-03-21T11:08:19.259" v="1310" actId="27803"/>
          <ac:spMkLst>
            <pc:docMk/>
            <pc:sldMk cId="1175821773" sldId="258"/>
            <ac:spMk id="782" creationId="{FF19329F-F0ED-4EA1-8236-0EFFE93ADC25}"/>
          </ac:spMkLst>
        </pc:spChg>
        <pc:spChg chg="mod">
          <ac:chgData name="SERGIO SPANO'" userId="3abdd0b9-513e-40ac-aad4-56920065037d" providerId="ADAL" clId="{2DCFDF45-1F6B-4A47-892B-C9094FDD5642}" dt="2022-03-21T11:08:19.259" v="1310" actId="27803"/>
          <ac:spMkLst>
            <pc:docMk/>
            <pc:sldMk cId="1175821773" sldId="258"/>
            <ac:spMk id="783" creationId="{29C617F5-4486-4614-9AC3-4A7216E90AD6}"/>
          </ac:spMkLst>
        </pc:spChg>
        <pc:spChg chg="mod">
          <ac:chgData name="SERGIO SPANO'" userId="3abdd0b9-513e-40ac-aad4-56920065037d" providerId="ADAL" clId="{2DCFDF45-1F6B-4A47-892B-C9094FDD5642}" dt="2022-03-21T11:08:19.259" v="1310" actId="27803"/>
          <ac:spMkLst>
            <pc:docMk/>
            <pc:sldMk cId="1175821773" sldId="258"/>
            <ac:spMk id="784" creationId="{C8077E83-482F-4DA9-91A6-26AB90C15C85}"/>
          </ac:spMkLst>
        </pc:spChg>
        <pc:spChg chg="mod">
          <ac:chgData name="SERGIO SPANO'" userId="3abdd0b9-513e-40ac-aad4-56920065037d" providerId="ADAL" clId="{2DCFDF45-1F6B-4A47-892B-C9094FDD5642}" dt="2022-03-21T11:08:19.259" v="1310" actId="27803"/>
          <ac:spMkLst>
            <pc:docMk/>
            <pc:sldMk cId="1175821773" sldId="258"/>
            <ac:spMk id="785" creationId="{9C0E3383-2DE6-440C-B5E9-EFD09E87654A}"/>
          </ac:spMkLst>
        </pc:spChg>
        <pc:spChg chg="mod">
          <ac:chgData name="SERGIO SPANO'" userId="3abdd0b9-513e-40ac-aad4-56920065037d" providerId="ADAL" clId="{2DCFDF45-1F6B-4A47-892B-C9094FDD5642}" dt="2022-03-21T11:08:19.259" v="1310" actId="27803"/>
          <ac:spMkLst>
            <pc:docMk/>
            <pc:sldMk cId="1175821773" sldId="258"/>
            <ac:spMk id="786" creationId="{B4B4A3CE-0BE6-42B8-BF32-2DB7E5A10A5F}"/>
          </ac:spMkLst>
        </pc:spChg>
        <pc:spChg chg="mod">
          <ac:chgData name="SERGIO SPANO'" userId="3abdd0b9-513e-40ac-aad4-56920065037d" providerId="ADAL" clId="{2DCFDF45-1F6B-4A47-892B-C9094FDD5642}" dt="2022-03-21T11:08:19.259" v="1310" actId="27803"/>
          <ac:spMkLst>
            <pc:docMk/>
            <pc:sldMk cId="1175821773" sldId="258"/>
            <ac:spMk id="787" creationId="{864672F2-00D8-48EA-AF4D-D3F27589F311}"/>
          </ac:spMkLst>
        </pc:spChg>
        <pc:spChg chg="mod">
          <ac:chgData name="SERGIO SPANO'" userId="3abdd0b9-513e-40ac-aad4-56920065037d" providerId="ADAL" clId="{2DCFDF45-1F6B-4A47-892B-C9094FDD5642}" dt="2022-03-21T11:08:19.259" v="1310" actId="27803"/>
          <ac:spMkLst>
            <pc:docMk/>
            <pc:sldMk cId="1175821773" sldId="258"/>
            <ac:spMk id="788" creationId="{4F26BECE-1186-4351-AF5B-1D795369152C}"/>
          </ac:spMkLst>
        </pc:spChg>
        <pc:spChg chg="mod">
          <ac:chgData name="SERGIO SPANO'" userId="3abdd0b9-513e-40ac-aad4-56920065037d" providerId="ADAL" clId="{2DCFDF45-1F6B-4A47-892B-C9094FDD5642}" dt="2022-03-21T11:08:19.259" v="1310" actId="27803"/>
          <ac:spMkLst>
            <pc:docMk/>
            <pc:sldMk cId="1175821773" sldId="258"/>
            <ac:spMk id="789" creationId="{ACC4D687-2397-4A89-995A-16135EE58B60}"/>
          </ac:spMkLst>
        </pc:spChg>
        <pc:spChg chg="mod">
          <ac:chgData name="SERGIO SPANO'" userId="3abdd0b9-513e-40ac-aad4-56920065037d" providerId="ADAL" clId="{2DCFDF45-1F6B-4A47-892B-C9094FDD5642}" dt="2022-03-21T11:08:19.259" v="1310" actId="27803"/>
          <ac:spMkLst>
            <pc:docMk/>
            <pc:sldMk cId="1175821773" sldId="258"/>
            <ac:spMk id="790" creationId="{46EE57FB-6CCB-4437-8880-F3B50AF4FC21}"/>
          </ac:spMkLst>
        </pc:spChg>
        <pc:spChg chg="mod">
          <ac:chgData name="SERGIO SPANO'" userId="3abdd0b9-513e-40ac-aad4-56920065037d" providerId="ADAL" clId="{2DCFDF45-1F6B-4A47-892B-C9094FDD5642}" dt="2022-03-21T11:08:19.259" v="1310" actId="27803"/>
          <ac:spMkLst>
            <pc:docMk/>
            <pc:sldMk cId="1175821773" sldId="258"/>
            <ac:spMk id="791" creationId="{0628F99E-9CB6-4F6B-B6E1-205E5BA06897}"/>
          </ac:spMkLst>
        </pc:spChg>
        <pc:spChg chg="mod">
          <ac:chgData name="SERGIO SPANO'" userId="3abdd0b9-513e-40ac-aad4-56920065037d" providerId="ADAL" clId="{2DCFDF45-1F6B-4A47-892B-C9094FDD5642}" dt="2022-03-21T11:08:19.259" v="1310" actId="27803"/>
          <ac:spMkLst>
            <pc:docMk/>
            <pc:sldMk cId="1175821773" sldId="258"/>
            <ac:spMk id="792" creationId="{5F9FE13D-27C6-4E8E-A95A-EA68169B5A7A}"/>
          </ac:spMkLst>
        </pc:spChg>
        <pc:spChg chg="mod">
          <ac:chgData name="SERGIO SPANO'" userId="3abdd0b9-513e-40ac-aad4-56920065037d" providerId="ADAL" clId="{2DCFDF45-1F6B-4A47-892B-C9094FDD5642}" dt="2022-03-21T11:08:19.259" v="1310" actId="27803"/>
          <ac:spMkLst>
            <pc:docMk/>
            <pc:sldMk cId="1175821773" sldId="258"/>
            <ac:spMk id="793" creationId="{56E2EC39-7133-4EEF-BD35-DA36C246A012}"/>
          </ac:spMkLst>
        </pc:spChg>
        <pc:spChg chg="mod">
          <ac:chgData name="SERGIO SPANO'" userId="3abdd0b9-513e-40ac-aad4-56920065037d" providerId="ADAL" clId="{2DCFDF45-1F6B-4A47-892B-C9094FDD5642}" dt="2022-03-21T11:08:19.259" v="1310" actId="27803"/>
          <ac:spMkLst>
            <pc:docMk/>
            <pc:sldMk cId="1175821773" sldId="258"/>
            <ac:spMk id="794" creationId="{66814402-0E3D-4BBE-AC9B-19024756A1CB}"/>
          </ac:spMkLst>
        </pc:spChg>
        <pc:spChg chg="mod">
          <ac:chgData name="SERGIO SPANO'" userId="3abdd0b9-513e-40ac-aad4-56920065037d" providerId="ADAL" clId="{2DCFDF45-1F6B-4A47-892B-C9094FDD5642}" dt="2022-03-21T11:08:19.259" v="1310" actId="27803"/>
          <ac:spMkLst>
            <pc:docMk/>
            <pc:sldMk cId="1175821773" sldId="258"/>
            <ac:spMk id="795" creationId="{2B8BD6CD-A091-4CB1-BFDB-5C4A1C3EA049}"/>
          </ac:spMkLst>
        </pc:spChg>
        <pc:spChg chg="mod">
          <ac:chgData name="SERGIO SPANO'" userId="3abdd0b9-513e-40ac-aad4-56920065037d" providerId="ADAL" clId="{2DCFDF45-1F6B-4A47-892B-C9094FDD5642}" dt="2022-03-21T11:08:19.259" v="1310" actId="27803"/>
          <ac:spMkLst>
            <pc:docMk/>
            <pc:sldMk cId="1175821773" sldId="258"/>
            <ac:spMk id="796" creationId="{816967B9-B424-4696-AB3B-16089E4731A4}"/>
          </ac:spMkLst>
        </pc:spChg>
        <pc:spChg chg="mod">
          <ac:chgData name="SERGIO SPANO'" userId="3abdd0b9-513e-40ac-aad4-56920065037d" providerId="ADAL" clId="{2DCFDF45-1F6B-4A47-892B-C9094FDD5642}" dt="2022-03-21T11:08:19.259" v="1310" actId="27803"/>
          <ac:spMkLst>
            <pc:docMk/>
            <pc:sldMk cId="1175821773" sldId="258"/>
            <ac:spMk id="797" creationId="{0CC03F24-BF2F-43C7-8BDE-9075A2BC2620}"/>
          </ac:spMkLst>
        </pc:spChg>
        <pc:spChg chg="mod">
          <ac:chgData name="SERGIO SPANO'" userId="3abdd0b9-513e-40ac-aad4-56920065037d" providerId="ADAL" clId="{2DCFDF45-1F6B-4A47-892B-C9094FDD5642}" dt="2022-03-21T11:08:19.259" v="1310" actId="27803"/>
          <ac:spMkLst>
            <pc:docMk/>
            <pc:sldMk cId="1175821773" sldId="258"/>
            <ac:spMk id="798" creationId="{9110B4C1-090A-46DF-8902-36F20CE867E8}"/>
          </ac:spMkLst>
        </pc:spChg>
        <pc:spChg chg="mod">
          <ac:chgData name="SERGIO SPANO'" userId="3abdd0b9-513e-40ac-aad4-56920065037d" providerId="ADAL" clId="{2DCFDF45-1F6B-4A47-892B-C9094FDD5642}" dt="2022-03-21T11:08:19.259" v="1310" actId="27803"/>
          <ac:spMkLst>
            <pc:docMk/>
            <pc:sldMk cId="1175821773" sldId="258"/>
            <ac:spMk id="799" creationId="{AE17F626-B9D3-4B54-BEB9-E9BF9F32870C}"/>
          </ac:spMkLst>
        </pc:spChg>
        <pc:spChg chg="mod">
          <ac:chgData name="SERGIO SPANO'" userId="3abdd0b9-513e-40ac-aad4-56920065037d" providerId="ADAL" clId="{2DCFDF45-1F6B-4A47-892B-C9094FDD5642}" dt="2022-03-21T11:08:19.259" v="1310" actId="27803"/>
          <ac:spMkLst>
            <pc:docMk/>
            <pc:sldMk cId="1175821773" sldId="258"/>
            <ac:spMk id="800" creationId="{58089D74-638F-41ED-B8A2-24E2F41C156B}"/>
          </ac:spMkLst>
        </pc:spChg>
        <pc:spChg chg="mod">
          <ac:chgData name="SERGIO SPANO'" userId="3abdd0b9-513e-40ac-aad4-56920065037d" providerId="ADAL" clId="{2DCFDF45-1F6B-4A47-892B-C9094FDD5642}" dt="2022-03-21T11:08:19.259" v="1310" actId="27803"/>
          <ac:spMkLst>
            <pc:docMk/>
            <pc:sldMk cId="1175821773" sldId="258"/>
            <ac:spMk id="801" creationId="{2277D67D-AF24-4BF7-B80F-DF0210CBF5EB}"/>
          </ac:spMkLst>
        </pc:spChg>
        <pc:spChg chg="mod">
          <ac:chgData name="SERGIO SPANO'" userId="3abdd0b9-513e-40ac-aad4-56920065037d" providerId="ADAL" clId="{2DCFDF45-1F6B-4A47-892B-C9094FDD5642}" dt="2022-03-21T11:08:19.259" v="1310" actId="27803"/>
          <ac:spMkLst>
            <pc:docMk/>
            <pc:sldMk cId="1175821773" sldId="258"/>
            <ac:spMk id="802" creationId="{9703BF58-9D8B-426D-85DD-A799EA2B2687}"/>
          </ac:spMkLst>
        </pc:spChg>
        <pc:spChg chg="mod">
          <ac:chgData name="SERGIO SPANO'" userId="3abdd0b9-513e-40ac-aad4-56920065037d" providerId="ADAL" clId="{2DCFDF45-1F6B-4A47-892B-C9094FDD5642}" dt="2022-03-21T11:08:19.259" v="1310" actId="27803"/>
          <ac:spMkLst>
            <pc:docMk/>
            <pc:sldMk cId="1175821773" sldId="258"/>
            <ac:spMk id="803" creationId="{81C43D0A-D49B-4F5B-83D1-A47FD5532144}"/>
          </ac:spMkLst>
        </pc:spChg>
        <pc:spChg chg="mod">
          <ac:chgData name="SERGIO SPANO'" userId="3abdd0b9-513e-40ac-aad4-56920065037d" providerId="ADAL" clId="{2DCFDF45-1F6B-4A47-892B-C9094FDD5642}" dt="2022-03-21T11:08:19.259" v="1310" actId="27803"/>
          <ac:spMkLst>
            <pc:docMk/>
            <pc:sldMk cId="1175821773" sldId="258"/>
            <ac:spMk id="804" creationId="{3B2A6A5D-1490-4069-8583-C6155E12ED71}"/>
          </ac:spMkLst>
        </pc:spChg>
        <pc:spChg chg="mod">
          <ac:chgData name="SERGIO SPANO'" userId="3abdd0b9-513e-40ac-aad4-56920065037d" providerId="ADAL" clId="{2DCFDF45-1F6B-4A47-892B-C9094FDD5642}" dt="2022-03-21T11:08:19.259" v="1310" actId="27803"/>
          <ac:spMkLst>
            <pc:docMk/>
            <pc:sldMk cId="1175821773" sldId="258"/>
            <ac:spMk id="805" creationId="{1AEEFF9F-B452-4EE1-B39C-26B5446A7280}"/>
          </ac:spMkLst>
        </pc:spChg>
        <pc:spChg chg="mod">
          <ac:chgData name="SERGIO SPANO'" userId="3abdd0b9-513e-40ac-aad4-56920065037d" providerId="ADAL" clId="{2DCFDF45-1F6B-4A47-892B-C9094FDD5642}" dt="2022-03-21T11:08:19.259" v="1310" actId="27803"/>
          <ac:spMkLst>
            <pc:docMk/>
            <pc:sldMk cId="1175821773" sldId="258"/>
            <ac:spMk id="806" creationId="{090CA28E-5A56-4233-BDDC-3BC4E8C5B0D2}"/>
          </ac:spMkLst>
        </pc:spChg>
        <pc:spChg chg="mod">
          <ac:chgData name="SERGIO SPANO'" userId="3abdd0b9-513e-40ac-aad4-56920065037d" providerId="ADAL" clId="{2DCFDF45-1F6B-4A47-892B-C9094FDD5642}" dt="2022-03-21T11:08:19.259" v="1310" actId="27803"/>
          <ac:spMkLst>
            <pc:docMk/>
            <pc:sldMk cId="1175821773" sldId="258"/>
            <ac:spMk id="807" creationId="{0392765E-F964-41DA-94AD-63E1EBF3496B}"/>
          </ac:spMkLst>
        </pc:spChg>
        <pc:spChg chg="mod">
          <ac:chgData name="SERGIO SPANO'" userId="3abdd0b9-513e-40ac-aad4-56920065037d" providerId="ADAL" clId="{2DCFDF45-1F6B-4A47-892B-C9094FDD5642}" dt="2022-03-21T11:08:19.259" v="1310" actId="27803"/>
          <ac:spMkLst>
            <pc:docMk/>
            <pc:sldMk cId="1175821773" sldId="258"/>
            <ac:spMk id="808" creationId="{3F444BF1-8DDA-4E09-BB12-EA09F7DF4851}"/>
          </ac:spMkLst>
        </pc:spChg>
        <pc:spChg chg="mod">
          <ac:chgData name="SERGIO SPANO'" userId="3abdd0b9-513e-40ac-aad4-56920065037d" providerId="ADAL" clId="{2DCFDF45-1F6B-4A47-892B-C9094FDD5642}" dt="2022-03-21T11:08:19.259" v="1310" actId="27803"/>
          <ac:spMkLst>
            <pc:docMk/>
            <pc:sldMk cId="1175821773" sldId="258"/>
            <ac:spMk id="809" creationId="{19F0695D-FE45-42DE-96C5-64021E7AF9F5}"/>
          </ac:spMkLst>
        </pc:spChg>
        <pc:spChg chg="mod">
          <ac:chgData name="SERGIO SPANO'" userId="3abdd0b9-513e-40ac-aad4-56920065037d" providerId="ADAL" clId="{2DCFDF45-1F6B-4A47-892B-C9094FDD5642}" dt="2022-03-21T11:08:19.259" v="1310" actId="27803"/>
          <ac:spMkLst>
            <pc:docMk/>
            <pc:sldMk cId="1175821773" sldId="258"/>
            <ac:spMk id="810" creationId="{AE005879-FBA3-4A06-BAAB-9D4DB500DFF1}"/>
          </ac:spMkLst>
        </pc:spChg>
        <pc:spChg chg="mod">
          <ac:chgData name="SERGIO SPANO'" userId="3abdd0b9-513e-40ac-aad4-56920065037d" providerId="ADAL" clId="{2DCFDF45-1F6B-4A47-892B-C9094FDD5642}" dt="2022-03-21T11:08:19.259" v="1310" actId="27803"/>
          <ac:spMkLst>
            <pc:docMk/>
            <pc:sldMk cId="1175821773" sldId="258"/>
            <ac:spMk id="811" creationId="{80C20A69-539C-4BAB-B6BE-F453E5CADFEF}"/>
          </ac:spMkLst>
        </pc:spChg>
        <pc:spChg chg="mod">
          <ac:chgData name="SERGIO SPANO'" userId="3abdd0b9-513e-40ac-aad4-56920065037d" providerId="ADAL" clId="{2DCFDF45-1F6B-4A47-892B-C9094FDD5642}" dt="2022-03-21T11:08:19.259" v="1310" actId="27803"/>
          <ac:spMkLst>
            <pc:docMk/>
            <pc:sldMk cId="1175821773" sldId="258"/>
            <ac:spMk id="812" creationId="{FCBFA935-8A41-4C79-B0C5-995F2102956E}"/>
          </ac:spMkLst>
        </pc:spChg>
        <pc:spChg chg="mod">
          <ac:chgData name="SERGIO SPANO'" userId="3abdd0b9-513e-40ac-aad4-56920065037d" providerId="ADAL" clId="{2DCFDF45-1F6B-4A47-892B-C9094FDD5642}" dt="2022-03-21T11:08:19.259" v="1310" actId="27803"/>
          <ac:spMkLst>
            <pc:docMk/>
            <pc:sldMk cId="1175821773" sldId="258"/>
            <ac:spMk id="813" creationId="{40DA3009-EFEA-42E5-A9E6-DB2B2802F05E}"/>
          </ac:spMkLst>
        </pc:spChg>
        <pc:spChg chg="mod">
          <ac:chgData name="SERGIO SPANO'" userId="3abdd0b9-513e-40ac-aad4-56920065037d" providerId="ADAL" clId="{2DCFDF45-1F6B-4A47-892B-C9094FDD5642}" dt="2022-03-21T11:08:19.259" v="1310" actId="27803"/>
          <ac:spMkLst>
            <pc:docMk/>
            <pc:sldMk cId="1175821773" sldId="258"/>
            <ac:spMk id="814" creationId="{85499C12-485F-4557-9610-AC68B66B1291}"/>
          </ac:spMkLst>
        </pc:spChg>
        <pc:spChg chg="mod">
          <ac:chgData name="SERGIO SPANO'" userId="3abdd0b9-513e-40ac-aad4-56920065037d" providerId="ADAL" clId="{2DCFDF45-1F6B-4A47-892B-C9094FDD5642}" dt="2022-03-21T11:08:19.259" v="1310" actId="27803"/>
          <ac:spMkLst>
            <pc:docMk/>
            <pc:sldMk cId="1175821773" sldId="258"/>
            <ac:spMk id="815" creationId="{E20617BF-2E5C-4A5A-B182-9E39564F4361}"/>
          </ac:spMkLst>
        </pc:spChg>
        <pc:spChg chg="mod">
          <ac:chgData name="SERGIO SPANO'" userId="3abdd0b9-513e-40ac-aad4-56920065037d" providerId="ADAL" clId="{2DCFDF45-1F6B-4A47-892B-C9094FDD5642}" dt="2022-03-21T11:08:19.259" v="1310" actId="27803"/>
          <ac:spMkLst>
            <pc:docMk/>
            <pc:sldMk cId="1175821773" sldId="258"/>
            <ac:spMk id="816" creationId="{8616F8F2-0D4D-4EE9-8F3B-F60F6C8F117A}"/>
          </ac:spMkLst>
        </pc:spChg>
        <pc:spChg chg="mod">
          <ac:chgData name="SERGIO SPANO'" userId="3abdd0b9-513e-40ac-aad4-56920065037d" providerId="ADAL" clId="{2DCFDF45-1F6B-4A47-892B-C9094FDD5642}" dt="2022-03-21T11:08:19.259" v="1310" actId="27803"/>
          <ac:spMkLst>
            <pc:docMk/>
            <pc:sldMk cId="1175821773" sldId="258"/>
            <ac:spMk id="817" creationId="{A9AB7387-B157-4CF4-8CD6-41F14BE799E7}"/>
          </ac:spMkLst>
        </pc:spChg>
        <pc:spChg chg="mod">
          <ac:chgData name="SERGIO SPANO'" userId="3abdd0b9-513e-40ac-aad4-56920065037d" providerId="ADAL" clId="{2DCFDF45-1F6B-4A47-892B-C9094FDD5642}" dt="2022-03-21T11:08:19.259" v="1310" actId="27803"/>
          <ac:spMkLst>
            <pc:docMk/>
            <pc:sldMk cId="1175821773" sldId="258"/>
            <ac:spMk id="818" creationId="{B295467E-0E61-41B6-9C2F-9248203F1752}"/>
          </ac:spMkLst>
        </pc:spChg>
        <pc:spChg chg="mod">
          <ac:chgData name="SERGIO SPANO'" userId="3abdd0b9-513e-40ac-aad4-56920065037d" providerId="ADAL" clId="{2DCFDF45-1F6B-4A47-892B-C9094FDD5642}" dt="2022-03-21T11:08:19.259" v="1310" actId="27803"/>
          <ac:spMkLst>
            <pc:docMk/>
            <pc:sldMk cId="1175821773" sldId="258"/>
            <ac:spMk id="819" creationId="{CCC4A594-57DA-455C-9ED3-8C8F06C08388}"/>
          </ac:spMkLst>
        </pc:spChg>
        <pc:spChg chg="mod">
          <ac:chgData name="SERGIO SPANO'" userId="3abdd0b9-513e-40ac-aad4-56920065037d" providerId="ADAL" clId="{2DCFDF45-1F6B-4A47-892B-C9094FDD5642}" dt="2022-03-21T11:08:19.259" v="1310" actId="27803"/>
          <ac:spMkLst>
            <pc:docMk/>
            <pc:sldMk cId="1175821773" sldId="258"/>
            <ac:spMk id="820" creationId="{5F05CAAE-B314-4E4A-AA66-7C39397564AE}"/>
          </ac:spMkLst>
        </pc:spChg>
        <pc:spChg chg="mod">
          <ac:chgData name="SERGIO SPANO'" userId="3abdd0b9-513e-40ac-aad4-56920065037d" providerId="ADAL" clId="{2DCFDF45-1F6B-4A47-892B-C9094FDD5642}" dt="2022-03-21T11:08:19.259" v="1310" actId="27803"/>
          <ac:spMkLst>
            <pc:docMk/>
            <pc:sldMk cId="1175821773" sldId="258"/>
            <ac:spMk id="821" creationId="{5F7459FA-15EA-4EF8-9E2E-5CC41F135E94}"/>
          </ac:spMkLst>
        </pc:spChg>
        <pc:spChg chg="mod">
          <ac:chgData name="SERGIO SPANO'" userId="3abdd0b9-513e-40ac-aad4-56920065037d" providerId="ADAL" clId="{2DCFDF45-1F6B-4A47-892B-C9094FDD5642}" dt="2022-03-21T11:08:19.259" v="1310" actId="27803"/>
          <ac:spMkLst>
            <pc:docMk/>
            <pc:sldMk cId="1175821773" sldId="258"/>
            <ac:spMk id="822" creationId="{40926A8E-7605-48E0-872C-BD165131B7A8}"/>
          </ac:spMkLst>
        </pc:spChg>
        <pc:spChg chg="mod">
          <ac:chgData name="SERGIO SPANO'" userId="3abdd0b9-513e-40ac-aad4-56920065037d" providerId="ADAL" clId="{2DCFDF45-1F6B-4A47-892B-C9094FDD5642}" dt="2022-03-21T11:08:19.259" v="1310" actId="27803"/>
          <ac:spMkLst>
            <pc:docMk/>
            <pc:sldMk cId="1175821773" sldId="258"/>
            <ac:spMk id="823" creationId="{5DF033A1-0DD5-4B18-A9B6-66458DA9CB88}"/>
          </ac:spMkLst>
        </pc:spChg>
        <pc:spChg chg="mod">
          <ac:chgData name="SERGIO SPANO'" userId="3abdd0b9-513e-40ac-aad4-56920065037d" providerId="ADAL" clId="{2DCFDF45-1F6B-4A47-892B-C9094FDD5642}" dt="2022-03-21T11:08:19.259" v="1310" actId="27803"/>
          <ac:spMkLst>
            <pc:docMk/>
            <pc:sldMk cId="1175821773" sldId="258"/>
            <ac:spMk id="824" creationId="{24C27B99-FA96-4D52-B51F-0312D01E0DD9}"/>
          </ac:spMkLst>
        </pc:spChg>
        <pc:spChg chg="mod">
          <ac:chgData name="SERGIO SPANO'" userId="3abdd0b9-513e-40ac-aad4-56920065037d" providerId="ADAL" clId="{2DCFDF45-1F6B-4A47-892B-C9094FDD5642}" dt="2022-03-21T11:08:19.259" v="1310" actId="27803"/>
          <ac:spMkLst>
            <pc:docMk/>
            <pc:sldMk cId="1175821773" sldId="258"/>
            <ac:spMk id="825" creationId="{0413110A-EC52-472E-864F-6352937D28C1}"/>
          </ac:spMkLst>
        </pc:spChg>
        <pc:spChg chg="mod">
          <ac:chgData name="SERGIO SPANO'" userId="3abdd0b9-513e-40ac-aad4-56920065037d" providerId="ADAL" clId="{2DCFDF45-1F6B-4A47-892B-C9094FDD5642}" dt="2022-03-21T11:08:19.259" v="1310" actId="27803"/>
          <ac:spMkLst>
            <pc:docMk/>
            <pc:sldMk cId="1175821773" sldId="258"/>
            <ac:spMk id="826" creationId="{B7271A7B-FAFF-4449-8994-97EE9F36FAD4}"/>
          </ac:spMkLst>
        </pc:spChg>
        <pc:spChg chg="mod">
          <ac:chgData name="SERGIO SPANO'" userId="3abdd0b9-513e-40ac-aad4-56920065037d" providerId="ADAL" clId="{2DCFDF45-1F6B-4A47-892B-C9094FDD5642}" dt="2022-03-21T11:08:19.259" v="1310" actId="27803"/>
          <ac:spMkLst>
            <pc:docMk/>
            <pc:sldMk cId="1175821773" sldId="258"/>
            <ac:spMk id="827" creationId="{838BCCBC-B756-44A1-992E-EB2128D62678}"/>
          </ac:spMkLst>
        </pc:spChg>
        <pc:spChg chg="mod">
          <ac:chgData name="SERGIO SPANO'" userId="3abdd0b9-513e-40ac-aad4-56920065037d" providerId="ADAL" clId="{2DCFDF45-1F6B-4A47-892B-C9094FDD5642}" dt="2022-03-21T11:08:19.259" v="1310" actId="27803"/>
          <ac:spMkLst>
            <pc:docMk/>
            <pc:sldMk cId="1175821773" sldId="258"/>
            <ac:spMk id="828" creationId="{D6542B12-197A-40CC-A971-F8B199AB06EE}"/>
          </ac:spMkLst>
        </pc:spChg>
        <pc:spChg chg="mod">
          <ac:chgData name="SERGIO SPANO'" userId="3abdd0b9-513e-40ac-aad4-56920065037d" providerId="ADAL" clId="{2DCFDF45-1F6B-4A47-892B-C9094FDD5642}" dt="2022-03-21T11:08:19.259" v="1310" actId="27803"/>
          <ac:spMkLst>
            <pc:docMk/>
            <pc:sldMk cId="1175821773" sldId="258"/>
            <ac:spMk id="829" creationId="{DE65506D-7AF8-40A9-B142-B819685479CC}"/>
          </ac:spMkLst>
        </pc:spChg>
        <pc:spChg chg="mod">
          <ac:chgData name="SERGIO SPANO'" userId="3abdd0b9-513e-40ac-aad4-56920065037d" providerId="ADAL" clId="{2DCFDF45-1F6B-4A47-892B-C9094FDD5642}" dt="2022-03-21T11:08:19.259" v="1310" actId="27803"/>
          <ac:spMkLst>
            <pc:docMk/>
            <pc:sldMk cId="1175821773" sldId="258"/>
            <ac:spMk id="830" creationId="{E2F2DA8E-D4BB-4F9E-8084-B83D86838B03}"/>
          </ac:spMkLst>
        </pc:spChg>
        <pc:spChg chg="mod">
          <ac:chgData name="SERGIO SPANO'" userId="3abdd0b9-513e-40ac-aad4-56920065037d" providerId="ADAL" clId="{2DCFDF45-1F6B-4A47-892B-C9094FDD5642}" dt="2022-03-21T11:08:19.259" v="1310" actId="27803"/>
          <ac:spMkLst>
            <pc:docMk/>
            <pc:sldMk cId="1175821773" sldId="258"/>
            <ac:spMk id="831" creationId="{D88A4BB6-62F1-4D30-8548-B871A47325B1}"/>
          </ac:spMkLst>
        </pc:spChg>
        <pc:spChg chg="mod">
          <ac:chgData name="SERGIO SPANO'" userId="3abdd0b9-513e-40ac-aad4-56920065037d" providerId="ADAL" clId="{2DCFDF45-1F6B-4A47-892B-C9094FDD5642}" dt="2022-03-21T11:08:19.259" v="1310" actId="27803"/>
          <ac:spMkLst>
            <pc:docMk/>
            <pc:sldMk cId="1175821773" sldId="258"/>
            <ac:spMk id="832" creationId="{AE0E8EA9-E98F-4120-97A5-980ADF1E09E6}"/>
          </ac:spMkLst>
        </pc:spChg>
        <pc:spChg chg="mod">
          <ac:chgData name="SERGIO SPANO'" userId="3abdd0b9-513e-40ac-aad4-56920065037d" providerId="ADAL" clId="{2DCFDF45-1F6B-4A47-892B-C9094FDD5642}" dt="2022-03-21T11:08:19.259" v="1310" actId="27803"/>
          <ac:spMkLst>
            <pc:docMk/>
            <pc:sldMk cId="1175821773" sldId="258"/>
            <ac:spMk id="833" creationId="{B67D06B2-D99C-4D0F-96F4-CFF1EFF0CAB1}"/>
          </ac:spMkLst>
        </pc:spChg>
        <pc:spChg chg="mod">
          <ac:chgData name="SERGIO SPANO'" userId="3abdd0b9-513e-40ac-aad4-56920065037d" providerId="ADAL" clId="{2DCFDF45-1F6B-4A47-892B-C9094FDD5642}" dt="2022-03-21T11:08:19.259" v="1310" actId="27803"/>
          <ac:spMkLst>
            <pc:docMk/>
            <pc:sldMk cId="1175821773" sldId="258"/>
            <ac:spMk id="834" creationId="{3E203C1E-CCE9-466F-8062-58A93BFB3C6B}"/>
          </ac:spMkLst>
        </pc:spChg>
        <pc:spChg chg="mod">
          <ac:chgData name="SERGIO SPANO'" userId="3abdd0b9-513e-40ac-aad4-56920065037d" providerId="ADAL" clId="{2DCFDF45-1F6B-4A47-892B-C9094FDD5642}" dt="2022-03-21T11:08:19.259" v="1310" actId="27803"/>
          <ac:spMkLst>
            <pc:docMk/>
            <pc:sldMk cId="1175821773" sldId="258"/>
            <ac:spMk id="835" creationId="{C4E774FE-6573-4446-AE1F-2497DEF7E25E}"/>
          </ac:spMkLst>
        </pc:spChg>
        <pc:spChg chg="mod">
          <ac:chgData name="SERGIO SPANO'" userId="3abdd0b9-513e-40ac-aad4-56920065037d" providerId="ADAL" clId="{2DCFDF45-1F6B-4A47-892B-C9094FDD5642}" dt="2022-03-21T11:08:19.259" v="1310" actId="27803"/>
          <ac:spMkLst>
            <pc:docMk/>
            <pc:sldMk cId="1175821773" sldId="258"/>
            <ac:spMk id="836" creationId="{B91A0DFB-6925-41DB-B01A-8604649B4EF8}"/>
          </ac:spMkLst>
        </pc:spChg>
        <pc:spChg chg="mod">
          <ac:chgData name="SERGIO SPANO'" userId="3abdd0b9-513e-40ac-aad4-56920065037d" providerId="ADAL" clId="{2DCFDF45-1F6B-4A47-892B-C9094FDD5642}" dt="2022-03-21T11:08:19.259" v="1310" actId="27803"/>
          <ac:spMkLst>
            <pc:docMk/>
            <pc:sldMk cId="1175821773" sldId="258"/>
            <ac:spMk id="837" creationId="{86C68886-ABCC-44A8-8B5B-AC47C934D297}"/>
          </ac:spMkLst>
        </pc:spChg>
        <pc:spChg chg="mod">
          <ac:chgData name="SERGIO SPANO'" userId="3abdd0b9-513e-40ac-aad4-56920065037d" providerId="ADAL" clId="{2DCFDF45-1F6B-4A47-892B-C9094FDD5642}" dt="2022-03-21T11:08:19.259" v="1310" actId="27803"/>
          <ac:spMkLst>
            <pc:docMk/>
            <pc:sldMk cId="1175821773" sldId="258"/>
            <ac:spMk id="838" creationId="{0A3DE006-8983-4848-A71A-ABD94F714656}"/>
          </ac:spMkLst>
        </pc:spChg>
        <pc:spChg chg="mod">
          <ac:chgData name="SERGIO SPANO'" userId="3abdd0b9-513e-40ac-aad4-56920065037d" providerId="ADAL" clId="{2DCFDF45-1F6B-4A47-892B-C9094FDD5642}" dt="2022-03-21T11:08:19.259" v="1310" actId="27803"/>
          <ac:spMkLst>
            <pc:docMk/>
            <pc:sldMk cId="1175821773" sldId="258"/>
            <ac:spMk id="839" creationId="{B4476A96-47CD-4DE9-AE75-195EF1A8B25F}"/>
          </ac:spMkLst>
        </pc:spChg>
        <pc:spChg chg="mod">
          <ac:chgData name="SERGIO SPANO'" userId="3abdd0b9-513e-40ac-aad4-56920065037d" providerId="ADAL" clId="{2DCFDF45-1F6B-4A47-892B-C9094FDD5642}" dt="2022-03-21T11:08:19.259" v="1310" actId="27803"/>
          <ac:spMkLst>
            <pc:docMk/>
            <pc:sldMk cId="1175821773" sldId="258"/>
            <ac:spMk id="840" creationId="{E698ED2B-7479-42B0-BE68-5D92D8058EB4}"/>
          </ac:spMkLst>
        </pc:spChg>
        <pc:spChg chg="mod">
          <ac:chgData name="SERGIO SPANO'" userId="3abdd0b9-513e-40ac-aad4-56920065037d" providerId="ADAL" clId="{2DCFDF45-1F6B-4A47-892B-C9094FDD5642}" dt="2022-03-21T11:08:19.259" v="1310" actId="27803"/>
          <ac:spMkLst>
            <pc:docMk/>
            <pc:sldMk cId="1175821773" sldId="258"/>
            <ac:spMk id="841" creationId="{AB645513-1EB7-4F2D-99DE-2F697D2B8E35}"/>
          </ac:spMkLst>
        </pc:spChg>
        <pc:spChg chg="mod">
          <ac:chgData name="SERGIO SPANO'" userId="3abdd0b9-513e-40ac-aad4-56920065037d" providerId="ADAL" clId="{2DCFDF45-1F6B-4A47-892B-C9094FDD5642}" dt="2022-03-21T11:08:19.259" v="1310" actId="27803"/>
          <ac:spMkLst>
            <pc:docMk/>
            <pc:sldMk cId="1175821773" sldId="258"/>
            <ac:spMk id="842" creationId="{AFEB102E-8D85-4D28-8A9B-54AF1EFAA4EB}"/>
          </ac:spMkLst>
        </pc:spChg>
        <pc:spChg chg="mod">
          <ac:chgData name="SERGIO SPANO'" userId="3abdd0b9-513e-40ac-aad4-56920065037d" providerId="ADAL" clId="{2DCFDF45-1F6B-4A47-892B-C9094FDD5642}" dt="2022-03-21T11:08:19.259" v="1310" actId="27803"/>
          <ac:spMkLst>
            <pc:docMk/>
            <pc:sldMk cId="1175821773" sldId="258"/>
            <ac:spMk id="843" creationId="{FD149884-132C-4B1C-A9C5-0355453CDB65}"/>
          </ac:spMkLst>
        </pc:spChg>
        <pc:spChg chg="mod">
          <ac:chgData name="SERGIO SPANO'" userId="3abdd0b9-513e-40ac-aad4-56920065037d" providerId="ADAL" clId="{2DCFDF45-1F6B-4A47-892B-C9094FDD5642}" dt="2022-03-21T11:08:19.259" v="1310" actId="27803"/>
          <ac:spMkLst>
            <pc:docMk/>
            <pc:sldMk cId="1175821773" sldId="258"/>
            <ac:spMk id="844" creationId="{EAC93100-74E0-4619-A02B-74CF04ABD41D}"/>
          </ac:spMkLst>
        </pc:spChg>
        <pc:spChg chg="mod">
          <ac:chgData name="SERGIO SPANO'" userId="3abdd0b9-513e-40ac-aad4-56920065037d" providerId="ADAL" clId="{2DCFDF45-1F6B-4A47-892B-C9094FDD5642}" dt="2022-03-21T11:08:19.259" v="1310" actId="27803"/>
          <ac:spMkLst>
            <pc:docMk/>
            <pc:sldMk cId="1175821773" sldId="258"/>
            <ac:spMk id="845" creationId="{0FBD70BE-9F0D-44D2-9D62-0C8D40C44C2B}"/>
          </ac:spMkLst>
        </pc:spChg>
        <pc:spChg chg="mod">
          <ac:chgData name="SERGIO SPANO'" userId="3abdd0b9-513e-40ac-aad4-56920065037d" providerId="ADAL" clId="{2DCFDF45-1F6B-4A47-892B-C9094FDD5642}" dt="2022-03-21T11:08:19.259" v="1310" actId="27803"/>
          <ac:spMkLst>
            <pc:docMk/>
            <pc:sldMk cId="1175821773" sldId="258"/>
            <ac:spMk id="846" creationId="{EEEF8E7B-ABB6-4DD4-877B-0D12614A0DFB}"/>
          </ac:spMkLst>
        </pc:spChg>
        <pc:spChg chg="mod">
          <ac:chgData name="SERGIO SPANO'" userId="3abdd0b9-513e-40ac-aad4-56920065037d" providerId="ADAL" clId="{2DCFDF45-1F6B-4A47-892B-C9094FDD5642}" dt="2022-03-21T11:08:19.259" v="1310" actId="27803"/>
          <ac:spMkLst>
            <pc:docMk/>
            <pc:sldMk cId="1175821773" sldId="258"/>
            <ac:spMk id="847" creationId="{05BD807F-CF20-4BC7-BEDE-A801DAF125A9}"/>
          </ac:spMkLst>
        </pc:spChg>
        <pc:spChg chg="mod">
          <ac:chgData name="SERGIO SPANO'" userId="3abdd0b9-513e-40ac-aad4-56920065037d" providerId="ADAL" clId="{2DCFDF45-1F6B-4A47-892B-C9094FDD5642}" dt="2022-03-21T11:08:19.259" v="1310" actId="27803"/>
          <ac:spMkLst>
            <pc:docMk/>
            <pc:sldMk cId="1175821773" sldId="258"/>
            <ac:spMk id="848" creationId="{0668F48B-648E-4F9B-AFB0-4BC33B908036}"/>
          </ac:spMkLst>
        </pc:spChg>
        <pc:spChg chg="mod">
          <ac:chgData name="SERGIO SPANO'" userId="3abdd0b9-513e-40ac-aad4-56920065037d" providerId="ADAL" clId="{2DCFDF45-1F6B-4A47-892B-C9094FDD5642}" dt="2022-03-21T11:08:19.259" v="1310" actId="27803"/>
          <ac:spMkLst>
            <pc:docMk/>
            <pc:sldMk cId="1175821773" sldId="258"/>
            <ac:spMk id="849" creationId="{D6B47504-1C22-4EAB-9A8A-DD2FD5002F9D}"/>
          </ac:spMkLst>
        </pc:spChg>
        <pc:spChg chg="mod">
          <ac:chgData name="SERGIO SPANO'" userId="3abdd0b9-513e-40ac-aad4-56920065037d" providerId="ADAL" clId="{2DCFDF45-1F6B-4A47-892B-C9094FDD5642}" dt="2022-03-21T11:08:19.259" v="1310" actId="27803"/>
          <ac:spMkLst>
            <pc:docMk/>
            <pc:sldMk cId="1175821773" sldId="258"/>
            <ac:spMk id="850" creationId="{FE8338FE-673D-4358-A3DA-C64B0157AB22}"/>
          </ac:spMkLst>
        </pc:spChg>
        <pc:spChg chg="mod">
          <ac:chgData name="SERGIO SPANO'" userId="3abdd0b9-513e-40ac-aad4-56920065037d" providerId="ADAL" clId="{2DCFDF45-1F6B-4A47-892B-C9094FDD5642}" dt="2022-03-21T11:08:19.259" v="1310" actId="27803"/>
          <ac:spMkLst>
            <pc:docMk/>
            <pc:sldMk cId="1175821773" sldId="258"/>
            <ac:spMk id="851" creationId="{249783A2-396C-4B8E-A50F-CCB3B866D55C}"/>
          </ac:spMkLst>
        </pc:spChg>
        <pc:spChg chg="mod">
          <ac:chgData name="SERGIO SPANO'" userId="3abdd0b9-513e-40ac-aad4-56920065037d" providerId="ADAL" clId="{2DCFDF45-1F6B-4A47-892B-C9094FDD5642}" dt="2022-03-21T11:08:19.259" v="1310" actId="27803"/>
          <ac:spMkLst>
            <pc:docMk/>
            <pc:sldMk cId="1175821773" sldId="258"/>
            <ac:spMk id="852" creationId="{312E7E0C-DB8E-44C2-9602-3CB430D52D0E}"/>
          </ac:spMkLst>
        </pc:spChg>
        <pc:spChg chg="mod">
          <ac:chgData name="SERGIO SPANO'" userId="3abdd0b9-513e-40ac-aad4-56920065037d" providerId="ADAL" clId="{2DCFDF45-1F6B-4A47-892B-C9094FDD5642}" dt="2022-03-21T11:08:19.259" v="1310" actId="27803"/>
          <ac:spMkLst>
            <pc:docMk/>
            <pc:sldMk cId="1175821773" sldId="258"/>
            <ac:spMk id="853" creationId="{FD5D1771-C4D4-4692-8812-B8F0727F6A09}"/>
          </ac:spMkLst>
        </pc:spChg>
        <pc:spChg chg="mod">
          <ac:chgData name="SERGIO SPANO'" userId="3abdd0b9-513e-40ac-aad4-56920065037d" providerId="ADAL" clId="{2DCFDF45-1F6B-4A47-892B-C9094FDD5642}" dt="2022-03-21T11:08:19.259" v="1310" actId="27803"/>
          <ac:spMkLst>
            <pc:docMk/>
            <pc:sldMk cId="1175821773" sldId="258"/>
            <ac:spMk id="854" creationId="{1BBB09CE-8BD5-47D9-BF63-74BEF671EFA4}"/>
          </ac:spMkLst>
        </pc:spChg>
        <pc:spChg chg="mod">
          <ac:chgData name="SERGIO SPANO'" userId="3abdd0b9-513e-40ac-aad4-56920065037d" providerId="ADAL" clId="{2DCFDF45-1F6B-4A47-892B-C9094FDD5642}" dt="2022-03-21T11:08:19.259" v="1310" actId="27803"/>
          <ac:spMkLst>
            <pc:docMk/>
            <pc:sldMk cId="1175821773" sldId="258"/>
            <ac:spMk id="855" creationId="{F72CF6AF-9210-4B13-8BDE-7AAA79C6BCA1}"/>
          </ac:spMkLst>
        </pc:spChg>
        <pc:spChg chg="mod">
          <ac:chgData name="SERGIO SPANO'" userId="3abdd0b9-513e-40ac-aad4-56920065037d" providerId="ADAL" clId="{2DCFDF45-1F6B-4A47-892B-C9094FDD5642}" dt="2022-03-21T11:08:19.259" v="1310" actId="27803"/>
          <ac:spMkLst>
            <pc:docMk/>
            <pc:sldMk cId="1175821773" sldId="258"/>
            <ac:spMk id="856" creationId="{27BD5722-4C29-4E50-AD57-1EFE3DC27774}"/>
          </ac:spMkLst>
        </pc:spChg>
        <pc:spChg chg="mod">
          <ac:chgData name="SERGIO SPANO'" userId="3abdd0b9-513e-40ac-aad4-56920065037d" providerId="ADAL" clId="{2DCFDF45-1F6B-4A47-892B-C9094FDD5642}" dt="2022-03-21T11:08:19.259" v="1310" actId="27803"/>
          <ac:spMkLst>
            <pc:docMk/>
            <pc:sldMk cId="1175821773" sldId="258"/>
            <ac:spMk id="857" creationId="{5D26ABDC-92A2-4010-80A3-2014829CDF2F}"/>
          </ac:spMkLst>
        </pc:spChg>
        <pc:spChg chg="mod">
          <ac:chgData name="SERGIO SPANO'" userId="3abdd0b9-513e-40ac-aad4-56920065037d" providerId="ADAL" clId="{2DCFDF45-1F6B-4A47-892B-C9094FDD5642}" dt="2022-03-21T11:08:19.259" v="1310" actId="27803"/>
          <ac:spMkLst>
            <pc:docMk/>
            <pc:sldMk cId="1175821773" sldId="258"/>
            <ac:spMk id="858" creationId="{F8D0AC88-0B38-48AF-A940-D068D3DE4112}"/>
          </ac:spMkLst>
        </pc:spChg>
        <pc:spChg chg="mod">
          <ac:chgData name="SERGIO SPANO'" userId="3abdd0b9-513e-40ac-aad4-56920065037d" providerId="ADAL" clId="{2DCFDF45-1F6B-4A47-892B-C9094FDD5642}" dt="2022-03-21T11:08:19.259" v="1310" actId="27803"/>
          <ac:spMkLst>
            <pc:docMk/>
            <pc:sldMk cId="1175821773" sldId="258"/>
            <ac:spMk id="859" creationId="{94BBB9B6-1293-4D51-B2FC-3F927F04578F}"/>
          </ac:spMkLst>
        </pc:spChg>
        <pc:spChg chg="mod">
          <ac:chgData name="SERGIO SPANO'" userId="3abdd0b9-513e-40ac-aad4-56920065037d" providerId="ADAL" clId="{2DCFDF45-1F6B-4A47-892B-C9094FDD5642}" dt="2022-03-21T11:08:19.259" v="1310" actId="27803"/>
          <ac:spMkLst>
            <pc:docMk/>
            <pc:sldMk cId="1175821773" sldId="258"/>
            <ac:spMk id="860" creationId="{5BE5B58C-61E6-4A9A-B315-7A3339103329}"/>
          </ac:spMkLst>
        </pc:spChg>
        <pc:spChg chg="mod">
          <ac:chgData name="SERGIO SPANO'" userId="3abdd0b9-513e-40ac-aad4-56920065037d" providerId="ADAL" clId="{2DCFDF45-1F6B-4A47-892B-C9094FDD5642}" dt="2022-03-21T11:08:19.259" v="1310" actId="27803"/>
          <ac:spMkLst>
            <pc:docMk/>
            <pc:sldMk cId="1175821773" sldId="258"/>
            <ac:spMk id="861" creationId="{44F5EA51-5BC6-454D-8916-2D14E3452C5B}"/>
          </ac:spMkLst>
        </pc:spChg>
        <pc:spChg chg="mod">
          <ac:chgData name="SERGIO SPANO'" userId="3abdd0b9-513e-40ac-aad4-56920065037d" providerId="ADAL" clId="{2DCFDF45-1F6B-4A47-892B-C9094FDD5642}" dt="2022-03-21T11:08:19.259" v="1310" actId="27803"/>
          <ac:spMkLst>
            <pc:docMk/>
            <pc:sldMk cId="1175821773" sldId="258"/>
            <ac:spMk id="862" creationId="{4F2B2D1D-02EC-4DF7-BC75-6FD52A5A64D0}"/>
          </ac:spMkLst>
        </pc:spChg>
        <pc:spChg chg="mod">
          <ac:chgData name="SERGIO SPANO'" userId="3abdd0b9-513e-40ac-aad4-56920065037d" providerId="ADAL" clId="{2DCFDF45-1F6B-4A47-892B-C9094FDD5642}" dt="2022-03-21T11:08:19.259" v="1310" actId="27803"/>
          <ac:spMkLst>
            <pc:docMk/>
            <pc:sldMk cId="1175821773" sldId="258"/>
            <ac:spMk id="863" creationId="{4A5C2B08-7141-4431-B04E-7CCF7FD9DB46}"/>
          </ac:spMkLst>
        </pc:spChg>
        <pc:spChg chg="mod">
          <ac:chgData name="SERGIO SPANO'" userId="3abdd0b9-513e-40ac-aad4-56920065037d" providerId="ADAL" clId="{2DCFDF45-1F6B-4A47-892B-C9094FDD5642}" dt="2022-03-21T11:08:19.259" v="1310" actId="27803"/>
          <ac:spMkLst>
            <pc:docMk/>
            <pc:sldMk cId="1175821773" sldId="258"/>
            <ac:spMk id="864" creationId="{AFD9500D-4B9B-4750-BA04-A0D2523CFB4A}"/>
          </ac:spMkLst>
        </pc:spChg>
        <pc:spChg chg="mod">
          <ac:chgData name="SERGIO SPANO'" userId="3abdd0b9-513e-40ac-aad4-56920065037d" providerId="ADAL" clId="{2DCFDF45-1F6B-4A47-892B-C9094FDD5642}" dt="2022-03-21T11:08:19.259" v="1310" actId="27803"/>
          <ac:spMkLst>
            <pc:docMk/>
            <pc:sldMk cId="1175821773" sldId="258"/>
            <ac:spMk id="865" creationId="{469A92A4-C87F-4D4B-B700-716122816195}"/>
          </ac:spMkLst>
        </pc:spChg>
        <pc:spChg chg="mod">
          <ac:chgData name="SERGIO SPANO'" userId="3abdd0b9-513e-40ac-aad4-56920065037d" providerId="ADAL" clId="{2DCFDF45-1F6B-4A47-892B-C9094FDD5642}" dt="2022-03-21T11:08:19.259" v="1310" actId="27803"/>
          <ac:spMkLst>
            <pc:docMk/>
            <pc:sldMk cId="1175821773" sldId="258"/>
            <ac:spMk id="866" creationId="{2B57ED41-C365-44F0-9393-EDC066B2B5B7}"/>
          </ac:spMkLst>
        </pc:spChg>
        <pc:spChg chg="mod">
          <ac:chgData name="SERGIO SPANO'" userId="3abdd0b9-513e-40ac-aad4-56920065037d" providerId="ADAL" clId="{2DCFDF45-1F6B-4A47-892B-C9094FDD5642}" dt="2022-03-21T11:08:19.259" v="1310" actId="27803"/>
          <ac:spMkLst>
            <pc:docMk/>
            <pc:sldMk cId="1175821773" sldId="258"/>
            <ac:spMk id="867" creationId="{6425C381-2B47-4E93-8FF1-DD994E3C322A}"/>
          </ac:spMkLst>
        </pc:spChg>
        <pc:spChg chg="mod">
          <ac:chgData name="SERGIO SPANO'" userId="3abdd0b9-513e-40ac-aad4-56920065037d" providerId="ADAL" clId="{2DCFDF45-1F6B-4A47-892B-C9094FDD5642}" dt="2022-03-21T11:08:19.259" v="1310" actId="27803"/>
          <ac:spMkLst>
            <pc:docMk/>
            <pc:sldMk cId="1175821773" sldId="258"/>
            <ac:spMk id="868" creationId="{E7DE4F9A-E292-4F5D-9C20-5DE083FD300F}"/>
          </ac:spMkLst>
        </pc:spChg>
        <pc:spChg chg="mod">
          <ac:chgData name="SERGIO SPANO'" userId="3abdd0b9-513e-40ac-aad4-56920065037d" providerId="ADAL" clId="{2DCFDF45-1F6B-4A47-892B-C9094FDD5642}" dt="2022-03-21T11:08:19.259" v="1310" actId="27803"/>
          <ac:spMkLst>
            <pc:docMk/>
            <pc:sldMk cId="1175821773" sldId="258"/>
            <ac:spMk id="869" creationId="{C6B5FF23-FB81-4409-9F4E-DEF3FE4E147F}"/>
          </ac:spMkLst>
        </pc:spChg>
        <pc:spChg chg="mod">
          <ac:chgData name="SERGIO SPANO'" userId="3abdd0b9-513e-40ac-aad4-56920065037d" providerId="ADAL" clId="{2DCFDF45-1F6B-4A47-892B-C9094FDD5642}" dt="2022-03-21T11:08:19.259" v="1310" actId="27803"/>
          <ac:spMkLst>
            <pc:docMk/>
            <pc:sldMk cId="1175821773" sldId="258"/>
            <ac:spMk id="870" creationId="{1021C15D-068C-411C-8163-EEC11921A777}"/>
          </ac:spMkLst>
        </pc:spChg>
        <pc:spChg chg="mod">
          <ac:chgData name="SERGIO SPANO'" userId="3abdd0b9-513e-40ac-aad4-56920065037d" providerId="ADAL" clId="{2DCFDF45-1F6B-4A47-892B-C9094FDD5642}" dt="2022-03-21T11:08:19.259" v="1310" actId="27803"/>
          <ac:spMkLst>
            <pc:docMk/>
            <pc:sldMk cId="1175821773" sldId="258"/>
            <ac:spMk id="871" creationId="{02FC2C88-6918-4427-A60A-E29428EF8320}"/>
          </ac:spMkLst>
        </pc:spChg>
        <pc:spChg chg="mod">
          <ac:chgData name="SERGIO SPANO'" userId="3abdd0b9-513e-40ac-aad4-56920065037d" providerId="ADAL" clId="{2DCFDF45-1F6B-4A47-892B-C9094FDD5642}" dt="2022-03-21T11:08:19.259" v="1310" actId="27803"/>
          <ac:spMkLst>
            <pc:docMk/>
            <pc:sldMk cId="1175821773" sldId="258"/>
            <ac:spMk id="872" creationId="{19EFB4F9-0E19-4436-99B8-E6420AF4A6CD}"/>
          </ac:spMkLst>
        </pc:spChg>
        <pc:spChg chg="mod">
          <ac:chgData name="SERGIO SPANO'" userId="3abdd0b9-513e-40ac-aad4-56920065037d" providerId="ADAL" clId="{2DCFDF45-1F6B-4A47-892B-C9094FDD5642}" dt="2022-03-21T11:08:19.259" v="1310" actId="27803"/>
          <ac:spMkLst>
            <pc:docMk/>
            <pc:sldMk cId="1175821773" sldId="258"/>
            <ac:spMk id="873" creationId="{A2FF11FA-406F-4A0F-81EC-12796F8C0831}"/>
          </ac:spMkLst>
        </pc:spChg>
        <pc:spChg chg="mod">
          <ac:chgData name="SERGIO SPANO'" userId="3abdd0b9-513e-40ac-aad4-56920065037d" providerId="ADAL" clId="{2DCFDF45-1F6B-4A47-892B-C9094FDD5642}" dt="2022-03-21T11:08:19.259" v="1310" actId="27803"/>
          <ac:spMkLst>
            <pc:docMk/>
            <pc:sldMk cId="1175821773" sldId="258"/>
            <ac:spMk id="874" creationId="{CEFB9F8F-265A-4984-9A4E-47EEA8EF9F1F}"/>
          </ac:spMkLst>
        </pc:spChg>
        <pc:spChg chg="mod">
          <ac:chgData name="SERGIO SPANO'" userId="3abdd0b9-513e-40ac-aad4-56920065037d" providerId="ADAL" clId="{2DCFDF45-1F6B-4A47-892B-C9094FDD5642}" dt="2022-03-21T11:08:19.259" v="1310" actId="27803"/>
          <ac:spMkLst>
            <pc:docMk/>
            <pc:sldMk cId="1175821773" sldId="258"/>
            <ac:spMk id="875" creationId="{4B9FC236-1905-40E6-BE0D-C5A876CA4719}"/>
          </ac:spMkLst>
        </pc:spChg>
        <pc:spChg chg="mod">
          <ac:chgData name="SERGIO SPANO'" userId="3abdd0b9-513e-40ac-aad4-56920065037d" providerId="ADAL" clId="{2DCFDF45-1F6B-4A47-892B-C9094FDD5642}" dt="2022-03-21T11:08:19.259" v="1310" actId="27803"/>
          <ac:spMkLst>
            <pc:docMk/>
            <pc:sldMk cId="1175821773" sldId="258"/>
            <ac:spMk id="876" creationId="{319A5041-8556-4D7A-A2D2-52AA2CF2D0AD}"/>
          </ac:spMkLst>
        </pc:spChg>
        <pc:spChg chg="mod">
          <ac:chgData name="SERGIO SPANO'" userId="3abdd0b9-513e-40ac-aad4-56920065037d" providerId="ADAL" clId="{2DCFDF45-1F6B-4A47-892B-C9094FDD5642}" dt="2022-03-21T11:08:19.259" v="1310" actId="27803"/>
          <ac:spMkLst>
            <pc:docMk/>
            <pc:sldMk cId="1175821773" sldId="258"/>
            <ac:spMk id="877" creationId="{1C1F88FA-ECAE-40B1-B1F1-D10FF96B5FD6}"/>
          </ac:spMkLst>
        </pc:spChg>
        <pc:spChg chg="mod">
          <ac:chgData name="SERGIO SPANO'" userId="3abdd0b9-513e-40ac-aad4-56920065037d" providerId="ADAL" clId="{2DCFDF45-1F6B-4A47-892B-C9094FDD5642}" dt="2022-03-21T11:08:19.259" v="1310" actId="27803"/>
          <ac:spMkLst>
            <pc:docMk/>
            <pc:sldMk cId="1175821773" sldId="258"/>
            <ac:spMk id="878" creationId="{ABAA1E86-3B6F-4027-A1F6-171AB77D168D}"/>
          </ac:spMkLst>
        </pc:spChg>
        <pc:spChg chg="mod">
          <ac:chgData name="SERGIO SPANO'" userId="3abdd0b9-513e-40ac-aad4-56920065037d" providerId="ADAL" clId="{2DCFDF45-1F6B-4A47-892B-C9094FDD5642}" dt="2022-03-21T11:08:19.259" v="1310" actId="27803"/>
          <ac:spMkLst>
            <pc:docMk/>
            <pc:sldMk cId="1175821773" sldId="258"/>
            <ac:spMk id="879" creationId="{0785A43C-0881-495D-BB5E-14F2510BF38C}"/>
          </ac:spMkLst>
        </pc:spChg>
        <pc:spChg chg="mod">
          <ac:chgData name="SERGIO SPANO'" userId="3abdd0b9-513e-40ac-aad4-56920065037d" providerId="ADAL" clId="{2DCFDF45-1F6B-4A47-892B-C9094FDD5642}" dt="2022-03-21T11:08:19.259" v="1310" actId="27803"/>
          <ac:spMkLst>
            <pc:docMk/>
            <pc:sldMk cId="1175821773" sldId="258"/>
            <ac:spMk id="880" creationId="{94B44E35-8620-4592-AD49-19AB1E96CF2B}"/>
          </ac:spMkLst>
        </pc:spChg>
        <pc:spChg chg="mod">
          <ac:chgData name="SERGIO SPANO'" userId="3abdd0b9-513e-40ac-aad4-56920065037d" providerId="ADAL" clId="{2DCFDF45-1F6B-4A47-892B-C9094FDD5642}" dt="2022-03-21T11:08:19.259" v="1310" actId="27803"/>
          <ac:spMkLst>
            <pc:docMk/>
            <pc:sldMk cId="1175821773" sldId="258"/>
            <ac:spMk id="881" creationId="{0099ABE1-0D28-4645-A38F-AA259E18B982}"/>
          </ac:spMkLst>
        </pc:spChg>
        <pc:spChg chg="mod">
          <ac:chgData name="SERGIO SPANO'" userId="3abdd0b9-513e-40ac-aad4-56920065037d" providerId="ADAL" clId="{2DCFDF45-1F6B-4A47-892B-C9094FDD5642}" dt="2022-03-21T11:08:19.259" v="1310" actId="27803"/>
          <ac:spMkLst>
            <pc:docMk/>
            <pc:sldMk cId="1175821773" sldId="258"/>
            <ac:spMk id="882" creationId="{2AA6E9C8-2C01-49F4-8317-9DC2026CAC21}"/>
          </ac:spMkLst>
        </pc:spChg>
        <pc:spChg chg="mod">
          <ac:chgData name="SERGIO SPANO'" userId="3abdd0b9-513e-40ac-aad4-56920065037d" providerId="ADAL" clId="{2DCFDF45-1F6B-4A47-892B-C9094FDD5642}" dt="2022-03-21T11:08:19.259" v="1310" actId="27803"/>
          <ac:spMkLst>
            <pc:docMk/>
            <pc:sldMk cId="1175821773" sldId="258"/>
            <ac:spMk id="883" creationId="{06079B41-FB88-4AE0-8A2F-AD04234B5582}"/>
          </ac:spMkLst>
        </pc:spChg>
        <pc:spChg chg="mod">
          <ac:chgData name="SERGIO SPANO'" userId="3abdd0b9-513e-40ac-aad4-56920065037d" providerId="ADAL" clId="{2DCFDF45-1F6B-4A47-892B-C9094FDD5642}" dt="2022-03-21T11:08:19.259" v="1310" actId="27803"/>
          <ac:spMkLst>
            <pc:docMk/>
            <pc:sldMk cId="1175821773" sldId="258"/>
            <ac:spMk id="884" creationId="{96012D2F-1117-4078-8EF4-DC3CD302D250}"/>
          </ac:spMkLst>
        </pc:spChg>
        <pc:spChg chg="mod">
          <ac:chgData name="SERGIO SPANO'" userId="3abdd0b9-513e-40ac-aad4-56920065037d" providerId="ADAL" clId="{2DCFDF45-1F6B-4A47-892B-C9094FDD5642}" dt="2022-03-21T11:08:19.259" v="1310" actId="27803"/>
          <ac:spMkLst>
            <pc:docMk/>
            <pc:sldMk cId="1175821773" sldId="258"/>
            <ac:spMk id="885" creationId="{75AF6E6E-3FA1-4379-9060-D7C9FF3AA80A}"/>
          </ac:spMkLst>
        </pc:spChg>
        <pc:spChg chg="mod">
          <ac:chgData name="SERGIO SPANO'" userId="3abdd0b9-513e-40ac-aad4-56920065037d" providerId="ADAL" clId="{2DCFDF45-1F6B-4A47-892B-C9094FDD5642}" dt="2022-03-21T11:08:19.259" v="1310" actId="27803"/>
          <ac:spMkLst>
            <pc:docMk/>
            <pc:sldMk cId="1175821773" sldId="258"/>
            <ac:spMk id="886" creationId="{9C1ACE11-7800-4011-A9F1-1DFE4AA604B3}"/>
          </ac:spMkLst>
        </pc:spChg>
        <pc:spChg chg="mod">
          <ac:chgData name="SERGIO SPANO'" userId="3abdd0b9-513e-40ac-aad4-56920065037d" providerId="ADAL" clId="{2DCFDF45-1F6B-4A47-892B-C9094FDD5642}" dt="2022-03-21T11:08:19.259" v="1310" actId="27803"/>
          <ac:spMkLst>
            <pc:docMk/>
            <pc:sldMk cId="1175821773" sldId="258"/>
            <ac:spMk id="887" creationId="{7F93B181-5019-4C11-92A7-9974F6F9EDCF}"/>
          </ac:spMkLst>
        </pc:spChg>
        <pc:spChg chg="mod">
          <ac:chgData name="SERGIO SPANO'" userId="3abdd0b9-513e-40ac-aad4-56920065037d" providerId="ADAL" clId="{2DCFDF45-1F6B-4A47-892B-C9094FDD5642}" dt="2022-03-21T11:08:19.259" v="1310" actId="27803"/>
          <ac:spMkLst>
            <pc:docMk/>
            <pc:sldMk cId="1175821773" sldId="258"/>
            <ac:spMk id="888" creationId="{5256DBDE-06B7-412C-B600-8231CD15115F}"/>
          </ac:spMkLst>
        </pc:spChg>
        <pc:spChg chg="mod">
          <ac:chgData name="SERGIO SPANO'" userId="3abdd0b9-513e-40ac-aad4-56920065037d" providerId="ADAL" clId="{2DCFDF45-1F6B-4A47-892B-C9094FDD5642}" dt="2022-03-21T11:08:19.259" v="1310" actId="27803"/>
          <ac:spMkLst>
            <pc:docMk/>
            <pc:sldMk cId="1175821773" sldId="258"/>
            <ac:spMk id="889" creationId="{66DB93F3-E761-48FB-AFC8-91610C026ED6}"/>
          </ac:spMkLst>
        </pc:spChg>
        <pc:spChg chg="mod">
          <ac:chgData name="SERGIO SPANO'" userId="3abdd0b9-513e-40ac-aad4-56920065037d" providerId="ADAL" clId="{2DCFDF45-1F6B-4A47-892B-C9094FDD5642}" dt="2022-03-21T11:08:19.259" v="1310" actId="27803"/>
          <ac:spMkLst>
            <pc:docMk/>
            <pc:sldMk cId="1175821773" sldId="258"/>
            <ac:spMk id="890" creationId="{DFC19597-9FB1-4B08-8CE7-50B093FB279B}"/>
          </ac:spMkLst>
        </pc:spChg>
        <pc:spChg chg="mod">
          <ac:chgData name="SERGIO SPANO'" userId="3abdd0b9-513e-40ac-aad4-56920065037d" providerId="ADAL" clId="{2DCFDF45-1F6B-4A47-892B-C9094FDD5642}" dt="2022-03-21T11:08:19.259" v="1310" actId="27803"/>
          <ac:spMkLst>
            <pc:docMk/>
            <pc:sldMk cId="1175821773" sldId="258"/>
            <ac:spMk id="891" creationId="{AD6A4A21-C321-4C8C-A8BB-5F5F2719DF2B}"/>
          </ac:spMkLst>
        </pc:spChg>
        <pc:spChg chg="mod">
          <ac:chgData name="SERGIO SPANO'" userId="3abdd0b9-513e-40ac-aad4-56920065037d" providerId="ADAL" clId="{2DCFDF45-1F6B-4A47-892B-C9094FDD5642}" dt="2022-03-21T11:08:19.259" v="1310" actId="27803"/>
          <ac:spMkLst>
            <pc:docMk/>
            <pc:sldMk cId="1175821773" sldId="258"/>
            <ac:spMk id="892" creationId="{1C6F1D85-8782-459D-913C-69F57EDC2BA7}"/>
          </ac:spMkLst>
        </pc:spChg>
        <pc:spChg chg="mod">
          <ac:chgData name="SERGIO SPANO'" userId="3abdd0b9-513e-40ac-aad4-56920065037d" providerId="ADAL" clId="{2DCFDF45-1F6B-4A47-892B-C9094FDD5642}" dt="2022-03-21T11:08:19.259" v="1310" actId="27803"/>
          <ac:spMkLst>
            <pc:docMk/>
            <pc:sldMk cId="1175821773" sldId="258"/>
            <ac:spMk id="893" creationId="{2A641FD2-67D2-4AE7-8445-FE3900A1CF9B}"/>
          </ac:spMkLst>
        </pc:spChg>
        <pc:spChg chg="mod">
          <ac:chgData name="SERGIO SPANO'" userId="3abdd0b9-513e-40ac-aad4-56920065037d" providerId="ADAL" clId="{2DCFDF45-1F6B-4A47-892B-C9094FDD5642}" dt="2022-03-21T11:08:19.259" v="1310" actId="27803"/>
          <ac:spMkLst>
            <pc:docMk/>
            <pc:sldMk cId="1175821773" sldId="258"/>
            <ac:spMk id="894" creationId="{ECCB843A-36A0-4DDE-8A42-27C9551E1906}"/>
          </ac:spMkLst>
        </pc:spChg>
        <pc:spChg chg="mod">
          <ac:chgData name="SERGIO SPANO'" userId="3abdd0b9-513e-40ac-aad4-56920065037d" providerId="ADAL" clId="{2DCFDF45-1F6B-4A47-892B-C9094FDD5642}" dt="2022-03-21T11:08:19.259" v="1310" actId="27803"/>
          <ac:spMkLst>
            <pc:docMk/>
            <pc:sldMk cId="1175821773" sldId="258"/>
            <ac:spMk id="895" creationId="{B6CB4C39-A38D-4835-8912-104E05B28594}"/>
          </ac:spMkLst>
        </pc:spChg>
        <pc:spChg chg="mod">
          <ac:chgData name="SERGIO SPANO'" userId="3abdd0b9-513e-40ac-aad4-56920065037d" providerId="ADAL" clId="{2DCFDF45-1F6B-4A47-892B-C9094FDD5642}" dt="2022-03-21T11:08:19.259" v="1310" actId="27803"/>
          <ac:spMkLst>
            <pc:docMk/>
            <pc:sldMk cId="1175821773" sldId="258"/>
            <ac:spMk id="896" creationId="{1ECC881C-F118-4B4F-8BB0-3EECCBEBB8A3}"/>
          </ac:spMkLst>
        </pc:spChg>
        <pc:spChg chg="mod">
          <ac:chgData name="SERGIO SPANO'" userId="3abdd0b9-513e-40ac-aad4-56920065037d" providerId="ADAL" clId="{2DCFDF45-1F6B-4A47-892B-C9094FDD5642}" dt="2022-03-21T11:08:19.259" v="1310" actId="27803"/>
          <ac:spMkLst>
            <pc:docMk/>
            <pc:sldMk cId="1175821773" sldId="258"/>
            <ac:spMk id="897" creationId="{A8811B12-C635-405B-B9A9-2DD32242F92C}"/>
          </ac:spMkLst>
        </pc:spChg>
        <pc:spChg chg="mod">
          <ac:chgData name="SERGIO SPANO'" userId="3abdd0b9-513e-40ac-aad4-56920065037d" providerId="ADAL" clId="{2DCFDF45-1F6B-4A47-892B-C9094FDD5642}" dt="2022-03-21T11:08:19.259" v="1310" actId="27803"/>
          <ac:spMkLst>
            <pc:docMk/>
            <pc:sldMk cId="1175821773" sldId="258"/>
            <ac:spMk id="898" creationId="{8C520505-D1E9-477C-83E9-E3DDA2531EC5}"/>
          </ac:spMkLst>
        </pc:spChg>
        <pc:spChg chg="mod">
          <ac:chgData name="SERGIO SPANO'" userId="3abdd0b9-513e-40ac-aad4-56920065037d" providerId="ADAL" clId="{2DCFDF45-1F6B-4A47-892B-C9094FDD5642}" dt="2022-03-21T11:08:19.259" v="1310" actId="27803"/>
          <ac:spMkLst>
            <pc:docMk/>
            <pc:sldMk cId="1175821773" sldId="258"/>
            <ac:spMk id="899" creationId="{D4F5982F-111E-49D8-9D0F-5DF5EC66CFCE}"/>
          </ac:spMkLst>
        </pc:spChg>
        <pc:spChg chg="mod">
          <ac:chgData name="SERGIO SPANO'" userId="3abdd0b9-513e-40ac-aad4-56920065037d" providerId="ADAL" clId="{2DCFDF45-1F6B-4A47-892B-C9094FDD5642}" dt="2022-03-21T11:08:19.259" v="1310" actId="27803"/>
          <ac:spMkLst>
            <pc:docMk/>
            <pc:sldMk cId="1175821773" sldId="258"/>
            <ac:spMk id="900" creationId="{8C07A4FE-A266-4796-82A9-34929205C330}"/>
          </ac:spMkLst>
        </pc:spChg>
        <pc:spChg chg="mod">
          <ac:chgData name="SERGIO SPANO'" userId="3abdd0b9-513e-40ac-aad4-56920065037d" providerId="ADAL" clId="{2DCFDF45-1F6B-4A47-892B-C9094FDD5642}" dt="2022-03-21T11:08:19.259" v="1310" actId="27803"/>
          <ac:spMkLst>
            <pc:docMk/>
            <pc:sldMk cId="1175821773" sldId="258"/>
            <ac:spMk id="901" creationId="{DC96EFA5-341B-42D8-8656-2CCE416A5BED}"/>
          </ac:spMkLst>
        </pc:spChg>
        <pc:spChg chg="mod">
          <ac:chgData name="SERGIO SPANO'" userId="3abdd0b9-513e-40ac-aad4-56920065037d" providerId="ADAL" clId="{2DCFDF45-1F6B-4A47-892B-C9094FDD5642}" dt="2022-03-21T11:08:19.259" v="1310" actId="27803"/>
          <ac:spMkLst>
            <pc:docMk/>
            <pc:sldMk cId="1175821773" sldId="258"/>
            <ac:spMk id="902" creationId="{AF9633A7-BB17-45DA-8EA4-7920F6F88FE2}"/>
          </ac:spMkLst>
        </pc:spChg>
        <pc:spChg chg="mod">
          <ac:chgData name="SERGIO SPANO'" userId="3abdd0b9-513e-40ac-aad4-56920065037d" providerId="ADAL" clId="{2DCFDF45-1F6B-4A47-892B-C9094FDD5642}" dt="2022-03-21T11:08:19.259" v="1310" actId="27803"/>
          <ac:spMkLst>
            <pc:docMk/>
            <pc:sldMk cId="1175821773" sldId="258"/>
            <ac:spMk id="903" creationId="{240F632E-4201-4DA5-BAD0-8B689DF638BE}"/>
          </ac:spMkLst>
        </pc:spChg>
        <pc:spChg chg="mod">
          <ac:chgData name="SERGIO SPANO'" userId="3abdd0b9-513e-40ac-aad4-56920065037d" providerId="ADAL" clId="{2DCFDF45-1F6B-4A47-892B-C9094FDD5642}" dt="2022-03-21T11:08:19.259" v="1310" actId="27803"/>
          <ac:spMkLst>
            <pc:docMk/>
            <pc:sldMk cId="1175821773" sldId="258"/>
            <ac:spMk id="904" creationId="{DEDB7CA3-5AEF-4F18-9BAB-096F474B8FCA}"/>
          </ac:spMkLst>
        </pc:spChg>
        <pc:spChg chg="mod">
          <ac:chgData name="SERGIO SPANO'" userId="3abdd0b9-513e-40ac-aad4-56920065037d" providerId="ADAL" clId="{2DCFDF45-1F6B-4A47-892B-C9094FDD5642}" dt="2022-03-21T11:08:19.259" v="1310" actId="27803"/>
          <ac:spMkLst>
            <pc:docMk/>
            <pc:sldMk cId="1175821773" sldId="258"/>
            <ac:spMk id="905" creationId="{FCCA6982-5FCC-4633-94B7-8182E9F53CF1}"/>
          </ac:spMkLst>
        </pc:spChg>
        <pc:spChg chg="mod">
          <ac:chgData name="SERGIO SPANO'" userId="3abdd0b9-513e-40ac-aad4-56920065037d" providerId="ADAL" clId="{2DCFDF45-1F6B-4A47-892B-C9094FDD5642}" dt="2022-03-21T11:08:19.259" v="1310" actId="27803"/>
          <ac:spMkLst>
            <pc:docMk/>
            <pc:sldMk cId="1175821773" sldId="258"/>
            <ac:spMk id="906" creationId="{C77AEC1F-36E5-4E29-B21C-86553D341064}"/>
          </ac:spMkLst>
        </pc:spChg>
        <pc:spChg chg="mod">
          <ac:chgData name="SERGIO SPANO'" userId="3abdd0b9-513e-40ac-aad4-56920065037d" providerId="ADAL" clId="{2DCFDF45-1F6B-4A47-892B-C9094FDD5642}" dt="2022-03-21T11:08:19.259" v="1310" actId="27803"/>
          <ac:spMkLst>
            <pc:docMk/>
            <pc:sldMk cId="1175821773" sldId="258"/>
            <ac:spMk id="907" creationId="{91233E76-5DC5-45B2-B795-46F15239F43A}"/>
          </ac:spMkLst>
        </pc:spChg>
        <pc:spChg chg="mod">
          <ac:chgData name="SERGIO SPANO'" userId="3abdd0b9-513e-40ac-aad4-56920065037d" providerId="ADAL" clId="{2DCFDF45-1F6B-4A47-892B-C9094FDD5642}" dt="2022-03-21T11:08:19.259" v="1310" actId="27803"/>
          <ac:spMkLst>
            <pc:docMk/>
            <pc:sldMk cId="1175821773" sldId="258"/>
            <ac:spMk id="908" creationId="{BFB2A124-F50F-4B1B-8068-1E54F36014A1}"/>
          </ac:spMkLst>
        </pc:spChg>
        <pc:spChg chg="mod">
          <ac:chgData name="SERGIO SPANO'" userId="3abdd0b9-513e-40ac-aad4-56920065037d" providerId="ADAL" clId="{2DCFDF45-1F6B-4A47-892B-C9094FDD5642}" dt="2022-03-21T11:08:19.259" v="1310" actId="27803"/>
          <ac:spMkLst>
            <pc:docMk/>
            <pc:sldMk cId="1175821773" sldId="258"/>
            <ac:spMk id="909" creationId="{6C8ACF84-D4C4-4FA7-82E4-812A12210A8A}"/>
          </ac:spMkLst>
        </pc:spChg>
        <pc:spChg chg="mod">
          <ac:chgData name="SERGIO SPANO'" userId="3abdd0b9-513e-40ac-aad4-56920065037d" providerId="ADAL" clId="{2DCFDF45-1F6B-4A47-892B-C9094FDD5642}" dt="2022-03-21T11:08:19.259" v="1310" actId="27803"/>
          <ac:spMkLst>
            <pc:docMk/>
            <pc:sldMk cId="1175821773" sldId="258"/>
            <ac:spMk id="910" creationId="{6CC60B72-BA47-4D85-B5BD-BD4B32F2B8DE}"/>
          </ac:spMkLst>
        </pc:spChg>
        <pc:spChg chg="mod">
          <ac:chgData name="SERGIO SPANO'" userId="3abdd0b9-513e-40ac-aad4-56920065037d" providerId="ADAL" clId="{2DCFDF45-1F6B-4A47-892B-C9094FDD5642}" dt="2022-03-21T11:08:19.259" v="1310" actId="27803"/>
          <ac:spMkLst>
            <pc:docMk/>
            <pc:sldMk cId="1175821773" sldId="258"/>
            <ac:spMk id="911" creationId="{E12EE948-A4A7-4625-B4B0-25BC7FE33AB1}"/>
          </ac:spMkLst>
        </pc:spChg>
        <pc:spChg chg="mod">
          <ac:chgData name="SERGIO SPANO'" userId="3abdd0b9-513e-40ac-aad4-56920065037d" providerId="ADAL" clId="{2DCFDF45-1F6B-4A47-892B-C9094FDD5642}" dt="2022-03-21T11:08:19.259" v="1310" actId="27803"/>
          <ac:spMkLst>
            <pc:docMk/>
            <pc:sldMk cId="1175821773" sldId="258"/>
            <ac:spMk id="912" creationId="{F58837B7-DDAD-43D0-B2F7-2EF3573187AC}"/>
          </ac:spMkLst>
        </pc:spChg>
        <pc:spChg chg="mod">
          <ac:chgData name="SERGIO SPANO'" userId="3abdd0b9-513e-40ac-aad4-56920065037d" providerId="ADAL" clId="{2DCFDF45-1F6B-4A47-892B-C9094FDD5642}" dt="2022-03-21T11:08:19.259" v="1310" actId="27803"/>
          <ac:spMkLst>
            <pc:docMk/>
            <pc:sldMk cId="1175821773" sldId="258"/>
            <ac:spMk id="913" creationId="{748E26A7-AE92-45B4-AC60-FC46C03A0857}"/>
          </ac:spMkLst>
        </pc:spChg>
        <pc:spChg chg="mod">
          <ac:chgData name="SERGIO SPANO'" userId="3abdd0b9-513e-40ac-aad4-56920065037d" providerId="ADAL" clId="{2DCFDF45-1F6B-4A47-892B-C9094FDD5642}" dt="2022-03-21T11:08:19.259" v="1310" actId="27803"/>
          <ac:spMkLst>
            <pc:docMk/>
            <pc:sldMk cId="1175821773" sldId="258"/>
            <ac:spMk id="914" creationId="{36B23849-257F-4A77-B68B-88331FF4D7A7}"/>
          </ac:spMkLst>
        </pc:spChg>
        <pc:spChg chg="mod">
          <ac:chgData name="SERGIO SPANO'" userId="3abdd0b9-513e-40ac-aad4-56920065037d" providerId="ADAL" clId="{2DCFDF45-1F6B-4A47-892B-C9094FDD5642}" dt="2022-03-21T11:08:19.259" v="1310" actId="27803"/>
          <ac:spMkLst>
            <pc:docMk/>
            <pc:sldMk cId="1175821773" sldId="258"/>
            <ac:spMk id="915" creationId="{F8EFDA97-E181-452C-8121-BF96AA6D7841}"/>
          </ac:spMkLst>
        </pc:spChg>
        <pc:spChg chg="mod">
          <ac:chgData name="SERGIO SPANO'" userId="3abdd0b9-513e-40ac-aad4-56920065037d" providerId="ADAL" clId="{2DCFDF45-1F6B-4A47-892B-C9094FDD5642}" dt="2022-03-21T11:08:19.259" v="1310" actId="27803"/>
          <ac:spMkLst>
            <pc:docMk/>
            <pc:sldMk cId="1175821773" sldId="258"/>
            <ac:spMk id="916" creationId="{11F4DA97-5A6C-43EE-AD8A-062953CA8B7D}"/>
          </ac:spMkLst>
        </pc:spChg>
        <pc:spChg chg="mod">
          <ac:chgData name="SERGIO SPANO'" userId="3abdd0b9-513e-40ac-aad4-56920065037d" providerId="ADAL" clId="{2DCFDF45-1F6B-4A47-892B-C9094FDD5642}" dt="2022-03-21T11:08:19.259" v="1310" actId="27803"/>
          <ac:spMkLst>
            <pc:docMk/>
            <pc:sldMk cId="1175821773" sldId="258"/>
            <ac:spMk id="917" creationId="{C2D68394-43DA-4AFA-83EE-F099E3C2CA33}"/>
          </ac:spMkLst>
        </pc:spChg>
        <pc:spChg chg="mod">
          <ac:chgData name="SERGIO SPANO'" userId="3abdd0b9-513e-40ac-aad4-56920065037d" providerId="ADAL" clId="{2DCFDF45-1F6B-4A47-892B-C9094FDD5642}" dt="2022-03-21T11:08:19.259" v="1310" actId="27803"/>
          <ac:spMkLst>
            <pc:docMk/>
            <pc:sldMk cId="1175821773" sldId="258"/>
            <ac:spMk id="918" creationId="{258E9A1B-4B33-4387-BB3C-5482B0433E48}"/>
          </ac:spMkLst>
        </pc:spChg>
        <pc:spChg chg="mod">
          <ac:chgData name="SERGIO SPANO'" userId="3abdd0b9-513e-40ac-aad4-56920065037d" providerId="ADAL" clId="{2DCFDF45-1F6B-4A47-892B-C9094FDD5642}" dt="2022-03-21T11:08:19.259" v="1310" actId="27803"/>
          <ac:spMkLst>
            <pc:docMk/>
            <pc:sldMk cId="1175821773" sldId="258"/>
            <ac:spMk id="919" creationId="{0E551EE2-6958-410D-A408-E4B207500CD0}"/>
          </ac:spMkLst>
        </pc:spChg>
        <pc:spChg chg="mod">
          <ac:chgData name="SERGIO SPANO'" userId="3abdd0b9-513e-40ac-aad4-56920065037d" providerId="ADAL" clId="{2DCFDF45-1F6B-4A47-892B-C9094FDD5642}" dt="2022-03-21T11:08:19.259" v="1310" actId="27803"/>
          <ac:spMkLst>
            <pc:docMk/>
            <pc:sldMk cId="1175821773" sldId="258"/>
            <ac:spMk id="920" creationId="{678C18B7-525D-4AA2-BE3E-06E05230331D}"/>
          </ac:spMkLst>
        </pc:spChg>
        <pc:spChg chg="mod">
          <ac:chgData name="SERGIO SPANO'" userId="3abdd0b9-513e-40ac-aad4-56920065037d" providerId="ADAL" clId="{2DCFDF45-1F6B-4A47-892B-C9094FDD5642}" dt="2022-03-21T11:08:19.259" v="1310" actId="27803"/>
          <ac:spMkLst>
            <pc:docMk/>
            <pc:sldMk cId="1175821773" sldId="258"/>
            <ac:spMk id="921" creationId="{EBC848F2-4E2B-44F0-9866-48C2FC6E3807}"/>
          </ac:spMkLst>
        </pc:spChg>
        <pc:spChg chg="mod">
          <ac:chgData name="SERGIO SPANO'" userId="3abdd0b9-513e-40ac-aad4-56920065037d" providerId="ADAL" clId="{2DCFDF45-1F6B-4A47-892B-C9094FDD5642}" dt="2022-03-21T11:08:19.259" v="1310" actId="27803"/>
          <ac:spMkLst>
            <pc:docMk/>
            <pc:sldMk cId="1175821773" sldId="258"/>
            <ac:spMk id="922" creationId="{11CE172D-BE7B-4844-B1CB-7ADE0ACE95C5}"/>
          </ac:spMkLst>
        </pc:spChg>
        <pc:spChg chg="mod">
          <ac:chgData name="SERGIO SPANO'" userId="3abdd0b9-513e-40ac-aad4-56920065037d" providerId="ADAL" clId="{2DCFDF45-1F6B-4A47-892B-C9094FDD5642}" dt="2022-03-21T11:08:19.259" v="1310" actId="27803"/>
          <ac:spMkLst>
            <pc:docMk/>
            <pc:sldMk cId="1175821773" sldId="258"/>
            <ac:spMk id="923" creationId="{D9B02F0A-460E-46A1-8638-C7BADAD0038E}"/>
          </ac:spMkLst>
        </pc:spChg>
        <pc:spChg chg="mod">
          <ac:chgData name="SERGIO SPANO'" userId="3abdd0b9-513e-40ac-aad4-56920065037d" providerId="ADAL" clId="{2DCFDF45-1F6B-4A47-892B-C9094FDD5642}" dt="2022-03-21T11:08:19.259" v="1310" actId="27803"/>
          <ac:spMkLst>
            <pc:docMk/>
            <pc:sldMk cId="1175821773" sldId="258"/>
            <ac:spMk id="924" creationId="{069053E4-3EBE-4985-886C-1CD3EEBA7F8A}"/>
          </ac:spMkLst>
        </pc:spChg>
        <pc:spChg chg="mod">
          <ac:chgData name="SERGIO SPANO'" userId="3abdd0b9-513e-40ac-aad4-56920065037d" providerId="ADAL" clId="{2DCFDF45-1F6B-4A47-892B-C9094FDD5642}" dt="2022-03-21T11:08:19.259" v="1310" actId="27803"/>
          <ac:spMkLst>
            <pc:docMk/>
            <pc:sldMk cId="1175821773" sldId="258"/>
            <ac:spMk id="925" creationId="{BD49A490-DDD4-411F-808C-3318CF9CFE21}"/>
          </ac:spMkLst>
        </pc:spChg>
        <pc:spChg chg="mod">
          <ac:chgData name="SERGIO SPANO'" userId="3abdd0b9-513e-40ac-aad4-56920065037d" providerId="ADAL" clId="{2DCFDF45-1F6B-4A47-892B-C9094FDD5642}" dt="2022-03-21T11:08:19.259" v="1310" actId="27803"/>
          <ac:spMkLst>
            <pc:docMk/>
            <pc:sldMk cId="1175821773" sldId="258"/>
            <ac:spMk id="926" creationId="{15487F7B-40E4-435C-B103-4ADC36FD47DD}"/>
          </ac:spMkLst>
        </pc:spChg>
        <pc:spChg chg="mod">
          <ac:chgData name="SERGIO SPANO'" userId="3abdd0b9-513e-40ac-aad4-56920065037d" providerId="ADAL" clId="{2DCFDF45-1F6B-4A47-892B-C9094FDD5642}" dt="2022-03-21T11:08:19.259" v="1310" actId="27803"/>
          <ac:spMkLst>
            <pc:docMk/>
            <pc:sldMk cId="1175821773" sldId="258"/>
            <ac:spMk id="927" creationId="{E7C2422A-D3CE-4C5C-BD0B-425723B75B1F}"/>
          </ac:spMkLst>
        </pc:spChg>
        <pc:spChg chg="mod">
          <ac:chgData name="SERGIO SPANO'" userId="3abdd0b9-513e-40ac-aad4-56920065037d" providerId="ADAL" clId="{2DCFDF45-1F6B-4A47-892B-C9094FDD5642}" dt="2022-03-21T11:08:19.259" v="1310" actId="27803"/>
          <ac:spMkLst>
            <pc:docMk/>
            <pc:sldMk cId="1175821773" sldId="258"/>
            <ac:spMk id="928" creationId="{F938B2C6-FBF2-498C-B478-BE98B119410F}"/>
          </ac:spMkLst>
        </pc:spChg>
        <pc:spChg chg="mod">
          <ac:chgData name="SERGIO SPANO'" userId="3abdd0b9-513e-40ac-aad4-56920065037d" providerId="ADAL" clId="{2DCFDF45-1F6B-4A47-892B-C9094FDD5642}" dt="2022-03-21T11:08:19.259" v="1310" actId="27803"/>
          <ac:spMkLst>
            <pc:docMk/>
            <pc:sldMk cId="1175821773" sldId="258"/>
            <ac:spMk id="929" creationId="{2CD74AB4-4D6C-4FB1-B0AC-2D424F680220}"/>
          </ac:spMkLst>
        </pc:spChg>
        <pc:spChg chg="mod">
          <ac:chgData name="SERGIO SPANO'" userId="3abdd0b9-513e-40ac-aad4-56920065037d" providerId="ADAL" clId="{2DCFDF45-1F6B-4A47-892B-C9094FDD5642}" dt="2022-03-21T11:08:19.259" v="1310" actId="27803"/>
          <ac:spMkLst>
            <pc:docMk/>
            <pc:sldMk cId="1175821773" sldId="258"/>
            <ac:spMk id="930" creationId="{A3AE275D-21F4-4C03-9C90-6A958C4BA8B9}"/>
          </ac:spMkLst>
        </pc:spChg>
        <pc:spChg chg="mod">
          <ac:chgData name="SERGIO SPANO'" userId="3abdd0b9-513e-40ac-aad4-56920065037d" providerId="ADAL" clId="{2DCFDF45-1F6B-4A47-892B-C9094FDD5642}" dt="2022-03-21T11:08:19.259" v="1310" actId="27803"/>
          <ac:spMkLst>
            <pc:docMk/>
            <pc:sldMk cId="1175821773" sldId="258"/>
            <ac:spMk id="931" creationId="{3E4F2F33-5211-4713-BF0D-B8E0815BBB60}"/>
          </ac:spMkLst>
        </pc:spChg>
        <pc:spChg chg="mod">
          <ac:chgData name="SERGIO SPANO'" userId="3abdd0b9-513e-40ac-aad4-56920065037d" providerId="ADAL" clId="{2DCFDF45-1F6B-4A47-892B-C9094FDD5642}" dt="2022-03-21T11:08:19.259" v="1310" actId="27803"/>
          <ac:spMkLst>
            <pc:docMk/>
            <pc:sldMk cId="1175821773" sldId="258"/>
            <ac:spMk id="932" creationId="{92E35062-8898-4E11-9C71-A25E3B2E098F}"/>
          </ac:spMkLst>
        </pc:spChg>
        <pc:spChg chg="mod">
          <ac:chgData name="SERGIO SPANO'" userId="3abdd0b9-513e-40ac-aad4-56920065037d" providerId="ADAL" clId="{2DCFDF45-1F6B-4A47-892B-C9094FDD5642}" dt="2022-03-21T11:08:19.259" v="1310" actId="27803"/>
          <ac:spMkLst>
            <pc:docMk/>
            <pc:sldMk cId="1175821773" sldId="258"/>
            <ac:spMk id="933" creationId="{9EA21C47-BBBA-4401-BAD6-A6E5B6515878}"/>
          </ac:spMkLst>
        </pc:spChg>
        <pc:spChg chg="mod">
          <ac:chgData name="SERGIO SPANO'" userId="3abdd0b9-513e-40ac-aad4-56920065037d" providerId="ADAL" clId="{2DCFDF45-1F6B-4A47-892B-C9094FDD5642}" dt="2022-03-21T11:08:19.259" v="1310" actId="27803"/>
          <ac:spMkLst>
            <pc:docMk/>
            <pc:sldMk cId="1175821773" sldId="258"/>
            <ac:spMk id="934" creationId="{4675B5CE-2A22-4121-B733-F76234887846}"/>
          </ac:spMkLst>
        </pc:spChg>
        <pc:spChg chg="mod">
          <ac:chgData name="SERGIO SPANO'" userId="3abdd0b9-513e-40ac-aad4-56920065037d" providerId="ADAL" clId="{2DCFDF45-1F6B-4A47-892B-C9094FDD5642}" dt="2022-03-21T11:08:19.259" v="1310" actId="27803"/>
          <ac:spMkLst>
            <pc:docMk/>
            <pc:sldMk cId="1175821773" sldId="258"/>
            <ac:spMk id="935" creationId="{67C6021D-B1F3-439D-8C30-269CB2F4573B}"/>
          </ac:spMkLst>
        </pc:spChg>
        <pc:spChg chg="mod">
          <ac:chgData name="SERGIO SPANO'" userId="3abdd0b9-513e-40ac-aad4-56920065037d" providerId="ADAL" clId="{2DCFDF45-1F6B-4A47-892B-C9094FDD5642}" dt="2022-03-21T11:08:19.259" v="1310" actId="27803"/>
          <ac:spMkLst>
            <pc:docMk/>
            <pc:sldMk cId="1175821773" sldId="258"/>
            <ac:spMk id="936" creationId="{4379C6E3-0C7D-48CD-B762-18D259EE2F92}"/>
          </ac:spMkLst>
        </pc:spChg>
        <pc:spChg chg="mod">
          <ac:chgData name="SERGIO SPANO'" userId="3abdd0b9-513e-40ac-aad4-56920065037d" providerId="ADAL" clId="{2DCFDF45-1F6B-4A47-892B-C9094FDD5642}" dt="2022-03-21T11:08:19.259" v="1310" actId="27803"/>
          <ac:spMkLst>
            <pc:docMk/>
            <pc:sldMk cId="1175821773" sldId="258"/>
            <ac:spMk id="937" creationId="{B31D7851-AA6B-4363-BDE5-25A2573A53C2}"/>
          </ac:spMkLst>
        </pc:spChg>
        <pc:spChg chg="mod">
          <ac:chgData name="SERGIO SPANO'" userId="3abdd0b9-513e-40ac-aad4-56920065037d" providerId="ADAL" clId="{2DCFDF45-1F6B-4A47-892B-C9094FDD5642}" dt="2022-03-21T11:08:19.259" v="1310" actId="27803"/>
          <ac:spMkLst>
            <pc:docMk/>
            <pc:sldMk cId="1175821773" sldId="258"/>
            <ac:spMk id="938" creationId="{04CC60C9-B6BF-4144-80ED-94D9E90FC67C}"/>
          </ac:spMkLst>
        </pc:spChg>
        <pc:spChg chg="mod">
          <ac:chgData name="SERGIO SPANO'" userId="3abdd0b9-513e-40ac-aad4-56920065037d" providerId="ADAL" clId="{2DCFDF45-1F6B-4A47-892B-C9094FDD5642}" dt="2022-03-21T11:08:19.259" v="1310" actId="27803"/>
          <ac:spMkLst>
            <pc:docMk/>
            <pc:sldMk cId="1175821773" sldId="258"/>
            <ac:spMk id="939" creationId="{FEFEFAB5-8B02-45E3-881F-EDDD57593BC8}"/>
          </ac:spMkLst>
        </pc:spChg>
        <pc:spChg chg="mod">
          <ac:chgData name="SERGIO SPANO'" userId="3abdd0b9-513e-40ac-aad4-56920065037d" providerId="ADAL" clId="{2DCFDF45-1F6B-4A47-892B-C9094FDD5642}" dt="2022-03-21T11:08:19.259" v="1310" actId="27803"/>
          <ac:spMkLst>
            <pc:docMk/>
            <pc:sldMk cId="1175821773" sldId="258"/>
            <ac:spMk id="940" creationId="{FA4FAD34-7A27-4DA3-A865-728913062A28}"/>
          </ac:spMkLst>
        </pc:spChg>
        <pc:spChg chg="mod">
          <ac:chgData name="SERGIO SPANO'" userId="3abdd0b9-513e-40ac-aad4-56920065037d" providerId="ADAL" clId="{2DCFDF45-1F6B-4A47-892B-C9094FDD5642}" dt="2022-03-21T11:08:19.259" v="1310" actId="27803"/>
          <ac:spMkLst>
            <pc:docMk/>
            <pc:sldMk cId="1175821773" sldId="258"/>
            <ac:spMk id="941" creationId="{A13430CA-B177-48C1-B508-A0566CF924A8}"/>
          </ac:spMkLst>
        </pc:spChg>
        <pc:spChg chg="mod">
          <ac:chgData name="SERGIO SPANO'" userId="3abdd0b9-513e-40ac-aad4-56920065037d" providerId="ADAL" clId="{2DCFDF45-1F6B-4A47-892B-C9094FDD5642}" dt="2022-03-21T11:08:19.259" v="1310" actId="27803"/>
          <ac:spMkLst>
            <pc:docMk/>
            <pc:sldMk cId="1175821773" sldId="258"/>
            <ac:spMk id="942" creationId="{4A2D08E2-F4FD-4473-BCF8-EB045FD01C10}"/>
          </ac:spMkLst>
        </pc:spChg>
        <pc:spChg chg="mod">
          <ac:chgData name="SERGIO SPANO'" userId="3abdd0b9-513e-40ac-aad4-56920065037d" providerId="ADAL" clId="{2DCFDF45-1F6B-4A47-892B-C9094FDD5642}" dt="2022-03-21T11:08:19.259" v="1310" actId="27803"/>
          <ac:spMkLst>
            <pc:docMk/>
            <pc:sldMk cId="1175821773" sldId="258"/>
            <ac:spMk id="943" creationId="{0ED09BFD-533A-4FD3-98E2-E7B3BE7E1132}"/>
          </ac:spMkLst>
        </pc:spChg>
        <pc:spChg chg="mod">
          <ac:chgData name="SERGIO SPANO'" userId="3abdd0b9-513e-40ac-aad4-56920065037d" providerId="ADAL" clId="{2DCFDF45-1F6B-4A47-892B-C9094FDD5642}" dt="2022-03-21T11:08:19.259" v="1310" actId="27803"/>
          <ac:spMkLst>
            <pc:docMk/>
            <pc:sldMk cId="1175821773" sldId="258"/>
            <ac:spMk id="944" creationId="{2C9EF68C-9084-48CA-9C9A-C2535337AA61}"/>
          </ac:spMkLst>
        </pc:spChg>
        <pc:spChg chg="mod">
          <ac:chgData name="SERGIO SPANO'" userId="3abdd0b9-513e-40ac-aad4-56920065037d" providerId="ADAL" clId="{2DCFDF45-1F6B-4A47-892B-C9094FDD5642}" dt="2022-03-21T11:08:19.259" v="1310" actId="27803"/>
          <ac:spMkLst>
            <pc:docMk/>
            <pc:sldMk cId="1175821773" sldId="258"/>
            <ac:spMk id="945" creationId="{CB3AEC1E-5F0C-4AD8-BA74-7D84B21232F0}"/>
          </ac:spMkLst>
        </pc:spChg>
        <pc:spChg chg="mod">
          <ac:chgData name="SERGIO SPANO'" userId="3abdd0b9-513e-40ac-aad4-56920065037d" providerId="ADAL" clId="{2DCFDF45-1F6B-4A47-892B-C9094FDD5642}" dt="2022-03-21T11:08:19.259" v="1310" actId="27803"/>
          <ac:spMkLst>
            <pc:docMk/>
            <pc:sldMk cId="1175821773" sldId="258"/>
            <ac:spMk id="946" creationId="{45571B29-242A-47C9-983C-7A7BF64ADB32}"/>
          </ac:spMkLst>
        </pc:spChg>
        <pc:spChg chg="mod">
          <ac:chgData name="SERGIO SPANO'" userId="3abdd0b9-513e-40ac-aad4-56920065037d" providerId="ADAL" clId="{2DCFDF45-1F6B-4A47-892B-C9094FDD5642}" dt="2022-03-21T11:08:19.259" v="1310" actId="27803"/>
          <ac:spMkLst>
            <pc:docMk/>
            <pc:sldMk cId="1175821773" sldId="258"/>
            <ac:spMk id="947" creationId="{6FF34D3C-6D20-4F65-BF92-038DFB6661F9}"/>
          </ac:spMkLst>
        </pc:spChg>
        <pc:spChg chg="mod">
          <ac:chgData name="SERGIO SPANO'" userId="3abdd0b9-513e-40ac-aad4-56920065037d" providerId="ADAL" clId="{2DCFDF45-1F6B-4A47-892B-C9094FDD5642}" dt="2022-03-21T11:08:19.259" v="1310" actId="27803"/>
          <ac:spMkLst>
            <pc:docMk/>
            <pc:sldMk cId="1175821773" sldId="258"/>
            <ac:spMk id="948" creationId="{B0F5CC63-4304-4F3D-BFED-48D335AD9F90}"/>
          </ac:spMkLst>
        </pc:spChg>
        <pc:spChg chg="mod">
          <ac:chgData name="SERGIO SPANO'" userId="3abdd0b9-513e-40ac-aad4-56920065037d" providerId="ADAL" clId="{2DCFDF45-1F6B-4A47-892B-C9094FDD5642}" dt="2022-03-21T11:08:19.259" v="1310" actId="27803"/>
          <ac:spMkLst>
            <pc:docMk/>
            <pc:sldMk cId="1175821773" sldId="258"/>
            <ac:spMk id="949" creationId="{0AB4CABB-A8C2-4411-9F25-42BCE75DF2CC}"/>
          </ac:spMkLst>
        </pc:spChg>
        <pc:spChg chg="mod">
          <ac:chgData name="SERGIO SPANO'" userId="3abdd0b9-513e-40ac-aad4-56920065037d" providerId="ADAL" clId="{2DCFDF45-1F6B-4A47-892B-C9094FDD5642}" dt="2022-03-21T11:08:19.259" v="1310" actId="27803"/>
          <ac:spMkLst>
            <pc:docMk/>
            <pc:sldMk cId="1175821773" sldId="258"/>
            <ac:spMk id="950" creationId="{EFA82798-B468-4FDF-979E-A49F8DE3A4A1}"/>
          </ac:spMkLst>
        </pc:spChg>
        <pc:spChg chg="mod">
          <ac:chgData name="SERGIO SPANO'" userId="3abdd0b9-513e-40ac-aad4-56920065037d" providerId="ADAL" clId="{2DCFDF45-1F6B-4A47-892B-C9094FDD5642}" dt="2022-03-21T11:08:19.259" v="1310" actId="27803"/>
          <ac:spMkLst>
            <pc:docMk/>
            <pc:sldMk cId="1175821773" sldId="258"/>
            <ac:spMk id="951" creationId="{0B136B6F-FBC5-48BE-8C55-3A1EDCD00D43}"/>
          </ac:spMkLst>
        </pc:spChg>
        <pc:spChg chg="mod">
          <ac:chgData name="SERGIO SPANO'" userId="3abdd0b9-513e-40ac-aad4-56920065037d" providerId="ADAL" clId="{2DCFDF45-1F6B-4A47-892B-C9094FDD5642}" dt="2022-03-21T11:08:19.259" v="1310" actId="27803"/>
          <ac:spMkLst>
            <pc:docMk/>
            <pc:sldMk cId="1175821773" sldId="258"/>
            <ac:spMk id="952" creationId="{F18AD53F-732C-4331-8200-37D3516F1FB6}"/>
          </ac:spMkLst>
        </pc:spChg>
        <pc:spChg chg="mod">
          <ac:chgData name="SERGIO SPANO'" userId="3abdd0b9-513e-40ac-aad4-56920065037d" providerId="ADAL" clId="{2DCFDF45-1F6B-4A47-892B-C9094FDD5642}" dt="2022-03-21T11:08:19.259" v="1310" actId="27803"/>
          <ac:spMkLst>
            <pc:docMk/>
            <pc:sldMk cId="1175821773" sldId="258"/>
            <ac:spMk id="953" creationId="{8A381CD5-3890-4E41-9F3E-0F117BA991AF}"/>
          </ac:spMkLst>
        </pc:spChg>
        <pc:spChg chg="mod">
          <ac:chgData name="SERGIO SPANO'" userId="3abdd0b9-513e-40ac-aad4-56920065037d" providerId="ADAL" clId="{2DCFDF45-1F6B-4A47-892B-C9094FDD5642}" dt="2022-03-21T11:08:19.259" v="1310" actId="27803"/>
          <ac:spMkLst>
            <pc:docMk/>
            <pc:sldMk cId="1175821773" sldId="258"/>
            <ac:spMk id="954" creationId="{0F060E7F-F17F-4EAA-A4D3-46F7547EEDFB}"/>
          </ac:spMkLst>
        </pc:spChg>
        <pc:spChg chg="mod">
          <ac:chgData name="SERGIO SPANO'" userId="3abdd0b9-513e-40ac-aad4-56920065037d" providerId="ADAL" clId="{2DCFDF45-1F6B-4A47-892B-C9094FDD5642}" dt="2022-03-21T11:08:19.259" v="1310" actId="27803"/>
          <ac:spMkLst>
            <pc:docMk/>
            <pc:sldMk cId="1175821773" sldId="258"/>
            <ac:spMk id="955" creationId="{712820E8-9994-4402-AFCF-D5820DDBB313}"/>
          </ac:spMkLst>
        </pc:spChg>
        <pc:spChg chg="mod">
          <ac:chgData name="SERGIO SPANO'" userId="3abdd0b9-513e-40ac-aad4-56920065037d" providerId="ADAL" clId="{2DCFDF45-1F6B-4A47-892B-C9094FDD5642}" dt="2022-03-21T11:08:19.259" v="1310" actId="27803"/>
          <ac:spMkLst>
            <pc:docMk/>
            <pc:sldMk cId="1175821773" sldId="258"/>
            <ac:spMk id="956" creationId="{B77D7627-A18E-4746-80B4-435DCCA5643B}"/>
          </ac:spMkLst>
        </pc:spChg>
        <pc:spChg chg="mod">
          <ac:chgData name="SERGIO SPANO'" userId="3abdd0b9-513e-40ac-aad4-56920065037d" providerId="ADAL" clId="{2DCFDF45-1F6B-4A47-892B-C9094FDD5642}" dt="2022-03-21T11:08:19.259" v="1310" actId="27803"/>
          <ac:spMkLst>
            <pc:docMk/>
            <pc:sldMk cId="1175821773" sldId="258"/>
            <ac:spMk id="957" creationId="{B904D948-D65B-4DF6-B28F-C21A7B05A157}"/>
          </ac:spMkLst>
        </pc:spChg>
        <pc:spChg chg="mod">
          <ac:chgData name="SERGIO SPANO'" userId="3abdd0b9-513e-40ac-aad4-56920065037d" providerId="ADAL" clId="{2DCFDF45-1F6B-4A47-892B-C9094FDD5642}" dt="2022-03-21T11:08:19.259" v="1310" actId="27803"/>
          <ac:spMkLst>
            <pc:docMk/>
            <pc:sldMk cId="1175821773" sldId="258"/>
            <ac:spMk id="958" creationId="{585F30A4-204D-42A3-9F1A-A8885CDECFF4}"/>
          </ac:spMkLst>
        </pc:spChg>
        <pc:spChg chg="mod">
          <ac:chgData name="SERGIO SPANO'" userId="3abdd0b9-513e-40ac-aad4-56920065037d" providerId="ADAL" clId="{2DCFDF45-1F6B-4A47-892B-C9094FDD5642}" dt="2022-03-21T11:08:19.259" v="1310" actId="27803"/>
          <ac:spMkLst>
            <pc:docMk/>
            <pc:sldMk cId="1175821773" sldId="258"/>
            <ac:spMk id="959" creationId="{566CAE1F-1694-47CA-B5D1-DD45390D8FBC}"/>
          </ac:spMkLst>
        </pc:spChg>
        <pc:spChg chg="mod">
          <ac:chgData name="SERGIO SPANO'" userId="3abdd0b9-513e-40ac-aad4-56920065037d" providerId="ADAL" clId="{2DCFDF45-1F6B-4A47-892B-C9094FDD5642}" dt="2022-03-21T11:08:19.259" v="1310" actId="27803"/>
          <ac:spMkLst>
            <pc:docMk/>
            <pc:sldMk cId="1175821773" sldId="258"/>
            <ac:spMk id="960" creationId="{511F2EDD-EA8E-4E81-8C40-9E506E632D70}"/>
          </ac:spMkLst>
        </pc:spChg>
        <pc:spChg chg="mod">
          <ac:chgData name="SERGIO SPANO'" userId="3abdd0b9-513e-40ac-aad4-56920065037d" providerId="ADAL" clId="{2DCFDF45-1F6B-4A47-892B-C9094FDD5642}" dt="2022-03-21T11:08:19.259" v="1310" actId="27803"/>
          <ac:spMkLst>
            <pc:docMk/>
            <pc:sldMk cId="1175821773" sldId="258"/>
            <ac:spMk id="961" creationId="{16C5D259-B53C-4341-9FEB-E7D6AF770EF1}"/>
          </ac:spMkLst>
        </pc:spChg>
        <pc:spChg chg="mod">
          <ac:chgData name="SERGIO SPANO'" userId="3abdd0b9-513e-40ac-aad4-56920065037d" providerId="ADAL" clId="{2DCFDF45-1F6B-4A47-892B-C9094FDD5642}" dt="2022-03-21T11:08:19.259" v="1310" actId="27803"/>
          <ac:spMkLst>
            <pc:docMk/>
            <pc:sldMk cId="1175821773" sldId="258"/>
            <ac:spMk id="962" creationId="{64FC544C-D8FB-4120-A621-ED1777B963B8}"/>
          </ac:spMkLst>
        </pc:spChg>
        <pc:spChg chg="mod">
          <ac:chgData name="SERGIO SPANO'" userId="3abdd0b9-513e-40ac-aad4-56920065037d" providerId="ADAL" clId="{2DCFDF45-1F6B-4A47-892B-C9094FDD5642}" dt="2022-03-21T11:08:19.259" v="1310" actId="27803"/>
          <ac:spMkLst>
            <pc:docMk/>
            <pc:sldMk cId="1175821773" sldId="258"/>
            <ac:spMk id="963" creationId="{C9210A44-13C9-430D-BF33-F3CE82626C5F}"/>
          </ac:spMkLst>
        </pc:spChg>
        <pc:spChg chg="mod">
          <ac:chgData name="SERGIO SPANO'" userId="3abdd0b9-513e-40ac-aad4-56920065037d" providerId="ADAL" clId="{2DCFDF45-1F6B-4A47-892B-C9094FDD5642}" dt="2022-03-21T11:08:19.259" v="1310" actId="27803"/>
          <ac:spMkLst>
            <pc:docMk/>
            <pc:sldMk cId="1175821773" sldId="258"/>
            <ac:spMk id="964" creationId="{343DFCDF-D261-4519-A122-393D3C86028B}"/>
          </ac:spMkLst>
        </pc:spChg>
        <pc:spChg chg="mod">
          <ac:chgData name="SERGIO SPANO'" userId="3abdd0b9-513e-40ac-aad4-56920065037d" providerId="ADAL" clId="{2DCFDF45-1F6B-4A47-892B-C9094FDD5642}" dt="2022-03-21T11:08:19.259" v="1310" actId="27803"/>
          <ac:spMkLst>
            <pc:docMk/>
            <pc:sldMk cId="1175821773" sldId="258"/>
            <ac:spMk id="965" creationId="{72FFF3B2-54FD-47A4-80F0-CE4A9509E966}"/>
          </ac:spMkLst>
        </pc:spChg>
        <pc:spChg chg="mod">
          <ac:chgData name="SERGIO SPANO'" userId="3abdd0b9-513e-40ac-aad4-56920065037d" providerId="ADAL" clId="{2DCFDF45-1F6B-4A47-892B-C9094FDD5642}" dt="2022-03-21T11:08:19.259" v="1310" actId="27803"/>
          <ac:spMkLst>
            <pc:docMk/>
            <pc:sldMk cId="1175821773" sldId="258"/>
            <ac:spMk id="966" creationId="{C254C98A-D9F6-4F57-98D7-1CEEE23243DD}"/>
          </ac:spMkLst>
        </pc:spChg>
        <pc:spChg chg="mod">
          <ac:chgData name="SERGIO SPANO'" userId="3abdd0b9-513e-40ac-aad4-56920065037d" providerId="ADAL" clId="{2DCFDF45-1F6B-4A47-892B-C9094FDD5642}" dt="2022-03-21T11:08:19.259" v="1310" actId="27803"/>
          <ac:spMkLst>
            <pc:docMk/>
            <pc:sldMk cId="1175821773" sldId="258"/>
            <ac:spMk id="967" creationId="{0F847775-767E-41BC-AAA3-26871933F1D9}"/>
          </ac:spMkLst>
        </pc:spChg>
        <pc:spChg chg="mod">
          <ac:chgData name="SERGIO SPANO'" userId="3abdd0b9-513e-40ac-aad4-56920065037d" providerId="ADAL" clId="{2DCFDF45-1F6B-4A47-892B-C9094FDD5642}" dt="2022-03-21T11:08:19.259" v="1310" actId="27803"/>
          <ac:spMkLst>
            <pc:docMk/>
            <pc:sldMk cId="1175821773" sldId="258"/>
            <ac:spMk id="968" creationId="{DF175CCC-805F-4F8E-A8E7-808FF4C7F3CE}"/>
          </ac:spMkLst>
        </pc:spChg>
        <pc:spChg chg="mod">
          <ac:chgData name="SERGIO SPANO'" userId="3abdd0b9-513e-40ac-aad4-56920065037d" providerId="ADAL" clId="{2DCFDF45-1F6B-4A47-892B-C9094FDD5642}" dt="2022-03-21T11:08:19.259" v="1310" actId="27803"/>
          <ac:spMkLst>
            <pc:docMk/>
            <pc:sldMk cId="1175821773" sldId="258"/>
            <ac:spMk id="969" creationId="{A9184136-28A5-46B1-A3D9-FF866BC98317}"/>
          </ac:spMkLst>
        </pc:spChg>
        <pc:spChg chg="mod">
          <ac:chgData name="SERGIO SPANO'" userId="3abdd0b9-513e-40ac-aad4-56920065037d" providerId="ADAL" clId="{2DCFDF45-1F6B-4A47-892B-C9094FDD5642}" dt="2022-03-21T11:08:19.259" v="1310" actId="27803"/>
          <ac:spMkLst>
            <pc:docMk/>
            <pc:sldMk cId="1175821773" sldId="258"/>
            <ac:spMk id="970" creationId="{3928489F-E8FE-4B0B-A7A0-84C00FB6E121}"/>
          </ac:spMkLst>
        </pc:spChg>
        <pc:spChg chg="mod">
          <ac:chgData name="SERGIO SPANO'" userId="3abdd0b9-513e-40ac-aad4-56920065037d" providerId="ADAL" clId="{2DCFDF45-1F6B-4A47-892B-C9094FDD5642}" dt="2022-03-21T11:08:19.259" v="1310" actId="27803"/>
          <ac:spMkLst>
            <pc:docMk/>
            <pc:sldMk cId="1175821773" sldId="258"/>
            <ac:spMk id="971" creationId="{331E5BAD-8DB7-44B9-A06D-011D848F4D40}"/>
          </ac:spMkLst>
        </pc:spChg>
        <pc:spChg chg="mod">
          <ac:chgData name="SERGIO SPANO'" userId="3abdd0b9-513e-40ac-aad4-56920065037d" providerId="ADAL" clId="{2DCFDF45-1F6B-4A47-892B-C9094FDD5642}" dt="2022-03-21T11:08:19.259" v="1310" actId="27803"/>
          <ac:spMkLst>
            <pc:docMk/>
            <pc:sldMk cId="1175821773" sldId="258"/>
            <ac:spMk id="972" creationId="{92F409A5-9CB7-4A3B-9AAC-4A7E9D0EA8C4}"/>
          </ac:spMkLst>
        </pc:spChg>
        <pc:spChg chg="mod">
          <ac:chgData name="SERGIO SPANO'" userId="3abdd0b9-513e-40ac-aad4-56920065037d" providerId="ADAL" clId="{2DCFDF45-1F6B-4A47-892B-C9094FDD5642}" dt="2022-03-21T11:08:19.259" v="1310" actId="27803"/>
          <ac:spMkLst>
            <pc:docMk/>
            <pc:sldMk cId="1175821773" sldId="258"/>
            <ac:spMk id="973" creationId="{0729CE72-BD6D-4870-B66E-B3C9CD4C5079}"/>
          </ac:spMkLst>
        </pc:spChg>
        <pc:spChg chg="mod">
          <ac:chgData name="SERGIO SPANO'" userId="3abdd0b9-513e-40ac-aad4-56920065037d" providerId="ADAL" clId="{2DCFDF45-1F6B-4A47-892B-C9094FDD5642}" dt="2022-03-21T11:08:19.259" v="1310" actId="27803"/>
          <ac:spMkLst>
            <pc:docMk/>
            <pc:sldMk cId="1175821773" sldId="258"/>
            <ac:spMk id="974" creationId="{9FCBED00-EA9F-46F6-87CF-ECACDBB3A0AD}"/>
          </ac:spMkLst>
        </pc:spChg>
        <pc:spChg chg="mod">
          <ac:chgData name="SERGIO SPANO'" userId="3abdd0b9-513e-40ac-aad4-56920065037d" providerId="ADAL" clId="{2DCFDF45-1F6B-4A47-892B-C9094FDD5642}" dt="2022-03-21T11:08:19.259" v="1310" actId="27803"/>
          <ac:spMkLst>
            <pc:docMk/>
            <pc:sldMk cId="1175821773" sldId="258"/>
            <ac:spMk id="975" creationId="{9FCF5132-4F05-489C-899D-781B763D4513}"/>
          </ac:spMkLst>
        </pc:spChg>
        <pc:spChg chg="mod">
          <ac:chgData name="SERGIO SPANO'" userId="3abdd0b9-513e-40ac-aad4-56920065037d" providerId="ADAL" clId="{2DCFDF45-1F6B-4A47-892B-C9094FDD5642}" dt="2022-03-21T11:08:19.259" v="1310" actId="27803"/>
          <ac:spMkLst>
            <pc:docMk/>
            <pc:sldMk cId="1175821773" sldId="258"/>
            <ac:spMk id="976" creationId="{52ACBE01-45DB-4FD9-99B9-CD47DDCFE4D3}"/>
          </ac:spMkLst>
        </pc:spChg>
        <pc:spChg chg="mod">
          <ac:chgData name="SERGIO SPANO'" userId="3abdd0b9-513e-40ac-aad4-56920065037d" providerId="ADAL" clId="{2DCFDF45-1F6B-4A47-892B-C9094FDD5642}" dt="2022-03-21T11:08:19.259" v="1310" actId="27803"/>
          <ac:spMkLst>
            <pc:docMk/>
            <pc:sldMk cId="1175821773" sldId="258"/>
            <ac:spMk id="977" creationId="{EC8014A0-C972-4F8F-9C9E-23AF334C1F70}"/>
          </ac:spMkLst>
        </pc:spChg>
        <pc:spChg chg="mod">
          <ac:chgData name="SERGIO SPANO'" userId="3abdd0b9-513e-40ac-aad4-56920065037d" providerId="ADAL" clId="{2DCFDF45-1F6B-4A47-892B-C9094FDD5642}" dt="2022-03-21T11:08:19.259" v="1310" actId="27803"/>
          <ac:spMkLst>
            <pc:docMk/>
            <pc:sldMk cId="1175821773" sldId="258"/>
            <ac:spMk id="978" creationId="{22A97BDD-8C03-4904-92ED-689BD6809B1C}"/>
          </ac:spMkLst>
        </pc:spChg>
        <pc:spChg chg="mod">
          <ac:chgData name="SERGIO SPANO'" userId="3abdd0b9-513e-40ac-aad4-56920065037d" providerId="ADAL" clId="{2DCFDF45-1F6B-4A47-892B-C9094FDD5642}" dt="2022-03-21T11:08:19.259" v="1310" actId="27803"/>
          <ac:spMkLst>
            <pc:docMk/>
            <pc:sldMk cId="1175821773" sldId="258"/>
            <ac:spMk id="979" creationId="{98FE0E3E-F6A7-4902-955F-0E5F40206C8A}"/>
          </ac:spMkLst>
        </pc:spChg>
        <pc:spChg chg="mod">
          <ac:chgData name="SERGIO SPANO'" userId="3abdd0b9-513e-40ac-aad4-56920065037d" providerId="ADAL" clId="{2DCFDF45-1F6B-4A47-892B-C9094FDD5642}" dt="2022-03-21T11:08:19.259" v="1310" actId="27803"/>
          <ac:spMkLst>
            <pc:docMk/>
            <pc:sldMk cId="1175821773" sldId="258"/>
            <ac:spMk id="980" creationId="{612898AD-6B02-4C0C-B9A4-6DDBB689E32F}"/>
          </ac:spMkLst>
        </pc:spChg>
        <pc:spChg chg="mod">
          <ac:chgData name="SERGIO SPANO'" userId="3abdd0b9-513e-40ac-aad4-56920065037d" providerId="ADAL" clId="{2DCFDF45-1F6B-4A47-892B-C9094FDD5642}" dt="2022-03-21T11:08:19.259" v="1310" actId="27803"/>
          <ac:spMkLst>
            <pc:docMk/>
            <pc:sldMk cId="1175821773" sldId="258"/>
            <ac:spMk id="981" creationId="{1C574B10-5784-4000-A252-22DE3318EB39}"/>
          </ac:spMkLst>
        </pc:spChg>
        <pc:spChg chg="mod">
          <ac:chgData name="SERGIO SPANO'" userId="3abdd0b9-513e-40ac-aad4-56920065037d" providerId="ADAL" clId="{2DCFDF45-1F6B-4A47-892B-C9094FDD5642}" dt="2022-03-21T11:08:19.259" v="1310" actId="27803"/>
          <ac:spMkLst>
            <pc:docMk/>
            <pc:sldMk cId="1175821773" sldId="258"/>
            <ac:spMk id="982" creationId="{B39B13C1-AED9-4746-A081-76CF95936FAD}"/>
          </ac:spMkLst>
        </pc:spChg>
        <pc:spChg chg="mod">
          <ac:chgData name="SERGIO SPANO'" userId="3abdd0b9-513e-40ac-aad4-56920065037d" providerId="ADAL" clId="{2DCFDF45-1F6B-4A47-892B-C9094FDD5642}" dt="2022-03-21T11:08:19.259" v="1310" actId="27803"/>
          <ac:spMkLst>
            <pc:docMk/>
            <pc:sldMk cId="1175821773" sldId="258"/>
            <ac:spMk id="983" creationId="{355B67B6-88B2-4C1D-AE37-F22FED6943A8}"/>
          </ac:spMkLst>
        </pc:spChg>
        <pc:spChg chg="mod">
          <ac:chgData name="SERGIO SPANO'" userId="3abdd0b9-513e-40ac-aad4-56920065037d" providerId="ADAL" clId="{2DCFDF45-1F6B-4A47-892B-C9094FDD5642}" dt="2022-03-21T11:08:19.259" v="1310" actId="27803"/>
          <ac:spMkLst>
            <pc:docMk/>
            <pc:sldMk cId="1175821773" sldId="258"/>
            <ac:spMk id="984" creationId="{008C093F-274F-412B-AD7E-B3757023B242}"/>
          </ac:spMkLst>
        </pc:spChg>
        <pc:spChg chg="mod">
          <ac:chgData name="SERGIO SPANO'" userId="3abdd0b9-513e-40ac-aad4-56920065037d" providerId="ADAL" clId="{2DCFDF45-1F6B-4A47-892B-C9094FDD5642}" dt="2022-03-21T11:08:19.259" v="1310" actId="27803"/>
          <ac:spMkLst>
            <pc:docMk/>
            <pc:sldMk cId="1175821773" sldId="258"/>
            <ac:spMk id="985" creationId="{B6B493D2-1EE5-46B2-8F8D-3D36D4C44A2F}"/>
          </ac:spMkLst>
        </pc:spChg>
        <pc:spChg chg="mod">
          <ac:chgData name="SERGIO SPANO'" userId="3abdd0b9-513e-40ac-aad4-56920065037d" providerId="ADAL" clId="{2DCFDF45-1F6B-4A47-892B-C9094FDD5642}" dt="2022-03-21T11:08:19.259" v="1310" actId="27803"/>
          <ac:spMkLst>
            <pc:docMk/>
            <pc:sldMk cId="1175821773" sldId="258"/>
            <ac:spMk id="986" creationId="{3A041605-B69B-46C7-83A1-43A459F61F8F}"/>
          </ac:spMkLst>
        </pc:spChg>
        <pc:spChg chg="mod">
          <ac:chgData name="SERGIO SPANO'" userId="3abdd0b9-513e-40ac-aad4-56920065037d" providerId="ADAL" clId="{2DCFDF45-1F6B-4A47-892B-C9094FDD5642}" dt="2022-03-21T11:08:19.259" v="1310" actId="27803"/>
          <ac:spMkLst>
            <pc:docMk/>
            <pc:sldMk cId="1175821773" sldId="258"/>
            <ac:spMk id="987" creationId="{BDEA9A09-BF16-4841-9712-29991E7A0105}"/>
          </ac:spMkLst>
        </pc:spChg>
        <pc:spChg chg="mod">
          <ac:chgData name="SERGIO SPANO'" userId="3abdd0b9-513e-40ac-aad4-56920065037d" providerId="ADAL" clId="{2DCFDF45-1F6B-4A47-892B-C9094FDD5642}" dt="2022-03-21T11:08:19.259" v="1310" actId="27803"/>
          <ac:spMkLst>
            <pc:docMk/>
            <pc:sldMk cId="1175821773" sldId="258"/>
            <ac:spMk id="988" creationId="{BC80C0C0-4FE1-46B1-A0D6-47D2E4BCA87C}"/>
          </ac:spMkLst>
        </pc:spChg>
        <pc:spChg chg="mod">
          <ac:chgData name="SERGIO SPANO'" userId="3abdd0b9-513e-40ac-aad4-56920065037d" providerId="ADAL" clId="{2DCFDF45-1F6B-4A47-892B-C9094FDD5642}" dt="2022-03-21T11:08:19.259" v="1310" actId="27803"/>
          <ac:spMkLst>
            <pc:docMk/>
            <pc:sldMk cId="1175821773" sldId="258"/>
            <ac:spMk id="989" creationId="{2F223BC6-F96F-4C26-98FE-273025D5D924}"/>
          </ac:spMkLst>
        </pc:spChg>
        <pc:spChg chg="mod">
          <ac:chgData name="SERGIO SPANO'" userId="3abdd0b9-513e-40ac-aad4-56920065037d" providerId="ADAL" clId="{2DCFDF45-1F6B-4A47-892B-C9094FDD5642}" dt="2022-03-21T11:08:19.259" v="1310" actId="27803"/>
          <ac:spMkLst>
            <pc:docMk/>
            <pc:sldMk cId="1175821773" sldId="258"/>
            <ac:spMk id="990" creationId="{62E7A0DE-6669-4055-9993-9DF921C87208}"/>
          </ac:spMkLst>
        </pc:spChg>
        <pc:spChg chg="mod">
          <ac:chgData name="SERGIO SPANO'" userId="3abdd0b9-513e-40ac-aad4-56920065037d" providerId="ADAL" clId="{2DCFDF45-1F6B-4A47-892B-C9094FDD5642}" dt="2022-03-21T11:08:19.259" v="1310" actId="27803"/>
          <ac:spMkLst>
            <pc:docMk/>
            <pc:sldMk cId="1175821773" sldId="258"/>
            <ac:spMk id="991" creationId="{287BCC7F-74A5-4E48-8302-15BBBAA5122C}"/>
          </ac:spMkLst>
        </pc:spChg>
        <pc:spChg chg="mod">
          <ac:chgData name="SERGIO SPANO'" userId="3abdd0b9-513e-40ac-aad4-56920065037d" providerId="ADAL" clId="{2DCFDF45-1F6B-4A47-892B-C9094FDD5642}" dt="2022-03-21T11:08:19.259" v="1310" actId="27803"/>
          <ac:spMkLst>
            <pc:docMk/>
            <pc:sldMk cId="1175821773" sldId="258"/>
            <ac:spMk id="992" creationId="{A86412DD-A583-4AE1-9FF3-8FEB26A59152}"/>
          </ac:spMkLst>
        </pc:spChg>
        <pc:spChg chg="mod">
          <ac:chgData name="SERGIO SPANO'" userId="3abdd0b9-513e-40ac-aad4-56920065037d" providerId="ADAL" clId="{2DCFDF45-1F6B-4A47-892B-C9094FDD5642}" dt="2022-03-21T11:08:19.259" v="1310" actId="27803"/>
          <ac:spMkLst>
            <pc:docMk/>
            <pc:sldMk cId="1175821773" sldId="258"/>
            <ac:spMk id="993" creationId="{3D63DDEB-E10E-481B-A2FE-002633A9DFFC}"/>
          </ac:spMkLst>
        </pc:spChg>
        <pc:spChg chg="mod">
          <ac:chgData name="SERGIO SPANO'" userId="3abdd0b9-513e-40ac-aad4-56920065037d" providerId="ADAL" clId="{2DCFDF45-1F6B-4A47-892B-C9094FDD5642}" dt="2022-03-21T11:08:19.259" v="1310" actId="27803"/>
          <ac:spMkLst>
            <pc:docMk/>
            <pc:sldMk cId="1175821773" sldId="258"/>
            <ac:spMk id="994" creationId="{E17E6A09-26FA-493E-8391-45026273B7B5}"/>
          </ac:spMkLst>
        </pc:spChg>
        <pc:spChg chg="mod">
          <ac:chgData name="SERGIO SPANO'" userId="3abdd0b9-513e-40ac-aad4-56920065037d" providerId="ADAL" clId="{2DCFDF45-1F6B-4A47-892B-C9094FDD5642}" dt="2022-03-21T11:08:19.259" v="1310" actId="27803"/>
          <ac:spMkLst>
            <pc:docMk/>
            <pc:sldMk cId="1175821773" sldId="258"/>
            <ac:spMk id="995" creationId="{B7827E40-E7B5-43C1-B594-CE97852EA5F7}"/>
          </ac:spMkLst>
        </pc:spChg>
        <pc:spChg chg="mod">
          <ac:chgData name="SERGIO SPANO'" userId="3abdd0b9-513e-40ac-aad4-56920065037d" providerId="ADAL" clId="{2DCFDF45-1F6B-4A47-892B-C9094FDD5642}" dt="2022-03-21T11:08:19.259" v="1310" actId="27803"/>
          <ac:spMkLst>
            <pc:docMk/>
            <pc:sldMk cId="1175821773" sldId="258"/>
            <ac:spMk id="996" creationId="{88936165-B0B1-47B2-A5F2-FE7288A0943A}"/>
          </ac:spMkLst>
        </pc:spChg>
        <pc:spChg chg="mod">
          <ac:chgData name="SERGIO SPANO'" userId="3abdd0b9-513e-40ac-aad4-56920065037d" providerId="ADAL" clId="{2DCFDF45-1F6B-4A47-892B-C9094FDD5642}" dt="2022-03-21T11:08:19.259" v="1310" actId="27803"/>
          <ac:spMkLst>
            <pc:docMk/>
            <pc:sldMk cId="1175821773" sldId="258"/>
            <ac:spMk id="997" creationId="{567BF253-033F-4735-9826-9C61F55544D1}"/>
          </ac:spMkLst>
        </pc:spChg>
        <pc:spChg chg="mod">
          <ac:chgData name="SERGIO SPANO'" userId="3abdd0b9-513e-40ac-aad4-56920065037d" providerId="ADAL" clId="{2DCFDF45-1F6B-4A47-892B-C9094FDD5642}" dt="2022-03-21T11:08:19.259" v="1310" actId="27803"/>
          <ac:spMkLst>
            <pc:docMk/>
            <pc:sldMk cId="1175821773" sldId="258"/>
            <ac:spMk id="998" creationId="{8819A2D8-D2D7-4B46-BB0B-96CBA1952A04}"/>
          </ac:spMkLst>
        </pc:spChg>
        <pc:spChg chg="mod">
          <ac:chgData name="SERGIO SPANO'" userId="3abdd0b9-513e-40ac-aad4-56920065037d" providerId="ADAL" clId="{2DCFDF45-1F6B-4A47-892B-C9094FDD5642}" dt="2022-03-21T11:08:19.259" v="1310" actId="27803"/>
          <ac:spMkLst>
            <pc:docMk/>
            <pc:sldMk cId="1175821773" sldId="258"/>
            <ac:spMk id="999" creationId="{12A6F175-3EA8-4BF9-B4F1-E30B61862A23}"/>
          </ac:spMkLst>
        </pc:spChg>
        <pc:spChg chg="mod">
          <ac:chgData name="SERGIO SPANO'" userId="3abdd0b9-513e-40ac-aad4-56920065037d" providerId="ADAL" clId="{2DCFDF45-1F6B-4A47-892B-C9094FDD5642}" dt="2022-03-21T11:08:19.259" v="1310" actId="27803"/>
          <ac:spMkLst>
            <pc:docMk/>
            <pc:sldMk cId="1175821773" sldId="258"/>
            <ac:spMk id="1000" creationId="{F0DF1C08-FEDE-44F3-AFFE-B369DF992D0C}"/>
          </ac:spMkLst>
        </pc:spChg>
        <pc:spChg chg="mod">
          <ac:chgData name="SERGIO SPANO'" userId="3abdd0b9-513e-40ac-aad4-56920065037d" providerId="ADAL" clId="{2DCFDF45-1F6B-4A47-892B-C9094FDD5642}" dt="2022-03-21T11:08:19.259" v="1310" actId="27803"/>
          <ac:spMkLst>
            <pc:docMk/>
            <pc:sldMk cId="1175821773" sldId="258"/>
            <ac:spMk id="1001" creationId="{8E8FA5DA-74DC-4671-A5B7-8337A04E33CE}"/>
          </ac:spMkLst>
        </pc:spChg>
        <pc:spChg chg="mod">
          <ac:chgData name="SERGIO SPANO'" userId="3abdd0b9-513e-40ac-aad4-56920065037d" providerId="ADAL" clId="{2DCFDF45-1F6B-4A47-892B-C9094FDD5642}" dt="2022-03-21T11:08:19.259" v="1310" actId="27803"/>
          <ac:spMkLst>
            <pc:docMk/>
            <pc:sldMk cId="1175821773" sldId="258"/>
            <ac:spMk id="1002" creationId="{3DBFFA90-2BB1-4959-A7DF-803536348D8C}"/>
          </ac:spMkLst>
        </pc:spChg>
        <pc:spChg chg="mod">
          <ac:chgData name="SERGIO SPANO'" userId="3abdd0b9-513e-40ac-aad4-56920065037d" providerId="ADAL" clId="{2DCFDF45-1F6B-4A47-892B-C9094FDD5642}" dt="2022-03-21T11:08:19.259" v="1310" actId="27803"/>
          <ac:spMkLst>
            <pc:docMk/>
            <pc:sldMk cId="1175821773" sldId="258"/>
            <ac:spMk id="1003" creationId="{D36DB024-B1FC-4CC6-BDCF-BC307A8D7E0A}"/>
          </ac:spMkLst>
        </pc:spChg>
        <pc:spChg chg="mod">
          <ac:chgData name="SERGIO SPANO'" userId="3abdd0b9-513e-40ac-aad4-56920065037d" providerId="ADAL" clId="{2DCFDF45-1F6B-4A47-892B-C9094FDD5642}" dt="2022-03-21T11:08:19.259" v="1310" actId="27803"/>
          <ac:spMkLst>
            <pc:docMk/>
            <pc:sldMk cId="1175821773" sldId="258"/>
            <ac:spMk id="1004" creationId="{4869F27C-A7E3-4486-B26A-399111CF5178}"/>
          </ac:spMkLst>
        </pc:spChg>
        <pc:spChg chg="mod">
          <ac:chgData name="SERGIO SPANO'" userId="3abdd0b9-513e-40ac-aad4-56920065037d" providerId="ADAL" clId="{2DCFDF45-1F6B-4A47-892B-C9094FDD5642}" dt="2022-03-21T11:08:19.259" v="1310" actId="27803"/>
          <ac:spMkLst>
            <pc:docMk/>
            <pc:sldMk cId="1175821773" sldId="258"/>
            <ac:spMk id="1005" creationId="{CA5C1E26-D50E-421D-BEC7-57F0371650CB}"/>
          </ac:spMkLst>
        </pc:spChg>
        <pc:spChg chg="mod">
          <ac:chgData name="SERGIO SPANO'" userId="3abdd0b9-513e-40ac-aad4-56920065037d" providerId="ADAL" clId="{2DCFDF45-1F6B-4A47-892B-C9094FDD5642}" dt="2022-03-21T11:08:19.259" v="1310" actId="27803"/>
          <ac:spMkLst>
            <pc:docMk/>
            <pc:sldMk cId="1175821773" sldId="258"/>
            <ac:spMk id="1006" creationId="{562307CE-ED11-4DAE-B484-BB9190808493}"/>
          </ac:spMkLst>
        </pc:spChg>
        <pc:spChg chg="mod">
          <ac:chgData name="SERGIO SPANO'" userId="3abdd0b9-513e-40ac-aad4-56920065037d" providerId="ADAL" clId="{2DCFDF45-1F6B-4A47-892B-C9094FDD5642}" dt="2022-03-21T11:08:19.259" v="1310" actId="27803"/>
          <ac:spMkLst>
            <pc:docMk/>
            <pc:sldMk cId="1175821773" sldId="258"/>
            <ac:spMk id="1007" creationId="{85139892-F748-4F43-B047-985A6963348E}"/>
          </ac:spMkLst>
        </pc:spChg>
        <pc:spChg chg="mod">
          <ac:chgData name="SERGIO SPANO'" userId="3abdd0b9-513e-40ac-aad4-56920065037d" providerId="ADAL" clId="{2DCFDF45-1F6B-4A47-892B-C9094FDD5642}" dt="2022-03-21T11:08:19.259" v="1310" actId="27803"/>
          <ac:spMkLst>
            <pc:docMk/>
            <pc:sldMk cId="1175821773" sldId="258"/>
            <ac:spMk id="1008" creationId="{1DFD0A77-8198-4851-8B0A-F720699CDFCC}"/>
          </ac:spMkLst>
        </pc:spChg>
        <pc:spChg chg="mod">
          <ac:chgData name="SERGIO SPANO'" userId="3abdd0b9-513e-40ac-aad4-56920065037d" providerId="ADAL" clId="{2DCFDF45-1F6B-4A47-892B-C9094FDD5642}" dt="2022-03-21T11:08:19.259" v="1310" actId="27803"/>
          <ac:spMkLst>
            <pc:docMk/>
            <pc:sldMk cId="1175821773" sldId="258"/>
            <ac:spMk id="1009" creationId="{961175B9-708F-435A-BB17-A137F73B59F2}"/>
          </ac:spMkLst>
        </pc:spChg>
        <pc:spChg chg="mod">
          <ac:chgData name="SERGIO SPANO'" userId="3abdd0b9-513e-40ac-aad4-56920065037d" providerId="ADAL" clId="{2DCFDF45-1F6B-4A47-892B-C9094FDD5642}" dt="2022-03-21T11:08:19.259" v="1310" actId="27803"/>
          <ac:spMkLst>
            <pc:docMk/>
            <pc:sldMk cId="1175821773" sldId="258"/>
            <ac:spMk id="1010" creationId="{F5C6DDE8-48B5-4FE9-9076-59111E66D075}"/>
          </ac:spMkLst>
        </pc:spChg>
        <pc:spChg chg="mod">
          <ac:chgData name="SERGIO SPANO'" userId="3abdd0b9-513e-40ac-aad4-56920065037d" providerId="ADAL" clId="{2DCFDF45-1F6B-4A47-892B-C9094FDD5642}" dt="2022-03-21T11:08:19.259" v="1310" actId="27803"/>
          <ac:spMkLst>
            <pc:docMk/>
            <pc:sldMk cId="1175821773" sldId="258"/>
            <ac:spMk id="1011" creationId="{DD521EC0-3B1D-4B20-BC28-A04EF7908B2C}"/>
          </ac:spMkLst>
        </pc:spChg>
        <pc:spChg chg="mod">
          <ac:chgData name="SERGIO SPANO'" userId="3abdd0b9-513e-40ac-aad4-56920065037d" providerId="ADAL" clId="{2DCFDF45-1F6B-4A47-892B-C9094FDD5642}" dt="2022-03-21T11:08:19.259" v="1310" actId="27803"/>
          <ac:spMkLst>
            <pc:docMk/>
            <pc:sldMk cId="1175821773" sldId="258"/>
            <ac:spMk id="1012" creationId="{4057C63C-8E33-4E7C-AB8F-A60B03CE9726}"/>
          </ac:spMkLst>
        </pc:spChg>
        <pc:spChg chg="mod">
          <ac:chgData name="SERGIO SPANO'" userId="3abdd0b9-513e-40ac-aad4-56920065037d" providerId="ADAL" clId="{2DCFDF45-1F6B-4A47-892B-C9094FDD5642}" dt="2022-03-21T11:08:19.259" v="1310" actId="27803"/>
          <ac:spMkLst>
            <pc:docMk/>
            <pc:sldMk cId="1175821773" sldId="258"/>
            <ac:spMk id="1013" creationId="{C3CCF18F-46F2-4C7B-A951-2F0FF1FB8115}"/>
          </ac:spMkLst>
        </pc:spChg>
        <pc:spChg chg="mod">
          <ac:chgData name="SERGIO SPANO'" userId="3abdd0b9-513e-40ac-aad4-56920065037d" providerId="ADAL" clId="{2DCFDF45-1F6B-4A47-892B-C9094FDD5642}" dt="2022-03-21T11:08:19.259" v="1310" actId="27803"/>
          <ac:spMkLst>
            <pc:docMk/>
            <pc:sldMk cId="1175821773" sldId="258"/>
            <ac:spMk id="1014" creationId="{41D8C799-3479-4020-9D66-27C65CB00BC8}"/>
          </ac:spMkLst>
        </pc:spChg>
        <pc:spChg chg="mod">
          <ac:chgData name="SERGIO SPANO'" userId="3abdd0b9-513e-40ac-aad4-56920065037d" providerId="ADAL" clId="{2DCFDF45-1F6B-4A47-892B-C9094FDD5642}" dt="2022-03-21T11:08:19.259" v="1310" actId="27803"/>
          <ac:spMkLst>
            <pc:docMk/>
            <pc:sldMk cId="1175821773" sldId="258"/>
            <ac:spMk id="1015" creationId="{6FB6AD89-38DB-4074-B567-307E7E5C3D87}"/>
          </ac:spMkLst>
        </pc:spChg>
        <pc:spChg chg="mod">
          <ac:chgData name="SERGIO SPANO'" userId="3abdd0b9-513e-40ac-aad4-56920065037d" providerId="ADAL" clId="{2DCFDF45-1F6B-4A47-892B-C9094FDD5642}" dt="2022-03-21T11:08:19.259" v="1310" actId="27803"/>
          <ac:spMkLst>
            <pc:docMk/>
            <pc:sldMk cId="1175821773" sldId="258"/>
            <ac:spMk id="1016" creationId="{2E055A11-98FE-4DF1-9B80-7FF06A2221F3}"/>
          </ac:spMkLst>
        </pc:spChg>
        <pc:spChg chg="mod">
          <ac:chgData name="SERGIO SPANO'" userId="3abdd0b9-513e-40ac-aad4-56920065037d" providerId="ADAL" clId="{2DCFDF45-1F6B-4A47-892B-C9094FDD5642}" dt="2022-03-21T11:08:19.259" v="1310" actId="27803"/>
          <ac:spMkLst>
            <pc:docMk/>
            <pc:sldMk cId="1175821773" sldId="258"/>
            <ac:spMk id="1017" creationId="{B57C9F0A-7D59-4E38-84F3-A4817856093D}"/>
          </ac:spMkLst>
        </pc:spChg>
        <pc:spChg chg="mod">
          <ac:chgData name="SERGIO SPANO'" userId="3abdd0b9-513e-40ac-aad4-56920065037d" providerId="ADAL" clId="{2DCFDF45-1F6B-4A47-892B-C9094FDD5642}" dt="2022-03-21T11:08:19.259" v="1310" actId="27803"/>
          <ac:spMkLst>
            <pc:docMk/>
            <pc:sldMk cId="1175821773" sldId="258"/>
            <ac:spMk id="1018" creationId="{02291BCF-B6D6-4A74-88C5-54A3C0D9C92B}"/>
          </ac:spMkLst>
        </pc:spChg>
        <pc:spChg chg="mod">
          <ac:chgData name="SERGIO SPANO'" userId="3abdd0b9-513e-40ac-aad4-56920065037d" providerId="ADAL" clId="{2DCFDF45-1F6B-4A47-892B-C9094FDD5642}" dt="2022-03-21T11:08:19.259" v="1310" actId="27803"/>
          <ac:spMkLst>
            <pc:docMk/>
            <pc:sldMk cId="1175821773" sldId="258"/>
            <ac:spMk id="1019" creationId="{3DDEE7F5-7DF5-49F4-B7E8-6F4136C948B1}"/>
          </ac:spMkLst>
        </pc:spChg>
        <pc:spChg chg="mod">
          <ac:chgData name="SERGIO SPANO'" userId="3abdd0b9-513e-40ac-aad4-56920065037d" providerId="ADAL" clId="{2DCFDF45-1F6B-4A47-892B-C9094FDD5642}" dt="2022-03-21T11:08:19.259" v="1310" actId="27803"/>
          <ac:spMkLst>
            <pc:docMk/>
            <pc:sldMk cId="1175821773" sldId="258"/>
            <ac:spMk id="1020" creationId="{1BACA105-DC66-4EC9-BBF7-6586376D773E}"/>
          </ac:spMkLst>
        </pc:spChg>
        <pc:spChg chg="mod">
          <ac:chgData name="SERGIO SPANO'" userId="3abdd0b9-513e-40ac-aad4-56920065037d" providerId="ADAL" clId="{2DCFDF45-1F6B-4A47-892B-C9094FDD5642}" dt="2022-03-21T11:08:19.259" v="1310" actId="27803"/>
          <ac:spMkLst>
            <pc:docMk/>
            <pc:sldMk cId="1175821773" sldId="258"/>
            <ac:spMk id="1021" creationId="{5015760D-A487-42FF-9149-26A0E3BA7910}"/>
          </ac:spMkLst>
        </pc:spChg>
        <pc:spChg chg="mod">
          <ac:chgData name="SERGIO SPANO'" userId="3abdd0b9-513e-40ac-aad4-56920065037d" providerId="ADAL" clId="{2DCFDF45-1F6B-4A47-892B-C9094FDD5642}" dt="2022-03-21T11:08:19.259" v="1310" actId="27803"/>
          <ac:spMkLst>
            <pc:docMk/>
            <pc:sldMk cId="1175821773" sldId="258"/>
            <ac:spMk id="1022" creationId="{6BA42971-45AC-4022-834C-1DF330F01E61}"/>
          </ac:spMkLst>
        </pc:spChg>
        <pc:spChg chg="mod">
          <ac:chgData name="SERGIO SPANO'" userId="3abdd0b9-513e-40ac-aad4-56920065037d" providerId="ADAL" clId="{2DCFDF45-1F6B-4A47-892B-C9094FDD5642}" dt="2022-03-21T11:08:19.259" v="1310" actId="27803"/>
          <ac:spMkLst>
            <pc:docMk/>
            <pc:sldMk cId="1175821773" sldId="258"/>
            <ac:spMk id="1023" creationId="{567AFCC6-1001-4A19-B6A2-AD694BA858D9}"/>
          </ac:spMkLst>
        </pc:spChg>
        <pc:spChg chg="mod">
          <ac:chgData name="SERGIO SPANO'" userId="3abdd0b9-513e-40ac-aad4-56920065037d" providerId="ADAL" clId="{2DCFDF45-1F6B-4A47-892B-C9094FDD5642}" dt="2022-03-21T11:08:19.259" v="1310" actId="27803"/>
          <ac:spMkLst>
            <pc:docMk/>
            <pc:sldMk cId="1175821773" sldId="258"/>
            <ac:spMk id="1024" creationId="{BA54B5B6-5F9E-44A4-830F-CA059774198B}"/>
          </ac:spMkLst>
        </pc:spChg>
        <pc:spChg chg="mod">
          <ac:chgData name="SERGIO SPANO'" userId="3abdd0b9-513e-40ac-aad4-56920065037d" providerId="ADAL" clId="{2DCFDF45-1F6B-4A47-892B-C9094FDD5642}" dt="2022-03-21T11:08:19.259" v="1310" actId="27803"/>
          <ac:spMkLst>
            <pc:docMk/>
            <pc:sldMk cId="1175821773" sldId="258"/>
            <ac:spMk id="1025" creationId="{5BA96CC5-7BF3-4902-A8F2-69EE5933D8E8}"/>
          </ac:spMkLst>
        </pc:spChg>
        <pc:spChg chg="mod">
          <ac:chgData name="SERGIO SPANO'" userId="3abdd0b9-513e-40ac-aad4-56920065037d" providerId="ADAL" clId="{2DCFDF45-1F6B-4A47-892B-C9094FDD5642}" dt="2022-03-21T11:08:19.259" v="1310" actId="27803"/>
          <ac:spMkLst>
            <pc:docMk/>
            <pc:sldMk cId="1175821773" sldId="258"/>
            <ac:spMk id="1026" creationId="{A5C0AD7C-5991-4AE5-8EE3-315FA3D70210}"/>
          </ac:spMkLst>
        </pc:spChg>
        <pc:spChg chg="mod">
          <ac:chgData name="SERGIO SPANO'" userId="3abdd0b9-513e-40ac-aad4-56920065037d" providerId="ADAL" clId="{2DCFDF45-1F6B-4A47-892B-C9094FDD5642}" dt="2022-03-21T11:08:19.259" v="1310" actId="27803"/>
          <ac:spMkLst>
            <pc:docMk/>
            <pc:sldMk cId="1175821773" sldId="258"/>
            <ac:spMk id="1027" creationId="{B64369D1-894A-49EE-8092-8CF9A305E6D1}"/>
          </ac:spMkLst>
        </pc:spChg>
        <pc:spChg chg="mod">
          <ac:chgData name="SERGIO SPANO'" userId="3abdd0b9-513e-40ac-aad4-56920065037d" providerId="ADAL" clId="{2DCFDF45-1F6B-4A47-892B-C9094FDD5642}" dt="2022-03-21T11:08:19.259" v="1310" actId="27803"/>
          <ac:spMkLst>
            <pc:docMk/>
            <pc:sldMk cId="1175821773" sldId="258"/>
            <ac:spMk id="1028" creationId="{1BA9B8C3-6B2F-4540-BAA6-9968FBED25E4}"/>
          </ac:spMkLst>
        </pc:spChg>
        <pc:spChg chg="mod">
          <ac:chgData name="SERGIO SPANO'" userId="3abdd0b9-513e-40ac-aad4-56920065037d" providerId="ADAL" clId="{2DCFDF45-1F6B-4A47-892B-C9094FDD5642}" dt="2022-03-21T11:08:19.259" v="1310" actId="27803"/>
          <ac:spMkLst>
            <pc:docMk/>
            <pc:sldMk cId="1175821773" sldId="258"/>
            <ac:spMk id="1029" creationId="{CC8FE60E-CC6D-4C1D-8A66-F93F7114339B}"/>
          </ac:spMkLst>
        </pc:spChg>
        <pc:spChg chg="mod">
          <ac:chgData name="SERGIO SPANO'" userId="3abdd0b9-513e-40ac-aad4-56920065037d" providerId="ADAL" clId="{2DCFDF45-1F6B-4A47-892B-C9094FDD5642}" dt="2022-03-21T11:08:19.259" v="1310" actId="27803"/>
          <ac:spMkLst>
            <pc:docMk/>
            <pc:sldMk cId="1175821773" sldId="258"/>
            <ac:spMk id="1030" creationId="{3B6C795F-40EA-43F6-AD69-CC93B2665D4A}"/>
          </ac:spMkLst>
        </pc:spChg>
        <pc:spChg chg="mod">
          <ac:chgData name="SERGIO SPANO'" userId="3abdd0b9-513e-40ac-aad4-56920065037d" providerId="ADAL" clId="{2DCFDF45-1F6B-4A47-892B-C9094FDD5642}" dt="2022-03-21T11:08:19.259" v="1310" actId="27803"/>
          <ac:spMkLst>
            <pc:docMk/>
            <pc:sldMk cId="1175821773" sldId="258"/>
            <ac:spMk id="1031" creationId="{7BE8DC3C-D52E-4102-883C-26FC4684D092}"/>
          </ac:spMkLst>
        </pc:spChg>
        <pc:spChg chg="mod">
          <ac:chgData name="SERGIO SPANO'" userId="3abdd0b9-513e-40ac-aad4-56920065037d" providerId="ADAL" clId="{2DCFDF45-1F6B-4A47-892B-C9094FDD5642}" dt="2022-03-21T11:08:19.259" v="1310" actId="27803"/>
          <ac:spMkLst>
            <pc:docMk/>
            <pc:sldMk cId="1175821773" sldId="258"/>
            <ac:spMk id="1032" creationId="{7597D825-F95C-4570-AAAF-E63E0CA837FC}"/>
          </ac:spMkLst>
        </pc:spChg>
        <pc:spChg chg="mod">
          <ac:chgData name="SERGIO SPANO'" userId="3abdd0b9-513e-40ac-aad4-56920065037d" providerId="ADAL" clId="{2DCFDF45-1F6B-4A47-892B-C9094FDD5642}" dt="2022-03-21T11:08:19.259" v="1310" actId="27803"/>
          <ac:spMkLst>
            <pc:docMk/>
            <pc:sldMk cId="1175821773" sldId="258"/>
            <ac:spMk id="1033" creationId="{D2DC3494-A3F6-4554-834D-291DF5D83F3A}"/>
          </ac:spMkLst>
        </pc:spChg>
        <pc:spChg chg="mod">
          <ac:chgData name="SERGIO SPANO'" userId="3abdd0b9-513e-40ac-aad4-56920065037d" providerId="ADAL" clId="{2DCFDF45-1F6B-4A47-892B-C9094FDD5642}" dt="2022-03-21T11:08:19.259" v="1310" actId="27803"/>
          <ac:spMkLst>
            <pc:docMk/>
            <pc:sldMk cId="1175821773" sldId="258"/>
            <ac:spMk id="1034" creationId="{C53B8E71-C8D1-4914-B0B3-09C032861C6A}"/>
          </ac:spMkLst>
        </pc:spChg>
        <pc:spChg chg="mod">
          <ac:chgData name="SERGIO SPANO'" userId="3abdd0b9-513e-40ac-aad4-56920065037d" providerId="ADAL" clId="{2DCFDF45-1F6B-4A47-892B-C9094FDD5642}" dt="2022-03-21T11:08:19.259" v="1310" actId="27803"/>
          <ac:spMkLst>
            <pc:docMk/>
            <pc:sldMk cId="1175821773" sldId="258"/>
            <ac:spMk id="1035" creationId="{2EF18D3A-886C-4977-AF8F-2B512C9157F2}"/>
          </ac:spMkLst>
        </pc:spChg>
        <pc:spChg chg="mod">
          <ac:chgData name="SERGIO SPANO'" userId="3abdd0b9-513e-40ac-aad4-56920065037d" providerId="ADAL" clId="{2DCFDF45-1F6B-4A47-892B-C9094FDD5642}" dt="2022-03-21T11:08:19.259" v="1310" actId="27803"/>
          <ac:spMkLst>
            <pc:docMk/>
            <pc:sldMk cId="1175821773" sldId="258"/>
            <ac:spMk id="1036" creationId="{082CDF6F-79E0-4665-97CF-676CF7999E91}"/>
          </ac:spMkLst>
        </pc:spChg>
        <pc:spChg chg="mod">
          <ac:chgData name="SERGIO SPANO'" userId="3abdd0b9-513e-40ac-aad4-56920065037d" providerId="ADAL" clId="{2DCFDF45-1F6B-4A47-892B-C9094FDD5642}" dt="2022-03-21T11:08:19.259" v="1310" actId="27803"/>
          <ac:spMkLst>
            <pc:docMk/>
            <pc:sldMk cId="1175821773" sldId="258"/>
            <ac:spMk id="1037" creationId="{A9DF4753-7896-42DB-9608-CE28DDEFDF8A}"/>
          </ac:spMkLst>
        </pc:spChg>
        <pc:spChg chg="mod">
          <ac:chgData name="SERGIO SPANO'" userId="3abdd0b9-513e-40ac-aad4-56920065037d" providerId="ADAL" clId="{2DCFDF45-1F6B-4A47-892B-C9094FDD5642}" dt="2022-03-21T11:08:19.259" v="1310" actId="27803"/>
          <ac:spMkLst>
            <pc:docMk/>
            <pc:sldMk cId="1175821773" sldId="258"/>
            <ac:spMk id="1038" creationId="{BA072A73-393C-41B0-8B63-4CC492F3AE72}"/>
          </ac:spMkLst>
        </pc:spChg>
        <pc:spChg chg="mod">
          <ac:chgData name="SERGIO SPANO'" userId="3abdd0b9-513e-40ac-aad4-56920065037d" providerId="ADAL" clId="{2DCFDF45-1F6B-4A47-892B-C9094FDD5642}" dt="2022-03-21T11:08:19.259" v="1310" actId="27803"/>
          <ac:spMkLst>
            <pc:docMk/>
            <pc:sldMk cId="1175821773" sldId="258"/>
            <ac:spMk id="1039" creationId="{D01D6412-4129-4C77-8C93-466901321E2F}"/>
          </ac:spMkLst>
        </pc:spChg>
        <pc:spChg chg="mod">
          <ac:chgData name="SERGIO SPANO'" userId="3abdd0b9-513e-40ac-aad4-56920065037d" providerId="ADAL" clId="{2DCFDF45-1F6B-4A47-892B-C9094FDD5642}" dt="2022-03-21T11:08:19.259" v="1310" actId="27803"/>
          <ac:spMkLst>
            <pc:docMk/>
            <pc:sldMk cId="1175821773" sldId="258"/>
            <ac:spMk id="1040" creationId="{1067EDA0-AE09-4913-9675-C95417CFD701}"/>
          </ac:spMkLst>
        </pc:spChg>
        <pc:spChg chg="mod">
          <ac:chgData name="SERGIO SPANO'" userId="3abdd0b9-513e-40ac-aad4-56920065037d" providerId="ADAL" clId="{2DCFDF45-1F6B-4A47-892B-C9094FDD5642}" dt="2022-03-21T11:08:19.259" v="1310" actId="27803"/>
          <ac:spMkLst>
            <pc:docMk/>
            <pc:sldMk cId="1175821773" sldId="258"/>
            <ac:spMk id="1041" creationId="{A89E067F-AD3A-4326-882C-68F56E8F53F8}"/>
          </ac:spMkLst>
        </pc:spChg>
        <pc:spChg chg="mod">
          <ac:chgData name="SERGIO SPANO'" userId="3abdd0b9-513e-40ac-aad4-56920065037d" providerId="ADAL" clId="{2DCFDF45-1F6B-4A47-892B-C9094FDD5642}" dt="2022-03-21T11:08:19.259" v="1310" actId="27803"/>
          <ac:spMkLst>
            <pc:docMk/>
            <pc:sldMk cId="1175821773" sldId="258"/>
            <ac:spMk id="1042" creationId="{5A95E40E-71DD-4DB9-A421-CE450F94E909}"/>
          </ac:spMkLst>
        </pc:spChg>
        <pc:spChg chg="mod">
          <ac:chgData name="SERGIO SPANO'" userId="3abdd0b9-513e-40ac-aad4-56920065037d" providerId="ADAL" clId="{2DCFDF45-1F6B-4A47-892B-C9094FDD5642}" dt="2022-03-21T11:08:19.259" v="1310" actId="27803"/>
          <ac:spMkLst>
            <pc:docMk/>
            <pc:sldMk cId="1175821773" sldId="258"/>
            <ac:spMk id="1043" creationId="{E6DAAAEB-9177-4A88-A1A3-5EE9667A3676}"/>
          </ac:spMkLst>
        </pc:spChg>
        <pc:spChg chg="mod">
          <ac:chgData name="SERGIO SPANO'" userId="3abdd0b9-513e-40ac-aad4-56920065037d" providerId="ADAL" clId="{2DCFDF45-1F6B-4A47-892B-C9094FDD5642}" dt="2022-03-21T11:08:19.259" v="1310" actId="27803"/>
          <ac:spMkLst>
            <pc:docMk/>
            <pc:sldMk cId="1175821773" sldId="258"/>
            <ac:spMk id="1044" creationId="{5481F372-F4A5-46E6-B5EA-8DC0D502089C}"/>
          </ac:spMkLst>
        </pc:spChg>
        <pc:spChg chg="mod">
          <ac:chgData name="SERGIO SPANO'" userId="3abdd0b9-513e-40ac-aad4-56920065037d" providerId="ADAL" clId="{2DCFDF45-1F6B-4A47-892B-C9094FDD5642}" dt="2022-03-21T11:08:19.259" v="1310" actId="27803"/>
          <ac:spMkLst>
            <pc:docMk/>
            <pc:sldMk cId="1175821773" sldId="258"/>
            <ac:spMk id="1045" creationId="{4DB8D433-2619-4BF5-96B7-E193C5C5332E}"/>
          </ac:spMkLst>
        </pc:spChg>
        <pc:spChg chg="mod">
          <ac:chgData name="SERGIO SPANO'" userId="3abdd0b9-513e-40ac-aad4-56920065037d" providerId="ADAL" clId="{2DCFDF45-1F6B-4A47-892B-C9094FDD5642}" dt="2022-03-21T11:08:19.259" v="1310" actId="27803"/>
          <ac:spMkLst>
            <pc:docMk/>
            <pc:sldMk cId="1175821773" sldId="258"/>
            <ac:spMk id="1046" creationId="{945E43B3-08CE-48C4-86CF-72A77B972EC0}"/>
          </ac:spMkLst>
        </pc:spChg>
        <pc:spChg chg="mod">
          <ac:chgData name="SERGIO SPANO'" userId="3abdd0b9-513e-40ac-aad4-56920065037d" providerId="ADAL" clId="{2DCFDF45-1F6B-4A47-892B-C9094FDD5642}" dt="2022-03-21T11:08:19.259" v="1310" actId="27803"/>
          <ac:spMkLst>
            <pc:docMk/>
            <pc:sldMk cId="1175821773" sldId="258"/>
            <ac:spMk id="1047" creationId="{E3AA7AA4-A41C-4003-B2DA-949CD23E7729}"/>
          </ac:spMkLst>
        </pc:spChg>
        <pc:spChg chg="mod">
          <ac:chgData name="SERGIO SPANO'" userId="3abdd0b9-513e-40ac-aad4-56920065037d" providerId="ADAL" clId="{2DCFDF45-1F6B-4A47-892B-C9094FDD5642}" dt="2022-03-21T11:08:19.259" v="1310" actId="27803"/>
          <ac:spMkLst>
            <pc:docMk/>
            <pc:sldMk cId="1175821773" sldId="258"/>
            <ac:spMk id="1048" creationId="{6B380F56-81F3-47D6-AF9D-38A0AC6C5E99}"/>
          </ac:spMkLst>
        </pc:spChg>
        <pc:spChg chg="mod">
          <ac:chgData name="SERGIO SPANO'" userId="3abdd0b9-513e-40ac-aad4-56920065037d" providerId="ADAL" clId="{2DCFDF45-1F6B-4A47-892B-C9094FDD5642}" dt="2022-03-21T11:08:19.259" v="1310" actId="27803"/>
          <ac:spMkLst>
            <pc:docMk/>
            <pc:sldMk cId="1175821773" sldId="258"/>
            <ac:spMk id="1049" creationId="{349CC6FA-DC84-463B-8AE6-B0ED271E86A6}"/>
          </ac:spMkLst>
        </pc:spChg>
        <pc:spChg chg="mod">
          <ac:chgData name="SERGIO SPANO'" userId="3abdd0b9-513e-40ac-aad4-56920065037d" providerId="ADAL" clId="{2DCFDF45-1F6B-4A47-892B-C9094FDD5642}" dt="2022-03-21T11:08:19.259" v="1310" actId="27803"/>
          <ac:spMkLst>
            <pc:docMk/>
            <pc:sldMk cId="1175821773" sldId="258"/>
            <ac:spMk id="1050" creationId="{7043F43A-2575-4785-B25D-32E7AB0C477D}"/>
          </ac:spMkLst>
        </pc:spChg>
        <pc:spChg chg="mod">
          <ac:chgData name="SERGIO SPANO'" userId="3abdd0b9-513e-40ac-aad4-56920065037d" providerId="ADAL" clId="{2DCFDF45-1F6B-4A47-892B-C9094FDD5642}" dt="2022-03-21T11:08:19.259" v="1310" actId="27803"/>
          <ac:spMkLst>
            <pc:docMk/>
            <pc:sldMk cId="1175821773" sldId="258"/>
            <ac:spMk id="1051" creationId="{475E1DE9-4649-4EC7-B218-5B4CBC8F0961}"/>
          </ac:spMkLst>
        </pc:spChg>
        <pc:spChg chg="mod">
          <ac:chgData name="SERGIO SPANO'" userId="3abdd0b9-513e-40ac-aad4-56920065037d" providerId="ADAL" clId="{2DCFDF45-1F6B-4A47-892B-C9094FDD5642}" dt="2022-03-21T11:08:19.259" v="1310" actId="27803"/>
          <ac:spMkLst>
            <pc:docMk/>
            <pc:sldMk cId="1175821773" sldId="258"/>
            <ac:spMk id="1052" creationId="{ABE524B7-5E66-44B1-BFFE-12BC98B58915}"/>
          </ac:spMkLst>
        </pc:spChg>
        <pc:spChg chg="mod">
          <ac:chgData name="SERGIO SPANO'" userId="3abdd0b9-513e-40ac-aad4-56920065037d" providerId="ADAL" clId="{2DCFDF45-1F6B-4A47-892B-C9094FDD5642}" dt="2022-03-21T11:08:19.259" v="1310" actId="27803"/>
          <ac:spMkLst>
            <pc:docMk/>
            <pc:sldMk cId="1175821773" sldId="258"/>
            <ac:spMk id="1053" creationId="{DC79057A-6AFA-4292-93A6-8980AB9DF912}"/>
          </ac:spMkLst>
        </pc:spChg>
        <pc:spChg chg="mod">
          <ac:chgData name="SERGIO SPANO'" userId="3abdd0b9-513e-40ac-aad4-56920065037d" providerId="ADAL" clId="{2DCFDF45-1F6B-4A47-892B-C9094FDD5642}" dt="2022-03-21T11:08:19.259" v="1310" actId="27803"/>
          <ac:spMkLst>
            <pc:docMk/>
            <pc:sldMk cId="1175821773" sldId="258"/>
            <ac:spMk id="1054" creationId="{6933E8BC-5BCD-4E78-BF1A-3D3B13A40563}"/>
          </ac:spMkLst>
        </pc:spChg>
        <pc:spChg chg="mod">
          <ac:chgData name="SERGIO SPANO'" userId="3abdd0b9-513e-40ac-aad4-56920065037d" providerId="ADAL" clId="{2DCFDF45-1F6B-4A47-892B-C9094FDD5642}" dt="2022-03-21T11:08:19.259" v="1310" actId="27803"/>
          <ac:spMkLst>
            <pc:docMk/>
            <pc:sldMk cId="1175821773" sldId="258"/>
            <ac:spMk id="1055" creationId="{EC7C5B62-0B13-47CC-A610-4E9E4E9A3EF0}"/>
          </ac:spMkLst>
        </pc:spChg>
        <pc:spChg chg="mod">
          <ac:chgData name="SERGIO SPANO'" userId="3abdd0b9-513e-40ac-aad4-56920065037d" providerId="ADAL" clId="{2DCFDF45-1F6B-4A47-892B-C9094FDD5642}" dt="2022-03-21T11:08:19.259" v="1310" actId="27803"/>
          <ac:spMkLst>
            <pc:docMk/>
            <pc:sldMk cId="1175821773" sldId="258"/>
            <ac:spMk id="1056" creationId="{DEC121B9-77D7-4E47-884E-5470CBB2BAFF}"/>
          </ac:spMkLst>
        </pc:spChg>
        <pc:spChg chg="mod">
          <ac:chgData name="SERGIO SPANO'" userId="3abdd0b9-513e-40ac-aad4-56920065037d" providerId="ADAL" clId="{2DCFDF45-1F6B-4A47-892B-C9094FDD5642}" dt="2022-03-21T11:08:19.259" v="1310" actId="27803"/>
          <ac:spMkLst>
            <pc:docMk/>
            <pc:sldMk cId="1175821773" sldId="258"/>
            <ac:spMk id="1057" creationId="{755AAB93-EE6E-44B1-8EAF-24B77BACF48D}"/>
          </ac:spMkLst>
        </pc:spChg>
        <pc:spChg chg="mod">
          <ac:chgData name="SERGIO SPANO'" userId="3abdd0b9-513e-40ac-aad4-56920065037d" providerId="ADAL" clId="{2DCFDF45-1F6B-4A47-892B-C9094FDD5642}" dt="2022-03-21T11:08:19.259" v="1310" actId="27803"/>
          <ac:spMkLst>
            <pc:docMk/>
            <pc:sldMk cId="1175821773" sldId="258"/>
            <ac:spMk id="1058" creationId="{55D5C1B3-676E-4E7B-B384-D61ECA03EFE8}"/>
          </ac:spMkLst>
        </pc:spChg>
        <pc:spChg chg="mod">
          <ac:chgData name="SERGIO SPANO'" userId="3abdd0b9-513e-40ac-aad4-56920065037d" providerId="ADAL" clId="{2DCFDF45-1F6B-4A47-892B-C9094FDD5642}" dt="2022-03-21T11:08:19.259" v="1310" actId="27803"/>
          <ac:spMkLst>
            <pc:docMk/>
            <pc:sldMk cId="1175821773" sldId="258"/>
            <ac:spMk id="1059" creationId="{48CA2FE3-67F4-408F-A4AD-C2D04FE9D8C2}"/>
          </ac:spMkLst>
        </pc:spChg>
        <pc:spChg chg="mod">
          <ac:chgData name="SERGIO SPANO'" userId="3abdd0b9-513e-40ac-aad4-56920065037d" providerId="ADAL" clId="{2DCFDF45-1F6B-4A47-892B-C9094FDD5642}" dt="2022-03-21T11:08:19.259" v="1310" actId="27803"/>
          <ac:spMkLst>
            <pc:docMk/>
            <pc:sldMk cId="1175821773" sldId="258"/>
            <ac:spMk id="1060" creationId="{806531AB-BB3D-4F97-A245-561BFCE9CCB3}"/>
          </ac:spMkLst>
        </pc:spChg>
        <pc:spChg chg="mod">
          <ac:chgData name="SERGIO SPANO'" userId="3abdd0b9-513e-40ac-aad4-56920065037d" providerId="ADAL" clId="{2DCFDF45-1F6B-4A47-892B-C9094FDD5642}" dt="2022-03-21T11:08:19.259" v="1310" actId="27803"/>
          <ac:spMkLst>
            <pc:docMk/>
            <pc:sldMk cId="1175821773" sldId="258"/>
            <ac:spMk id="1061" creationId="{69FF24C9-9FD5-4413-99C4-5B91980AD449}"/>
          </ac:spMkLst>
        </pc:spChg>
        <pc:spChg chg="mod">
          <ac:chgData name="SERGIO SPANO'" userId="3abdd0b9-513e-40ac-aad4-56920065037d" providerId="ADAL" clId="{2DCFDF45-1F6B-4A47-892B-C9094FDD5642}" dt="2022-03-21T11:08:19.259" v="1310" actId="27803"/>
          <ac:spMkLst>
            <pc:docMk/>
            <pc:sldMk cId="1175821773" sldId="258"/>
            <ac:spMk id="1062" creationId="{1141F04C-88E1-4C58-B3A7-A7B1A8D2A6B6}"/>
          </ac:spMkLst>
        </pc:spChg>
        <pc:spChg chg="mod">
          <ac:chgData name="SERGIO SPANO'" userId="3abdd0b9-513e-40ac-aad4-56920065037d" providerId="ADAL" clId="{2DCFDF45-1F6B-4A47-892B-C9094FDD5642}" dt="2022-03-21T11:08:19.259" v="1310" actId="27803"/>
          <ac:spMkLst>
            <pc:docMk/>
            <pc:sldMk cId="1175821773" sldId="258"/>
            <ac:spMk id="1063" creationId="{3ADA6698-BAE8-4D60-A20B-53272694A7A1}"/>
          </ac:spMkLst>
        </pc:spChg>
        <pc:spChg chg="mod">
          <ac:chgData name="SERGIO SPANO'" userId="3abdd0b9-513e-40ac-aad4-56920065037d" providerId="ADAL" clId="{2DCFDF45-1F6B-4A47-892B-C9094FDD5642}" dt="2022-03-21T11:08:19.259" v="1310" actId="27803"/>
          <ac:spMkLst>
            <pc:docMk/>
            <pc:sldMk cId="1175821773" sldId="258"/>
            <ac:spMk id="1064" creationId="{81891FD6-0935-47EE-84BA-C143C5EF9F00}"/>
          </ac:spMkLst>
        </pc:spChg>
        <pc:spChg chg="mod">
          <ac:chgData name="SERGIO SPANO'" userId="3abdd0b9-513e-40ac-aad4-56920065037d" providerId="ADAL" clId="{2DCFDF45-1F6B-4A47-892B-C9094FDD5642}" dt="2022-03-21T11:08:19.259" v="1310" actId="27803"/>
          <ac:spMkLst>
            <pc:docMk/>
            <pc:sldMk cId="1175821773" sldId="258"/>
            <ac:spMk id="1065" creationId="{1677A267-8DE8-4875-B2D8-A9DBEFF4BE21}"/>
          </ac:spMkLst>
        </pc:spChg>
        <pc:spChg chg="mod">
          <ac:chgData name="SERGIO SPANO'" userId="3abdd0b9-513e-40ac-aad4-56920065037d" providerId="ADAL" clId="{2DCFDF45-1F6B-4A47-892B-C9094FDD5642}" dt="2022-03-21T11:08:19.259" v="1310" actId="27803"/>
          <ac:spMkLst>
            <pc:docMk/>
            <pc:sldMk cId="1175821773" sldId="258"/>
            <ac:spMk id="1066" creationId="{7EAF377B-90F8-4D3A-9D70-5E8F059E7711}"/>
          </ac:spMkLst>
        </pc:spChg>
        <pc:spChg chg="mod">
          <ac:chgData name="SERGIO SPANO'" userId="3abdd0b9-513e-40ac-aad4-56920065037d" providerId="ADAL" clId="{2DCFDF45-1F6B-4A47-892B-C9094FDD5642}" dt="2022-03-21T11:08:19.259" v="1310" actId="27803"/>
          <ac:spMkLst>
            <pc:docMk/>
            <pc:sldMk cId="1175821773" sldId="258"/>
            <ac:spMk id="1067" creationId="{D2431FBC-B227-4377-99D4-DC67C75732B3}"/>
          </ac:spMkLst>
        </pc:spChg>
        <pc:spChg chg="mod">
          <ac:chgData name="SERGIO SPANO'" userId="3abdd0b9-513e-40ac-aad4-56920065037d" providerId="ADAL" clId="{2DCFDF45-1F6B-4A47-892B-C9094FDD5642}" dt="2022-03-21T11:08:19.259" v="1310" actId="27803"/>
          <ac:spMkLst>
            <pc:docMk/>
            <pc:sldMk cId="1175821773" sldId="258"/>
            <ac:spMk id="1068" creationId="{8863BF6E-6128-4819-85C6-B46DBEEEDF59}"/>
          </ac:spMkLst>
        </pc:spChg>
        <pc:spChg chg="mod">
          <ac:chgData name="SERGIO SPANO'" userId="3abdd0b9-513e-40ac-aad4-56920065037d" providerId="ADAL" clId="{2DCFDF45-1F6B-4A47-892B-C9094FDD5642}" dt="2022-03-21T11:08:19.259" v="1310" actId="27803"/>
          <ac:spMkLst>
            <pc:docMk/>
            <pc:sldMk cId="1175821773" sldId="258"/>
            <ac:spMk id="1069" creationId="{5016D851-5AF4-4D18-92FF-752BE0976D45}"/>
          </ac:spMkLst>
        </pc:spChg>
        <pc:spChg chg="mod">
          <ac:chgData name="SERGIO SPANO'" userId="3abdd0b9-513e-40ac-aad4-56920065037d" providerId="ADAL" clId="{2DCFDF45-1F6B-4A47-892B-C9094FDD5642}" dt="2022-03-21T11:08:19.259" v="1310" actId="27803"/>
          <ac:spMkLst>
            <pc:docMk/>
            <pc:sldMk cId="1175821773" sldId="258"/>
            <ac:spMk id="1070" creationId="{C7B407A4-4D78-4264-B6DE-5F24949139B4}"/>
          </ac:spMkLst>
        </pc:spChg>
        <pc:spChg chg="mod">
          <ac:chgData name="SERGIO SPANO'" userId="3abdd0b9-513e-40ac-aad4-56920065037d" providerId="ADAL" clId="{2DCFDF45-1F6B-4A47-892B-C9094FDD5642}" dt="2022-03-21T11:08:19.259" v="1310" actId="27803"/>
          <ac:spMkLst>
            <pc:docMk/>
            <pc:sldMk cId="1175821773" sldId="258"/>
            <ac:spMk id="1071" creationId="{D0F46442-A428-4A15-BEF3-0242FC8048A3}"/>
          </ac:spMkLst>
        </pc:spChg>
        <pc:spChg chg="mod">
          <ac:chgData name="SERGIO SPANO'" userId="3abdd0b9-513e-40ac-aad4-56920065037d" providerId="ADAL" clId="{2DCFDF45-1F6B-4A47-892B-C9094FDD5642}" dt="2022-03-21T11:08:19.259" v="1310" actId="27803"/>
          <ac:spMkLst>
            <pc:docMk/>
            <pc:sldMk cId="1175821773" sldId="258"/>
            <ac:spMk id="1072" creationId="{63CAB88C-ED45-4017-BEE3-F4E6C517E5F6}"/>
          </ac:spMkLst>
        </pc:spChg>
        <pc:spChg chg="mod">
          <ac:chgData name="SERGIO SPANO'" userId="3abdd0b9-513e-40ac-aad4-56920065037d" providerId="ADAL" clId="{2DCFDF45-1F6B-4A47-892B-C9094FDD5642}" dt="2022-03-21T11:08:19.259" v="1310" actId="27803"/>
          <ac:spMkLst>
            <pc:docMk/>
            <pc:sldMk cId="1175821773" sldId="258"/>
            <ac:spMk id="1073" creationId="{5630EF56-044A-4394-8F0F-40808E083AD1}"/>
          </ac:spMkLst>
        </pc:spChg>
        <pc:spChg chg="mod">
          <ac:chgData name="SERGIO SPANO'" userId="3abdd0b9-513e-40ac-aad4-56920065037d" providerId="ADAL" clId="{2DCFDF45-1F6B-4A47-892B-C9094FDD5642}" dt="2022-03-21T11:08:19.259" v="1310" actId="27803"/>
          <ac:spMkLst>
            <pc:docMk/>
            <pc:sldMk cId="1175821773" sldId="258"/>
            <ac:spMk id="1074" creationId="{59007834-FA37-4F02-B269-BE5B4F8BE86F}"/>
          </ac:spMkLst>
        </pc:spChg>
        <pc:spChg chg="mod">
          <ac:chgData name="SERGIO SPANO'" userId="3abdd0b9-513e-40ac-aad4-56920065037d" providerId="ADAL" clId="{2DCFDF45-1F6B-4A47-892B-C9094FDD5642}" dt="2022-03-21T11:08:19.259" v="1310" actId="27803"/>
          <ac:spMkLst>
            <pc:docMk/>
            <pc:sldMk cId="1175821773" sldId="258"/>
            <ac:spMk id="1075" creationId="{B0BA6181-8803-4B00-9C90-DF0D21130004}"/>
          </ac:spMkLst>
        </pc:spChg>
        <pc:spChg chg="mod">
          <ac:chgData name="SERGIO SPANO'" userId="3abdd0b9-513e-40ac-aad4-56920065037d" providerId="ADAL" clId="{2DCFDF45-1F6B-4A47-892B-C9094FDD5642}" dt="2022-03-21T11:08:19.259" v="1310" actId="27803"/>
          <ac:spMkLst>
            <pc:docMk/>
            <pc:sldMk cId="1175821773" sldId="258"/>
            <ac:spMk id="1076" creationId="{09738B32-C21A-446A-A6C7-4766F14A574C}"/>
          </ac:spMkLst>
        </pc:spChg>
        <pc:spChg chg="mod">
          <ac:chgData name="SERGIO SPANO'" userId="3abdd0b9-513e-40ac-aad4-56920065037d" providerId="ADAL" clId="{2DCFDF45-1F6B-4A47-892B-C9094FDD5642}" dt="2022-03-21T11:08:19.259" v="1310" actId="27803"/>
          <ac:spMkLst>
            <pc:docMk/>
            <pc:sldMk cId="1175821773" sldId="258"/>
            <ac:spMk id="1077" creationId="{177C8057-70A0-486E-8954-A37C6D8BAF5E}"/>
          </ac:spMkLst>
        </pc:spChg>
        <pc:spChg chg="mod">
          <ac:chgData name="SERGIO SPANO'" userId="3abdd0b9-513e-40ac-aad4-56920065037d" providerId="ADAL" clId="{2DCFDF45-1F6B-4A47-892B-C9094FDD5642}" dt="2022-03-21T11:08:19.259" v="1310" actId="27803"/>
          <ac:spMkLst>
            <pc:docMk/>
            <pc:sldMk cId="1175821773" sldId="258"/>
            <ac:spMk id="1078" creationId="{DD58B7D2-EC4A-4B69-AD9D-20FA55B8E72B}"/>
          </ac:spMkLst>
        </pc:spChg>
        <pc:spChg chg="mod">
          <ac:chgData name="SERGIO SPANO'" userId="3abdd0b9-513e-40ac-aad4-56920065037d" providerId="ADAL" clId="{2DCFDF45-1F6B-4A47-892B-C9094FDD5642}" dt="2022-03-21T11:08:19.259" v="1310" actId="27803"/>
          <ac:spMkLst>
            <pc:docMk/>
            <pc:sldMk cId="1175821773" sldId="258"/>
            <ac:spMk id="1079" creationId="{1777B536-E182-43DA-8C7C-7C64261B1435}"/>
          </ac:spMkLst>
        </pc:spChg>
        <pc:spChg chg="mod">
          <ac:chgData name="SERGIO SPANO'" userId="3abdd0b9-513e-40ac-aad4-56920065037d" providerId="ADAL" clId="{2DCFDF45-1F6B-4A47-892B-C9094FDD5642}" dt="2022-03-21T11:08:19.259" v="1310" actId="27803"/>
          <ac:spMkLst>
            <pc:docMk/>
            <pc:sldMk cId="1175821773" sldId="258"/>
            <ac:spMk id="1080" creationId="{E8620DF1-BF13-436E-B99E-638C43E34080}"/>
          </ac:spMkLst>
        </pc:spChg>
        <pc:spChg chg="mod">
          <ac:chgData name="SERGIO SPANO'" userId="3abdd0b9-513e-40ac-aad4-56920065037d" providerId="ADAL" clId="{2DCFDF45-1F6B-4A47-892B-C9094FDD5642}" dt="2022-03-21T11:08:19.259" v="1310" actId="27803"/>
          <ac:spMkLst>
            <pc:docMk/>
            <pc:sldMk cId="1175821773" sldId="258"/>
            <ac:spMk id="1081" creationId="{B5D477F2-AFB6-4363-874B-1A98CE628DE7}"/>
          </ac:spMkLst>
        </pc:spChg>
        <pc:spChg chg="mod">
          <ac:chgData name="SERGIO SPANO'" userId="3abdd0b9-513e-40ac-aad4-56920065037d" providerId="ADAL" clId="{2DCFDF45-1F6B-4A47-892B-C9094FDD5642}" dt="2022-03-21T11:08:19.259" v="1310" actId="27803"/>
          <ac:spMkLst>
            <pc:docMk/>
            <pc:sldMk cId="1175821773" sldId="258"/>
            <ac:spMk id="1082" creationId="{9E3DA390-10D7-4CC2-BBBB-9BBD40A86B9C}"/>
          </ac:spMkLst>
        </pc:spChg>
        <pc:spChg chg="mod">
          <ac:chgData name="SERGIO SPANO'" userId="3abdd0b9-513e-40ac-aad4-56920065037d" providerId="ADAL" clId="{2DCFDF45-1F6B-4A47-892B-C9094FDD5642}" dt="2022-03-21T11:08:19.259" v="1310" actId="27803"/>
          <ac:spMkLst>
            <pc:docMk/>
            <pc:sldMk cId="1175821773" sldId="258"/>
            <ac:spMk id="1083" creationId="{5822B731-8748-4681-A0F1-05C713A639CA}"/>
          </ac:spMkLst>
        </pc:spChg>
        <pc:spChg chg="mod">
          <ac:chgData name="SERGIO SPANO'" userId="3abdd0b9-513e-40ac-aad4-56920065037d" providerId="ADAL" clId="{2DCFDF45-1F6B-4A47-892B-C9094FDD5642}" dt="2022-03-21T11:08:19.259" v="1310" actId="27803"/>
          <ac:spMkLst>
            <pc:docMk/>
            <pc:sldMk cId="1175821773" sldId="258"/>
            <ac:spMk id="1084" creationId="{8C0C8F0B-2E04-4D4B-AED6-B1A94909DDA3}"/>
          </ac:spMkLst>
        </pc:spChg>
        <pc:spChg chg="mod">
          <ac:chgData name="SERGIO SPANO'" userId="3abdd0b9-513e-40ac-aad4-56920065037d" providerId="ADAL" clId="{2DCFDF45-1F6B-4A47-892B-C9094FDD5642}" dt="2022-03-21T11:08:19.259" v="1310" actId="27803"/>
          <ac:spMkLst>
            <pc:docMk/>
            <pc:sldMk cId="1175821773" sldId="258"/>
            <ac:spMk id="1085" creationId="{44DA54A2-1EB1-4DEB-B301-B0D1BE0F41BC}"/>
          </ac:spMkLst>
        </pc:spChg>
        <pc:spChg chg="mod">
          <ac:chgData name="SERGIO SPANO'" userId="3abdd0b9-513e-40ac-aad4-56920065037d" providerId="ADAL" clId="{2DCFDF45-1F6B-4A47-892B-C9094FDD5642}" dt="2022-03-21T11:08:19.259" v="1310" actId="27803"/>
          <ac:spMkLst>
            <pc:docMk/>
            <pc:sldMk cId="1175821773" sldId="258"/>
            <ac:spMk id="1086" creationId="{9A45A4E2-92A7-4C39-8E3B-21487C1C43EC}"/>
          </ac:spMkLst>
        </pc:spChg>
        <pc:spChg chg="mod">
          <ac:chgData name="SERGIO SPANO'" userId="3abdd0b9-513e-40ac-aad4-56920065037d" providerId="ADAL" clId="{2DCFDF45-1F6B-4A47-892B-C9094FDD5642}" dt="2022-03-21T11:08:19.259" v="1310" actId="27803"/>
          <ac:spMkLst>
            <pc:docMk/>
            <pc:sldMk cId="1175821773" sldId="258"/>
            <ac:spMk id="1087" creationId="{C8D5834A-5E85-4C4B-87EB-68D8934418B1}"/>
          </ac:spMkLst>
        </pc:spChg>
        <pc:spChg chg="mod">
          <ac:chgData name="SERGIO SPANO'" userId="3abdd0b9-513e-40ac-aad4-56920065037d" providerId="ADAL" clId="{2DCFDF45-1F6B-4A47-892B-C9094FDD5642}" dt="2022-03-21T11:08:19.259" v="1310" actId="27803"/>
          <ac:spMkLst>
            <pc:docMk/>
            <pc:sldMk cId="1175821773" sldId="258"/>
            <ac:spMk id="1088" creationId="{9B3BD40D-1569-4A3A-A172-F22A482FC972}"/>
          </ac:spMkLst>
        </pc:spChg>
        <pc:spChg chg="mod">
          <ac:chgData name="SERGIO SPANO'" userId="3abdd0b9-513e-40ac-aad4-56920065037d" providerId="ADAL" clId="{2DCFDF45-1F6B-4A47-892B-C9094FDD5642}" dt="2022-03-21T11:08:19.259" v="1310" actId="27803"/>
          <ac:spMkLst>
            <pc:docMk/>
            <pc:sldMk cId="1175821773" sldId="258"/>
            <ac:spMk id="1089" creationId="{41EC5F51-0E22-4359-A90F-38CFEE32751C}"/>
          </ac:spMkLst>
        </pc:spChg>
        <pc:spChg chg="mod">
          <ac:chgData name="SERGIO SPANO'" userId="3abdd0b9-513e-40ac-aad4-56920065037d" providerId="ADAL" clId="{2DCFDF45-1F6B-4A47-892B-C9094FDD5642}" dt="2022-03-21T11:08:19.259" v="1310" actId="27803"/>
          <ac:spMkLst>
            <pc:docMk/>
            <pc:sldMk cId="1175821773" sldId="258"/>
            <ac:spMk id="1090" creationId="{7D52A031-AA92-439E-B2CE-895B181FE7B5}"/>
          </ac:spMkLst>
        </pc:spChg>
        <pc:spChg chg="mod">
          <ac:chgData name="SERGIO SPANO'" userId="3abdd0b9-513e-40ac-aad4-56920065037d" providerId="ADAL" clId="{2DCFDF45-1F6B-4A47-892B-C9094FDD5642}" dt="2022-03-21T11:08:19.259" v="1310" actId="27803"/>
          <ac:spMkLst>
            <pc:docMk/>
            <pc:sldMk cId="1175821773" sldId="258"/>
            <ac:spMk id="1091" creationId="{4932CCF0-597A-4FD3-ADB2-FAAA66C1A076}"/>
          </ac:spMkLst>
        </pc:spChg>
        <pc:spChg chg="mod">
          <ac:chgData name="SERGIO SPANO'" userId="3abdd0b9-513e-40ac-aad4-56920065037d" providerId="ADAL" clId="{2DCFDF45-1F6B-4A47-892B-C9094FDD5642}" dt="2022-03-21T11:08:19.259" v="1310" actId="27803"/>
          <ac:spMkLst>
            <pc:docMk/>
            <pc:sldMk cId="1175821773" sldId="258"/>
            <ac:spMk id="1092" creationId="{005D4E8F-F025-4E5C-8601-2AE0E666F833}"/>
          </ac:spMkLst>
        </pc:spChg>
        <pc:spChg chg="mod">
          <ac:chgData name="SERGIO SPANO'" userId="3abdd0b9-513e-40ac-aad4-56920065037d" providerId="ADAL" clId="{2DCFDF45-1F6B-4A47-892B-C9094FDD5642}" dt="2022-03-21T11:08:19.259" v="1310" actId="27803"/>
          <ac:spMkLst>
            <pc:docMk/>
            <pc:sldMk cId="1175821773" sldId="258"/>
            <ac:spMk id="1093" creationId="{6B28B519-1538-42B3-93CB-B0E53CF60644}"/>
          </ac:spMkLst>
        </pc:spChg>
        <pc:spChg chg="mod">
          <ac:chgData name="SERGIO SPANO'" userId="3abdd0b9-513e-40ac-aad4-56920065037d" providerId="ADAL" clId="{2DCFDF45-1F6B-4A47-892B-C9094FDD5642}" dt="2022-03-21T11:08:19.259" v="1310" actId="27803"/>
          <ac:spMkLst>
            <pc:docMk/>
            <pc:sldMk cId="1175821773" sldId="258"/>
            <ac:spMk id="1094" creationId="{5E2A34BA-B913-4FCA-9481-CA8FA2466E81}"/>
          </ac:spMkLst>
        </pc:spChg>
        <pc:spChg chg="mod">
          <ac:chgData name="SERGIO SPANO'" userId="3abdd0b9-513e-40ac-aad4-56920065037d" providerId="ADAL" clId="{2DCFDF45-1F6B-4A47-892B-C9094FDD5642}" dt="2022-03-21T11:08:19.259" v="1310" actId="27803"/>
          <ac:spMkLst>
            <pc:docMk/>
            <pc:sldMk cId="1175821773" sldId="258"/>
            <ac:spMk id="1095" creationId="{D3C0E801-5E36-47B7-B492-E0C79D7D721C}"/>
          </ac:spMkLst>
        </pc:spChg>
        <pc:spChg chg="mod">
          <ac:chgData name="SERGIO SPANO'" userId="3abdd0b9-513e-40ac-aad4-56920065037d" providerId="ADAL" clId="{2DCFDF45-1F6B-4A47-892B-C9094FDD5642}" dt="2022-03-21T11:08:19.259" v="1310" actId="27803"/>
          <ac:spMkLst>
            <pc:docMk/>
            <pc:sldMk cId="1175821773" sldId="258"/>
            <ac:spMk id="1096" creationId="{52E10314-DBEA-4B22-82E1-F52ACFF37555}"/>
          </ac:spMkLst>
        </pc:spChg>
        <pc:spChg chg="mod">
          <ac:chgData name="SERGIO SPANO'" userId="3abdd0b9-513e-40ac-aad4-56920065037d" providerId="ADAL" clId="{2DCFDF45-1F6B-4A47-892B-C9094FDD5642}" dt="2022-03-21T11:08:19.259" v="1310" actId="27803"/>
          <ac:spMkLst>
            <pc:docMk/>
            <pc:sldMk cId="1175821773" sldId="258"/>
            <ac:spMk id="1097" creationId="{E2270419-BC77-478C-96F8-D5BECAE35940}"/>
          </ac:spMkLst>
        </pc:spChg>
        <pc:spChg chg="mod">
          <ac:chgData name="SERGIO SPANO'" userId="3abdd0b9-513e-40ac-aad4-56920065037d" providerId="ADAL" clId="{2DCFDF45-1F6B-4A47-892B-C9094FDD5642}" dt="2022-03-21T11:08:19.259" v="1310" actId="27803"/>
          <ac:spMkLst>
            <pc:docMk/>
            <pc:sldMk cId="1175821773" sldId="258"/>
            <ac:spMk id="1098" creationId="{DDE1D77D-6CA7-4E26-A9DE-36BFC6462D96}"/>
          </ac:spMkLst>
        </pc:spChg>
        <pc:spChg chg="mod">
          <ac:chgData name="SERGIO SPANO'" userId="3abdd0b9-513e-40ac-aad4-56920065037d" providerId="ADAL" clId="{2DCFDF45-1F6B-4A47-892B-C9094FDD5642}" dt="2022-03-21T11:08:19.259" v="1310" actId="27803"/>
          <ac:spMkLst>
            <pc:docMk/>
            <pc:sldMk cId="1175821773" sldId="258"/>
            <ac:spMk id="1099" creationId="{9412190F-F0D8-46B7-A9D0-78A1BAFED58F}"/>
          </ac:spMkLst>
        </pc:spChg>
        <pc:spChg chg="mod">
          <ac:chgData name="SERGIO SPANO'" userId="3abdd0b9-513e-40ac-aad4-56920065037d" providerId="ADAL" clId="{2DCFDF45-1F6B-4A47-892B-C9094FDD5642}" dt="2022-03-21T11:08:19.259" v="1310" actId="27803"/>
          <ac:spMkLst>
            <pc:docMk/>
            <pc:sldMk cId="1175821773" sldId="258"/>
            <ac:spMk id="1100" creationId="{443A3220-3729-4087-A00B-8E115FB6CCA1}"/>
          </ac:spMkLst>
        </pc:spChg>
        <pc:spChg chg="mod">
          <ac:chgData name="SERGIO SPANO'" userId="3abdd0b9-513e-40ac-aad4-56920065037d" providerId="ADAL" clId="{2DCFDF45-1F6B-4A47-892B-C9094FDD5642}" dt="2022-03-21T11:08:19.259" v="1310" actId="27803"/>
          <ac:spMkLst>
            <pc:docMk/>
            <pc:sldMk cId="1175821773" sldId="258"/>
            <ac:spMk id="1101" creationId="{29FA5CD5-60B6-4BAF-AB7C-375C74E0234D}"/>
          </ac:spMkLst>
        </pc:spChg>
        <pc:spChg chg="mod">
          <ac:chgData name="SERGIO SPANO'" userId="3abdd0b9-513e-40ac-aad4-56920065037d" providerId="ADAL" clId="{2DCFDF45-1F6B-4A47-892B-C9094FDD5642}" dt="2022-03-21T11:08:19.259" v="1310" actId="27803"/>
          <ac:spMkLst>
            <pc:docMk/>
            <pc:sldMk cId="1175821773" sldId="258"/>
            <ac:spMk id="1102" creationId="{0275DDEB-FC54-4030-860C-FE7B2384E6F7}"/>
          </ac:spMkLst>
        </pc:spChg>
        <pc:spChg chg="mod">
          <ac:chgData name="SERGIO SPANO'" userId="3abdd0b9-513e-40ac-aad4-56920065037d" providerId="ADAL" clId="{2DCFDF45-1F6B-4A47-892B-C9094FDD5642}" dt="2022-03-21T11:08:19.259" v="1310" actId="27803"/>
          <ac:spMkLst>
            <pc:docMk/>
            <pc:sldMk cId="1175821773" sldId="258"/>
            <ac:spMk id="1103" creationId="{EC8453A6-550B-4B4A-8EA4-9FD480C93423}"/>
          </ac:spMkLst>
        </pc:spChg>
        <pc:spChg chg="mod">
          <ac:chgData name="SERGIO SPANO'" userId="3abdd0b9-513e-40ac-aad4-56920065037d" providerId="ADAL" clId="{2DCFDF45-1F6B-4A47-892B-C9094FDD5642}" dt="2022-03-21T11:08:19.259" v="1310" actId="27803"/>
          <ac:spMkLst>
            <pc:docMk/>
            <pc:sldMk cId="1175821773" sldId="258"/>
            <ac:spMk id="1104" creationId="{A15D4A19-83C6-4820-9E69-D26102B447B8}"/>
          </ac:spMkLst>
        </pc:spChg>
        <pc:spChg chg="mod">
          <ac:chgData name="SERGIO SPANO'" userId="3abdd0b9-513e-40ac-aad4-56920065037d" providerId="ADAL" clId="{2DCFDF45-1F6B-4A47-892B-C9094FDD5642}" dt="2022-03-21T11:08:19.259" v="1310" actId="27803"/>
          <ac:spMkLst>
            <pc:docMk/>
            <pc:sldMk cId="1175821773" sldId="258"/>
            <ac:spMk id="1105" creationId="{22E6D69C-D135-430E-B401-942BF2F77EB0}"/>
          </ac:spMkLst>
        </pc:spChg>
        <pc:spChg chg="mod">
          <ac:chgData name="SERGIO SPANO'" userId="3abdd0b9-513e-40ac-aad4-56920065037d" providerId="ADAL" clId="{2DCFDF45-1F6B-4A47-892B-C9094FDD5642}" dt="2022-03-21T11:08:19.259" v="1310" actId="27803"/>
          <ac:spMkLst>
            <pc:docMk/>
            <pc:sldMk cId="1175821773" sldId="258"/>
            <ac:spMk id="1106" creationId="{379EE5E2-DBC3-47E2-8813-8FDBD6D23211}"/>
          </ac:spMkLst>
        </pc:spChg>
        <pc:spChg chg="mod">
          <ac:chgData name="SERGIO SPANO'" userId="3abdd0b9-513e-40ac-aad4-56920065037d" providerId="ADAL" clId="{2DCFDF45-1F6B-4A47-892B-C9094FDD5642}" dt="2022-03-21T11:08:19.259" v="1310" actId="27803"/>
          <ac:spMkLst>
            <pc:docMk/>
            <pc:sldMk cId="1175821773" sldId="258"/>
            <ac:spMk id="1107" creationId="{4D12438C-AD8D-4FB5-9B79-44572B3B108A}"/>
          </ac:spMkLst>
        </pc:spChg>
        <pc:spChg chg="mod">
          <ac:chgData name="SERGIO SPANO'" userId="3abdd0b9-513e-40ac-aad4-56920065037d" providerId="ADAL" clId="{2DCFDF45-1F6B-4A47-892B-C9094FDD5642}" dt="2022-03-21T11:08:19.259" v="1310" actId="27803"/>
          <ac:spMkLst>
            <pc:docMk/>
            <pc:sldMk cId="1175821773" sldId="258"/>
            <ac:spMk id="1108" creationId="{E72BC0B5-CEE7-4134-9539-B603295F4EEC}"/>
          </ac:spMkLst>
        </pc:spChg>
        <pc:spChg chg="mod">
          <ac:chgData name="SERGIO SPANO'" userId="3abdd0b9-513e-40ac-aad4-56920065037d" providerId="ADAL" clId="{2DCFDF45-1F6B-4A47-892B-C9094FDD5642}" dt="2022-03-21T11:08:19.259" v="1310" actId="27803"/>
          <ac:spMkLst>
            <pc:docMk/>
            <pc:sldMk cId="1175821773" sldId="258"/>
            <ac:spMk id="1109" creationId="{6C8486AD-C6EF-49C2-BAD6-0D8E10036CF8}"/>
          </ac:spMkLst>
        </pc:spChg>
        <pc:spChg chg="mod">
          <ac:chgData name="SERGIO SPANO'" userId="3abdd0b9-513e-40ac-aad4-56920065037d" providerId="ADAL" clId="{2DCFDF45-1F6B-4A47-892B-C9094FDD5642}" dt="2022-03-21T11:08:19.259" v="1310" actId="27803"/>
          <ac:spMkLst>
            <pc:docMk/>
            <pc:sldMk cId="1175821773" sldId="258"/>
            <ac:spMk id="1110" creationId="{E319BB0A-53B2-442B-ACB2-98F780552624}"/>
          </ac:spMkLst>
        </pc:spChg>
        <pc:spChg chg="mod">
          <ac:chgData name="SERGIO SPANO'" userId="3abdd0b9-513e-40ac-aad4-56920065037d" providerId="ADAL" clId="{2DCFDF45-1F6B-4A47-892B-C9094FDD5642}" dt="2022-03-21T11:08:19.259" v="1310" actId="27803"/>
          <ac:spMkLst>
            <pc:docMk/>
            <pc:sldMk cId="1175821773" sldId="258"/>
            <ac:spMk id="1111" creationId="{3A63EE98-DCD0-4221-94A5-4B9C098E0677}"/>
          </ac:spMkLst>
        </pc:spChg>
        <pc:spChg chg="mod">
          <ac:chgData name="SERGIO SPANO'" userId="3abdd0b9-513e-40ac-aad4-56920065037d" providerId="ADAL" clId="{2DCFDF45-1F6B-4A47-892B-C9094FDD5642}" dt="2022-03-21T11:08:19.259" v="1310" actId="27803"/>
          <ac:spMkLst>
            <pc:docMk/>
            <pc:sldMk cId="1175821773" sldId="258"/>
            <ac:spMk id="1112" creationId="{2CC01BF2-6B62-4363-8128-34E7F1202AB3}"/>
          </ac:spMkLst>
        </pc:spChg>
        <pc:spChg chg="mod">
          <ac:chgData name="SERGIO SPANO'" userId="3abdd0b9-513e-40ac-aad4-56920065037d" providerId="ADAL" clId="{2DCFDF45-1F6B-4A47-892B-C9094FDD5642}" dt="2022-03-21T11:08:19.259" v="1310" actId="27803"/>
          <ac:spMkLst>
            <pc:docMk/>
            <pc:sldMk cId="1175821773" sldId="258"/>
            <ac:spMk id="1113" creationId="{0A9B4364-DFCC-4A92-8DA6-7890E19DC30F}"/>
          </ac:spMkLst>
        </pc:spChg>
        <pc:spChg chg="mod">
          <ac:chgData name="SERGIO SPANO'" userId="3abdd0b9-513e-40ac-aad4-56920065037d" providerId="ADAL" clId="{2DCFDF45-1F6B-4A47-892B-C9094FDD5642}" dt="2022-03-21T11:08:19.259" v="1310" actId="27803"/>
          <ac:spMkLst>
            <pc:docMk/>
            <pc:sldMk cId="1175821773" sldId="258"/>
            <ac:spMk id="1114" creationId="{01079A05-C29D-43FC-87C3-1195EADA8177}"/>
          </ac:spMkLst>
        </pc:spChg>
        <pc:spChg chg="mod">
          <ac:chgData name="SERGIO SPANO'" userId="3abdd0b9-513e-40ac-aad4-56920065037d" providerId="ADAL" clId="{2DCFDF45-1F6B-4A47-892B-C9094FDD5642}" dt="2022-03-21T11:08:19.259" v="1310" actId="27803"/>
          <ac:spMkLst>
            <pc:docMk/>
            <pc:sldMk cId="1175821773" sldId="258"/>
            <ac:spMk id="1115" creationId="{E8A921A5-8BB6-4C46-BFBC-8C378B0947D8}"/>
          </ac:spMkLst>
        </pc:spChg>
        <pc:spChg chg="mod">
          <ac:chgData name="SERGIO SPANO'" userId="3abdd0b9-513e-40ac-aad4-56920065037d" providerId="ADAL" clId="{2DCFDF45-1F6B-4A47-892B-C9094FDD5642}" dt="2022-03-21T11:08:19.259" v="1310" actId="27803"/>
          <ac:spMkLst>
            <pc:docMk/>
            <pc:sldMk cId="1175821773" sldId="258"/>
            <ac:spMk id="1116" creationId="{B852F2B4-14AF-4AD7-A254-C7FB7F0E7B22}"/>
          </ac:spMkLst>
        </pc:spChg>
        <pc:spChg chg="mod">
          <ac:chgData name="SERGIO SPANO'" userId="3abdd0b9-513e-40ac-aad4-56920065037d" providerId="ADAL" clId="{2DCFDF45-1F6B-4A47-892B-C9094FDD5642}" dt="2022-03-21T11:08:19.259" v="1310" actId="27803"/>
          <ac:spMkLst>
            <pc:docMk/>
            <pc:sldMk cId="1175821773" sldId="258"/>
            <ac:spMk id="1117" creationId="{ACCD56EA-9E19-4422-BB1C-9AF825DB48CF}"/>
          </ac:spMkLst>
        </pc:spChg>
        <pc:spChg chg="mod">
          <ac:chgData name="SERGIO SPANO'" userId="3abdd0b9-513e-40ac-aad4-56920065037d" providerId="ADAL" clId="{2DCFDF45-1F6B-4A47-892B-C9094FDD5642}" dt="2022-03-21T11:08:19.259" v="1310" actId="27803"/>
          <ac:spMkLst>
            <pc:docMk/>
            <pc:sldMk cId="1175821773" sldId="258"/>
            <ac:spMk id="1118" creationId="{EF6F0270-521C-40AB-BB37-3797B1882397}"/>
          </ac:spMkLst>
        </pc:spChg>
        <pc:spChg chg="mod">
          <ac:chgData name="SERGIO SPANO'" userId="3abdd0b9-513e-40ac-aad4-56920065037d" providerId="ADAL" clId="{2DCFDF45-1F6B-4A47-892B-C9094FDD5642}" dt="2022-03-21T11:08:19.259" v="1310" actId="27803"/>
          <ac:spMkLst>
            <pc:docMk/>
            <pc:sldMk cId="1175821773" sldId="258"/>
            <ac:spMk id="1119" creationId="{D5D0540D-1380-46B2-913C-882BA0680792}"/>
          </ac:spMkLst>
        </pc:spChg>
        <pc:spChg chg="mod">
          <ac:chgData name="SERGIO SPANO'" userId="3abdd0b9-513e-40ac-aad4-56920065037d" providerId="ADAL" clId="{2DCFDF45-1F6B-4A47-892B-C9094FDD5642}" dt="2022-03-21T11:08:19.259" v="1310" actId="27803"/>
          <ac:spMkLst>
            <pc:docMk/>
            <pc:sldMk cId="1175821773" sldId="258"/>
            <ac:spMk id="1120" creationId="{96C0694C-7273-40B4-94C5-A298DFB6609E}"/>
          </ac:spMkLst>
        </pc:spChg>
        <pc:spChg chg="mod">
          <ac:chgData name="SERGIO SPANO'" userId="3abdd0b9-513e-40ac-aad4-56920065037d" providerId="ADAL" clId="{2DCFDF45-1F6B-4A47-892B-C9094FDD5642}" dt="2022-03-21T11:08:19.259" v="1310" actId="27803"/>
          <ac:spMkLst>
            <pc:docMk/>
            <pc:sldMk cId="1175821773" sldId="258"/>
            <ac:spMk id="1121" creationId="{3C9B5188-5AE6-480A-8692-BA10C28BE389}"/>
          </ac:spMkLst>
        </pc:spChg>
        <pc:spChg chg="mod">
          <ac:chgData name="SERGIO SPANO'" userId="3abdd0b9-513e-40ac-aad4-56920065037d" providerId="ADAL" clId="{2DCFDF45-1F6B-4A47-892B-C9094FDD5642}" dt="2022-03-21T11:08:19.259" v="1310" actId="27803"/>
          <ac:spMkLst>
            <pc:docMk/>
            <pc:sldMk cId="1175821773" sldId="258"/>
            <ac:spMk id="1122" creationId="{2E48C6CB-4515-4F36-A7CD-65E0E4DF2F0B}"/>
          </ac:spMkLst>
        </pc:spChg>
        <pc:spChg chg="mod">
          <ac:chgData name="SERGIO SPANO'" userId="3abdd0b9-513e-40ac-aad4-56920065037d" providerId="ADAL" clId="{2DCFDF45-1F6B-4A47-892B-C9094FDD5642}" dt="2022-03-21T11:08:19.259" v="1310" actId="27803"/>
          <ac:spMkLst>
            <pc:docMk/>
            <pc:sldMk cId="1175821773" sldId="258"/>
            <ac:spMk id="1123" creationId="{E65CC666-4F71-4F58-993B-39513A2997BA}"/>
          </ac:spMkLst>
        </pc:spChg>
        <pc:spChg chg="mod">
          <ac:chgData name="SERGIO SPANO'" userId="3abdd0b9-513e-40ac-aad4-56920065037d" providerId="ADAL" clId="{2DCFDF45-1F6B-4A47-892B-C9094FDD5642}" dt="2022-03-21T11:08:19.259" v="1310" actId="27803"/>
          <ac:spMkLst>
            <pc:docMk/>
            <pc:sldMk cId="1175821773" sldId="258"/>
            <ac:spMk id="1124" creationId="{06804A7A-5CC9-4884-89BB-5C0972A0F3B6}"/>
          </ac:spMkLst>
        </pc:spChg>
        <pc:spChg chg="mod">
          <ac:chgData name="SERGIO SPANO'" userId="3abdd0b9-513e-40ac-aad4-56920065037d" providerId="ADAL" clId="{2DCFDF45-1F6B-4A47-892B-C9094FDD5642}" dt="2022-03-21T11:08:19.259" v="1310" actId="27803"/>
          <ac:spMkLst>
            <pc:docMk/>
            <pc:sldMk cId="1175821773" sldId="258"/>
            <ac:spMk id="1125" creationId="{4B3A6007-E9A2-444E-82FA-8C74CCB1EFF7}"/>
          </ac:spMkLst>
        </pc:spChg>
        <pc:spChg chg="mod">
          <ac:chgData name="SERGIO SPANO'" userId="3abdd0b9-513e-40ac-aad4-56920065037d" providerId="ADAL" clId="{2DCFDF45-1F6B-4A47-892B-C9094FDD5642}" dt="2022-03-21T11:08:19.259" v="1310" actId="27803"/>
          <ac:spMkLst>
            <pc:docMk/>
            <pc:sldMk cId="1175821773" sldId="258"/>
            <ac:spMk id="1126" creationId="{26A35DCA-3907-4DCA-87C4-E601793EC3AB}"/>
          </ac:spMkLst>
        </pc:spChg>
        <pc:spChg chg="mod">
          <ac:chgData name="SERGIO SPANO'" userId="3abdd0b9-513e-40ac-aad4-56920065037d" providerId="ADAL" clId="{2DCFDF45-1F6B-4A47-892B-C9094FDD5642}" dt="2022-03-21T11:08:19.259" v="1310" actId="27803"/>
          <ac:spMkLst>
            <pc:docMk/>
            <pc:sldMk cId="1175821773" sldId="258"/>
            <ac:spMk id="1127" creationId="{4105DAFA-82D0-424E-9ECE-ADFEDB06870D}"/>
          </ac:spMkLst>
        </pc:spChg>
        <pc:spChg chg="mod">
          <ac:chgData name="SERGIO SPANO'" userId="3abdd0b9-513e-40ac-aad4-56920065037d" providerId="ADAL" clId="{2DCFDF45-1F6B-4A47-892B-C9094FDD5642}" dt="2022-03-21T11:08:19.259" v="1310" actId="27803"/>
          <ac:spMkLst>
            <pc:docMk/>
            <pc:sldMk cId="1175821773" sldId="258"/>
            <ac:spMk id="1128" creationId="{43E02A96-E830-473E-932F-9D79840D604D}"/>
          </ac:spMkLst>
        </pc:spChg>
        <pc:spChg chg="mod">
          <ac:chgData name="SERGIO SPANO'" userId="3abdd0b9-513e-40ac-aad4-56920065037d" providerId="ADAL" clId="{2DCFDF45-1F6B-4A47-892B-C9094FDD5642}" dt="2022-03-21T11:08:19.259" v="1310" actId="27803"/>
          <ac:spMkLst>
            <pc:docMk/>
            <pc:sldMk cId="1175821773" sldId="258"/>
            <ac:spMk id="1129" creationId="{A238B31D-C734-485A-AF80-B525EA9CDBCE}"/>
          </ac:spMkLst>
        </pc:spChg>
        <pc:spChg chg="mod">
          <ac:chgData name="SERGIO SPANO'" userId="3abdd0b9-513e-40ac-aad4-56920065037d" providerId="ADAL" clId="{2DCFDF45-1F6B-4A47-892B-C9094FDD5642}" dt="2022-03-21T11:08:19.259" v="1310" actId="27803"/>
          <ac:spMkLst>
            <pc:docMk/>
            <pc:sldMk cId="1175821773" sldId="258"/>
            <ac:spMk id="1130" creationId="{6FB4CC50-8E9E-4BB8-8206-6C1926A5CB77}"/>
          </ac:spMkLst>
        </pc:spChg>
        <pc:spChg chg="mod">
          <ac:chgData name="SERGIO SPANO'" userId="3abdd0b9-513e-40ac-aad4-56920065037d" providerId="ADAL" clId="{2DCFDF45-1F6B-4A47-892B-C9094FDD5642}" dt="2022-03-21T11:08:19.259" v="1310" actId="27803"/>
          <ac:spMkLst>
            <pc:docMk/>
            <pc:sldMk cId="1175821773" sldId="258"/>
            <ac:spMk id="1131" creationId="{628D95A5-8686-4E8C-86AF-3DA24E168BA3}"/>
          </ac:spMkLst>
        </pc:spChg>
        <pc:spChg chg="mod">
          <ac:chgData name="SERGIO SPANO'" userId="3abdd0b9-513e-40ac-aad4-56920065037d" providerId="ADAL" clId="{2DCFDF45-1F6B-4A47-892B-C9094FDD5642}" dt="2022-03-21T11:08:19.259" v="1310" actId="27803"/>
          <ac:spMkLst>
            <pc:docMk/>
            <pc:sldMk cId="1175821773" sldId="258"/>
            <ac:spMk id="1132" creationId="{72ACD56D-BE7E-409A-B180-1703657C3B8F}"/>
          </ac:spMkLst>
        </pc:spChg>
        <pc:spChg chg="mod">
          <ac:chgData name="SERGIO SPANO'" userId="3abdd0b9-513e-40ac-aad4-56920065037d" providerId="ADAL" clId="{2DCFDF45-1F6B-4A47-892B-C9094FDD5642}" dt="2022-03-21T11:08:19.259" v="1310" actId="27803"/>
          <ac:spMkLst>
            <pc:docMk/>
            <pc:sldMk cId="1175821773" sldId="258"/>
            <ac:spMk id="1133" creationId="{12D6C0B3-A67D-412E-ABC4-55D65C02B86A}"/>
          </ac:spMkLst>
        </pc:spChg>
        <pc:spChg chg="mod">
          <ac:chgData name="SERGIO SPANO'" userId="3abdd0b9-513e-40ac-aad4-56920065037d" providerId="ADAL" clId="{2DCFDF45-1F6B-4A47-892B-C9094FDD5642}" dt="2022-03-21T11:08:19.259" v="1310" actId="27803"/>
          <ac:spMkLst>
            <pc:docMk/>
            <pc:sldMk cId="1175821773" sldId="258"/>
            <ac:spMk id="1134" creationId="{9B46F7E9-88E2-4E05-B77B-9671BDF2F739}"/>
          </ac:spMkLst>
        </pc:spChg>
        <pc:spChg chg="mod">
          <ac:chgData name="SERGIO SPANO'" userId="3abdd0b9-513e-40ac-aad4-56920065037d" providerId="ADAL" clId="{2DCFDF45-1F6B-4A47-892B-C9094FDD5642}" dt="2022-03-21T11:08:19.259" v="1310" actId="27803"/>
          <ac:spMkLst>
            <pc:docMk/>
            <pc:sldMk cId="1175821773" sldId="258"/>
            <ac:spMk id="1135" creationId="{81AF1178-64FF-4554-9DDA-355700AF0C99}"/>
          </ac:spMkLst>
        </pc:spChg>
        <pc:spChg chg="mod">
          <ac:chgData name="SERGIO SPANO'" userId="3abdd0b9-513e-40ac-aad4-56920065037d" providerId="ADAL" clId="{2DCFDF45-1F6B-4A47-892B-C9094FDD5642}" dt="2022-03-21T11:08:19.259" v="1310" actId="27803"/>
          <ac:spMkLst>
            <pc:docMk/>
            <pc:sldMk cId="1175821773" sldId="258"/>
            <ac:spMk id="1136" creationId="{E8A82347-7F84-4FC4-B87C-D9D4DD95CBDA}"/>
          </ac:spMkLst>
        </pc:spChg>
        <pc:spChg chg="mod">
          <ac:chgData name="SERGIO SPANO'" userId="3abdd0b9-513e-40ac-aad4-56920065037d" providerId="ADAL" clId="{2DCFDF45-1F6B-4A47-892B-C9094FDD5642}" dt="2022-03-21T11:08:19.259" v="1310" actId="27803"/>
          <ac:spMkLst>
            <pc:docMk/>
            <pc:sldMk cId="1175821773" sldId="258"/>
            <ac:spMk id="1137" creationId="{4EAF4D2D-5CEB-43E7-9648-98DF248829BE}"/>
          </ac:spMkLst>
        </pc:spChg>
        <pc:spChg chg="mod">
          <ac:chgData name="SERGIO SPANO'" userId="3abdd0b9-513e-40ac-aad4-56920065037d" providerId="ADAL" clId="{2DCFDF45-1F6B-4A47-892B-C9094FDD5642}" dt="2022-03-21T11:08:19.259" v="1310" actId="27803"/>
          <ac:spMkLst>
            <pc:docMk/>
            <pc:sldMk cId="1175821773" sldId="258"/>
            <ac:spMk id="1138" creationId="{063B11DB-DAC5-46A1-8C77-CDB9C42E0B3A}"/>
          </ac:spMkLst>
        </pc:spChg>
        <pc:spChg chg="mod">
          <ac:chgData name="SERGIO SPANO'" userId="3abdd0b9-513e-40ac-aad4-56920065037d" providerId="ADAL" clId="{2DCFDF45-1F6B-4A47-892B-C9094FDD5642}" dt="2022-03-21T11:08:19.259" v="1310" actId="27803"/>
          <ac:spMkLst>
            <pc:docMk/>
            <pc:sldMk cId="1175821773" sldId="258"/>
            <ac:spMk id="1139" creationId="{00FC3E51-077E-44B4-9350-F6A583B0960B}"/>
          </ac:spMkLst>
        </pc:spChg>
        <pc:spChg chg="mod">
          <ac:chgData name="SERGIO SPANO'" userId="3abdd0b9-513e-40ac-aad4-56920065037d" providerId="ADAL" clId="{2DCFDF45-1F6B-4A47-892B-C9094FDD5642}" dt="2022-03-21T11:08:19.259" v="1310" actId="27803"/>
          <ac:spMkLst>
            <pc:docMk/>
            <pc:sldMk cId="1175821773" sldId="258"/>
            <ac:spMk id="1140" creationId="{C1650665-D786-4724-BC49-BF5C82C6C6C4}"/>
          </ac:spMkLst>
        </pc:spChg>
        <pc:spChg chg="mod">
          <ac:chgData name="SERGIO SPANO'" userId="3abdd0b9-513e-40ac-aad4-56920065037d" providerId="ADAL" clId="{2DCFDF45-1F6B-4A47-892B-C9094FDD5642}" dt="2022-03-21T11:08:19.259" v="1310" actId="27803"/>
          <ac:spMkLst>
            <pc:docMk/>
            <pc:sldMk cId="1175821773" sldId="258"/>
            <ac:spMk id="1141" creationId="{C89890FC-230A-47AE-9769-FFFE0EC1C146}"/>
          </ac:spMkLst>
        </pc:spChg>
        <pc:spChg chg="mod">
          <ac:chgData name="SERGIO SPANO'" userId="3abdd0b9-513e-40ac-aad4-56920065037d" providerId="ADAL" clId="{2DCFDF45-1F6B-4A47-892B-C9094FDD5642}" dt="2022-03-21T11:08:19.259" v="1310" actId="27803"/>
          <ac:spMkLst>
            <pc:docMk/>
            <pc:sldMk cId="1175821773" sldId="258"/>
            <ac:spMk id="1142" creationId="{80621D18-BC64-4818-A51A-F2ADDB473CF1}"/>
          </ac:spMkLst>
        </pc:spChg>
        <pc:spChg chg="mod">
          <ac:chgData name="SERGIO SPANO'" userId="3abdd0b9-513e-40ac-aad4-56920065037d" providerId="ADAL" clId="{2DCFDF45-1F6B-4A47-892B-C9094FDD5642}" dt="2022-03-21T11:08:19.259" v="1310" actId="27803"/>
          <ac:spMkLst>
            <pc:docMk/>
            <pc:sldMk cId="1175821773" sldId="258"/>
            <ac:spMk id="1143" creationId="{1FB2B2BE-0402-4220-8E2A-B9B3FC11F9E2}"/>
          </ac:spMkLst>
        </pc:spChg>
        <pc:spChg chg="mod">
          <ac:chgData name="SERGIO SPANO'" userId="3abdd0b9-513e-40ac-aad4-56920065037d" providerId="ADAL" clId="{2DCFDF45-1F6B-4A47-892B-C9094FDD5642}" dt="2022-03-21T11:08:19.259" v="1310" actId="27803"/>
          <ac:spMkLst>
            <pc:docMk/>
            <pc:sldMk cId="1175821773" sldId="258"/>
            <ac:spMk id="1144" creationId="{6CCDE0BF-AB4D-445E-8E93-21D13DC0EBC7}"/>
          </ac:spMkLst>
        </pc:spChg>
        <pc:spChg chg="mod">
          <ac:chgData name="SERGIO SPANO'" userId="3abdd0b9-513e-40ac-aad4-56920065037d" providerId="ADAL" clId="{2DCFDF45-1F6B-4A47-892B-C9094FDD5642}" dt="2022-03-21T11:08:19.259" v="1310" actId="27803"/>
          <ac:spMkLst>
            <pc:docMk/>
            <pc:sldMk cId="1175821773" sldId="258"/>
            <ac:spMk id="1145" creationId="{C84C8680-FCAA-411D-B8B2-1DB3986B9993}"/>
          </ac:spMkLst>
        </pc:spChg>
        <pc:spChg chg="mod">
          <ac:chgData name="SERGIO SPANO'" userId="3abdd0b9-513e-40ac-aad4-56920065037d" providerId="ADAL" clId="{2DCFDF45-1F6B-4A47-892B-C9094FDD5642}" dt="2022-03-21T11:08:19.259" v="1310" actId="27803"/>
          <ac:spMkLst>
            <pc:docMk/>
            <pc:sldMk cId="1175821773" sldId="258"/>
            <ac:spMk id="1146" creationId="{D764E77E-5D50-4D94-80DB-00564C740FDA}"/>
          </ac:spMkLst>
        </pc:spChg>
        <pc:spChg chg="mod">
          <ac:chgData name="SERGIO SPANO'" userId="3abdd0b9-513e-40ac-aad4-56920065037d" providerId="ADAL" clId="{2DCFDF45-1F6B-4A47-892B-C9094FDD5642}" dt="2022-03-21T11:08:19.259" v="1310" actId="27803"/>
          <ac:spMkLst>
            <pc:docMk/>
            <pc:sldMk cId="1175821773" sldId="258"/>
            <ac:spMk id="1147" creationId="{5B4CE8BA-69E0-4057-B733-F8A601E862C9}"/>
          </ac:spMkLst>
        </pc:spChg>
        <pc:spChg chg="mod">
          <ac:chgData name="SERGIO SPANO'" userId="3abdd0b9-513e-40ac-aad4-56920065037d" providerId="ADAL" clId="{2DCFDF45-1F6B-4A47-892B-C9094FDD5642}" dt="2022-03-21T11:08:19.259" v="1310" actId="27803"/>
          <ac:spMkLst>
            <pc:docMk/>
            <pc:sldMk cId="1175821773" sldId="258"/>
            <ac:spMk id="1148" creationId="{9DC036E4-E87D-4420-BFAB-3A25714B559A}"/>
          </ac:spMkLst>
        </pc:spChg>
        <pc:spChg chg="mod">
          <ac:chgData name="SERGIO SPANO'" userId="3abdd0b9-513e-40ac-aad4-56920065037d" providerId="ADAL" clId="{2DCFDF45-1F6B-4A47-892B-C9094FDD5642}" dt="2022-03-21T11:08:19.259" v="1310" actId="27803"/>
          <ac:spMkLst>
            <pc:docMk/>
            <pc:sldMk cId="1175821773" sldId="258"/>
            <ac:spMk id="1149" creationId="{71068EAC-C92C-4524-A92C-7CEDA1D76D49}"/>
          </ac:spMkLst>
        </pc:spChg>
        <pc:spChg chg="mod">
          <ac:chgData name="SERGIO SPANO'" userId="3abdd0b9-513e-40ac-aad4-56920065037d" providerId="ADAL" clId="{2DCFDF45-1F6B-4A47-892B-C9094FDD5642}" dt="2022-03-21T11:08:19.259" v="1310" actId="27803"/>
          <ac:spMkLst>
            <pc:docMk/>
            <pc:sldMk cId="1175821773" sldId="258"/>
            <ac:spMk id="1150" creationId="{8B33B10E-9588-4583-9734-EEC4045FC39D}"/>
          </ac:spMkLst>
        </pc:spChg>
        <pc:spChg chg="mod">
          <ac:chgData name="SERGIO SPANO'" userId="3abdd0b9-513e-40ac-aad4-56920065037d" providerId="ADAL" clId="{2DCFDF45-1F6B-4A47-892B-C9094FDD5642}" dt="2022-03-21T11:08:19.259" v="1310" actId="27803"/>
          <ac:spMkLst>
            <pc:docMk/>
            <pc:sldMk cId="1175821773" sldId="258"/>
            <ac:spMk id="1151" creationId="{AC2C484C-CEEF-4AE9-84D7-CEDC9C8FC2CF}"/>
          </ac:spMkLst>
        </pc:spChg>
        <pc:spChg chg="mod">
          <ac:chgData name="SERGIO SPANO'" userId="3abdd0b9-513e-40ac-aad4-56920065037d" providerId="ADAL" clId="{2DCFDF45-1F6B-4A47-892B-C9094FDD5642}" dt="2022-03-21T11:08:19.259" v="1310" actId="27803"/>
          <ac:spMkLst>
            <pc:docMk/>
            <pc:sldMk cId="1175821773" sldId="258"/>
            <ac:spMk id="1152" creationId="{2E592323-F28C-4D2A-88C0-426CBDC555FC}"/>
          </ac:spMkLst>
        </pc:spChg>
        <pc:spChg chg="mod">
          <ac:chgData name="SERGIO SPANO'" userId="3abdd0b9-513e-40ac-aad4-56920065037d" providerId="ADAL" clId="{2DCFDF45-1F6B-4A47-892B-C9094FDD5642}" dt="2022-03-21T11:08:19.259" v="1310" actId="27803"/>
          <ac:spMkLst>
            <pc:docMk/>
            <pc:sldMk cId="1175821773" sldId="258"/>
            <ac:spMk id="1153" creationId="{A93CCD41-A5C1-46BF-92C9-6AF9A591A066}"/>
          </ac:spMkLst>
        </pc:spChg>
        <pc:spChg chg="mod">
          <ac:chgData name="SERGIO SPANO'" userId="3abdd0b9-513e-40ac-aad4-56920065037d" providerId="ADAL" clId="{2DCFDF45-1F6B-4A47-892B-C9094FDD5642}" dt="2022-03-21T11:08:19.259" v="1310" actId="27803"/>
          <ac:spMkLst>
            <pc:docMk/>
            <pc:sldMk cId="1175821773" sldId="258"/>
            <ac:spMk id="1154" creationId="{3EABC945-3306-44A8-BC2A-1139471D69BE}"/>
          </ac:spMkLst>
        </pc:spChg>
        <pc:spChg chg="mod">
          <ac:chgData name="SERGIO SPANO'" userId="3abdd0b9-513e-40ac-aad4-56920065037d" providerId="ADAL" clId="{2DCFDF45-1F6B-4A47-892B-C9094FDD5642}" dt="2022-03-21T11:08:19.259" v="1310" actId="27803"/>
          <ac:spMkLst>
            <pc:docMk/>
            <pc:sldMk cId="1175821773" sldId="258"/>
            <ac:spMk id="1155" creationId="{59DDE9E2-138C-4481-AEF2-B25055FFA3C1}"/>
          </ac:spMkLst>
        </pc:spChg>
        <pc:spChg chg="mod">
          <ac:chgData name="SERGIO SPANO'" userId="3abdd0b9-513e-40ac-aad4-56920065037d" providerId="ADAL" clId="{2DCFDF45-1F6B-4A47-892B-C9094FDD5642}" dt="2022-03-21T11:08:19.259" v="1310" actId="27803"/>
          <ac:spMkLst>
            <pc:docMk/>
            <pc:sldMk cId="1175821773" sldId="258"/>
            <ac:spMk id="1156" creationId="{D3B8650D-8EFB-49DE-90F0-F2B561FB0390}"/>
          </ac:spMkLst>
        </pc:spChg>
        <pc:spChg chg="mod">
          <ac:chgData name="SERGIO SPANO'" userId="3abdd0b9-513e-40ac-aad4-56920065037d" providerId="ADAL" clId="{2DCFDF45-1F6B-4A47-892B-C9094FDD5642}" dt="2022-03-21T11:08:19.259" v="1310" actId="27803"/>
          <ac:spMkLst>
            <pc:docMk/>
            <pc:sldMk cId="1175821773" sldId="258"/>
            <ac:spMk id="1157" creationId="{4A8CDAA7-A820-4CCD-BCB0-A33DC113C8F9}"/>
          </ac:spMkLst>
        </pc:spChg>
        <pc:spChg chg="mod">
          <ac:chgData name="SERGIO SPANO'" userId="3abdd0b9-513e-40ac-aad4-56920065037d" providerId="ADAL" clId="{2DCFDF45-1F6B-4A47-892B-C9094FDD5642}" dt="2022-03-21T11:08:19.259" v="1310" actId="27803"/>
          <ac:spMkLst>
            <pc:docMk/>
            <pc:sldMk cId="1175821773" sldId="258"/>
            <ac:spMk id="1158" creationId="{3893E003-AF97-48C1-AA89-B93166B23831}"/>
          </ac:spMkLst>
        </pc:spChg>
        <pc:spChg chg="mod">
          <ac:chgData name="SERGIO SPANO'" userId="3abdd0b9-513e-40ac-aad4-56920065037d" providerId="ADAL" clId="{2DCFDF45-1F6B-4A47-892B-C9094FDD5642}" dt="2022-03-21T11:08:19.259" v="1310" actId="27803"/>
          <ac:spMkLst>
            <pc:docMk/>
            <pc:sldMk cId="1175821773" sldId="258"/>
            <ac:spMk id="1159" creationId="{90FB9DB7-90A9-40CB-AEAF-B5BF409E2ED8}"/>
          </ac:spMkLst>
        </pc:spChg>
        <pc:spChg chg="mod">
          <ac:chgData name="SERGIO SPANO'" userId="3abdd0b9-513e-40ac-aad4-56920065037d" providerId="ADAL" clId="{2DCFDF45-1F6B-4A47-892B-C9094FDD5642}" dt="2022-03-21T11:08:19.259" v="1310" actId="27803"/>
          <ac:spMkLst>
            <pc:docMk/>
            <pc:sldMk cId="1175821773" sldId="258"/>
            <ac:spMk id="1160" creationId="{5872DC79-F449-478A-9A7F-BA2BE504253E}"/>
          </ac:spMkLst>
        </pc:spChg>
        <pc:spChg chg="mod">
          <ac:chgData name="SERGIO SPANO'" userId="3abdd0b9-513e-40ac-aad4-56920065037d" providerId="ADAL" clId="{2DCFDF45-1F6B-4A47-892B-C9094FDD5642}" dt="2022-03-21T11:08:19.259" v="1310" actId="27803"/>
          <ac:spMkLst>
            <pc:docMk/>
            <pc:sldMk cId="1175821773" sldId="258"/>
            <ac:spMk id="1161" creationId="{73DB657C-E4D9-45F6-BE81-50015477FC86}"/>
          </ac:spMkLst>
        </pc:spChg>
        <pc:spChg chg="mod">
          <ac:chgData name="SERGIO SPANO'" userId="3abdd0b9-513e-40ac-aad4-56920065037d" providerId="ADAL" clId="{2DCFDF45-1F6B-4A47-892B-C9094FDD5642}" dt="2022-03-21T11:08:19.259" v="1310" actId="27803"/>
          <ac:spMkLst>
            <pc:docMk/>
            <pc:sldMk cId="1175821773" sldId="258"/>
            <ac:spMk id="1162" creationId="{B424D087-9AEB-4BA6-8B45-1458FDB24394}"/>
          </ac:spMkLst>
        </pc:spChg>
        <pc:spChg chg="mod">
          <ac:chgData name="SERGIO SPANO'" userId="3abdd0b9-513e-40ac-aad4-56920065037d" providerId="ADAL" clId="{2DCFDF45-1F6B-4A47-892B-C9094FDD5642}" dt="2022-03-21T11:08:19.259" v="1310" actId="27803"/>
          <ac:spMkLst>
            <pc:docMk/>
            <pc:sldMk cId="1175821773" sldId="258"/>
            <ac:spMk id="1163" creationId="{DDEB0C60-DBC2-46B8-8970-F1EF9233A26E}"/>
          </ac:spMkLst>
        </pc:spChg>
        <pc:spChg chg="mod">
          <ac:chgData name="SERGIO SPANO'" userId="3abdd0b9-513e-40ac-aad4-56920065037d" providerId="ADAL" clId="{2DCFDF45-1F6B-4A47-892B-C9094FDD5642}" dt="2022-03-21T11:08:19.259" v="1310" actId="27803"/>
          <ac:spMkLst>
            <pc:docMk/>
            <pc:sldMk cId="1175821773" sldId="258"/>
            <ac:spMk id="1164" creationId="{91542F78-E322-40AA-840B-F87F24728523}"/>
          </ac:spMkLst>
        </pc:spChg>
        <pc:spChg chg="mod">
          <ac:chgData name="SERGIO SPANO'" userId="3abdd0b9-513e-40ac-aad4-56920065037d" providerId="ADAL" clId="{2DCFDF45-1F6B-4A47-892B-C9094FDD5642}" dt="2022-03-21T11:08:19.259" v="1310" actId="27803"/>
          <ac:spMkLst>
            <pc:docMk/>
            <pc:sldMk cId="1175821773" sldId="258"/>
            <ac:spMk id="1165" creationId="{6C361E32-BE8A-4476-8BBB-07ED834DA2A3}"/>
          </ac:spMkLst>
        </pc:spChg>
        <pc:spChg chg="mod">
          <ac:chgData name="SERGIO SPANO'" userId="3abdd0b9-513e-40ac-aad4-56920065037d" providerId="ADAL" clId="{2DCFDF45-1F6B-4A47-892B-C9094FDD5642}" dt="2022-03-21T11:08:19.259" v="1310" actId="27803"/>
          <ac:spMkLst>
            <pc:docMk/>
            <pc:sldMk cId="1175821773" sldId="258"/>
            <ac:spMk id="1166" creationId="{5EBDFF50-7DA4-4488-8BF5-90C2F9FDC992}"/>
          </ac:spMkLst>
        </pc:spChg>
        <pc:spChg chg="mod">
          <ac:chgData name="SERGIO SPANO'" userId="3abdd0b9-513e-40ac-aad4-56920065037d" providerId="ADAL" clId="{2DCFDF45-1F6B-4A47-892B-C9094FDD5642}" dt="2022-03-21T11:08:19.259" v="1310" actId="27803"/>
          <ac:spMkLst>
            <pc:docMk/>
            <pc:sldMk cId="1175821773" sldId="258"/>
            <ac:spMk id="1167" creationId="{76E3E966-2045-4153-86B3-B0EB01779F8F}"/>
          </ac:spMkLst>
        </pc:spChg>
        <pc:spChg chg="mod">
          <ac:chgData name="SERGIO SPANO'" userId="3abdd0b9-513e-40ac-aad4-56920065037d" providerId="ADAL" clId="{2DCFDF45-1F6B-4A47-892B-C9094FDD5642}" dt="2022-03-21T11:08:19.259" v="1310" actId="27803"/>
          <ac:spMkLst>
            <pc:docMk/>
            <pc:sldMk cId="1175821773" sldId="258"/>
            <ac:spMk id="1168" creationId="{C10098C5-1F1A-4DC2-94AD-95660A834E46}"/>
          </ac:spMkLst>
        </pc:spChg>
        <pc:spChg chg="mod">
          <ac:chgData name="SERGIO SPANO'" userId="3abdd0b9-513e-40ac-aad4-56920065037d" providerId="ADAL" clId="{2DCFDF45-1F6B-4A47-892B-C9094FDD5642}" dt="2022-03-21T11:08:19.259" v="1310" actId="27803"/>
          <ac:spMkLst>
            <pc:docMk/>
            <pc:sldMk cId="1175821773" sldId="258"/>
            <ac:spMk id="1169" creationId="{2C9FA038-70F6-4A2B-8094-B4B00254A918}"/>
          </ac:spMkLst>
        </pc:spChg>
        <pc:spChg chg="mod">
          <ac:chgData name="SERGIO SPANO'" userId="3abdd0b9-513e-40ac-aad4-56920065037d" providerId="ADAL" clId="{2DCFDF45-1F6B-4A47-892B-C9094FDD5642}" dt="2022-03-21T11:08:19.259" v="1310" actId="27803"/>
          <ac:spMkLst>
            <pc:docMk/>
            <pc:sldMk cId="1175821773" sldId="258"/>
            <ac:spMk id="1170" creationId="{0DB86A0D-1A6D-4626-884E-B6A86B612B48}"/>
          </ac:spMkLst>
        </pc:spChg>
        <pc:spChg chg="mod">
          <ac:chgData name="SERGIO SPANO'" userId="3abdd0b9-513e-40ac-aad4-56920065037d" providerId="ADAL" clId="{2DCFDF45-1F6B-4A47-892B-C9094FDD5642}" dt="2022-03-21T11:08:19.259" v="1310" actId="27803"/>
          <ac:spMkLst>
            <pc:docMk/>
            <pc:sldMk cId="1175821773" sldId="258"/>
            <ac:spMk id="1171" creationId="{FC8DA2B4-99D8-4B14-B3E0-70062817A498}"/>
          </ac:spMkLst>
        </pc:spChg>
        <pc:spChg chg="mod">
          <ac:chgData name="SERGIO SPANO'" userId="3abdd0b9-513e-40ac-aad4-56920065037d" providerId="ADAL" clId="{2DCFDF45-1F6B-4A47-892B-C9094FDD5642}" dt="2022-03-21T11:08:19.259" v="1310" actId="27803"/>
          <ac:spMkLst>
            <pc:docMk/>
            <pc:sldMk cId="1175821773" sldId="258"/>
            <ac:spMk id="1172" creationId="{5389CCF7-F406-4EE8-B5B9-4FD900985A5A}"/>
          </ac:spMkLst>
        </pc:spChg>
        <pc:spChg chg="mod">
          <ac:chgData name="SERGIO SPANO'" userId="3abdd0b9-513e-40ac-aad4-56920065037d" providerId="ADAL" clId="{2DCFDF45-1F6B-4A47-892B-C9094FDD5642}" dt="2022-03-21T11:08:19.259" v="1310" actId="27803"/>
          <ac:spMkLst>
            <pc:docMk/>
            <pc:sldMk cId="1175821773" sldId="258"/>
            <ac:spMk id="1173" creationId="{7314706F-D155-428F-B669-34E597D58CBC}"/>
          </ac:spMkLst>
        </pc:spChg>
        <pc:spChg chg="mod">
          <ac:chgData name="SERGIO SPANO'" userId="3abdd0b9-513e-40ac-aad4-56920065037d" providerId="ADAL" clId="{2DCFDF45-1F6B-4A47-892B-C9094FDD5642}" dt="2022-03-21T11:08:19.259" v="1310" actId="27803"/>
          <ac:spMkLst>
            <pc:docMk/>
            <pc:sldMk cId="1175821773" sldId="258"/>
            <ac:spMk id="1174" creationId="{283A7736-ABD0-4B28-AA4C-205E7F951663}"/>
          </ac:spMkLst>
        </pc:spChg>
        <pc:spChg chg="mod">
          <ac:chgData name="SERGIO SPANO'" userId="3abdd0b9-513e-40ac-aad4-56920065037d" providerId="ADAL" clId="{2DCFDF45-1F6B-4A47-892B-C9094FDD5642}" dt="2022-03-21T11:08:19.259" v="1310" actId="27803"/>
          <ac:spMkLst>
            <pc:docMk/>
            <pc:sldMk cId="1175821773" sldId="258"/>
            <ac:spMk id="1175" creationId="{FB505685-F964-4F7C-BD7B-3FD545F1C441}"/>
          </ac:spMkLst>
        </pc:spChg>
        <pc:spChg chg="mod">
          <ac:chgData name="SERGIO SPANO'" userId="3abdd0b9-513e-40ac-aad4-56920065037d" providerId="ADAL" clId="{2DCFDF45-1F6B-4A47-892B-C9094FDD5642}" dt="2022-03-21T11:08:19.259" v="1310" actId="27803"/>
          <ac:spMkLst>
            <pc:docMk/>
            <pc:sldMk cId="1175821773" sldId="258"/>
            <ac:spMk id="1176" creationId="{5BC7848F-FC2F-4436-928B-BCDEAE9DC18D}"/>
          </ac:spMkLst>
        </pc:spChg>
        <pc:spChg chg="mod">
          <ac:chgData name="SERGIO SPANO'" userId="3abdd0b9-513e-40ac-aad4-56920065037d" providerId="ADAL" clId="{2DCFDF45-1F6B-4A47-892B-C9094FDD5642}" dt="2022-03-21T11:08:19.259" v="1310" actId="27803"/>
          <ac:spMkLst>
            <pc:docMk/>
            <pc:sldMk cId="1175821773" sldId="258"/>
            <ac:spMk id="1177" creationId="{ACDB97A1-9646-4962-B69D-9AAD48BF9FE8}"/>
          </ac:spMkLst>
        </pc:spChg>
        <pc:spChg chg="mod">
          <ac:chgData name="SERGIO SPANO'" userId="3abdd0b9-513e-40ac-aad4-56920065037d" providerId="ADAL" clId="{2DCFDF45-1F6B-4A47-892B-C9094FDD5642}" dt="2022-03-21T11:08:19.259" v="1310" actId="27803"/>
          <ac:spMkLst>
            <pc:docMk/>
            <pc:sldMk cId="1175821773" sldId="258"/>
            <ac:spMk id="1178" creationId="{660ABE65-0580-46E5-A64F-733E69572EBA}"/>
          </ac:spMkLst>
        </pc:spChg>
        <pc:spChg chg="mod">
          <ac:chgData name="SERGIO SPANO'" userId="3abdd0b9-513e-40ac-aad4-56920065037d" providerId="ADAL" clId="{2DCFDF45-1F6B-4A47-892B-C9094FDD5642}" dt="2022-03-21T11:08:19.259" v="1310" actId="27803"/>
          <ac:spMkLst>
            <pc:docMk/>
            <pc:sldMk cId="1175821773" sldId="258"/>
            <ac:spMk id="1179" creationId="{04CA3F15-9018-4C39-BFF3-0D27409EF547}"/>
          </ac:spMkLst>
        </pc:spChg>
        <pc:spChg chg="mod">
          <ac:chgData name="SERGIO SPANO'" userId="3abdd0b9-513e-40ac-aad4-56920065037d" providerId="ADAL" clId="{2DCFDF45-1F6B-4A47-892B-C9094FDD5642}" dt="2022-03-21T11:08:19.259" v="1310" actId="27803"/>
          <ac:spMkLst>
            <pc:docMk/>
            <pc:sldMk cId="1175821773" sldId="258"/>
            <ac:spMk id="1180" creationId="{07F10D09-EE77-4621-BFBA-4223316D87A7}"/>
          </ac:spMkLst>
        </pc:spChg>
        <pc:spChg chg="mod">
          <ac:chgData name="SERGIO SPANO'" userId="3abdd0b9-513e-40ac-aad4-56920065037d" providerId="ADAL" clId="{2DCFDF45-1F6B-4A47-892B-C9094FDD5642}" dt="2022-03-21T11:08:19.259" v="1310" actId="27803"/>
          <ac:spMkLst>
            <pc:docMk/>
            <pc:sldMk cId="1175821773" sldId="258"/>
            <ac:spMk id="1181" creationId="{51B018F6-20AF-44F3-807E-459E2B05BF96}"/>
          </ac:spMkLst>
        </pc:spChg>
        <pc:spChg chg="mod">
          <ac:chgData name="SERGIO SPANO'" userId="3abdd0b9-513e-40ac-aad4-56920065037d" providerId="ADAL" clId="{2DCFDF45-1F6B-4A47-892B-C9094FDD5642}" dt="2022-03-21T11:08:19.259" v="1310" actId="27803"/>
          <ac:spMkLst>
            <pc:docMk/>
            <pc:sldMk cId="1175821773" sldId="258"/>
            <ac:spMk id="1182" creationId="{136AB4F7-E41D-4604-B78C-1283205683E8}"/>
          </ac:spMkLst>
        </pc:spChg>
        <pc:spChg chg="mod">
          <ac:chgData name="SERGIO SPANO'" userId="3abdd0b9-513e-40ac-aad4-56920065037d" providerId="ADAL" clId="{2DCFDF45-1F6B-4A47-892B-C9094FDD5642}" dt="2022-03-21T11:08:19.259" v="1310" actId="27803"/>
          <ac:spMkLst>
            <pc:docMk/>
            <pc:sldMk cId="1175821773" sldId="258"/>
            <ac:spMk id="1183" creationId="{03D1DD99-B522-496F-8045-2A9F26000743}"/>
          </ac:spMkLst>
        </pc:spChg>
        <pc:spChg chg="mod">
          <ac:chgData name="SERGIO SPANO'" userId="3abdd0b9-513e-40ac-aad4-56920065037d" providerId="ADAL" clId="{2DCFDF45-1F6B-4A47-892B-C9094FDD5642}" dt="2022-03-21T11:08:19.259" v="1310" actId="27803"/>
          <ac:spMkLst>
            <pc:docMk/>
            <pc:sldMk cId="1175821773" sldId="258"/>
            <ac:spMk id="1184" creationId="{EFCD65D6-8CB6-436C-A392-4F5CF2D73736}"/>
          </ac:spMkLst>
        </pc:spChg>
        <pc:spChg chg="mod">
          <ac:chgData name="SERGIO SPANO'" userId="3abdd0b9-513e-40ac-aad4-56920065037d" providerId="ADAL" clId="{2DCFDF45-1F6B-4A47-892B-C9094FDD5642}" dt="2022-03-21T11:08:19.259" v="1310" actId="27803"/>
          <ac:spMkLst>
            <pc:docMk/>
            <pc:sldMk cId="1175821773" sldId="258"/>
            <ac:spMk id="1185" creationId="{E4737342-57EF-46BA-B89B-FE437A6EA1FD}"/>
          </ac:spMkLst>
        </pc:spChg>
        <pc:spChg chg="mod">
          <ac:chgData name="SERGIO SPANO'" userId="3abdd0b9-513e-40ac-aad4-56920065037d" providerId="ADAL" clId="{2DCFDF45-1F6B-4A47-892B-C9094FDD5642}" dt="2022-03-21T11:08:19.259" v="1310" actId="27803"/>
          <ac:spMkLst>
            <pc:docMk/>
            <pc:sldMk cId="1175821773" sldId="258"/>
            <ac:spMk id="1186" creationId="{42F2D99B-78E5-4B0D-AAD2-1B9CEF19F79D}"/>
          </ac:spMkLst>
        </pc:spChg>
        <pc:spChg chg="mod">
          <ac:chgData name="SERGIO SPANO'" userId="3abdd0b9-513e-40ac-aad4-56920065037d" providerId="ADAL" clId="{2DCFDF45-1F6B-4A47-892B-C9094FDD5642}" dt="2022-03-21T11:08:19.259" v="1310" actId="27803"/>
          <ac:spMkLst>
            <pc:docMk/>
            <pc:sldMk cId="1175821773" sldId="258"/>
            <ac:spMk id="1187" creationId="{45F9A219-5F3B-4944-AC4B-67700EF51F44}"/>
          </ac:spMkLst>
        </pc:spChg>
        <pc:spChg chg="mod">
          <ac:chgData name="SERGIO SPANO'" userId="3abdd0b9-513e-40ac-aad4-56920065037d" providerId="ADAL" clId="{2DCFDF45-1F6B-4A47-892B-C9094FDD5642}" dt="2022-03-21T11:08:19.259" v="1310" actId="27803"/>
          <ac:spMkLst>
            <pc:docMk/>
            <pc:sldMk cId="1175821773" sldId="258"/>
            <ac:spMk id="1188" creationId="{BB637342-E1DB-4665-ACEE-9B28D95804BB}"/>
          </ac:spMkLst>
        </pc:spChg>
        <pc:spChg chg="mod">
          <ac:chgData name="SERGIO SPANO'" userId="3abdd0b9-513e-40ac-aad4-56920065037d" providerId="ADAL" clId="{2DCFDF45-1F6B-4A47-892B-C9094FDD5642}" dt="2022-03-21T11:08:19.259" v="1310" actId="27803"/>
          <ac:spMkLst>
            <pc:docMk/>
            <pc:sldMk cId="1175821773" sldId="258"/>
            <ac:spMk id="1189" creationId="{08732E5F-FB77-479B-A6F3-DE5625BF3B6B}"/>
          </ac:spMkLst>
        </pc:spChg>
        <pc:spChg chg="mod">
          <ac:chgData name="SERGIO SPANO'" userId="3abdd0b9-513e-40ac-aad4-56920065037d" providerId="ADAL" clId="{2DCFDF45-1F6B-4A47-892B-C9094FDD5642}" dt="2022-03-21T11:08:19.259" v="1310" actId="27803"/>
          <ac:spMkLst>
            <pc:docMk/>
            <pc:sldMk cId="1175821773" sldId="258"/>
            <ac:spMk id="1190" creationId="{0EEBC0EC-6F11-4BAD-A544-A334769EACB2}"/>
          </ac:spMkLst>
        </pc:spChg>
        <pc:spChg chg="mod">
          <ac:chgData name="SERGIO SPANO'" userId="3abdd0b9-513e-40ac-aad4-56920065037d" providerId="ADAL" clId="{2DCFDF45-1F6B-4A47-892B-C9094FDD5642}" dt="2022-03-21T11:08:19.259" v="1310" actId="27803"/>
          <ac:spMkLst>
            <pc:docMk/>
            <pc:sldMk cId="1175821773" sldId="258"/>
            <ac:spMk id="1191" creationId="{43B2C571-C03C-43E7-871F-0823438E225A}"/>
          </ac:spMkLst>
        </pc:spChg>
        <pc:spChg chg="mod">
          <ac:chgData name="SERGIO SPANO'" userId="3abdd0b9-513e-40ac-aad4-56920065037d" providerId="ADAL" clId="{2DCFDF45-1F6B-4A47-892B-C9094FDD5642}" dt="2022-03-21T11:08:19.259" v="1310" actId="27803"/>
          <ac:spMkLst>
            <pc:docMk/>
            <pc:sldMk cId="1175821773" sldId="258"/>
            <ac:spMk id="1192" creationId="{FA9748B6-D796-4E01-8AAF-E4F3C177B0CC}"/>
          </ac:spMkLst>
        </pc:spChg>
        <pc:spChg chg="mod">
          <ac:chgData name="SERGIO SPANO'" userId="3abdd0b9-513e-40ac-aad4-56920065037d" providerId="ADAL" clId="{2DCFDF45-1F6B-4A47-892B-C9094FDD5642}" dt="2022-03-21T11:08:19.259" v="1310" actId="27803"/>
          <ac:spMkLst>
            <pc:docMk/>
            <pc:sldMk cId="1175821773" sldId="258"/>
            <ac:spMk id="1193" creationId="{51D07569-AFAB-4E21-B735-45F0A532DF78}"/>
          </ac:spMkLst>
        </pc:spChg>
        <pc:spChg chg="mod">
          <ac:chgData name="SERGIO SPANO'" userId="3abdd0b9-513e-40ac-aad4-56920065037d" providerId="ADAL" clId="{2DCFDF45-1F6B-4A47-892B-C9094FDD5642}" dt="2022-03-21T11:08:19.259" v="1310" actId="27803"/>
          <ac:spMkLst>
            <pc:docMk/>
            <pc:sldMk cId="1175821773" sldId="258"/>
            <ac:spMk id="1194" creationId="{C0B7C750-F43A-4112-9683-C6F34B8748F2}"/>
          </ac:spMkLst>
        </pc:spChg>
        <pc:spChg chg="mod">
          <ac:chgData name="SERGIO SPANO'" userId="3abdd0b9-513e-40ac-aad4-56920065037d" providerId="ADAL" clId="{2DCFDF45-1F6B-4A47-892B-C9094FDD5642}" dt="2022-03-21T11:08:19.259" v="1310" actId="27803"/>
          <ac:spMkLst>
            <pc:docMk/>
            <pc:sldMk cId="1175821773" sldId="258"/>
            <ac:spMk id="1195" creationId="{824826BD-0FFD-411C-8CB0-2765BB3296E5}"/>
          </ac:spMkLst>
        </pc:spChg>
        <pc:spChg chg="mod">
          <ac:chgData name="SERGIO SPANO'" userId="3abdd0b9-513e-40ac-aad4-56920065037d" providerId="ADAL" clId="{2DCFDF45-1F6B-4A47-892B-C9094FDD5642}" dt="2022-03-21T11:08:19.259" v="1310" actId="27803"/>
          <ac:spMkLst>
            <pc:docMk/>
            <pc:sldMk cId="1175821773" sldId="258"/>
            <ac:spMk id="1196" creationId="{88191776-9AC4-4AC3-8963-646DF085B617}"/>
          </ac:spMkLst>
        </pc:spChg>
        <pc:spChg chg="mod">
          <ac:chgData name="SERGIO SPANO'" userId="3abdd0b9-513e-40ac-aad4-56920065037d" providerId="ADAL" clId="{2DCFDF45-1F6B-4A47-892B-C9094FDD5642}" dt="2022-03-21T11:08:19.259" v="1310" actId="27803"/>
          <ac:spMkLst>
            <pc:docMk/>
            <pc:sldMk cId="1175821773" sldId="258"/>
            <ac:spMk id="1197" creationId="{C758A1FB-BEDE-46D0-8374-341583D41291}"/>
          </ac:spMkLst>
        </pc:spChg>
        <pc:spChg chg="mod">
          <ac:chgData name="SERGIO SPANO'" userId="3abdd0b9-513e-40ac-aad4-56920065037d" providerId="ADAL" clId="{2DCFDF45-1F6B-4A47-892B-C9094FDD5642}" dt="2022-03-21T11:08:19.259" v="1310" actId="27803"/>
          <ac:spMkLst>
            <pc:docMk/>
            <pc:sldMk cId="1175821773" sldId="258"/>
            <ac:spMk id="1198" creationId="{29C6AE29-4612-4889-9899-1DCAFD7984BC}"/>
          </ac:spMkLst>
        </pc:spChg>
        <pc:spChg chg="mod">
          <ac:chgData name="SERGIO SPANO'" userId="3abdd0b9-513e-40ac-aad4-56920065037d" providerId="ADAL" clId="{2DCFDF45-1F6B-4A47-892B-C9094FDD5642}" dt="2022-03-21T11:08:19.259" v="1310" actId="27803"/>
          <ac:spMkLst>
            <pc:docMk/>
            <pc:sldMk cId="1175821773" sldId="258"/>
            <ac:spMk id="1199" creationId="{745D0D24-D29F-49A6-A953-30F41BD2D00C}"/>
          </ac:spMkLst>
        </pc:spChg>
        <pc:spChg chg="mod">
          <ac:chgData name="SERGIO SPANO'" userId="3abdd0b9-513e-40ac-aad4-56920065037d" providerId="ADAL" clId="{2DCFDF45-1F6B-4A47-892B-C9094FDD5642}" dt="2022-03-21T11:08:19.259" v="1310" actId="27803"/>
          <ac:spMkLst>
            <pc:docMk/>
            <pc:sldMk cId="1175821773" sldId="258"/>
            <ac:spMk id="1200" creationId="{A808C157-2472-4F8C-928C-1A80318FFD2E}"/>
          </ac:spMkLst>
        </pc:spChg>
        <pc:spChg chg="mod">
          <ac:chgData name="SERGIO SPANO'" userId="3abdd0b9-513e-40ac-aad4-56920065037d" providerId="ADAL" clId="{2DCFDF45-1F6B-4A47-892B-C9094FDD5642}" dt="2022-03-21T11:08:19.259" v="1310" actId="27803"/>
          <ac:spMkLst>
            <pc:docMk/>
            <pc:sldMk cId="1175821773" sldId="258"/>
            <ac:spMk id="1201" creationId="{29E34205-CEA0-423D-9930-576763ED8970}"/>
          </ac:spMkLst>
        </pc:spChg>
        <pc:spChg chg="mod">
          <ac:chgData name="SERGIO SPANO'" userId="3abdd0b9-513e-40ac-aad4-56920065037d" providerId="ADAL" clId="{2DCFDF45-1F6B-4A47-892B-C9094FDD5642}" dt="2022-03-21T11:08:19.259" v="1310" actId="27803"/>
          <ac:spMkLst>
            <pc:docMk/>
            <pc:sldMk cId="1175821773" sldId="258"/>
            <ac:spMk id="1202" creationId="{0C9FA40A-0EAF-477F-B5CF-CA8A0B9C5098}"/>
          </ac:spMkLst>
        </pc:spChg>
        <pc:spChg chg="mod">
          <ac:chgData name="SERGIO SPANO'" userId="3abdd0b9-513e-40ac-aad4-56920065037d" providerId="ADAL" clId="{2DCFDF45-1F6B-4A47-892B-C9094FDD5642}" dt="2022-03-21T11:08:19.259" v="1310" actId="27803"/>
          <ac:spMkLst>
            <pc:docMk/>
            <pc:sldMk cId="1175821773" sldId="258"/>
            <ac:spMk id="1203" creationId="{E2A0C0E4-3BF5-4B9F-8117-A9184A8C92F3}"/>
          </ac:spMkLst>
        </pc:spChg>
        <pc:spChg chg="mod">
          <ac:chgData name="SERGIO SPANO'" userId="3abdd0b9-513e-40ac-aad4-56920065037d" providerId="ADAL" clId="{2DCFDF45-1F6B-4A47-892B-C9094FDD5642}" dt="2022-03-21T11:08:19.259" v="1310" actId="27803"/>
          <ac:spMkLst>
            <pc:docMk/>
            <pc:sldMk cId="1175821773" sldId="258"/>
            <ac:spMk id="1204" creationId="{0ACCAEA2-DB6A-429A-A023-9F44DD8749B3}"/>
          </ac:spMkLst>
        </pc:spChg>
        <pc:spChg chg="mod">
          <ac:chgData name="SERGIO SPANO'" userId="3abdd0b9-513e-40ac-aad4-56920065037d" providerId="ADAL" clId="{2DCFDF45-1F6B-4A47-892B-C9094FDD5642}" dt="2022-03-21T11:08:19.259" v="1310" actId="27803"/>
          <ac:spMkLst>
            <pc:docMk/>
            <pc:sldMk cId="1175821773" sldId="258"/>
            <ac:spMk id="1205" creationId="{9713E8E9-4193-4BA0-AECC-F68E0080D352}"/>
          </ac:spMkLst>
        </pc:spChg>
        <pc:spChg chg="mod">
          <ac:chgData name="SERGIO SPANO'" userId="3abdd0b9-513e-40ac-aad4-56920065037d" providerId="ADAL" clId="{2DCFDF45-1F6B-4A47-892B-C9094FDD5642}" dt="2022-03-21T11:08:19.259" v="1310" actId="27803"/>
          <ac:spMkLst>
            <pc:docMk/>
            <pc:sldMk cId="1175821773" sldId="258"/>
            <ac:spMk id="1206" creationId="{78AB2BF4-95BC-4A99-BC22-EBD556DC8DB8}"/>
          </ac:spMkLst>
        </pc:spChg>
        <pc:spChg chg="mod">
          <ac:chgData name="SERGIO SPANO'" userId="3abdd0b9-513e-40ac-aad4-56920065037d" providerId="ADAL" clId="{2DCFDF45-1F6B-4A47-892B-C9094FDD5642}" dt="2022-03-21T11:08:19.259" v="1310" actId="27803"/>
          <ac:spMkLst>
            <pc:docMk/>
            <pc:sldMk cId="1175821773" sldId="258"/>
            <ac:spMk id="1207" creationId="{BD388DA5-106C-4C1A-B77A-F6453D85869B}"/>
          </ac:spMkLst>
        </pc:spChg>
        <pc:spChg chg="mod">
          <ac:chgData name="SERGIO SPANO'" userId="3abdd0b9-513e-40ac-aad4-56920065037d" providerId="ADAL" clId="{2DCFDF45-1F6B-4A47-892B-C9094FDD5642}" dt="2022-03-21T11:08:19.259" v="1310" actId="27803"/>
          <ac:spMkLst>
            <pc:docMk/>
            <pc:sldMk cId="1175821773" sldId="258"/>
            <ac:spMk id="1208" creationId="{D30C586E-5DA1-455A-97F3-FD49513D5D50}"/>
          </ac:spMkLst>
        </pc:spChg>
        <pc:spChg chg="mod">
          <ac:chgData name="SERGIO SPANO'" userId="3abdd0b9-513e-40ac-aad4-56920065037d" providerId="ADAL" clId="{2DCFDF45-1F6B-4A47-892B-C9094FDD5642}" dt="2022-03-21T11:08:19.259" v="1310" actId="27803"/>
          <ac:spMkLst>
            <pc:docMk/>
            <pc:sldMk cId="1175821773" sldId="258"/>
            <ac:spMk id="1209" creationId="{8C046F7E-AD5A-4555-B5BA-3D015A6DA771}"/>
          </ac:spMkLst>
        </pc:spChg>
        <pc:spChg chg="mod">
          <ac:chgData name="SERGIO SPANO'" userId="3abdd0b9-513e-40ac-aad4-56920065037d" providerId="ADAL" clId="{2DCFDF45-1F6B-4A47-892B-C9094FDD5642}" dt="2022-03-21T11:08:19.259" v="1310" actId="27803"/>
          <ac:spMkLst>
            <pc:docMk/>
            <pc:sldMk cId="1175821773" sldId="258"/>
            <ac:spMk id="1210" creationId="{1E046F02-60D6-4F52-9C57-54CA15B52975}"/>
          </ac:spMkLst>
        </pc:spChg>
        <pc:spChg chg="mod">
          <ac:chgData name="SERGIO SPANO'" userId="3abdd0b9-513e-40ac-aad4-56920065037d" providerId="ADAL" clId="{2DCFDF45-1F6B-4A47-892B-C9094FDD5642}" dt="2022-03-21T11:08:19.259" v="1310" actId="27803"/>
          <ac:spMkLst>
            <pc:docMk/>
            <pc:sldMk cId="1175821773" sldId="258"/>
            <ac:spMk id="1211" creationId="{1B90C1F5-2B20-46EE-9BC1-0CE4C4985047}"/>
          </ac:spMkLst>
        </pc:spChg>
        <pc:spChg chg="mod">
          <ac:chgData name="SERGIO SPANO'" userId="3abdd0b9-513e-40ac-aad4-56920065037d" providerId="ADAL" clId="{2DCFDF45-1F6B-4A47-892B-C9094FDD5642}" dt="2022-03-21T11:08:19.259" v="1310" actId="27803"/>
          <ac:spMkLst>
            <pc:docMk/>
            <pc:sldMk cId="1175821773" sldId="258"/>
            <ac:spMk id="1212" creationId="{90A2B709-7F9A-402C-BC67-38229CEA825D}"/>
          </ac:spMkLst>
        </pc:spChg>
        <pc:spChg chg="mod">
          <ac:chgData name="SERGIO SPANO'" userId="3abdd0b9-513e-40ac-aad4-56920065037d" providerId="ADAL" clId="{2DCFDF45-1F6B-4A47-892B-C9094FDD5642}" dt="2022-03-21T11:08:19.259" v="1310" actId="27803"/>
          <ac:spMkLst>
            <pc:docMk/>
            <pc:sldMk cId="1175821773" sldId="258"/>
            <ac:spMk id="1213" creationId="{2479A0E6-9EB3-4963-A6DB-DDF1B1C9688F}"/>
          </ac:spMkLst>
        </pc:spChg>
        <pc:spChg chg="mod">
          <ac:chgData name="SERGIO SPANO'" userId="3abdd0b9-513e-40ac-aad4-56920065037d" providerId="ADAL" clId="{2DCFDF45-1F6B-4A47-892B-C9094FDD5642}" dt="2022-03-21T11:08:19.259" v="1310" actId="27803"/>
          <ac:spMkLst>
            <pc:docMk/>
            <pc:sldMk cId="1175821773" sldId="258"/>
            <ac:spMk id="1214" creationId="{9C4F5B1B-CA15-4937-8AAA-09D9335BC718}"/>
          </ac:spMkLst>
        </pc:spChg>
        <pc:spChg chg="mod">
          <ac:chgData name="SERGIO SPANO'" userId="3abdd0b9-513e-40ac-aad4-56920065037d" providerId="ADAL" clId="{2DCFDF45-1F6B-4A47-892B-C9094FDD5642}" dt="2022-03-21T11:08:19.259" v="1310" actId="27803"/>
          <ac:spMkLst>
            <pc:docMk/>
            <pc:sldMk cId="1175821773" sldId="258"/>
            <ac:spMk id="1215" creationId="{F464F77A-8C39-4E80-99EC-E45CEFA630B7}"/>
          </ac:spMkLst>
        </pc:spChg>
        <pc:spChg chg="mod">
          <ac:chgData name="SERGIO SPANO'" userId="3abdd0b9-513e-40ac-aad4-56920065037d" providerId="ADAL" clId="{2DCFDF45-1F6B-4A47-892B-C9094FDD5642}" dt="2022-03-21T11:08:19.259" v="1310" actId="27803"/>
          <ac:spMkLst>
            <pc:docMk/>
            <pc:sldMk cId="1175821773" sldId="258"/>
            <ac:spMk id="1216" creationId="{89E35900-280B-4019-806E-AB1AFAAFDE2F}"/>
          </ac:spMkLst>
        </pc:spChg>
        <pc:spChg chg="mod">
          <ac:chgData name="SERGIO SPANO'" userId="3abdd0b9-513e-40ac-aad4-56920065037d" providerId="ADAL" clId="{2DCFDF45-1F6B-4A47-892B-C9094FDD5642}" dt="2022-03-21T11:08:19.259" v="1310" actId="27803"/>
          <ac:spMkLst>
            <pc:docMk/>
            <pc:sldMk cId="1175821773" sldId="258"/>
            <ac:spMk id="1217" creationId="{69E0A980-967C-48E0-A10E-239966B0A2C9}"/>
          </ac:spMkLst>
        </pc:spChg>
        <pc:spChg chg="mod">
          <ac:chgData name="SERGIO SPANO'" userId="3abdd0b9-513e-40ac-aad4-56920065037d" providerId="ADAL" clId="{2DCFDF45-1F6B-4A47-892B-C9094FDD5642}" dt="2022-03-21T11:08:19.259" v="1310" actId="27803"/>
          <ac:spMkLst>
            <pc:docMk/>
            <pc:sldMk cId="1175821773" sldId="258"/>
            <ac:spMk id="1218" creationId="{C4CD1364-8AA5-4B48-9DE5-599BDB553813}"/>
          </ac:spMkLst>
        </pc:spChg>
        <pc:spChg chg="mod">
          <ac:chgData name="SERGIO SPANO'" userId="3abdd0b9-513e-40ac-aad4-56920065037d" providerId="ADAL" clId="{2DCFDF45-1F6B-4A47-892B-C9094FDD5642}" dt="2022-03-21T11:08:19.259" v="1310" actId="27803"/>
          <ac:spMkLst>
            <pc:docMk/>
            <pc:sldMk cId="1175821773" sldId="258"/>
            <ac:spMk id="1219" creationId="{3DB96D53-F7DE-451E-91EE-3C2AE80D5EE7}"/>
          </ac:spMkLst>
        </pc:spChg>
        <pc:spChg chg="mod">
          <ac:chgData name="SERGIO SPANO'" userId="3abdd0b9-513e-40ac-aad4-56920065037d" providerId="ADAL" clId="{2DCFDF45-1F6B-4A47-892B-C9094FDD5642}" dt="2022-03-21T11:08:19.259" v="1310" actId="27803"/>
          <ac:spMkLst>
            <pc:docMk/>
            <pc:sldMk cId="1175821773" sldId="258"/>
            <ac:spMk id="1220" creationId="{F28C07C7-DB9D-45EC-A188-17B6E2D977F2}"/>
          </ac:spMkLst>
        </pc:spChg>
        <pc:spChg chg="mod">
          <ac:chgData name="SERGIO SPANO'" userId="3abdd0b9-513e-40ac-aad4-56920065037d" providerId="ADAL" clId="{2DCFDF45-1F6B-4A47-892B-C9094FDD5642}" dt="2022-03-21T11:08:19.259" v="1310" actId="27803"/>
          <ac:spMkLst>
            <pc:docMk/>
            <pc:sldMk cId="1175821773" sldId="258"/>
            <ac:spMk id="1221" creationId="{16193FF4-A57A-4A57-B09B-B8FBA906FAD4}"/>
          </ac:spMkLst>
        </pc:spChg>
        <pc:spChg chg="mod">
          <ac:chgData name="SERGIO SPANO'" userId="3abdd0b9-513e-40ac-aad4-56920065037d" providerId="ADAL" clId="{2DCFDF45-1F6B-4A47-892B-C9094FDD5642}" dt="2022-03-21T11:08:19.259" v="1310" actId="27803"/>
          <ac:spMkLst>
            <pc:docMk/>
            <pc:sldMk cId="1175821773" sldId="258"/>
            <ac:spMk id="1222" creationId="{2923CC3D-BFA5-40ED-87E3-49B885177A7F}"/>
          </ac:spMkLst>
        </pc:spChg>
        <pc:spChg chg="mod">
          <ac:chgData name="SERGIO SPANO'" userId="3abdd0b9-513e-40ac-aad4-56920065037d" providerId="ADAL" clId="{2DCFDF45-1F6B-4A47-892B-C9094FDD5642}" dt="2022-03-21T11:08:19.259" v="1310" actId="27803"/>
          <ac:spMkLst>
            <pc:docMk/>
            <pc:sldMk cId="1175821773" sldId="258"/>
            <ac:spMk id="1223" creationId="{204EEF79-714A-4C8A-A7C5-C29F128FA5B3}"/>
          </ac:spMkLst>
        </pc:spChg>
        <pc:spChg chg="mod">
          <ac:chgData name="SERGIO SPANO'" userId="3abdd0b9-513e-40ac-aad4-56920065037d" providerId="ADAL" clId="{2DCFDF45-1F6B-4A47-892B-C9094FDD5642}" dt="2022-03-21T11:08:19.259" v="1310" actId="27803"/>
          <ac:spMkLst>
            <pc:docMk/>
            <pc:sldMk cId="1175821773" sldId="258"/>
            <ac:spMk id="1224" creationId="{C47523BD-8F31-4A19-B2F9-DBC849F32D10}"/>
          </ac:spMkLst>
        </pc:spChg>
        <pc:spChg chg="mod">
          <ac:chgData name="SERGIO SPANO'" userId="3abdd0b9-513e-40ac-aad4-56920065037d" providerId="ADAL" clId="{2DCFDF45-1F6B-4A47-892B-C9094FDD5642}" dt="2022-03-21T11:08:19.259" v="1310" actId="27803"/>
          <ac:spMkLst>
            <pc:docMk/>
            <pc:sldMk cId="1175821773" sldId="258"/>
            <ac:spMk id="1225" creationId="{83A7E66A-1F44-4126-8987-51AF827D587C}"/>
          </ac:spMkLst>
        </pc:spChg>
        <pc:spChg chg="mod">
          <ac:chgData name="SERGIO SPANO'" userId="3abdd0b9-513e-40ac-aad4-56920065037d" providerId="ADAL" clId="{2DCFDF45-1F6B-4A47-892B-C9094FDD5642}" dt="2022-03-21T11:08:19.259" v="1310" actId="27803"/>
          <ac:spMkLst>
            <pc:docMk/>
            <pc:sldMk cId="1175821773" sldId="258"/>
            <ac:spMk id="1226" creationId="{5BEA5A3D-1026-4446-AF75-C77A078FFCFD}"/>
          </ac:spMkLst>
        </pc:spChg>
        <pc:spChg chg="mod">
          <ac:chgData name="SERGIO SPANO'" userId="3abdd0b9-513e-40ac-aad4-56920065037d" providerId="ADAL" clId="{2DCFDF45-1F6B-4A47-892B-C9094FDD5642}" dt="2022-03-21T11:08:19.259" v="1310" actId="27803"/>
          <ac:spMkLst>
            <pc:docMk/>
            <pc:sldMk cId="1175821773" sldId="258"/>
            <ac:spMk id="1227" creationId="{39A09437-0AE6-4CE6-A950-F66850D1E51A}"/>
          </ac:spMkLst>
        </pc:spChg>
        <pc:spChg chg="mod">
          <ac:chgData name="SERGIO SPANO'" userId="3abdd0b9-513e-40ac-aad4-56920065037d" providerId="ADAL" clId="{2DCFDF45-1F6B-4A47-892B-C9094FDD5642}" dt="2022-03-21T11:08:19.259" v="1310" actId="27803"/>
          <ac:spMkLst>
            <pc:docMk/>
            <pc:sldMk cId="1175821773" sldId="258"/>
            <ac:spMk id="1228" creationId="{577B1483-7204-4C19-A729-03D2559A477C}"/>
          </ac:spMkLst>
        </pc:spChg>
        <pc:spChg chg="mod">
          <ac:chgData name="SERGIO SPANO'" userId="3abdd0b9-513e-40ac-aad4-56920065037d" providerId="ADAL" clId="{2DCFDF45-1F6B-4A47-892B-C9094FDD5642}" dt="2022-03-21T11:08:19.259" v="1310" actId="27803"/>
          <ac:spMkLst>
            <pc:docMk/>
            <pc:sldMk cId="1175821773" sldId="258"/>
            <ac:spMk id="1229" creationId="{698E8CDF-7F1B-4020-805E-815454A28E48}"/>
          </ac:spMkLst>
        </pc:spChg>
        <pc:spChg chg="mod">
          <ac:chgData name="SERGIO SPANO'" userId="3abdd0b9-513e-40ac-aad4-56920065037d" providerId="ADAL" clId="{2DCFDF45-1F6B-4A47-892B-C9094FDD5642}" dt="2022-03-21T11:08:19.259" v="1310" actId="27803"/>
          <ac:spMkLst>
            <pc:docMk/>
            <pc:sldMk cId="1175821773" sldId="258"/>
            <ac:spMk id="1230" creationId="{9E7496EE-A82B-45D5-B317-33519E5ADA74}"/>
          </ac:spMkLst>
        </pc:spChg>
        <pc:spChg chg="mod">
          <ac:chgData name="SERGIO SPANO'" userId="3abdd0b9-513e-40ac-aad4-56920065037d" providerId="ADAL" clId="{2DCFDF45-1F6B-4A47-892B-C9094FDD5642}" dt="2022-03-21T11:08:19.259" v="1310" actId="27803"/>
          <ac:spMkLst>
            <pc:docMk/>
            <pc:sldMk cId="1175821773" sldId="258"/>
            <ac:spMk id="1231" creationId="{8271F72A-2120-4503-AB21-E363E41CC9C3}"/>
          </ac:spMkLst>
        </pc:spChg>
        <pc:spChg chg="mod">
          <ac:chgData name="SERGIO SPANO'" userId="3abdd0b9-513e-40ac-aad4-56920065037d" providerId="ADAL" clId="{2DCFDF45-1F6B-4A47-892B-C9094FDD5642}" dt="2022-03-21T11:08:19.259" v="1310" actId="27803"/>
          <ac:spMkLst>
            <pc:docMk/>
            <pc:sldMk cId="1175821773" sldId="258"/>
            <ac:spMk id="1232" creationId="{E25AE1A8-C93E-4F8B-8DA3-DC136B08A409}"/>
          </ac:spMkLst>
        </pc:spChg>
        <pc:spChg chg="mod">
          <ac:chgData name="SERGIO SPANO'" userId="3abdd0b9-513e-40ac-aad4-56920065037d" providerId="ADAL" clId="{2DCFDF45-1F6B-4A47-892B-C9094FDD5642}" dt="2022-03-21T11:08:19.259" v="1310" actId="27803"/>
          <ac:spMkLst>
            <pc:docMk/>
            <pc:sldMk cId="1175821773" sldId="258"/>
            <ac:spMk id="1233" creationId="{26E5F91A-23C1-4595-9911-00D46E13D218}"/>
          </ac:spMkLst>
        </pc:spChg>
        <pc:spChg chg="mod">
          <ac:chgData name="SERGIO SPANO'" userId="3abdd0b9-513e-40ac-aad4-56920065037d" providerId="ADAL" clId="{2DCFDF45-1F6B-4A47-892B-C9094FDD5642}" dt="2022-03-21T11:08:19.259" v="1310" actId="27803"/>
          <ac:spMkLst>
            <pc:docMk/>
            <pc:sldMk cId="1175821773" sldId="258"/>
            <ac:spMk id="1234" creationId="{1BA74F02-B564-4CEE-AE2E-8AFF183A1C8A}"/>
          </ac:spMkLst>
        </pc:spChg>
        <pc:spChg chg="mod">
          <ac:chgData name="SERGIO SPANO'" userId="3abdd0b9-513e-40ac-aad4-56920065037d" providerId="ADAL" clId="{2DCFDF45-1F6B-4A47-892B-C9094FDD5642}" dt="2022-03-21T11:08:19.259" v="1310" actId="27803"/>
          <ac:spMkLst>
            <pc:docMk/>
            <pc:sldMk cId="1175821773" sldId="258"/>
            <ac:spMk id="1235" creationId="{39B80C7E-2306-4C08-87B1-817A321D73FE}"/>
          </ac:spMkLst>
        </pc:spChg>
        <pc:spChg chg="mod">
          <ac:chgData name="SERGIO SPANO'" userId="3abdd0b9-513e-40ac-aad4-56920065037d" providerId="ADAL" clId="{2DCFDF45-1F6B-4A47-892B-C9094FDD5642}" dt="2022-03-21T11:08:19.259" v="1310" actId="27803"/>
          <ac:spMkLst>
            <pc:docMk/>
            <pc:sldMk cId="1175821773" sldId="258"/>
            <ac:spMk id="1236" creationId="{F99BB419-69A0-429D-AEB2-D016F46EFAEE}"/>
          </ac:spMkLst>
        </pc:spChg>
        <pc:spChg chg="mod">
          <ac:chgData name="SERGIO SPANO'" userId="3abdd0b9-513e-40ac-aad4-56920065037d" providerId="ADAL" clId="{2DCFDF45-1F6B-4A47-892B-C9094FDD5642}" dt="2022-03-21T11:08:19.259" v="1310" actId="27803"/>
          <ac:spMkLst>
            <pc:docMk/>
            <pc:sldMk cId="1175821773" sldId="258"/>
            <ac:spMk id="1237" creationId="{5E2795CB-E58A-4DC1-8C2A-9B94945A073D}"/>
          </ac:spMkLst>
        </pc:spChg>
        <pc:spChg chg="mod">
          <ac:chgData name="SERGIO SPANO'" userId="3abdd0b9-513e-40ac-aad4-56920065037d" providerId="ADAL" clId="{2DCFDF45-1F6B-4A47-892B-C9094FDD5642}" dt="2022-03-21T11:08:19.259" v="1310" actId="27803"/>
          <ac:spMkLst>
            <pc:docMk/>
            <pc:sldMk cId="1175821773" sldId="258"/>
            <ac:spMk id="1238" creationId="{DB593CE4-2356-4CF2-9279-AC7A5EF1A77E}"/>
          </ac:spMkLst>
        </pc:spChg>
        <pc:spChg chg="mod">
          <ac:chgData name="SERGIO SPANO'" userId="3abdd0b9-513e-40ac-aad4-56920065037d" providerId="ADAL" clId="{2DCFDF45-1F6B-4A47-892B-C9094FDD5642}" dt="2022-03-21T11:08:19.259" v="1310" actId="27803"/>
          <ac:spMkLst>
            <pc:docMk/>
            <pc:sldMk cId="1175821773" sldId="258"/>
            <ac:spMk id="1239" creationId="{54F5E893-B5C5-48E5-8967-D45B29AA8579}"/>
          </ac:spMkLst>
        </pc:spChg>
        <pc:spChg chg="mod">
          <ac:chgData name="SERGIO SPANO'" userId="3abdd0b9-513e-40ac-aad4-56920065037d" providerId="ADAL" clId="{2DCFDF45-1F6B-4A47-892B-C9094FDD5642}" dt="2022-03-21T11:08:19.259" v="1310" actId="27803"/>
          <ac:spMkLst>
            <pc:docMk/>
            <pc:sldMk cId="1175821773" sldId="258"/>
            <ac:spMk id="1240" creationId="{9F059638-D179-45D2-9031-1511ADC0CB39}"/>
          </ac:spMkLst>
        </pc:spChg>
        <pc:spChg chg="mod">
          <ac:chgData name="SERGIO SPANO'" userId="3abdd0b9-513e-40ac-aad4-56920065037d" providerId="ADAL" clId="{2DCFDF45-1F6B-4A47-892B-C9094FDD5642}" dt="2022-03-21T11:08:19.259" v="1310" actId="27803"/>
          <ac:spMkLst>
            <pc:docMk/>
            <pc:sldMk cId="1175821773" sldId="258"/>
            <ac:spMk id="1241" creationId="{545E4DE7-2F1E-484F-842D-B7724BAB8AC1}"/>
          </ac:spMkLst>
        </pc:spChg>
        <pc:spChg chg="mod">
          <ac:chgData name="SERGIO SPANO'" userId="3abdd0b9-513e-40ac-aad4-56920065037d" providerId="ADAL" clId="{2DCFDF45-1F6B-4A47-892B-C9094FDD5642}" dt="2022-03-21T11:08:19.259" v="1310" actId="27803"/>
          <ac:spMkLst>
            <pc:docMk/>
            <pc:sldMk cId="1175821773" sldId="258"/>
            <ac:spMk id="1242" creationId="{7D624C8D-22B0-4AA8-B094-A09968C78137}"/>
          </ac:spMkLst>
        </pc:spChg>
        <pc:spChg chg="mod">
          <ac:chgData name="SERGIO SPANO'" userId="3abdd0b9-513e-40ac-aad4-56920065037d" providerId="ADAL" clId="{2DCFDF45-1F6B-4A47-892B-C9094FDD5642}" dt="2022-03-21T11:08:19.259" v="1310" actId="27803"/>
          <ac:spMkLst>
            <pc:docMk/>
            <pc:sldMk cId="1175821773" sldId="258"/>
            <ac:spMk id="1243" creationId="{289377A3-64B3-496A-A6A6-B42FB3AF1E7C}"/>
          </ac:spMkLst>
        </pc:spChg>
        <pc:spChg chg="mod">
          <ac:chgData name="SERGIO SPANO'" userId="3abdd0b9-513e-40ac-aad4-56920065037d" providerId="ADAL" clId="{2DCFDF45-1F6B-4A47-892B-C9094FDD5642}" dt="2022-03-21T11:08:19.259" v="1310" actId="27803"/>
          <ac:spMkLst>
            <pc:docMk/>
            <pc:sldMk cId="1175821773" sldId="258"/>
            <ac:spMk id="1244" creationId="{3EB47EEB-973C-4963-826A-36EA2F9F9F46}"/>
          </ac:spMkLst>
        </pc:spChg>
        <pc:spChg chg="mod">
          <ac:chgData name="SERGIO SPANO'" userId="3abdd0b9-513e-40ac-aad4-56920065037d" providerId="ADAL" clId="{2DCFDF45-1F6B-4A47-892B-C9094FDD5642}" dt="2022-03-21T11:08:19.259" v="1310" actId="27803"/>
          <ac:spMkLst>
            <pc:docMk/>
            <pc:sldMk cId="1175821773" sldId="258"/>
            <ac:spMk id="1245" creationId="{670D32D6-DCA9-457D-9FE2-A6D3A50407CF}"/>
          </ac:spMkLst>
        </pc:spChg>
        <pc:spChg chg="mod">
          <ac:chgData name="SERGIO SPANO'" userId="3abdd0b9-513e-40ac-aad4-56920065037d" providerId="ADAL" clId="{2DCFDF45-1F6B-4A47-892B-C9094FDD5642}" dt="2022-03-21T11:08:19.259" v="1310" actId="27803"/>
          <ac:spMkLst>
            <pc:docMk/>
            <pc:sldMk cId="1175821773" sldId="258"/>
            <ac:spMk id="1246" creationId="{96DAAB7A-8772-47A1-9D17-DC16B86C268B}"/>
          </ac:spMkLst>
        </pc:spChg>
        <pc:spChg chg="mod">
          <ac:chgData name="SERGIO SPANO'" userId="3abdd0b9-513e-40ac-aad4-56920065037d" providerId="ADAL" clId="{2DCFDF45-1F6B-4A47-892B-C9094FDD5642}" dt="2022-03-21T11:08:19.259" v="1310" actId="27803"/>
          <ac:spMkLst>
            <pc:docMk/>
            <pc:sldMk cId="1175821773" sldId="258"/>
            <ac:spMk id="1247" creationId="{694D37C6-3EAF-4C2B-BFFE-96EFA966BAFA}"/>
          </ac:spMkLst>
        </pc:spChg>
        <pc:spChg chg="mod">
          <ac:chgData name="SERGIO SPANO'" userId="3abdd0b9-513e-40ac-aad4-56920065037d" providerId="ADAL" clId="{2DCFDF45-1F6B-4A47-892B-C9094FDD5642}" dt="2022-03-21T11:08:19.259" v="1310" actId="27803"/>
          <ac:spMkLst>
            <pc:docMk/>
            <pc:sldMk cId="1175821773" sldId="258"/>
            <ac:spMk id="1248" creationId="{67D5CD80-D953-4F16-953B-D62373F83E39}"/>
          </ac:spMkLst>
        </pc:spChg>
        <pc:spChg chg="mod">
          <ac:chgData name="SERGIO SPANO'" userId="3abdd0b9-513e-40ac-aad4-56920065037d" providerId="ADAL" clId="{2DCFDF45-1F6B-4A47-892B-C9094FDD5642}" dt="2022-03-21T11:08:19.259" v="1310" actId="27803"/>
          <ac:spMkLst>
            <pc:docMk/>
            <pc:sldMk cId="1175821773" sldId="258"/>
            <ac:spMk id="1249" creationId="{5C9E044B-4147-41E7-85EA-563EF282C9C9}"/>
          </ac:spMkLst>
        </pc:spChg>
        <pc:spChg chg="mod">
          <ac:chgData name="SERGIO SPANO'" userId="3abdd0b9-513e-40ac-aad4-56920065037d" providerId="ADAL" clId="{2DCFDF45-1F6B-4A47-892B-C9094FDD5642}" dt="2022-03-21T11:08:19.259" v="1310" actId="27803"/>
          <ac:spMkLst>
            <pc:docMk/>
            <pc:sldMk cId="1175821773" sldId="258"/>
            <ac:spMk id="1250" creationId="{966C8F67-3D1D-442E-A341-FE1D74E94947}"/>
          </ac:spMkLst>
        </pc:spChg>
        <pc:spChg chg="mod">
          <ac:chgData name="SERGIO SPANO'" userId="3abdd0b9-513e-40ac-aad4-56920065037d" providerId="ADAL" clId="{2DCFDF45-1F6B-4A47-892B-C9094FDD5642}" dt="2022-03-21T11:08:19.259" v="1310" actId="27803"/>
          <ac:spMkLst>
            <pc:docMk/>
            <pc:sldMk cId="1175821773" sldId="258"/>
            <ac:spMk id="1251" creationId="{AD46515C-8D9E-40E8-A146-F18DED79E340}"/>
          </ac:spMkLst>
        </pc:spChg>
        <pc:spChg chg="mod">
          <ac:chgData name="SERGIO SPANO'" userId="3abdd0b9-513e-40ac-aad4-56920065037d" providerId="ADAL" clId="{2DCFDF45-1F6B-4A47-892B-C9094FDD5642}" dt="2022-03-21T11:08:19.259" v="1310" actId="27803"/>
          <ac:spMkLst>
            <pc:docMk/>
            <pc:sldMk cId="1175821773" sldId="258"/>
            <ac:spMk id="1252" creationId="{79F36507-7676-4C31-8000-08F300C71758}"/>
          </ac:spMkLst>
        </pc:spChg>
        <pc:spChg chg="mod">
          <ac:chgData name="SERGIO SPANO'" userId="3abdd0b9-513e-40ac-aad4-56920065037d" providerId="ADAL" clId="{2DCFDF45-1F6B-4A47-892B-C9094FDD5642}" dt="2022-03-21T11:08:19.259" v="1310" actId="27803"/>
          <ac:spMkLst>
            <pc:docMk/>
            <pc:sldMk cId="1175821773" sldId="258"/>
            <ac:spMk id="1253" creationId="{34676CDD-600E-4297-9993-11F6A4E7362F}"/>
          </ac:spMkLst>
        </pc:spChg>
        <pc:spChg chg="mod">
          <ac:chgData name="SERGIO SPANO'" userId="3abdd0b9-513e-40ac-aad4-56920065037d" providerId="ADAL" clId="{2DCFDF45-1F6B-4A47-892B-C9094FDD5642}" dt="2022-03-21T11:08:19.259" v="1310" actId="27803"/>
          <ac:spMkLst>
            <pc:docMk/>
            <pc:sldMk cId="1175821773" sldId="258"/>
            <ac:spMk id="1254" creationId="{FF2CE2DF-17FE-46F8-B8F4-31D376C1A533}"/>
          </ac:spMkLst>
        </pc:spChg>
        <pc:spChg chg="mod">
          <ac:chgData name="SERGIO SPANO'" userId="3abdd0b9-513e-40ac-aad4-56920065037d" providerId="ADAL" clId="{2DCFDF45-1F6B-4A47-892B-C9094FDD5642}" dt="2022-03-21T11:08:19.259" v="1310" actId="27803"/>
          <ac:spMkLst>
            <pc:docMk/>
            <pc:sldMk cId="1175821773" sldId="258"/>
            <ac:spMk id="1255" creationId="{1945CA5E-23E0-455A-89C3-1C6C5F04CC9C}"/>
          </ac:spMkLst>
        </pc:spChg>
        <pc:spChg chg="mod">
          <ac:chgData name="SERGIO SPANO'" userId="3abdd0b9-513e-40ac-aad4-56920065037d" providerId="ADAL" clId="{2DCFDF45-1F6B-4A47-892B-C9094FDD5642}" dt="2022-03-21T11:08:19.259" v="1310" actId="27803"/>
          <ac:spMkLst>
            <pc:docMk/>
            <pc:sldMk cId="1175821773" sldId="258"/>
            <ac:spMk id="1256" creationId="{1D17DF96-480C-455E-9F43-D0547E495971}"/>
          </ac:spMkLst>
        </pc:spChg>
        <pc:spChg chg="mod">
          <ac:chgData name="SERGIO SPANO'" userId="3abdd0b9-513e-40ac-aad4-56920065037d" providerId="ADAL" clId="{2DCFDF45-1F6B-4A47-892B-C9094FDD5642}" dt="2022-03-21T11:08:19.259" v="1310" actId="27803"/>
          <ac:spMkLst>
            <pc:docMk/>
            <pc:sldMk cId="1175821773" sldId="258"/>
            <ac:spMk id="1257" creationId="{941CEAB8-E1C4-4FED-8573-0D185F87E0FE}"/>
          </ac:spMkLst>
        </pc:spChg>
        <pc:spChg chg="mod">
          <ac:chgData name="SERGIO SPANO'" userId="3abdd0b9-513e-40ac-aad4-56920065037d" providerId="ADAL" clId="{2DCFDF45-1F6B-4A47-892B-C9094FDD5642}" dt="2022-03-21T11:08:19.259" v="1310" actId="27803"/>
          <ac:spMkLst>
            <pc:docMk/>
            <pc:sldMk cId="1175821773" sldId="258"/>
            <ac:spMk id="1258" creationId="{C6C5EA18-67F4-4276-A176-4B3209997E4D}"/>
          </ac:spMkLst>
        </pc:spChg>
        <pc:spChg chg="mod">
          <ac:chgData name="SERGIO SPANO'" userId="3abdd0b9-513e-40ac-aad4-56920065037d" providerId="ADAL" clId="{2DCFDF45-1F6B-4A47-892B-C9094FDD5642}" dt="2022-03-21T11:08:19.259" v="1310" actId="27803"/>
          <ac:spMkLst>
            <pc:docMk/>
            <pc:sldMk cId="1175821773" sldId="258"/>
            <ac:spMk id="1259" creationId="{2D112219-123D-4027-9279-EBB8D2D64BE2}"/>
          </ac:spMkLst>
        </pc:spChg>
        <pc:spChg chg="mod">
          <ac:chgData name="SERGIO SPANO'" userId="3abdd0b9-513e-40ac-aad4-56920065037d" providerId="ADAL" clId="{2DCFDF45-1F6B-4A47-892B-C9094FDD5642}" dt="2022-03-21T11:08:19.259" v="1310" actId="27803"/>
          <ac:spMkLst>
            <pc:docMk/>
            <pc:sldMk cId="1175821773" sldId="258"/>
            <ac:spMk id="1260" creationId="{705666D9-B1F9-4F04-BE9E-26CD4B6179F8}"/>
          </ac:spMkLst>
        </pc:spChg>
        <pc:spChg chg="mod">
          <ac:chgData name="SERGIO SPANO'" userId="3abdd0b9-513e-40ac-aad4-56920065037d" providerId="ADAL" clId="{2DCFDF45-1F6B-4A47-892B-C9094FDD5642}" dt="2022-03-21T11:08:19.259" v="1310" actId="27803"/>
          <ac:spMkLst>
            <pc:docMk/>
            <pc:sldMk cId="1175821773" sldId="258"/>
            <ac:spMk id="1261" creationId="{5EC9D751-CFD2-4EE4-9273-29D93C514EAD}"/>
          </ac:spMkLst>
        </pc:spChg>
        <pc:spChg chg="mod">
          <ac:chgData name="SERGIO SPANO'" userId="3abdd0b9-513e-40ac-aad4-56920065037d" providerId="ADAL" clId="{2DCFDF45-1F6B-4A47-892B-C9094FDD5642}" dt="2022-03-21T11:08:19.259" v="1310" actId="27803"/>
          <ac:spMkLst>
            <pc:docMk/>
            <pc:sldMk cId="1175821773" sldId="258"/>
            <ac:spMk id="1262" creationId="{40A0637C-77F8-4394-93D2-F8964EE0FD8C}"/>
          </ac:spMkLst>
        </pc:spChg>
        <pc:spChg chg="mod">
          <ac:chgData name="SERGIO SPANO'" userId="3abdd0b9-513e-40ac-aad4-56920065037d" providerId="ADAL" clId="{2DCFDF45-1F6B-4A47-892B-C9094FDD5642}" dt="2022-03-21T11:08:19.259" v="1310" actId="27803"/>
          <ac:spMkLst>
            <pc:docMk/>
            <pc:sldMk cId="1175821773" sldId="258"/>
            <ac:spMk id="1263" creationId="{258CB5BB-9CCE-462E-A1EC-194BD580D5BC}"/>
          </ac:spMkLst>
        </pc:spChg>
        <pc:spChg chg="mod">
          <ac:chgData name="SERGIO SPANO'" userId="3abdd0b9-513e-40ac-aad4-56920065037d" providerId="ADAL" clId="{2DCFDF45-1F6B-4A47-892B-C9094FDD5642}" dt="2022-03-21T11:08:19.259" v="1310" actId="27803"/>
          <ac:spMkLst>
            <pc:docMk/>
            <pc:sldMk cId="1175821773" sldId="258"/>
            <ac:spMk id="1264" creationId="{BA10A0D5-AFFB-4954-AE22-A7C302E5C248}"/>
          </ac:spMkLst>
        </pc:spChg>
        <pc:spChg chg="mod">
          <ac:chgData name="SERGIO SPANO'" userId="3abdd0b9-513e-40ac-aad4-56920065037d" providerId="ADAL" clId="{2DCFDF45-1F6B-4A47-892B-C9094FDD5642}" dt="2022-03-21T11:08:19.259" v="1310" actId="27803"/>
          <ac:spMkLst>
            <pc:docMk/>
            <pc:sldMk cId="1175821773" sldId="258"/>
            <ac:spMk id="1265" creationId="{499D69B8-B50E-4430-A8F8-A99014D723F6}"/>
          </ac:spMkLst>
        </pc:spChg>
        <pc:spChg chg="mod">
          <ac:chgData name="SERGIO SPANO'" userId="3abdd0b9-513e-40ac-aad4-56920065037d" providerId="ADAL" clId="{2DCFDF45-1F6B-4A47-892B-C9094FDD5642}" dt="2022-03-21T11:08:19.259" v="1310" actId="27803"/>
          <ac:spMkLst>
            <pc:docMk/>
            <pc:sldMk cId="1175821773" sldId="258"/>
            <ac:spMk id="1266" creationId="{B41FA9DC-1729-4524-8CBE-62FD6215B34F}"/>
          </ac:spMkLst>
        </pc:spChg>
        <pc:spChg chg="mod">
          <ac:chgData name="SERGIO SPANO'" userId="3abdd0b9-513e-40ac-aad4-56920065037d" providerId="ADAL" clId="{2DCFDF45-1F6B-4A47-892B-C9094FDD5642}" dt="2022-03-21T11:08:19.259" v="1310" actId="27803"/>
          <ac:spMkLst>
            <pc:docMk/>
            <pc:sldMk cId="1175821773" sldId="258"/>
            <ac:spMk id="1267" creationId="{A9BFEB0E-4660-4AD4-AE1B-DB0E131838DB}"/>
          </ac:spMkLst>
        </pc:spChg>
        <pc:spChg chg="mod">
          <ac:chgData name="SERGIO SPANO'" userId="3abdd0b9-513e-40ac-aad4-56920065037d" providerId="ADAL" clId="{2DCFDF45-1F6B-4A47-892B-C9094FDD5642}" dt="2022-03-21T11:08:19.259" v="1310" actId="27803"/>
          <ac:spMkLst>
            <pc:docMk/>
            <pc:sldMk cId="1175821773" sldId="258"/>
            <ac:spMk id="1268" creationId="{B5798A0A-791C-46F4-9682-CA7F09B060A9}"/>
          </ac:spMkLst>
        </pc:spChg>
        <pc:spChg chg="mod">
          <ac:chgData name="SERGIO SPANO'" userId="3abdd0b9-513e-40ac-aad4-56920065037d" providerId="ADAL" clId="{2DCFDF45-1F6B-4A47-892B-C9094FDD5642}" dt="2022-03-21T11:08:19.259" v="1310" actId="27803"/>
          <ac:spMkLst>
            <pc:docMk/>
            <pc:sldMk cId="1175821773" sldId="258"/>
            <ac:spMk id="1269" creationId="{34F0A66A-9529-4D47-A0C9-6C06C840534E}"/>
          </ac:spMkLst>
        </pc:spChg>
        <pc:spChg chg="mod">
          <ac:chgData name="SERGIO SPANO'" userId="3abdd0b9-513e-40ac-aad4-56920065037d" providerId="ADAL" clId="{2DCFDF45-1F6B-4A47-892B-C9094FDD5642}" dt="2022-03-21T11:08:19.259" v="1310" actId="27803"/>
          <ac:spMkLst>
            <pc:docMk/>
            <pc:sldMk cId="1175821773" sldId="258"/>
            <ac:spMk id="1270" creationId="{6BA90907-0D02-41E9-9838-19028C72DA13}"/>
          </ac:spMkLst>
        </pc:spChg>
        <pc:spChg chg="mod">
          <ac:chgData name="SERGIO SPANO'" userId="3abdd0b9-513e-40ac-aad4-56920065037d" providerId="ADAL" clId="{2DCFDF45-1F6B-4A47-892B-C9094FDD5642}" dt="2022-03-21T11:08:19.259" v="1310" actId="27803"/>
          <ac:spMkLst>
            <pc:docMk/>
            <pc:sldMk cId="1175821773" sldId="258"/>
            <ac:spMk id="1271" creationId="{447E182E-0911-41F9-81A0-908E6D37E3E8}"/>
          </ac:spMkLst>
        </pc:spChg>
        <pc:spChg chg="mod">
          <ac:chgData name="SERGIO SPANO'" userId="3abdd0b9-513e-40ac-aad4-56920065037d" providerId="ADAL" clId="{2DCFDF45-1F6B-4A47-892B-C9094FDD5642}" dt="2022-03-21T11:08:19.259" v="1310" actId="27803"/>
          <ac:spMkLst>
            <pc:docMk/>
            <pc:sldMk cId="1175821773" sldId="258"/>
            <ac:spMk id="1272" creationId="{378B5D9C-5F08-45A9-91F2-DA53944BC049}"/>
          </ac:spMkLst>
        </pc:spChg>
        <pc:spChg chg="mod">
          <ac:chgData name="SERGIO SPANO'" userId="3abdd0b9-513e-40ac-aad4-56920065037d" providerId="ADAL" clId="{2DCFDF45-1F6B-4A47-892B-C9094FDD5642}" dt="2022-03-21T11:08:19.259" v="1310" actId="27803"/>
          <ac:spMkLst>
            <pc:docMk/>
            <pc:sldMk cId="1175821773" sldId="258"/>
            <ac:spMk id="1273" creationId="{78196757-D7DA-4F98-A96D-341DD5D40E53}"/>
          </ac:spMkLst>
        </pc:spChg>
        <pc:spChg chg="mod">
          <ac:chgData name="SERGIO SPANO'" userId="3abdd0b9-513e-40ac-aad4-56920065037d" providerId="ADAL" clId="{2DCFDF45-1F6B-4A47-892B-C9094FDD5642}" dt="2022-03-21T11:08:19.259" v="1310" actId="27803"/>
          <ac:spMkLst>
            <pc:docMk/>
            <pc:sldMk cId="1175821773" sldId="258"/>
            <ac:spMk id="1274" creationId="{7DF1F056-C24D-4B4D-952D-D3C26D6BD307}"/>
          </ac:spMkLst>
        </pc:spChg>
        <pc:spChg chg="mod">
          <ac:chgData name="SERGIO SPANO'" userId="3abdd0b9-513e-40ac-aad4-56920065037d" providerId="ADAL" clId="{2DCFDF45-1F6B-4A47-892B-C9094FDD5642}" dt="2022-03-21T11:08:19.259" v="1310" actId="27803"/>
          <ac:spMkLst>
            <pc:docMk/>
            <pc:sldMk cId="1175821773" sldId="258"/>
            <ac:spMk id="1275" creationId="{C3038F48-E162-4020-8FDA-310562C48EA5}"/>
          </ac:spMkLst>
        </pc:spChg>
        <pc:spChg chg="mod">
          <ac:chgData name="SERGIO SPANO'" userId="3abdd0b9-513e-40ac-aad4-56920065037d" providerId="ADAL" clId="{2DCFDF45-1F6B-4A47-892B-C9094FDD5642}" dt="2022-03-21T11:08:19.259" v="1310" actId="27803"/>
          <ac:spMkLst>
            <pc:docMk/>
            <pc:sldMk cId="1175821773" sldId="258"/>
            <ac:spMk id="1276" creationId="{E2206D0F-96DE-4120-92EE-7496AFAAA6EE}"/>
          </ac:spMkLst>
        </pc:spChg>
        <pc:spChg chg="mod">
          <ac:chgData name="SERGIO SPANO'" userId="3abdd0b9-513e-40ac-aad4-56920065037d" providerId="ADAL" clId="{2DCFDF45-1F6B-4A47-892B-C9094FDD5642}" dt="2022-03-21T11:08:19.259" v="1310" actId="27803"/>
          <ac:spMkLst>
            <pc:docMk/>
            <pc:sldMk cId="1175821773" sldId="258"/>
            <ac:spMk id="1277" creationId="{A5FC9F9F-F431-47EA-AB7A-DCEB1085F375}"/>
          </ac:spMkLst>
        </pc:spChg>
        <pc:spChg chg="mod">
          <ac:chgData name="SERGIO SPANO'" userId="3abdd0b9-513e-40ac-aad4-56920065037d" providerId="ADAL" clId="{2DCFDF45-1F6B-4A47-892B-C9094FDD5642}" dt="2022-03-21T11:08:19.259" v="1310" actId="27803"/>
          <ac:spMkLst>
            <pc:docMk/>
            <pc:sldMk cId="1175821773" sldId="258"/>
            <ac:spMk id="1278" creationId="{79DE6497-B716-489D-969D-BD2A021DF884}"/>
          </ac:spMkLst>
        </pc:spChg>
        <pc:spChg chg="mod">
          <ac:chgData name="SERGIO SPANO'" userId="3abdd0b9-513e-40ac-aad4-56920065037d" providerId="ADAL" clId="{2DCFDF45-1F6B-4A47-892B-C9094FDD5642}" dt="2022-03-21T11:08:19.259" v="1310" actId="27803"/>
          <ac:spMkLst>
            <pc:docMk/>
            <pc:sldMk cId="1175821773" sldId="258"/>
            <ac:spMk id="1279" creationId="{083464FD-CBA5-4877-875D-071F3645E35C}"/>
          </ac:spMkLst>
        </pc:spChg>
        <pc:spChg chg="mod">
          <ac:chgData name="SERGIO SPANO'" userId="3abdd0b9-513e-40ac-aad4-56920065037d" providerId="ADAL" clId="{2DCFDF45-1F6B-4A47-892B-C9094FDD5642}" dt="2022-03-21T11:08:19.259" v="1310" actId="27803"/>
          <ac:spMkLst>
            <pc:docMk/>
            <pc:sldMk cId="1175821773" sldId="258"/>
            <ac:spMk id="1280" creationId="{4CA7E631-C962-459E-A779-C83BDBE38491}"/>
          </ac:spMkLst>
        </pc:spChg>
        <pc:spChg chg="mod">
          <ac:chgData name="SERGIO SPANO'" userId="3abdd0b9-513e-40ac-aad4-56920065037d" providerId="ADAL" clId="{2DCFDF45-1F6B-4A47-892B-C9094FDD5642}" dt="2022-03-21T11:08:19.259" v="1310" actId="27803"/>
          <ac:spMkLst>
            <pc:docMk/>
            <pc:sldMk cId="1175821773" sldId="258"/>
            <ac:spMk id="1281" creationId="{A813D990-988D-47D0-83EE-E4621E0830F7}"/>
          </ac:spMkLst>
        </pc:spChg>
        <pc:spChg chg="mod">
          <ac:chgData name="SERGIO SPANO'" userId="3abdd0b9-513e-40ac-aad4-56920065037d" providerId="ADAL" clId="{2DCFDF45-1F6B-4A47-892B-C9094FDD5642}" dt="2022-03-21T11:08:19.259" v="1310" actId="27803"/>
          <ac:spMkLst>
            <pc:docMk/>
            <pc:sldMk cId="1175821773" sldId="258"/>
            <ac:spMk id="1282" creationId="{42F027B2-098C-42CE-A00E-4AC0242138CC}"/>
          </ac:spMkLst>
        </pc:spChg>
        <pc:spChg chg="mod">
          <ac:chgData name="SERGIO SPANO'" userId="3abdd0b9-513e-40ac-aad4-56920065037d" providerId="ADAL" clId="{2DCFDF45-1F6B-4A47-892B-C9094FDD5642}" dt="2022-03-21T11:08:19.259" v="1310" actId="27803"/>
          <ac:spMkLst>
            <pc:docMk/>
            <pc:sldMk cId="1175821773" sldId="258"/>
            <ac:spMk id="1283" creationId="{5007AD98-0464-4B3D-895B-1F61D04A4B4F}"/>
          </ac:spMkLst>
        </pc:spChg>
        <pc:spChg chg="mod">
          <ac:chgData name="SERGIO SPANO'" userId="3abdd0b9-513e-40ac-aad4-56920065037d" providerId="ADAL" clId="{2DCFDF45-1F6B-4A47-892B-C9094FDD5642}" dt="2022-03-21T11:08:19.259" v="1310" actId="27803"/>
          <ac:spMkLst>
            <pc:docMk/>
            <pc:sldMk cId="1175821773" sldId="258"/>
            <ac:spMk id="1284" creationId="{687C2A39-DD46-469D-B3F0-8D2E0F9F43F0}"/>
          </ac:spMkLst>
        </pc:spChg>
        <pc:spChg chg="mod">
          <ac:chgData name="SERGIO SPANO'" userId="3abdd0b9-513e-40ac-aad4-56920065037d" providerId="ADAL" clId="{2DCFDF45-1F6B-4A47-892B-C9094FDD5642}" dt="2022-03-21T11:08:19.259" v="1310" actId="27803"/>
          <ac:spMkLst>
            <pc:docMk/>
            <pc:sldMk cId="1175821773" sldId="258"/>
            <ac:spMk id="1285" creationId="{6C6AC308-3666-4C52-8F64-7E29C385F4C6}"/>
          </ac:spMkLst>
        </pc:spChg>
        <pc:spChg chg="mod">
          <ac:chgData name="SERGIO SPANO'" userId="3abdd0b9-513e-40ac-aad4-56920065037d" providerId="ADAL" clId="{2DCFDF45-1F6B-4A47-892B-C9094FDD5642}" dt="2022-03-21T11:08:19.259" v="1310" actId="27803"/>
          <ac:spMkLst>
            <pc:docMk/>
            <pc:sldMk cId="1175821773" sldId="258"/>
            <ac:spMk id="1286" creationId="{4D9B7DA9-2AFD-4265-8BC0-253C951EA105}"/>
          </ac:spMkLst>
        </pc:spChg>
        <pc:spChg chg="mod">
          <ac:chgData name="SERGIO SPANO'" userId="3abdd0b9-513e-40ac-aad4-56920065037d" providerId="ADAL" clId="{2DCFDF45-1F6B-4A47-892B-C9094FDD5642}" dt="2022-03-21T11:08:19.259" v="1310" actId="27803"/>
          <ac:spMkLst>
            <pc:docMk/>
            <pc:sldMk cId="1175821773" sldId="258"/>
            <ac:spMk id="1287" creationId="{7D978C34-314E-454C-A860-88FD8A401B7A}"/>
          </ac:spMkLst>
        </pc:spChg>
        <pc:spChg chg="mod">
          <ac:chgData name="SERGIO SPANO'" userId="3abdd0b9-513e-40ac-aad4-56920065037d" providerId="ADAL" clId="{2DCFDF45-1F6B-4A47-892B-C9094FDD5642}" dt="2022-03-21T11:08:19.259" v="1310" actId="27803"/>
          <ac:spMkLst>
            <pc:docMk/>
            <pc:sldMk cId="1175821773" sldId="258"/>
            <ac:spMk id="1288" creationId="{D23001C8-DA60-4A95-998D-5DE17997CE9B}"/>
          </ac:spMkLst>
        </pc:spChg>
        <pc:spChg chg="mod">
          <ac:chgData name="SERGIO SPANO'" userId="3abdd0b9-513e-40ac-aad4-56920065037d" providerId="ADAL" clId="{2DCFDF45-1F6B-4A47-892B-C9094FDD5642}" dt="2022-03-21T11:08:19.259" v="1310" actId="27803"/>
          <ac:spMkLst>
            <pc:docMk/>
            <pc:sldMk cId="1175821773" sldId="258"/>
            <ac:spMk id="1289" creationId="{C15BAEC6-5C02-426D-BBED-A491985367BE}"/>
          </ac:spMkLst>
        </pc:spChg>
        <pc:spChg chg="mod">
          <ac:chgData name="SERGIO SPANO'" userId="3abdd0b9-513e-40ac-aad4-56920065037d" providerId="ADAL" clId="{2DCFDF45-1F6B-4A47-892B-C9094FDD5642}" dt="2022-03-21T11:08:19.259" v="1310" actId="27803"/>
          <ac:spMkLst>
            <pc:docMk/>
            <pc:sldMk cId="1175821773" sldId="258"/>
            <ac:spMk id="1290" creationId="{9D3B4CC2-D260-46DA-B34E-2CC70610DB6A}"/>
          </ac:spMkLst>
        </pc:spChg>
        <pc:spChg chg="mod">
          <ac:chgData name="SERGIO SPANO'" userId="3abdd0b9-513e-40ac-aad4-56920065037d" providerId="ADAL" clId="{2DCFDF45-1F6B-4A47-892B-C9094FDD5642}" dt="2022-03-21T11:08:19.259" v="1310" actId="27803"/>
          <ac:spMkLst>
            <pc:docMk/>
            <pc:sldMk cId="1175821773" sldId="258"/>
            <ac:spMk id="1291" creationId="{BED1ACD4-F973-4565-B888-324643B351D7}"/>
          </ac:spMkLst>
        </pc:spChg>
        <pc:spChg chg="mod">
          <ac:chgData name="SERGIO SPANO'" userId="3abdd0b9-513e-40ac-aad4-56920065037d" providerId="ADAL" clId="{2DCFDF45-1F6B-4A47-892B-C9094FDD5642}" dt="2022-03-21T11:08:19.259" v="1310" actId="27803"/>
          <ac:spMkLst>
            <pc:docMk/>
            <pc:sldMk cId="1175821773" sldId="258"/>
            <ac:spMk id="1292" creationId="{788087BF-10A4-48CA-92D5-F4A031AA2421}"/>
          </ac:spMkLst>
        </pc:spChg>
        <pc:spChg chg="mod">
          <ac:chgData name="SERGIO SPANO'" userId="3abdd0b9-513e-40ac-aad4-56920065037d" providerId="ADAL" clId="{2DCFDF45-1F6B-4A47-892B-C9094FDD5642}" dt="2022-03-21T11:08:19.259" v="1310" actId="27803"/>
          <ac:spMkLst>
            <pc:docMk/>
            <pc:sldMk cId="1175821773" sldId="258"/>
            <ac:spMk id="1293" creationId="{218D5357-B0FB-4CEF-B4BB-D750B137B2E8}"/>
          </ac:spMkLst>
        </pc:spChg>
        <pc:spChg chg="mod">
          <ac:chgData name="SERGIO SPANO'" userId="3abdd0b9-513e-40ac-aad4-56920065037d" providerId="ADAL" clId="{2DCFDF45-1F6B-4A47-892B-C9094FDD5642}" dt="2022-03-21T11:08:19.259" v="1310" actId="27803"/>
          <ac:spMkLst>
            <pc:docMk/>
            <pc:sldMk cId="1175821773" sldId="258"/>
            <ac:spMk id="1294" creationId="{ED69B027-3995-43D4-9AF0-E6D5D08F7FEF}"/>
          </ac:spMkLst>
        </pc:spChg>
        <pc:spChg chg="mod">
          <ac:chgData name="SERGIO SPANO'" userId="3abdd0b9-513e-40ac-aad4-56920065037d" providerId="ADAL" clId="{2DCFDF45-1F6B-4A47-892B-C9094FDD5642}" dt="2022-03-21T11:08:19.259" v="1310" actId="27803"/>
          <ac:spMkLst>
            <pc:docMk/>
            <pc:sldMk cId="1175821773" sldId="258"/>
            <ac:spMk id="1295" creationId="{42C3FA43-EEEC-4839-963F-7D3223A23A11}"/>
          </ac:spMkLst>
        </pc:spChg>
        <pc:spChg chg="mod">
          <ac:chgData name="SERGIO SPANO'" userId="3abdd0b9-513e-40ac-aad4-56920065037d" providerId="ADAL" clId="{2DCFDF45-1F6B-4A47-892B-C9094FDD5642}" dt="2022-03-21T11:08:19.259" v="1310" actId="27803"/>
          <ac:spMkLst>
            <pc:docMk/>
            <pc:sldMk cId="1175821773" sldId="258"/>
            <ac:spMk id="1296" creationId="{D01C8670-EF04-4CFA-889F-6C5F81D6EECD}"/>
          </ac:spMkLst>
        </pc:spChg>
        <pc:spChg chg="mod">
          <ac:chgData name="SERGIO SPANO'" userId="3abdd0b9-513e-40ac-aad4-56920065037d" providerId="ADAL" clId="{2DCFDF45-1F6B-4A47-892B-C9094FDD5642}" dt="2022-03-21T11:08:19.259" v="1310" actId="27803"/>
          <ac:spMkLst>
            <pc:docMk/>
            <pc:sldMk cId="1175821773" sldId="258"/>
            <ac:spMk id="1297" creationId="{BFE6DBBB-72A7-4FF1-9E1D-1B3923A953ED}"/>
          </ac:spMkLst>
        </pc:spChg>
        <pc:spChg chg="mod">
          <ac:chgData name="SERGIO SPANO'" userId="3abdd0b9-513e-40ac-aad4-56920065037d" providerId="ADAL" clId="{2DCFDF45-1F6B-4A47-892B-C9094FDD5642}" dt="2022-03-21T11:08:19.259" v="1310" actId="27803"/>
          <ac:spMkLst>
            <pc:docMk/>
            <pc:sldMk cId="1175821773" sldId="258"/>
            <ac:spMk id="1298" creationId="{FB48BA5E-228C-4672-AB83-453C8FD12E25}"/>
          </ac:spMkLst>
        </pc:spChg>
        <pc:spChg chg="mod">
          <ac:chgData name="SERGIO SPANO'" userId="3abdd0b9-513e-40ac-aad4-56920065037d" providerId="ADAL" clId="{2DCFDF45-1F6B-4A47-892B-C9094FDD5642}" dt="2022-03-21T11:08:19.259" v="1310" actId="27803"/>
          <ac:spMkLst>
            <pc:docMk/>
            <pc:sldMk cId="1175821773" sldId="258"/>
            <ac:spMk id="1299" creationId="{45AFEFA6-0380-4333-B61E-957C295BB78C}"/>
          </ac:spMkLst>
        </pc:spChg>
        <pc:spChg chg="mod">
          <ac:chgData name="SERGIO SPANO'" userId="3abdd0b9-513e-40ac-aad4-56920065037d" providerId="ADAL" clId="{2DCFDF45-1F6B-4A47-892B-C9094FDD5642}" dt="2022-03-21T11:08:19.259" v="1310" actId="27803"/>
          <ac:spMkLst>
            <pc:docMk/>
            <pc:sldMk cId="1175821773" sldId="258"/>
            <ac:spMk id="1300" creationId="{CB9CB48F-75FD-4486-9432-2FEBC76FA85A}"/>
          </ac:spMkLst>
        </pc:spChg>
        <pc:spChg chg="mod">
          <ac:chgData name="SERGIO SPANO'" userId="3abdd0b9-513e-40ac-aad4-56920065037d" providerId="ADAL" clId="{2DCFDF45-1F6B-4A47-892B-C9094FDD5642}" dt="2022-03-21T11:08:19.259" v="1310" actId="27803"/>
          <ac:spMkLst>
            <pc:docMk/>
            <pc:sldMk cId="1175821773" sldId="258"/>
            <ac:spMk id="1301" creationId="{6B825751-ACD2-4604-97F2-EF858977E469}"/>
          </ac:spMkLst>
        </pc:spChg>
        <pc:spChg chg="mod">
          <ac:chgData name="SERGIO SPANO'" userId="3abdd0b9-513e-40ac-aad4-56920065037d" providerId="ADAL" clId="{2DCFDF45-1F6B-4A47-892B-C9094FDD5642}" dt="2022-03-21T11:08:19.259" v="1310" actId="27803"/>
          <ac:spMkLst>
            <pc:docMk/>
            <pc:sldMk cId="1175821773" sldId="258"/>
            <ac:spMk id="1302" creationId="{2716BD5B-F7AC-4C87-BB48-E1D58A94CDE3}"/>
          </ac:spMkLst>
        </pc:spChg>
        <pc:spChg chg="mod">
          <ac:chgData name="SERGIO SPANO'" userId="3abdd0b9-513e-40ac-aad4-56920065037d" providerId="ADAL" clId="{2DCFDF45-1F6B-4A47-892B-C9094FDD5642}" dt="2022-03-21T11:08:19.259" v="1310" actId="27803"/>
          <ac:spMkLst>
            <pc:docMk/>
            <pc:sldMk cId="1175821773" sldId="258"/>
            <ac:spMk id="1303" creationId="{9708532B-D163-4479-85EA-6C235F567C7D}"/>
          </ac:spMkLst>
        </pc:spChg>
        <pc:spChg chg="mod">
          <ac:chgData name="SERGIO SPANO'" userId="3abdd0b9-513e-40ac-aad4-56920065037d" providerId="ADAL" clId="{2DCFDF45-1F6B-4A47-892B-C9094FDD5642}" dt="2022-03-21T11:08:19.259" v="1310" actId="27803"/>
          <ac:spMkLst>
            <pc:docMk/>
            <pc:sldMk cId="1175821773" sldId="258"/>
            <ac:spMk id="1304" creationId="{7AD1BED8-34C2-4C7E-94C5-EF177625CD59}"/>
          </ac:spMkLst>
        </pc:spChg>
        <pc:spChg chg="mod">
          <ac:chgData name="SERGIO SPANO'" userId="3abdd0b9-513e-40ac-aad4-56920065037d" providerId="ADAL" clId="{2DCFDF45-1F6B-4A47-892B-C9094FDD5642}" dt="2022-03-21T11:08:19.259" v="1310" actId="27803"/>
          <ac:spMkLst>
            <pc:docMk/>
            <pc:sldMk cId="1175821773" sldId="258"/>
            <ac:spMk id="1305" creationId="{31DC95CE-CEC3-46FB-BABC-B0931F1F4E04}"/>
          </ac:spMkLst>
        </pc:spChg>
        <pc:spChg chg="mod">
          <ac:chgData name="SERGIO SPANO'" userId="3abdd0b9-513e-40ac-aad4-56920065037d" providerId="ADAL" clId="{2DCFDF45-1F6B-4A47-892B-C9094FDD5642}" dt="2022-03-21T11:08:19.259" v="1310" actId="27803"/>
          <ac:spMkLst>
            <pc:docMk/>
            <pc:sldMk cId="1175821773" sldId="258"/>
            <ac:spMk id="1306" creationId="{F2617A21-5F7F-4DA3-A9AE-B530E3B7F1F5}"/>
          </ac:spMkLst>
        </pc:spChg>
        <pc:spChg chg="mod">
          <ac:chgData name="SERGIO SPANO'" userId="3abdd0b9-513e-40ac-aad4-56920065037d" providerId="ADAL" clId="{2DCFDF45-1F6B-4A47-892B-C9094FDD5642}" dt="2022-03-21T11:08:19.259" v="1310" actId="27803"/>
          <ac:spMkLst>
            <pc:docMk/>
            <pc:sldMk cId="1175821773" sldId="258"/>
            <ac:spMk id="1307" creationId="{AFB1CBEF-C485-4E8F-BB14-A68B8172A75D}"/>
          </ac:spMkLst>
        </pc:spChg>
        <pc:spChg chg="mod">
          <ac:chgData name="SERGIO SPANO'" userId="3abdd0b9-513e-40ac-aad4-56920065037d" providerId="ADAL" clId="{2DCFDF45-1F6B-4A47-892B-C9094FDD5642}" dt="2022-03-21T11:08:19.259" v="1310" actId="27803"/>
          <ac:spMkLst>
            <pc:docMk/>
            <pc:sldMk cId="1175821773" sldId="258"/>
            <ac:spMk id="1308" creationId="{6DD15F48-CC0C-47C0-80DA-F1EE769A3ABF}"/>
          </ac:spMkLst>
        </pc:spChg>
        <pc:spChg chg="mod">
          <ac:chgData name="SERGIO SPANO'" userId="3abdd0b9-513e-40ac-aad4-56920065037d" providerId="ADAL" clId="{2DCFDF45-1F6B-4A47-892B-C9094FDD5642}" dt="2022-03-21T11:08:19.259" v="1310" actId="27803"/>
          <ac:spMkLst>
            <pc:docMk/>
            <pc:sldMk cId="1175821773" sldId="258"/>
            <ac:spMk id="1309" creationId="{5C3DE945-C58A-4339-A1A9-0F0237A9871C}"/>
          </ac:spMkLst>
        </pc:spChg>
        <pc:spChg chg="mod">
          <ac:chgData name="SERGIO SPANO'" userId="3abdd0b9-513e-40ac-aad4-56920065037d" providerId="ADAL" clId="{2DCFDF45-1F6B-4A47-892B-C9094FDD5642}" dt="2022-03-21T11:08:19.259" v="1310" actId="27803"/>
          <ac:spMkLst>
            <pc:docMk/>
            <pc:sldMk cId="1175821773" sldId="258"/>
            <ac:spMk id="1310" creationId="{A108F0A6-FCAA-4ED7-92EA-F697BB50A586}"/>
          </ac:spMkLst>
        </pc:spChg>
        <pc:spChg chg="mod">
          <ac:chgData name="SERGIO SPANO'" userId="3abdd0b9-513e-40ac-aad4-56920065037d" providerId="ADAL" clId="{2DCFDF45-1F6B-4A47-892B-C9094FDD5642}" dt="2022-03-21T11:08:19.259" v="1310" actId="27803"/>
          <ac:spMkLst>
            <pc:docMk/>
            <pc:sldMk cId="1175821773" sldId="258"/>
            <ac:spMk id="1311" creationId="{968B3EF6-D64B-4AF8-BD78-0B51F650AFC1}"/>
          </ac:spMkLst>
        </pc:spChg>
        <pc:spChg chg="mod">
          <ac:chgData name="SERGIO SPANO'" userId="3abdd0b9-513e-40ac-aad4-56920065037d" providerId="ADAL" clId="{2DCFDF45-1F6B-4A47-892B-C9094FDD5642}" dt="2022-03-21T11:08:19.259" v="1310" actId="27803"/>
          <ac:spMkLst>
            <pc:docMk/>
            <pc:sldMk cId="1175821773" sldId="258"/>
            <ac:spMk id="1312" creationId="{12A23650-0AB0-4F0F-8838-5843FCCA0E54}"/>
          </ac:spMkLst>
        </pc:spChg>
        <pc:spChg chg="mod">
          <ac:chgData name="SERGIO SPANO'" userId="3abdd0b9-513e-40ac-aad4-56920065037d" providerId="ADAL" clId="{2DCFDF45-1F6B-4A47-892B-C9094FDD5642}" dt="2022-03-21T11:08:19.259" v="1310" actId="27803"/>
          <ac:spMkLst>
            <pc:docMk/>
            <pc:sldMk cId="1175821773" sldId="258"/>
            <ac:spMk id="1313" creationId="{ECF09C4D-E3E6-4EA8-AC52-C4B48746D249}"/>
          </ac:spMkLst>
        </pc:spChg>
        <pc:spChg chg="mod">
          <ac:chgData name="SERGIO SPANO'" userId="3abdd0b9-513e-40ac-aad4-56920065037d" providerId="ADAL" clId="{2DCFDF45-1F6B-4A47-892B-C9094FDD5642}" dt="2022-03-21T11:08:19.259" v="1310" actId="27803"/>
          <ac:spMkLst>
            <pc:docMk/>
            <pc:sldMk cId="1175821773" sldId="258"/>
            <ac:spMk id="1314" creationId="{548A8D1A-4451-4AD6-A063-04BF1AE19920}"/>
          </ac:spMkLst>
        </pc:spChg>
        <pc:spChg chg="mod">
          <ac:chgData name="SERGIO SPANO'" userId="3abdd0b9-513e-40ac-aad4-56920065037d" providerId="ADAL" clId="{2DCFDF45-1F6B-4A47-892B-C9094FDD5642}" dt="2022-03-21T11:08:19.259" v="1310" actId="27803"/>
          <ac:spMkLst>
            <pc:docMk/>
            <pc:sldMk cId="1175821773" sldId="258"/>
            <ac:spMk id="1315" creationId="{F9D88DED-A6A8-4ECE-8CA5-8C5609AA4230}"/>
          </ac:spMkLst>
        </pc:spChg>
        <pc:spChg chg="mod">
          <ac:chgData name="SERGIO SPANO'" userId="3abdd0b9-513e-40ac-aad4-56920065037d" providerId="ADAL" clId="{2DCFDF45-1F6B-4A47-892B-C9094FDD5642}" dt="2022-03-21T11:08:19.259" v="1310" actId="27803"/>
          <ac:spMkLst>
            <pc:docMk/>
            <pc:sldMk cId="1175821773" sldId="258"/>
            <ac:spMk id="1316" creationId="{54FD5C07-D3DE-44C3-B58C-9A285436687C}"/>
          </ac:spMkLst>
        </pc:spChg>
        <pc:spChg chg="mod">
          <ac:chgData name="SERGIO SPANO'" userId="3abdd0b9-513e-40ac-aad4-56920065037d" providerId="ADAL" clId="{2DCFDF45-1F6B-4A47-892B-C9094FDD5642}" dt="2022-03-21T11:08:19.259" v="1310" actId="27803"/>
          <ac:spMkLst>
            <pc:docMk/>
            <pc:sldMk cId="1175821773" sldId="258"/>
            <ac:spMk id="1317" creationId="{F17A1CBF-AD46-466B-8445-7BD1C9D425AE}"/>
          </ac:spMkLst>
        </pc:spChg>
        <pc:spChg chg="mod">
          <ac:chgData name="SERGIO SPANO'" userId="3abdd0b9-513e-40ac-aad4-56920065037d" providerId="ADAL" clId="{2DCFDF45-1F6B-4A47-892B-C9094FDD5642}" dt="2022-03-21T11:08:19.259" v="1310" actId="27803"/>
          <ac:spMkLst>
            <pc:docMk/>
            <pc:sldMk cId="1175821773" sldId="258"/>
            <ac:spMk id="1318" creationId="{EC23D425-4E2E-4FA5-AE3C-853C1FB979E9}"/>
          </ac:spMkLst>
        </pc:spChg>
        <pc:spChg chg="mod">
          <ac:chgData name="SERGIO SPANO'" userId="3abdd0b9-513e-40ac-aad4-56920065037d" providerId="ADAL" clId="{2DCFDF45-1F6B-4A47-892B-C9094FDD5642}" dt="2022-03-21T11:08:19.259" v="1310" actId="27803"/>
          <ac:spMkLst>
            <pc:docMk/>
            <pc:sldMk cId="1175821773" sldId="258"/>
            <ac:spMk id="1319" creationId="{FFCDFB00-9296-4C68-BB1E-8C80D2DDD3C3}"/>
          </ac:spMkLst>
        </pc:spChg>
        <pc:spChg chg="mod">
          <ac:chgData name="SERGIO SPANO'" userId="3abdd0b9-513e-40ac-aad4-56920065037d" providerId="ADAL" clId="{2DCFDF45-1F6B-4A47-892B-C9094FDD5642}" dt="2022-03-21T11:08:19.259" v="1310" actId="27803"/>
          <ac:spMkLst>
            <pc:docMk/>
            <pc:sldMk cId="1175821773" sldId="258"/>
            <ac:spMk id="1320" creationId="{A7988F6B-6C53-40E9-A11F-946B58470FB4}"/>
          </ac:spMkLst>
        </pc:spChg>
        <pc:spChg chg="mod">
          <ac:chgData name="SERGIO SPANO'" userId="3abdd0b9-513e-40ac-aad4-56920065037d" providerId="ADAL" clId="{2DCFDF45-1F6B-4A47-892B-C9094FDD5642}" dt="2022-03-21T11:08:19.259" v="1310" actId="27803"/>
          <ac:spMkLst>
            <pc:docMk/>
            <pc:sldMk cId="1175821773" sldId="258"/>
            <ac:spMk id="1321" creationId="{59D6AEC5-164B-4D1D-908B-888E1BBC92C8}"/>
          </ac:spMkLst>
        </pc:spChg>
        <pc:spChg chg="mod">
          <ac:chgData name="SERGIO SPANO'" userId="3abdd0b9-513e-40ac-aad4-56920065037d" providerId="ADAL" clId="{2DCFDF45-1F6B-4A47-892B-C9094FDD5642}" dt="2022-03-21T11:08:19.259" v="1310" actId="27803"/>
          <ac:spMkLst>
            <pc:docMk/>
            <pc:sldMk cId="1175821773" sldId="258"/>
            <ac:spMk id="1322" creationId="{F3FEFB4D-F882-4DC6-A5C9-114DE43048E6}"/>
          </ac:spMkLst>
        </pc:spChg>
        <pc:spChg chg="mod">
          <ac:chgData name="SERGIO SPANO'" userId="3abdd0b9-513e-40ac-aad4-56920065037d" providerId="ADAL" clId="{2DCFDF45-1F6B-4A47-892B-C9094FDD5642}" dt="2022-03-21T11:08:19.259" v="1310" actId="27803"/>
          <ac:spMkLst>
            <pc:docMk/>
            <pc:sldMk cId="1175821773" sldId="258"/>
            <ac:spMk id="1323" creationId="{FE5AD0A6-DC34-4524-9862-5EFB7D9871A8}"/>
          </ac:spMkLst>
        </pc:spChg>
        <pc:spChg chg="mod">
          <ac:chgData name="SERGIO SPANO'" userId="3abdd0b9-513e-40ac-aad4-56920065037d" providerId="ADAL" clId="{2DCFDF45-1F6B-4A47-892B-C9094FDD5642}" dt="2022-03-21T11:08:19.259" v="1310" actId="27803"/>
          <ac:spMkLst>
            <pc:docMk/>
            <pc:sldMk cId="1175821773" sldId="258"/>
            <ac:spMk id="1324" creationId="{BD4872FB-8479-4773-8775-07072A845249}"/>
          </ac:spMkLst>
        </pc:spChg>
        <pc:spChg chg="mod">
          <ac:chgData name="SERGIO SPANO'" userId="3abdd0b9-513e-40ac-aad4-56920065037d" providerId="ADAL" clId="{2DCFDF45-1F6B-4A47-892B-C9094FDD5642}" dt="2022-03-21T11:08:19.259" v="1310" actId="27803"/>
          <ac:spMkLst>
            <pc:docMk/>
            <pc:sldMk cId="1175821773" sldId="258"/>
            <ac:spMk id="1325" creationId="{3BED54F4-74EE-4607-A880-6B9032B336FD}"/>
          </ac:spMkLst>
        </pc:spChg>
        <pc:spChg chg="mod">
          <ac:chgData name="SERGIO SPANO'" userId="3abdd0b9-513e-40ac-aad4-56920065037d" providerId="ADAL" clId="{2DCFDF45-1F6B-4A47-892B-C9094FDD5642}" dt="2022-03-21T11:08:19.259" v="1310" actId="27803"/>
          <ac:spMkLst>
            <pc:docMk/>
            <pc:sldMk cId="1175821773" sldId="258"/>
            <ac:spMk id="1326" creationId="{830CCB00-0382-48EF-AED2-63E83C3DE7E5}"/>
          </ac:spMkLst>
        </pc:spChg>
        <pc:spChg chg="mod">
          <ac:chgData name="SERGIO SPANO'" userId="3abdd0b9-513e-40ac-aad4-56920065037d" providerId="ADAL" clId="{2DCFDF45-1F6B-4A47-892B-C9094FDD5642}" dt="2022-03-21T11:08:19.259" v="1310" actId="27803"/>
          <ac:spMkLst>
            <pc:docMk/>
            <pc:sldMk cId="1175821773" sldId="258"/>
            <ac:spMk id="1327" creationId="{4BFB515D-35FC-4B15-AACF-91E3E5C73A2D}"/>
          </ac:spMkLst>
        </pc:spChg>
        <pc:spChg chg="mod">
          <ac:chgData name="SERGIO SPANO'" userId="3abdd0b9-513e-40ac-aad4-56920065037d" providerId="ADAL" clId="{2DCFDF45-1F6B-4A47-892B-C9094FDD5642}" dt="2022-03-21T11:08:19.259" v="1310" actId="27803"/>
          <ac:spMkLst>
            <pc:docMk/>
            <pc:sldMk cId="1175821773" sldId="258"/>
            <ac:spMk id="1328" creationId="{9D899232-B894-4CE0-9F89-92EACE6F99C0}"/>
          </ac:spMkLst>
        </pc:spChg>
        <pc:spChg chg="mod">
          <ac:chgData name="SERGIO SPANO'" userId="3abdd0b9-513e-40ac-aad4-56920065037d" providerId="ADAL" clId="{2DCFDF45-1F6B-4A47-892B-C9094FDD5642}" dt="2022-03-21T11:08:19.259" v="1310" actId="27803"/>
          <ac:spMkLst>
            <pc:docMk/>
            <pc:sldMk cId="1175821773" sldId="258"/>
            <ac:spMk id="1329" creationId="{2B1791C5-AF15-4388-9797-51F10D046759}"/>
          </ac:spMkLst>
        </pc:spChg>
        <pc:spChg chg="mod">
          <ac:chgData name="SERGIO SPANO'" userId="3abdd0b9-513e-40ac-aad4-56920065037d" providerId="ADAL" clId="{2DCFDF45-1F6B-4A47-892B-C9094FDD5642}" dt="2022-03-21T11:08:19.259" v="1310" actId="27803"/>
          <ac:spMkLst>
            <pc:docMk/>
            <pc:sldMk cId="1175821773" sldId="258"/>
            <ac:spMk id="1330" creationId="{46C481D9-2E6A-4CD2-B283-31B49E6BE5D4}"/>
          </ac:spMkLst>
        </pc:spChg>
        <pc:spChg chg="mod">
          <ac:chgData name="SERGIO SPANO'" userId="3abdd0b9-513e-40ac-aad4-56920065037d" providerId="ADAL" clId="{2DCFDF45-1F6B-4A47-892B-C9094FDD5642}" dt="2022-03-21T11:08:19.259" v="1310" actId="27803"/>
          <ac:spMkLst>
            <pc:docMk/>
            <pc:sldMk cId="1175821773" sldId="258"/>
            <ac:spMk id="1331" creationId="{3B6E4048-6C06-4CEA-8BEB-F5DD4AD1942E}"/>
          </ac:spMkLst>
        </pc:spChg>
        <pc:spChg chg="mod">
          <ac:chgData name="SERGIO SPANO'" userId="3abdd0b9-513e-40ac-aad4-56920065037d" providerId="ADAL" clId="{2DCFDF45-1F6B-4A47-892B-C9094FDD5642}" dt="2022-03-21T11:08:19.259" v="1310" actId="27803"/>
          <ac:spMkLst>
            <pc:docMk/>
            <pc:sldMk cId="1175821773" sldId="258"/>
            <ac:spMk id="1332" creationId="{24C212B8-F7D6-4B8E-87C3-ADBE5111D9C9}"/>
          </ac:spMkLst>
        </pc:spChg>
        <pc:spChg chg="mod">
          <ac:chgData name="SERGIO SPANO'" userId="3abdd0b9-513e-40ac-aad4-56920065037d" providerId="ADAL" clId="{2DCFDF45-1F6B-4A47-892B-C9094FDD5642}" dt="2022-03-21T11:08:19.259" v="1310" actId="27803"/>
          <ac:spMkLst>
            <pc:docMk/>
            <pc:sldMk cId="1175821773" sldId="258"/>
            <ac:spMk id="1333" creationId="{F1BFC91C-95C0-4059-B7FC-3D7540C6E6AC}"/>
          </ac:spMkLst>
        </pc:spChg>
        <pc:spChg chg="mod">
          <ac:chgData name="SERGIO SPANO'" userId="3abdd0b9-513e-40ac-aad4-56920065037d" providerId="ADAL" clId="{2DCFDF45-1F6B-4A47-892B-C9094FDD5642}" dt="2022-03-21T11:08:19.259" v="1310" actId="27803"/>
          <ac:spMkLst>
            <pc:docMk/>
            <pc:sldMk cId="1175821773" sldId="258"/>
            <ac:spMk id="1334" creationId="{ABA8508E-CF02-4FBF-B573-A507ED049BC1}"/>
          </ac:spMkLst>
        </pc:spChg>
        <pc:spChg chg="mod">
          <ac:chgData name="SERGIO SPANO'" userId="3abdd0b9-513e-40ac-aad4-56920065037d" providerId="ADAL" clId="{2DCFDF45-1F6B-4A47-892B-C9094FDD5642}" dt="2022-03-21T11:08:19.259" v="1310" actId="27803"/>
          <ac:spMkLst>
            <pc:docMk/>
            <pc:sldMk cId="1175821773" sldId="258"/>
            <ac:spMk id="1335" creationId="{D2FE81F4-8790-4F26-8492-883C624E54A9}"/>
          </ac:spMkLst>
        </pc:spChg>
        <pc:spChg chg="mod">
          <ac:chgData name="SERGIO SPANO'" userId="3abdd0b9-513e-40ac-aad4-56920065037d" providerId="ADAL" clId="{2DCFDF45-1F6B-4A47-892B-C9094FDD5642}" dt="2022-03-21T11:08:19.259" v="1310" actId="27803"/>
          <ac:spMkLst>
            <pc:docMk/>
            <pc:sldMk cId="1175821773" sldId="258"/>
            <ac:spMk id="1336" creationId="{C180FA69-FD67-4FA5-B614-EDD00B8138FE}"/>
          </ac:spMkLst>
        </pc:spChg>
        <pc:spChg chg="mod">
          <ac:chgData name="SERGIO SPANO'" userId="3abdd0b9-513e-40ac-aad4-56920065037d" providerId="ADAL" clId="{2DCFDF45-1F6B-4A47-892B-C9094FDD5642}" dt="2022-03-21T11:08:19.259" v="1310" actId="27803"/>
          <ac:spMkLst>
            <pc:docMk/>
            <pc:sldMk cId="1175821773" sldId="258"/>
            <ac:spMk id="1337" creationId="{D548B786-5083-40B8-8128-D839DBB885DD}"/>
          </ac:spMkLst>
        </pc:spChg>
        <pc:spChg chg="mod">
          <ac:chgData name="SERGIO SPANO'" userId="3abdd0b9-513e-40ac-aad4-56920065037d" providerId="ADAL" clId="{2DCFDF45-1F6B-4A47-892B-C9094FDD5642}" dt="2022-03-21T11:08:19.259" v="1310" actId="27803"/>
          <ac:spMkLst>
            <pc:docMk/>
            <pc:sldMk cId="1175821773" sldId="258"/>
            <ac:spMk id="1338" creationId="{8E05F18A-6F6C-4723-B5F9-F079E01F17C0}"/>
          </ac:spMkLst>
        </pc:spChg>
        <pc:spChg chg="mod">
          <ac:chgData name="SERGIO SPANO'" userId="3abdd0b9-513e-40ac-aad4-56920065037d" providerId="ADAL" clId="{2DCFDF45-1F6B-4A47-892B-C9094FDD5642}" dt="2022-03-21T11:08:19.259" v="1310" actId="27803"/>
          <ac:spMkLst>
            <pc:docMk/>
            <pc:sldMk cId="1175821773" sldId="258"/>
            <ac:spMk id="1339" creationId="{A6F4B1F3-9192-470F-A48D-204A85F01125}"/>
          </ac:spMkLst>
        </pc:spChg>
        <pc:spChg chg="mod">
          <ac:chgData name="SERGIO SPANO'" userId="3abdd0b9-513e-40ac-aad4-56920065037d" providerId="ADAL" clId="{2DCFDF45-1F6B-4A47-892B-C9094FDD5642}" dt="2022-03-21T11:08:19.259" v="1310" actId="27803"/>
          <ac:spMkLst>
            <pc:docMk/>
            <pc:sldMk cId="1175821773" sldId="258"/>
            <ac:spMk id="1340" creationId="{8863F7A9-6523-40D0-9E28-E87193F6A422}"/>
          </ac:spMkLst>
        </pc:spChg>
        <pc:spChg chg="mod">
          <ac:chgData name="SERGIO SPANO'" userId="3abdd0b9-513e-40ac-aad4-56920065037d" providerId="ADAL" clId="{2DCFDF45-1F6B-4A47-892B-C9094FDD5642}" dt="2022-03-21T11:08:19.259" v="1310" actId="27803"/>
          <ac:spMkLst>
            <pc:docMk/>
            <pc:sldMk cId="1175821773" sldId="258"/>
            <ac:spMk id="1341" creationId="{A1BC6AF6-2E23-49FA-9DCC-252C0EB9BAFB}"/>
          </ac:spMkLst>
        </pc:spChg>
        <pc:spChg chg="mod">
          <ac:chgData name="SERGIO SPANO'" userId="3abdd0b9-513e-40ac-aad4-56920065037d" providerId="ADAL" clId="{2DCFDF45-1F6B-4A47-892B-C9094FDD5642}" dt="2022-03-21T11:08:19.259" v="1310" actId="27803"/>
          <ac:spMkLst>
            <pc:docMk/>
            <pc:sldMk cId="1175821773" sldId="258"/>
            <ac:spMk id="1342" creationId="{A786113E-7373-4EF0-AD34-174AEE1C4734}"/>
          </ac:spMkLst>
        </pc:spChg>
        <pc:spChg chg="mod">
          <ac:chgData name="SERGIO SPANO'" userId="3abdd0b9-513e-40ac-aad4-56920065037d" providerId="ADAL" clId="{2DCFDF45-1F6B-4A47-892B-C9094FDD5642}" dt="2022-03-21T11:08:19.259" v="1310" actId="27803"/>
          <ac:spMkLst>
            <pc:docMk/>
            <pc:sldMk cId="1175821773" sldId="258"/>
            <ac:spMk id="1343" creationId="{902B694E-3A5A-499B-A31A-7317BABA9604}"/>
          </ac:spMkLst>
        </pc:spChg>
        <pc:spChg chg="mod">
          <ac:chgData name="SERGIO SPANO'" userId="3abdd0b9-513e-40ac-aad4-56920065037d" providerId="ADAL" clId="{2DCFDF45-1F6B-4A47-892B-C9094FDD5642}" dt="2022-03-21T11:08:19.259" v="1310" actId="27803"/>
          <ac:spMkLst>
            <pc:docMk/>
            <pc:sldMk cId="1175821773" sldId="258"/>
            <ac:spMk id="1344" creationId="{05FBEC59-4DBC-483F-92B8-387B75126654}"/>
          </ac:spMkLst>
        </pc:spChg>
        <pc:spChg chg="mod">
          <ac:chgData name="SERGIO SPANO'" userId="3abdd0b9-513e-40ac-aad4-56920065037d" providerId="ADAL" clId="{2DCFDF45-1F6B-4A47-892B-C9094FDD5642}" dt="2022-03-21T11:08:19.259" v="1310" actId="27803"/>
          <ac:spMkLst>
            <pc:docMk/>
            <pc:sldMk cId="1175821773" sldId="258"/>
            <ac:spMk id="1345" creationId="{A0DBE3FE-CF08-4274-B2AE-D90BDD7602E4}"/>
          </ac:spMkLst>
        </pc:spChg>
        <pc:spChg chg="mod">
          <ac:chgData name="SERGIO SPANO'" userId="3abdd0b9-513e-40ac-aad4-56920065037d" providerId="ADAL" clId="{2DCFDF45-1F6B-4A47-892B-C9094FDD5642}" dt="2022-03-21T11:08:19.259" v="1310" actId="27803"/>
          <ac:spMkLst>
            <pc:docMk/>
            <pc:sldMk cId="1175821773" sldId="258"/>
            <ac:spMk id="1346" creationId="{84722F95-0D29-4C8A-A4F9-2150AA12749F}"/>
          </ac:spMkLst>
        </pc:spChg>
        <pc:spChg chg="mod">
          <ac:chgData name="SERGIO SPANO'" userId="3abdd0b9-513e-40ac-aad4-56920065037d" providerId="ADAL" clId="{2DCFDF45-1F6B-4A47-892B-C9094FDD5642}" dt="2022-03-21T11:08:19.259" v="1310" actId="27803"/>
          <ac:spMkLst>
            <pc:docMk/>
            <pc:sldMk cId="1175821773" sldId="258"/>
            <ac:spMk id="1347" creationId="{6FD60F03-0928-410A-97DF-D4B4020D410A}"/>
          </ac:spMkLst>
        </pc:spChg>
        <pc:spChg chg="mod">
          <ac:chgData name="SERGIO SPANO'" userId="3abdd0b9-513e-40ac-aad4-56920065037d" providerId="ADAL" clId="{2DCFDF45-1F6B-4A47-892B-C9094FDD5642}" dt="2022-03-21T11:08:19.259" v="1310" actId="27803"/>
          <ac:spMkLst>
            <pc:docMk/>
            <pc:sldMk cId="1175821773" sldId="258"/>
            <ac:spMk id="1348" creationId="{8EFB2353-2FFB-49AB-88B4-37B155034537}"/>
          </ac:spMkLst>
        </pc:spChg>
        <pc:spChg chg="mod">
          <ac:chgData name="SERGIO SPANO'" userId="3abdd0b9-513e-40ac-aad4-56920065037d" providerId="ADAL" clId="{2DCFDF45-1F6B-4A47-892B-C9094FDD5642}" dt="2022-03-21T11:08:19.259" v="1310" actId="27803"/>
          <ac:spMkLst>
            <pc:docMk/>
            <pc:sldMk cId="1175821773" sldId="258"/>
            <ac:spMk id="1349" creationId="{A3035BAF-727B-45F1-98EE-1CA976916C06}"/>
          </ac:spMkLst>
        </pc:spChg>
        <pc:spChg chg="mod">
          <ac:chgData name="SERGIO SPANO'" userId="3abdd0b9-513e-40ac-aad4-56920065037d" providerId="ADAL" clId="{2DCFDF45-1F6B-4A47-892B-C9094FDD5642}" dt="2022-03-21T11:08:19.259" v="1310" actId="27803"/>
          <ac:spMkLst>
            <pc:docMk/>
            <pc:sldMk cId="1175821773" sldId="258"/>
            <ac:spMk id="1350" creationId="{24D787A9-820F-4ED6-93E9-94DC70B42797}"/>
          </ac:spMkLst>
        </pc:spChg>
        <pc:spChg chg="mod">
          <ac:chgData name="SERGIO SPANO'" userId="3abdd0b9-513e-40ac-aad4-56920065037d" providerId="ADAL" clId="{2DCFDF45-1F6B-4A47-892B-C9094FDD5642}" dt="2022-03-21T11:08:19.259" v="1310" actId="27803"/>
          <ac:spMkLst>
            <pc:docMk/>
            <pc:sldMk cId="1175821773" sldId="258"/>
            <ac:spMk id="1351" creationId="{78B2D69F-98DA-4960-9106-53690923C2F0}"/>
          </ac:spMkLst>
        </pc:spChg>
        <pc:spChg chg="mod">
          <ac:chgData name="SERGIO SPANO'" userId="3abdd0b9-513e-40ac-aad4-56920065037d" providerId="ADAL" clId="{2DCFDF45-1F6B-4A47-892B-C9094FDD5642}" dt="2022-03-21T11:08:19.259" v="1310" actId="27803"/>
          <ac:spMkLst>
            <pc:docMk/>
            <pc:sldMk cId="1175821773" sldId="258"/>
            <ac:spMk id="1352" creationId="{1780D905-9EFF-458A-8599-5272D7E68A03}"/>
          </ac:spMkLst>
        </pc:spChg>
        <pc:spChg chg="mod">
          <ac:chgData name="SERGIO SPANO'" userId="3abdd0b9-513e-40ac-aad4-56920065037d" providerId="ADAL" clId="{2DCFDF45-1F6B-4A47-892B-C9094FDD5642}" dt="2022-03-21T11:08:19.259" v="1310" actId="27803"/>
          <ac:spMkLst>
            <pc:docMk/>
            <pc:sldMk cId="1175821773" sldId="258"/>
            <ac:spMk id="1353" creationId="{9CF4E251-DE33-4617-A712-DAF853E581BB}"/>
          </ac:spMkLst>
        </pc:spChg>
        <pc:spChg chg="mod">
          <ac:chgData name="SERGIO SPANO'" userId="3abdd0b9-513e-40ac-aad4-56920065037d" providerId="ADAL" clId="{2DCFDF45-1F6B-4A47-892B-C9094FDD5642}" dt="2022-03-21T11:08:19.259" v="1310" actId="27803"/>
          <ac:spMkLst>
            <pc:docMk/>
            <pc:sldMk cId="1175821773" sldId="258"/>
            <ac:spMk id="1354" creationId="{54FD582C-B9DB-44A0-8B06-22E33FF39065}"/>
          </ac:spMkLst>
        </pc:spChg>
        <pc:spChg chg="mod">
          <ac:chgData name="SERGIO SPANO'" userId="3abdd0b9-513e-40ac-aad4-56920065037d" providerId="ADAL" clId="{2DCFDF45-1F6B-4A47-892B-C9094FDD5642}" dt="2022-03-21T11:08:19.259" v="1310" actId="27803"/>
          <ac:spMkLst>
            <pc:docMk/>
            <pc:sldMk cId="1175821773" sldId="258"/>
            <ac:spMk id="1355" creationId="{42376E53-7824-4EEE-ABFC-0FE562953C0E}"/>
          </ac:spMkLst>
        </pc:spChg>
        <pc:spChg chg="mod">
          <ac:chgData name="SERGIO SPANO'" userId="3abdd0b9-513e-40ac-aad4-56920065037d" providerId="ADAL" clId="{2DCFDF45-1F6B-4A47-892B-C9094FDD5642}" dt="2022-03-21T11:08:19.259" v="1310" actId="27803"/>
          <ac:spMkLst>
            <pc:docMk/>
            <pc:sldMk cId="1175821773" sldId="258"/>
            <ac:spMk id="1356" creationId="{0DA3E266-84E3-4E08-BD0A-73CB436352CA}"/>
          </ac:spMkLst>
        </pc:spChg>
        <pc:spChg chg="mod">
          <ac:chgData name="SERGIO SPANO'" userId="3abdd0b9-513e-40ac-aad4-56920065037d" providerId="ADAL" clId="{2DCFDF45-1F6B-4A47-892B-C9094FDD5642}" dt="2022-03-21T11:08:19.259" v="1310" actId="27803"/>
          <ac:spMkLst>
            <pc:docMk/>
            <pc:sldMk cId="1175821773" sldId="258"/>
            <ac:spMk id="1357" creationId="{616029D4-6DE6-4ED4-BAD6-BC92D8AD9728}"/>
          </ac:spMkLst>
        </pc:spChg>
        <pc:spChg chg="mod">
          <ac:chgData name="SERGIO SPANO'" userId="3abdd0b9-513e-40ac-aad4-56920065037d" providerId="ADAL" clId="{2DCFDF45-1F6B-4A47-892B-C9094FDD5642}" dt="2022-03-21T11:08:19.259" v="1310" actId="27803"/>
          <ac:spMkLst>
            <pc:docMk/>
            <pc:sldMk cId="1175821773" sldId="258"/>
            <ac:spMk id="1358" creationId="{627A74FB-9038-477E-AB1E-A84E9159CA3D}"/>
          </ac:spMkLst>
        </pc:spChg>
        <pc:spChg chg="mod">
          <ac:chgData name="SERGIO SPANO'" userId="3abdd0b9-513e-40ac-aad4-56920065037d" providerId="ADAL" clId="{2DCFDF45-1F6B-4A47-892B-C9094FDD5642}" dt="2022-03-21T11:08:19.259" v="1310" actId="27803"/>
          <ac:spMkLst>
            <pc:docMk/>
            <pc:sldMk cId="1175821773" sldId="258"/>
            <ac:spMk id="1359" creationId="{7512E647-4581-43B2-9F34-3B623A20B4EB}"/>
          </ac:spMkLst>
        </pc:spChg>
        <pc:spChg chg="mod">
          <ac:chgData name="SERGIO SPANO'" userId="3abdd0b9-513e-40ac-aad4-56920065037d" providerId="ADAL" clId="{2DCFDF45-1F6B-4A47-892B-C9094FDD5642}" dt="2022-03-21T11:08:19.259" v="1310" actId="27803"/>
          <ac:spMkLst>
            <pc:docMk/>
            <pc:sldMk cId="1175821773" sldId="258"/>
            <ac:spMk id="1360" creationId="{0FF0429D-3775-4BCC-B92A-B92C729437BA}"/>
          </ac:spMkLst>
        </pc:spChg>
        <pc:spChg chg="mod">
          <ac:chgData name="SERGIO SPANO'" userId="3abdd0b9-513e-40ac-aad4-56920065037d" providerId="ADAL" clId="{2DCFDF45-1F6B-4A47-892B-C9094FDD5642}" dt="2022-03-21T11:08:19.259" v="1310" actId="27803"/>
          <ac:spMkLst>
            <pc:docMk/>
            <pc:sldMk cId="1175821773" sldId="258"/>
            <ac:spMk id="1361" creationId="{FC03DE4C-A599-423E-9F1E-EEDD0533FBAF}"/>
          </ac:spMkLst>
        </pc:spChg>
        <pc:spChg chg="mod">
          <ac:chgData name="SERGIO SPANO'" userId="3abdd0b9-513e-40ac-aad4-56920065037d" providerId="ADAL" clId="{2DCFDF45-1F6B-4A47-892B-C9094FDD5642}" dt="2022-03-21T11:08:19.259" v="1310" actId="27803"/>
          <ac:spMkLst>
            <pc:docMk/>
            <pc:sldMk cId="1175821773" sldId="258"/>
            <ac:spMk id="1362" creationId="{990D3F0D-2422-47B2-9AC7-46C486F1F231}"/>
          </ac:spMkLst>
        </pc:spChg>
        <pc:spChg chg="mod">
          <ac:chgData name="SERGIO SPANO'" userId="3abdd0b9-513e-40ac-aad4-56920065037d" providerId="ADAL" clId="{2DCFDF45-1F6B-4A47-892B-C9094FDD5642}" dt="2022-03-21T11:08:19.259" v="1310" actId="27803"/>
          <ac:spMkLst>
            <pc:docMk/>
            <pc:sldMk cId="1175821773" sldId="258"/>
            <ac:spMk id="1363" creationId="{4A2BA79D-8181-4D83-ADE0-1816A890ECD2}"/>
          </ac:spMkLst>
        </pc:spChg>
        <pc:spChg chg="mod">
          <ac:chgData name="SERGIO SPANO'" userId="3abdd0b9-513e-40ac-aad4-56920065037d" providerId="ADAL" clId="{2DCFDF45-1F6B-4A47-892B-C9094FDD5642}" dt="2022-03-21T11:08:19.259" v="1310" actId="27803"/>
          <ac:spMkLst>
            <pc:docMk/>
            <pc:sldMk cId="1175821773" sldId="258"/>
            <ac:spMk id="1364" creationId="{89A9B13C-A2AF-48A2-8DED-6719253A94AC}"/>
          </ac:spMkLst>
        </pc:spChg>
        <pc:spChg chg="mod">
          <ac:chgData name="SERGIO SPANO'" userId="3abdd0b9-513e-40ac-aad4-56920065037d" providerId="ADAL" clId="{2DCFDF45-1F6B-4A47-892B-C9094FDD5642}" dt="2022-03-21T11:08:19.259" v="1310" actId="27803"/>
          <ac:spMkLst>
            <pc:docMk/>
            <pc:sldMk cId="1175821773" sldId="258"/>
            <ac:spMk id="1365" creationId="{B4C4C831-4AF3-4FBF-AFFB-C8EB862B4B7B}"/>
          </ac:spMkLst>
        </pc:spChg>
        <pc:spChg chg="mod">
          <ac:chgData name="SERGIO SPANO'" userId="3abdd0b9-513e-40ac-aad4-56920065037d" providerId="ADAL" clId="{2DCFDF45-1F6B-4A47-892B-C9094FDD5642}" dt="2022-03-21T11:08:19.259" v="1310" actId="27803"/>
          <ac:spMkLst>
            <pc:docMk/>
            <pc:sldMk cId="1175821773" sldId="258"/>
            <ac:spMk id="1366" creationId="{5781D1B7-84E9-4086-844A-E06D3C139A99}"/>
          </ac:spMkLst>
        </pc:spChg>
        <pc:spChg chg="mod">
          <ac:chgData name="SERGIO SPANO'" userId="3abdd0b9-513e-40ac-aad4-56920065037d" providerId="ADAL" clId="{2DCFDF45-1F6B-4A47-892B-C9094FDD5642}" dt="2022-03-21T11:08:19.259" v="1310" actId="27803"/>
          <ac:spMkLst>
            <pc:docMk/>
            <pc:sldMk cId="1175821773" sldId="258"/>
            <ac:spMk id="1367" creationId="{EF1A279A-0B22-4CCB-947E-B3B005896B8B}"/>
          </ac:spMkLst>
        </pc:spChg>
        <pc:spChg chg="mod">
          <ac:chgData name="SERGIO SPANO'" userId="3abdd0b9-513e-40ac-aad4-56920065037d" providerId="ADAL" clId="{2DCFDF45-1F6B-4A47-892B-C9094FDD5642}" dt="2022-03-21T11:08:19.259" v="1310" actId="27803"/>
          <ac:spMkLst>
            <pc:docMk/>
            <pc:sldMk cId="1175821773" sldId="258"/>
            <ac:spMk id="1368" creationId="{BC4ADEC2-E2C2-4DF8-A55C-24FDF457CF5E}"/>
          </ac:spMkLst>
        </pc:spChg>
        <pc:spChg chg="mod">
          <ac:chgData name="SERGIO SPANO'" userId="3abdd0b9-513e-40ac-aad4-56920065037d" providerId="ADAL" clId="{2DCFDF45-1F6B-4A47-892B-C9094FDD5642}" dt="2022-03-21T11:08:19.259" v="1310" actId="27803"/>
          <ac:spMkLst>
            <pc:docMk/>
            <pc:sldMk cId="1175821773" sldId="258"/>
            <ac:spMk id="1369" creationId="{F28837C6-B875-4CBB-9139-53D911AB8822}"/>
          </ac:spMkLst>
        </pc:spChg>
        <pc:spChg chg="mod">
          <ac:chgData name="SERGIO SPANO'" userId="3abdd0b9-513e-40ac-aad4-56920065037d" providerId="ADAL" clId="{2DCFDF45-1F6B-4A47-892B-C9094FDD5642}" dt="2022-03-21T11:08:19.259" v="1310" actId="27803"/>
          <ac:spMkLst>
            <pc:docMk/>
            <pc:sldMk cId="1175821773" sldId="258"/>
            <ac:spMk id="1370" creationId="{55C1FBCF-F218-43A0-8926-5650527051D0}"/>
          </ac:spMkLst>
        </pc:spChg>
        <pc:spChg chg="mod">
          <ac:chgData name="SERGIO SPANO'" userId="3abdd0b9-513e-40ac-aad4-56920065037d" providerId="ADAL" clId="{2DCFDF45-1F6B-4A47-892B-C9094FDD5642}" dt="2022-03-21T11:08:19.259" v="1310" actId="27803"/>
          <ac:spMkLst>
            <pc:docMk/>
            <pc:sldMk cId="1175821773" sldId="258"/>
            <ac:spMk id="1371" creationId="{6AE8E7C1-6D03-4396-96E0-2A0BE8DDF15C}"/>
          </ac:spMkLst>
        </pc:spChg>
        <pc:spChg chg="mod">
          <ac:chgData name="SERGIO SPANO'" userId="3abdd0b9-513e-40ac-aad4-56920065037d" providerId="ADAL" clId="{2DCFDF45-1F6B-4A47-892B-C9094FDD5642}" dt="2022-03-21T11:08:19.259" v="1310" actId="27803"/>
          <ac:spMkLst>
            <pc:docMk/>
            <pc:sldMk cId="1175821773" sldId="258"/>
            <ac:spMk id="1372" creationId="{AC33CB28-32D6-4FEE-8A17-5C460C5F6B8B}"/>
          </ac:spMkLst>
        </pc:spChg>
        <pc:spChg chg="mod">
          <ac:chgData name="SERGIO SPANO'" userId="3abdd0b9-513e-40ac-aad4-56920065037d" providerId="ADAL" clId="{2DCFDF45-1F6B-4A47-892B-C9094FDD5642}" dt="2022-03-21T11:08:19.259" v="1310" actId="27803"/>
          <ac:spMkLst>
            <pc:docMk/>
            <pc:sldMk cId="1175821773" sldId="258"/>
            <ac:spMk id="1373" creationId="{18D3CC60-080A-4F02-8D88-7E6610037DB2}"/>
          </ac:spMkLst>
        </pc:spChg>
        <pc:spChg chg="mod">
          <ac:chgData name="SERGIO SPANO'" userId="3abdd0b9-513e-40ac-aad4-56920065037d" providerId="ADAL" clId="{2DCFDF45-1F6B-4A47-892B-C9094FDD5642}" dt="2022-03-21T11:08:19.259" v="1310" actId="27803"/>
          <ac:spMkLst>
            <pc:docMk/>
            <pc:sldMk cId="1175821773" sldId="258"/>
            <ac:spMk id="1374" creationId="{50E032ED-F437-4025-9AA5-1A6C6D3757F6}"/>
          </ac:spMkLst>
        </pc:spChg>
        <pc:spChg chg="mod">
          <ac:chgData name="SERGIO SPANO'" userId="3abdd0b9-513e-40ac-aad4-56920065037d" providerId="ADAL" clId="{2DCFDF45-1F6B-4A47-892B-C9094FDD5642}" dt="2022-03-21T11:08:19.259" v="1310" actId="27803"/>
          <ac:spMkLst>
            <pc:docMk/>
            <pc:sldMk cId="1175821773" sldId="258"/>
            <ac:spMk id="1375" creationId="{9F511CDF-BFD2-429B-BF41-F53568ACD070}"/>
          </ac:spMkLst>
        </pc:spChg>
        <pc:spChg chg="mod">
          <ac:chgData name="SERGIO SPANO'" userId="3abdd0b9-513e-40ac-aad4-56920065037d" providerId="ADAL" clId="{2DCFDF45-1F6B-4A47-892B-C9094FDD5642}" dt="2022-03-21T11:08:19.259" v="1310" actId="27803"/>
          <ac:spMkLst>
            <pc:docMk/>
            <pc:sldMk cId="1175821773" sldId="258"/>
            <ac:spMk id="1376" creationId="{107F146B-1669-4671-80CA-74DCCE26E59C}"/>
          </ac:spMkLst>
        </pc:spChg>
        <pc:spChg chg="mod">
          <ac:chgData name="SERGIO SPANO'" userId="3abdd0b9-513e-40ac-aad4-56920065037d" providerId="ADAL" clId="{2DCFDF45-1F6B-4A47-892B-C9094FDD5642}" dt="2022-03-21T11:08:19.259" v="1310" actId="27803"/>
          <ac:spMkLst>
            <pc:docMk/>
            <pc:sldMk cId="1175821773" sldId="258"/>
            <ac:spMk id="1377" creationId="{35E6A6AA-98E5-4958-938C-1B71FA5BA5C0}"/>
          </ac:spMkLst>
        </pc:spChg>
        <pc:spChg chg="mod">
          <ac:chgData name="SERGIO SPANO'" userId="3abdd0b9-513e-40ac-aad4-56920065037d" providerId="ADAL" clId="{2DCFDF45-1F6B-4A47-892B-C9094FDD5642}" dt="2022-03-21T11:08:19.259" v="1310" actId="27803"/>
          <ac:spMkLst>
            <pc:docMk/>
            <pc:sldMk cId="1175821773" sldId="258"/>
            <ac:spMk id="1378" creationId="{227450C4-FD78-4450-BCC6-0911031D05BC}"/>
          </ac:spMkLst>
        </pc:spChg>
        <pc:spChg chg="mod">
          <ac:chgData name="SERGIO SPANO'" userId="3abdd0b9-513e-40ac-aad4-56920065037d" providerId="ADAL" clId="{2DCFDF45-1F6B-4A47-892B-C9094FDD5642}" dt="2022-03-21T11:08:19.259" v="1310" actId="27803"/>
          <ac:spMkLst>
            <pc:docMk/>
            <pc:sldMk cId="1175821773" sldId="258"/>
            <ac:spMk id="1379" creationId="{8F30EB36-B9BD-486C-9D52-97247C191AC9}"/>
          </ac:spMkLst>
        </pc:spChg>
        <pc:spChg chg="mod">
          <ac:chgData name="SERGIO SPANO'" userId="3abdd0b9-513e-40ac-aad4-56920065037d" providerId="ADAL" clId="{2DCFDF45-1F6B-4A47-892B-C9094FDD5642}" dt="2022-03-21T11:08:19.259" v="1310" actId="27803"/>
          <ac:spMkLst>
            <pc:docMk/>
            <pc:sldMk cId="1175821773" sldId="258"/>
            <ac:spMk id="1380" creationId="{7F16EC25-4B77-402C-8AEA-048A8E9E461D}"/>
          </ac:spMkLst>
        </pc:spChg>
        <pc:spChg chg="mod">
          <ac:chgData name="SERGIO SPANO'" userId="3abdd0b9-513e-40ac-aad4-56920065037d" providerId="ADAL" clId="{2DCFDF45-1F6B-4A47-892B-C9094FDD5642}" dt="2022-03-21T11:08:19.259" v="1310" actId="27803"/>
          <ac:spMkLst>
            <pc:docMk/>
            <pc:sldMk cId="1175821773" sldId="258"/>
            <ac:spMk id="1381" creationId="{CDF55073-6171-4B4C-850C-EB0FA8D4F9DD}"/>
          </ac:spMkLst>
        </pc:spChg>
        <pc:spChg chg="mod">
          <ac:chgData name="SERGIO SPANO'" userId="3abdd0b9-513e-40ac-aad4-56920065037d" providerId="ADAL" clId="{2DCFDF45-1F6B-4A47-892B-C9094FDD5642}" dt="2022-03-21T11:08:19.259" v="1310" actId="27803"/>
          <ac:spMkLst>
            <pc:docMk/>
            <pc:sldMk cId="1175821773" sldId="258"/>
            <ac:spMk id="1382" creationId="{6577C519-9C67-4BD5-BA1E-2BE642CFF7FD}"/>
          </ac:spMkLst>
        </pc:spChg>
        <pc:spChg chg="mod">
          <ac:chgData name="SERGIO SPANO'" userId="3abdd0b9-513e-40ac-aad4-56920065037d" providerId="ADAL" clId="{2DCFDF45-1F6B-4A47-892B-C9094FDD5642}" dt="2022-03-21T11:08:19.259" v="1310" actId="27803"/>
          <ac:spMkLst>
            <pc:docMk/>
            <pc:sldMk cId="1175821773" sldId="258"/>
            <ac:spMk id="1383" creationId="{7C3BE074-62B3-44EC-A2CF-AF81AA03BBD2}"/>
          </ac:spMkLst>
        </pc:spChg>
        <pc:spChg chg="mod">
          <ac:chgData name="SERGIO SPANO'" userId="3abdd0b9-513e-40ac-aad4-56920065037d" providerId="ADAL" clId="{2DCFDF45-1F6B-4A47-892B-C9094FDD5642}" dt="2022-03-21T11:08:19.259" v="1310" actId="27803"/>
          <ac:spMkLst>
            <pc:docMk/>
            <pc:sldMk cId="1175821773" sldId="258"/>
            <ac:spMk id="1384" creationId="{4B63AA65-7126-4309-82C5-A77DF0BBE81E}"/>
          </ac:spMkLst>
        </pc:spChg>
        <pc:spChg chg="mod">
          <ac:chgData name="SERGIO SPANO'" userId="3abdd0b9-513e-40ac-aad4-56920065037d" providerId="ADAL" clId="{2DCFDF45-1F6B-4A47-892B-C9094FDD5642}" dt="2022-03-21T11:08:19.259" v="1310" actId="27803"/>
          <ac:spMkLst>
            <pc:docMk/>
            <pc:sldMk cId="1175821773" sldId="258"/>
            <ac:spMk id="1385" creationId="{3DF5DE0B-74BA-4CC8-908C-5B5BC519353E}"/>
          </ac:spMkLst>
        </pc:spChg>
        <pc:spChg chg="mod">
          <ac:chgData name="SERGIO SPANO'" userId="3abdd0b9-513e-40ac-aad4-56920065037d" providerId="ADAL" clId="{2DCFDF45-1F6B-4A47-892B-C9094FDD5642}" dt="2022-03-21T11:08:19.259" v="1310" actId="27803"/>
          <ac:spMkLst>
            <pc:docMk/>
            <pc:sldMk cId="1175821773" sldId="258"/>
            <ac:spMk id="1386" creationId="{2B6B2F55-7A4F-4129-881A-084C9557F215}"/>
          </ac:spMkLst>
        </pc:spChg>
        <pc:spChg chg="mod">
          <ac:chgData name="SERGIO SPANO'" userId="3abdd0b9-513e-40ac-aad4-56920065037d" providerId="ADAL" clId="{2DCFDF45-1F6B-4A47-892B-C9094FDD5642}" dt="2022-03-21T11:08:19.259" v="1310" actId="27803"/>
          <ac:spMkLst>
            <pc:docMk/>
            <pc:sldMk cId="1175821773" sldId="258"/>
            <ac:spMk id="1387" creationId="{5C55B922-F698-43E1-BBF6-EBABC254674D}"/>
          </ac:spMkLst>
        </pc:spChg>
        <pc:spChg chg="mod">
          <ac:chgData name="SERGIO SPANO'" userId="3abdd0b9-513e-40ac-aad4-56920065037d" providerId="ADAL" clId="{2DCFDF45-1F6B-4A47-892B-C9094FDD5642}" dt="2022-03-21T11:08:19.259" v="1310" actId="27803"/>
          <ac:spMkLst>
            <pc:docMk/>
            <pc:sldMk cId="1175821773" sldId="258"/>
            <ac:spMk id="1388" creationId="{ADC4DCC2-2DC3-40F5-A4A9-C72037EA9952}"/>
          </ac:spMkLst>
        </pc:spChg>
        <pc:spChg chg="mod">
          <ac:chgData name="SERGIO SPANO'" userId="3abdd0b9-513e-40ac-aad4-56920065037d" providerId="ADAL" clId="{2DCFDF45-1F6B-4A47-892B-C9094FDD5642}" dt="2022-03-21T11:08:19.259" v="1310" actId="27803"/>
          <ac:spMkLst>
            <pc:docMk/>
            <pc:sldMk cId="1175821773" sldId="258"/>
            <ac:spMk id="1389" creationId="{8A236EA3-0F05-4341-8955-27CC9439E8A3}"/>
          </ac:spMkLst>
        </pc:spChg>
        <pc:spChg chg="mod">
          <ac:chgData name="SERGIO SPANO'" userId="3abdd0b9-513e-40ac-aad4-56920065037d" providerId="ADAL" clId="{2DCFDF45-1F6B-4A47-892B-C9094FDD5642}" dt="2022-03-21T11:08:19.259" v="1310" actId="27803"/>
          <ac:spMkLst>
            <pc:docMk/>
            <pc:sldMk cId="1175821773" sldId="258"/>
            <ac:spMk id="1390" creationId="{861648A0-18AA-4607-8A10-5862B22D02A8}"/>
          </ac:spMkLst>
        </pc:spChg>
        <pc:spChg chg="mod">
          <ac:chgData name="SERGIO SPANO'" userId="3abdd0b9-513e-40ac-aad4-56920065037d" providerId="ADAL" clId="{2DCFDF45-1F6B-4A47-892B-C9094FDD5642}" dt="2022-03-21T11:08:19.259" v="1310" actId="27803"/>
          <ac:spMkLst>
            <pc:docMk/>
            <pc:sldMk cId="1175821773" sldId="258"/>
            <ac:spMk id="1391" creationId="{C2D6210F-4AA1-4518-9D50-611E1A0AB40E}"/>
          </ac:spMkLst>
        </pc:spChg>
        <pc:spChg chg="mod">
          <ac:chgData name="SERGIO SPANO'" userId="3abdd0b9-513e-40ac-aad4-56920065037d" providerId="ADAL" clId="{2DCFDF45-1F6B-4A47-892B-C9094FDD5642}" dt="2022-03-21T11:08:19.259" v="1310" actId="27803"/>
          <ac:spMkLst>
            <pc:docMk/>
            <pc:sldMk cId="1175821773" sldId="258"/>
            <ac:spMk id="1392" creationId="{3CEB4A5A-1193-45D8-9801-7B5EC88276E6}"/>
          </ac:spMkLst>
        </pc:spChg>
        <pc:spChg chg="mod">
          <ac:chgData name="SERGIO SPANO'" userId="3abdd0b9-513e-40ac-aad4-56920065037d" providerId="ADAL" clId="{2DCFDF45-1F6B-4A47-892B-C9094FDD5642}" dt="2022-03-21T11:08:19.259" v="1310" actId="27803"/>
          <ac:spMkLst>
            <pc:docMk/>
            <pc:sldMk cId="1175821773" sldId="258"/>
            <ac:spMk id="1393" creationId="{50D4D048-BA27-4614-AA19-AD3103813EBE}"/>
          </ac:spMkLst>
        </pc:spChg>
        <pc:spChg chg="mod">
          <ac:chgData name="SERGIO SPANO'" userId="3abdd0b9-513e-40ac-aad4-56920065037d" providerId="ADAL" clId="{2DCFDF45-1F6B-4A47-892B-C9094FDD5642}" dt="2022-03-21T11:08:19.259" v="1310" actId="27803"/>
          <ac:spMkLst>
            <pc:docMk/>
            <pc:sldMk cId="1175821773" sldId="258"/>
            <ac:spMk id="1394" creationId="{52CD4F7C-8DA5-4274-9BA3-12A18D3D8651}"/>
          </ac:spMkLst>
        </pc:spChg>
        <pc:spChg chg="mod">
          <ac:chgData name="SERGIO SPANO'" userId="3abdd0b9-513e-40ac-aad4-56920065037d" providerId="ADAL" clId="{2DCFDF45-1F6B-4A47-892B-C9094FDD5642}" dt="2022-03-21T11:08:19.259" v="1310" actId="27803"/>
          <ac:spMkLst>
            <pc:docMk/>
            <pc:sldMk cId="1175821773" sldId="258"/>
            <ac:spMk id="1395" creationId="{AA314C77-8711-41E8-A0E2-F4D3202F4744}"/>
          </ac:spMkLst>
        </pc:spChg>
        <pc:spChg chg="mod">
          <ac:chgData name="SERGIO SPANO'" userId="3abdd0b9-513e-40ac-aad4-56920065037d" providerId="ADAL" clId="{2DCFDF45-1F6B-4A47-892B-C9094FDD5642}" dt="2022-03-21T11:08:19.259" v="1310" actId="27803"/>
          <ac:spMkLst>
            <pc:docMk/>
            <pc:sldMk cId="1175821773" sldId="258"/>
            <ac:spMk id="1396" creationId="{28008E35-3BD5-49AE-BAB9-249C896CAC43}"/>
          </ac:spMkLst>
        </pc:spChg>
        <pc:spChg chg="mod">
          <ac:chgData name="SERGIO SPANO'" userId="3abdd0b9-513e-40ac-aad4-56920065037d" providerId="ADAL" clId="{2DCFDF45-1F6B-4A47-892B-C9094FDD5642}" dt="2022-03-21T11:08:19.259" v="1310" actId="27803"/>
          <ac:spMkLst>
            <pc:docMk/>
            <pc:sldMk cId="1175821773" sldId="258"/>
            <ac:spMk id="1397" creationId="{686A1599-C82C-4495-9323-22B127045018}"/>
          </ac:spMkLst>
        </pc:spChg>
        <pc:spChg chg="mod">
          <ac:chgData name="SERGIO SPANO'" userId="3abdd0b9-513e-40ac-aad4-56920065037d" providerId="ADAL" clId="{2DCFDF45-1F6B-4A47-892B-C9094FDD5642}" dt="2022-03-21T11:08:19.259" v="1310" actId="27803"/>
          <ac:spMkLst>
            <pc:docMk/>
            <pc:sldMk cId="1175821773" sldId="258"/>
            <ac:spMk id="1398" creationId="{F1FC3150-2829-4E48-89B6-A2C405465370}"/>
          </ac:spMkLst>
        </pc:spChg>
        <pc:spChg chg="mod">
          <ac:chgData name="SERGIO SPANO'" userId="3abdd0b9-513e-40ac-aad4-56920065037d" providerId="ADAL" clId="{2DCFDF45-1F6B-4A47-892B-C9094FDD5642}" dt="2022-03-21T11:08:19.259" v="1310" actId="27803"/>
          <ac:spMkLst>
            <pc:docMk/>
            <pc:sldMk cId="1175821773" sldId="258"/>
            <ac:spMk id="1399" creationId="{FC399275-C6C9-4823-B6A1-61A551C3A183}"/>
          </ac:spMkLst>
        </pc:spChg>
        <pc:spChg chg="mod">
          <ac:chgData name="SERGIO SPANO'" userId="3abdd0b9-513e-40ac-aad4-56920065037d" providerId="ADAL" clId="{2DCFDF45-1F6B-4A47-892B-C9094FDD5642}" dt="2022-03-21T11:08:19.259" v="1310" actId="27803"/>
          <ac:spMkLst>
            <pc:docMk/>
            <pc:sldMk cId="1175821773" sldId="258"/>
            <ac:spMk id="1400" creationId="{58877D54-6A17-45E0-8F87-270D1335829B}"/>
          </ac:spMkLst>
        </pc:spChg>
        <pc:spChg chg="mod">
          <ac:chgData name="SERGIO SPANO'" userId="3abdd0b9-513e-40ac-aad4-56920065037d" providerId="ADAL" clId="{2DCFDF45-1F6B-4A47-892B-C9094FDD5642}" dt="2022-03-21T11:08:19.259" v="1310" actId="27803"/>
          <ac:spMkLst>
            <pc:docMk/>
            <pc:sldMk cId="1175821773" sldId="258"/>
            <ac:spMk id="1401" creationId="{1F5F3045-2E11-4413-AE37-B4EE272B27E5}"/>
          </ac:spMkLst>
        </pc:spChg>
        <pc:spChg chg="mod">
          <ac:chgData name="SERGIO SPANO'" userId="3abdd0b9-513e-40ac-aad4-56920065037d" providerId="ADAL" clId="{2DCFDF45-1F6B-4A47-892B-C9094FDD5642}" dt="2022-03-21T11:08:19.259" v="1310" actId="27803"/>
          <ac:spMkLst>
            <pc:docMk/>
            <pc:sldMk cId="1175821773" sldId="258"/>
            <ac:spMk id="1402" creationId="{896D2441-601F-4A17-B1A4-8FDF603D0E4B}"/>
          </ac:spMkLst>
        </pc:spChg>
        <pc:spChg chg="mod">
          <ac:chgData name="SERGIO SPANO'" userId="3abdd0b9-513e-40ac-aad4-56920065037d" providerId="ADAL" clId="{2DCFDF45-1F6B-4A47-892B-C9094FDD5642}" dt="2022-03-21T11:08:19.259" v="1310" actId="27803"/>
          <ac:spMkLst>
            <pc:docMk/>
            <pc:sldMk cId="1175821773" sldId="258"/>
            <ac:spMk id="1403" creationId="{334F450B-13F2-4FCD-B0CC-5B60EAF7DF85}"/>
          </ac:spMkLst>
        </pc:spChg>
        <pc:spChg chg="mod">
          <ac:chgData name="SERGIO SPANO'" userId="3abdd0b9-513e-40ac-aad4-56920065037d" providerId="ADAL" clId="{2DCFDF45-1F6B-4A47-892B-C9094FDD5642}" dt="2022-03-21T11:08:19.259" v="1310" actId="27803"/>
          <ac:spMkLst>
            <pc:docMk/>
            <pc:sldMk cId="1175821773" sldId="258"/>
            <ac:spMk id="1404" creationId="{8469F0D8-745C-48C4-92C0-2B8AAE797783}"/>
          </ac:spMkLst>
        </pc:spChg>
        <pc:spChg chg="mod">
          <ac:chgData name="SERGIO SPANO'" userId="3abdd0b9-513e-40ac-aad4-56920065037d" providerId="ADAL" clId="{2DCFDF45-1F6B-4A47-892B-C9094FDD5642}" dt="2022-03-21T11:08:19.259" v="1310" actId="27803"/>
          <ac:spMkLst>
            <pc:docMk/>
            <pc:sldMk cId="1175821773" sldId="258"/>
            <ac:spMk id="1405" creationId="{83DA7BD3-F4B3-4186-8A7B-DC09A786A1B5}"/>
          </ac:spMkLst>
        </pc:spChg>
        <pc:spChg chg="mod">
          <ac:chgData name="SERGIO SPANO'" userId="3abdd0b9-513e-40ac-aad4-56920065037d" providerId="ADAL" clId="{2DCFDF45-1F6B-4A47-892B-C9094FDD5642}" dt="2022-03-21T11:08:19.259" v="1310" actId="27803"/>
          <ac:spMkLst>
            <pc:docMk/>
            <pc:sldMk cId="1175821773" sldId="258"/>
            <ac:spMk id="1406" creationId="{9FD48A61-A1CE-4381-B326-AB3096EFDF6D}"/>
          </ac:spMkLst>
        </pc:spChg>
        <pc:spChg chg="mod">
          <ac:chgData name="SERGIO SPANO'" userId="3abdd0b9-513e-40ac-aad4-56920065037d" providerId="ADAL" clId="{2DCFDF45-1F6B-4A47-892B-C9094FDD5642}" dt="2022-03-21T11:08:19.259" v="1310" actId="27803"/>
          <ac:spMkLst>
            <pc:docMk/>
            <pc:sldMk cId="1175821773" sldId="258"/>
            <ac:spMk id="1407" creationId="{392D907A-16F2-48D4-ACA8-6B9A0389AB6E}"/>
          </ac:spMkLst>
        </pc:spChg>
        <pc:spChg chg="mod">
          <ac:chgData name="SERGIO SPANO'" userId="3abdd0b9-513e-40ac-aad4-56920065037d" providerId="ADAL" clId="{2DCFDF45-1F6B-4A47-892B-C9094FDD5642}" dt="2022-03-21T11:08:19.259" v="1310" actId="27803"/>
          <ac:spMkLst>
            <pc:docMk/>
            <pc:sldMk cId="1175821773" sldId="258"/>
            <ac:spMk id="1408" creationId="{17136BE4-D4AA-4E22-B5D1-231045202A41}"/>
          </ac:spMkLst>
        </pc:spChg>
        <pc:spChg chg="mod">
          <ac:chgData name="SERGIO SPANO'" userId="3abdd0b9-513e-40ac-aad4-56920065037d" providerId="ADAL" clId="{2DCFDF45-1F6B-4A47-892B-C9094FDD5642}" dt="2022-03-21T11:08:19.259" v="1310" actId="27803"/>
          <ac:spMkLst>
            <pc:docMk/>
            <pc:sldMk cId="1175821773" sldId="258"/>
            <ac:spMk id="1409" creationId="{37ED9859-1269-4ED1-B215-F0FDA0512F71}"/>
          </ac:spMkLst>
        </pc:spChg>
        <pc:spChg chg="mod">
          <ac:chgData name="SERGIO SPANO'" userId="3abdd0b9-513e-40ac-aad4-56920065037d" providerId="ADAL" clId="{2DCFDF45-1F6B-4A47-892B-C9094FDD5642}" dt="2022-03-21T11:08:19.259" v="1310" actId="27803"/>
          <ac:spMkLst>
            <pc:docMk/>
            <pc:sldMk cId="1175821773" sldId="258"/>
            <ac:spMk id="1410" creationId="{80C06C3E-60F8-4F99-B239-3940E80DFA03}"/>
          </ac:spMkLst>
        </pc:spChg>
        <pc:spChg chg="mod">
          <ac:chgData name="SERGIO SPANO'" userId="3abdd0b9-513e-40ac-aad4-56920065037d" providerId="ADAL" clId="{2DCFDF45-1F6B-4A47-892B-C9094FDD5642}" dt="2022-03-21T11:08:19.259" v="1310" actId="27803"/>
          <ac:spMkLst>
            <pc:docMk/>
            <pc:sldMk cId="1175821773" sldId="258"/>
            <ac:spMk id="1411" creationId="{43867D92-7A60-4104-99AC-F1B6D58A8823}"/>
          </ac:spMkLst>
        </pc:spChg>
        <pc:spChg chg="mod">
          <ac:chgData name="SERGIO SPANO'" userId="3abdd0b9-513e-40ac-aad4-56920065037d" providerId="ADAL" clId="{2DCFDF45-1F6B-4A47-892B-C9094FDD5642}" dt="2022-03-21T11:08:19.259" v="1310" actId="27803"/>
          <ac:spMkLst>
            <pc:docMk/>
            <pc:sldMk cId="1175821773" sldId="258"/>
            <ac:spMk id="1412" creationId="{4351EF89-9BC3-4716-93BF-8A504A540C65}"/>
          </ac:spMkLst>
        </pc:spChg>
        <pc:spChg chg="mod">
          <ac:chgData name="SERGIO SPANO'" userId="3abdd0b9-513e-40ac-aad4-56920065037d" providerId="ADAL" clId="{2DCFDF45-1F6B-4A47-892B-C9094FDD5642}" dt="2022-03-21T11:08:19.259" v="1310" actId="27803"/>
          <ac:spMkLst>
            <pc:docMk/>
            <pc:sldMk cId="1175821773" sldId="258"/>
            <ac:spMk id="1413" creationId="{8EC4B02F-2776-42DD-BFBB-00C20A91EFAF}"/>
          </ac:spMkLst>
        </pc:spChg>
        <pc:spChg chg="mod">
          <ac:chgData name="SERGIO SPANO'" userId="3abdd0b9-513e-40ac-aad4-56920065037d" providerId="ADAL" clId="{2DCFDF45-1F6B-4A47-892B-C9094FDD5642}" dt="2022-03-21T11:08:19.259" v="1310" actId="27803"/>
          <ac:spMkLst>
            <pc:docMk/>
            <pc:sldMk cId="1175821773" sldId="258"/>
            <ac:spMk id="1414" creationId="{254AF75C-0D6F-4039-89E9-E3B809F41013}"/>
          </ac:spMkLst>
        </pc:spChg>
        <pc:spChg chg="mod">
          <ac:chgData name="SERGIO SPANO'" userId="3abdd0b9-513e-40ac-aad4-56920065037d" providerId="ADAL" clId="{2DCFDF45-1F6B-4A47-892B-C9094FDD5642}" dt="2022-03-21T11:08:19.259" v="1310" actId="27803"/>
          <ac:spMkLst>
            <pc:docMk/>
            <pc:sldMk cId="1175821773" sldId="258"/>
            <ac:spMk id="1415" creationId="{D92A3095-C05E-4CFE-83F9-4E76CF2475FF}"/>
          </ac:spMkLst>
        </pc:spChg>
        <pc:spChg chg="mod">
          <ac:chgData name="SERGIO SPANO'" userId="3abdd0b9-513e-40ac-aad4-56920065037d" providerId="ADAL" clId="{2DCFDF45-1F6B-4A47-892B-C9094FDD5642}" dt="2022-03-21T11:08:19.259" v="1310" actId="27803"/>
          <ac:spMkLst>
            <pc:docMk/>
            <pc:sldMk cId="1175821773" sldId="258"/>
            <ac:spMk id="1416" creationId="{5D027694-279F-43E7-98DA-D8BB69293010}"/>
          </ac:spMkLst>
        </pc:spChg>
        <pc:spChg chg="mod">
          <ac:chgData name="SERGIO SPANO'" userId="3abdd0b9-513e-40ac-aad4-56920065037d" providerId="ADAL" clId="{2DCFDF45-1F6B-4A47-892B-C9094FDD5642}" dt="2022-03-21T11:08:19.259" v="1310" actId="27803"/>
          <ac:spMkLst>
            <pc:docMk/>
            <pc:sldMk cId="1175821773" sldId="258"/>
            <ac:spMk id="1417" creationId="{26A7DCEC-AD64-489D-A947-BE50CE87124A}"/>
          </ac:spMkLst>
        </pc:spChg>
        <pc:spChg chg="mod">
          <ac:chgData name="SERGIO SPANO'" userId="3abdd0b9-513e-40ac-aad4-56920065037d" providerId="ADAL" clId="{2DCFDF45-1F6B-4A47-892B-C9094FDD5642}" dt="2022-03-21T11:08:19.259" v="1310" actId="27803"/>
          <ac:spMkLst>
            <pc:docMk/>
            <pc:sldMk cId="1175821773" sldId="258"/>
            <ac:spMk id="1418" creationId="{309FC04D-28D5-4FA5-9D41-2965677090C1}"/>
          </ac:spMkLst>
        </pc:spChg>
        <pc:spChg chg="mod">
          <ac:chgData name="SERGIO SPANO'" userId="3abdd0b9-513e-40ac-aad4-56920065037d" providerId="ADAL" clId="{2DCFDF45-1F6B-4A47-892B-C9094FDD5642}" dt="2022-03-21T11:08:19.259" v="1310" actId="27803"/>
          <ac:spMkLst>
            <pc:docMk/>
            <pc:sldMk cId="1175821773" sldId="258"/>
            <ac:spMk id="1419" creationId="{E01A9269-1AA1-49A3-8DEB-95F4E694A8D6}"/>
          </ac:spMkLst>
        </pc:spChg>
        <pc:spChg chg="mod">
          <ac:chgData name="SERGIO SPANO'" userId="3abdd0b9-513e-40ac-aad4-56920065037d" providerId="ADAL" clId="{2DCFDF45-1F6B-4A47-892B-C9094FDD5642}" dt="2022-03-21T11:08:19.259" v="1310" actId="27803"/>
          <ac:spMkLst>
            <pc:docMk/>
            <pc:sldMk cId="1175821773" sldId="258"/>
            <ac:spMk id="1420" creationId="{AD22EE45-1774-4F4D-8053-730C9247016E}"/>
          </ac:spMkLst>
        </pc:spChg>
        <pc:spChg chg="mod">
          <ac:chgData name="SERGIO SPANO'" userId="3abdd0b9-513e-40ac-aad4-56920065037d" providerId="ADAL" clId="{2DCFDF45-1F6B-4A47-892B-C9094FDD5642}" dt="2022-03-21T11:08:19.259" v="1310" actId="27803"/>
          <ac:spMkLst>
            <pc:docMk/>
            <pc:sldMk cId="1175821773" sldId="258"/>
            <ac:spMk id="1421" creationId="{9EC533E4-B53A-46BE-981E-F0EF20063723}"/>
          </ac:spMkLst>
        </pc:spChg>
        <pc:spChg chg="mod">
          <ac:chgData name="SERGIO SPANO'" userId="3abdd0b9-513e-40ac-aad4-56920065037d" providerId="ADAL" clId="{2DCFDF45-1F6B-4A47-892B-C9094FDD5642}" dt="2022-03-21T11:08:19.259" v="1310" actId="27803"/>
          <ac:spMkLst>
            <pc:docMk/>
            <pc:sldMk cId="1175821773" sldId="258"/>
            <ac:spMk id="1422" creationId="{7AEACC92-FD3D-452A-9D52-599DDA8FE42D}"/>
          </ac:spMkLst>
        </pc:spChg>
        <pc:spChg chg="mod">
          <ac:chgData name="SERGIO SPANO'" userId="3abdd0b9-513e-40ac-aad4-56920065037d" providerId="ADAL" clId="{2DCFDF45-1F6B-4A47-892B-C9094FDD5642}" dt="2022-03-21T11:08:19.259" v="1310" actId="27803"/>
          <ac:spMkLst>
            <pc:docMk/>
            <pc:sldMk cId="1175821773" sldId="258"/>
            <ac:spMk id="1423" creationId="{2EDE8463-060B-436D-9C84-DFAFA49C77B5}"/>
          </ac:spMkLst>
        </pc:spChg>
        <pc:spChg chg="mod">
          <ac:chgData name="SERGIO SPANO'" userId="3abdd0b9-513e-40ac-aad4-56920065037d" providerId="ADAL" clId="{2DCFDF45-1F6B-4A47-892B-C9094FDD5642}" dt="2022-03-21T11:08:19.259" v="1310" actId="27803"/>
          <ac:spMkLst>
            <pc:docMk/>
            <pc:sldMk cId="1175821773" sldId="258"/>
            <ac:spMk id="1424" creationId="{21CE2558-C14D-4A39-BDED-01CF278EDC9F}"/>
          </ac:spMkLst>
        </pc:spChg>
        <pc:spChg chg="mod">
          <ac:chgData name="SERGIO SPANO'" userId="3abdd0b9-513e-40ac-aad4-56920065037d" providerId="ADAL" clId="{2DCFDF45-1F6B-4A47-892B-C9094FDD5642}" dt="2022-03-21T11:08:19.259" v="1310" actId="27803"/>
          <ac:spMkLst>
            <pc:docMk/>
            <pc:sldMk cId="1175821773" sldId="258"/>
            <ac:spMk id="1425" creationId="{31F61A61-EF9A-4E7C-ACA3-4F921F00D588}"/>
          </ac:spMkLst>
        </pc:spChg>
        <pc:spChg chg="mod">
          <ac:chgData name="SERGIO SPANO'" userId="3abdd0b9-513e-40ac-aad4-56920065037d" providerId="ADAL" clId="{2DCFDF45-1F6B-4A47-892B-C9094FDD5642}" dt="2022-03-21T11:08:19.259" v="1310" actId="27803"/>
          <ac:spMkLst>
            <pc:docMk/>
            <pc:sldMk cId="1175821773" sldId="258"/>
            <ac:spMk id="1426" creationId="{053C5539-F24B-41D2-8782-36FBB304D878}"/>
          </ac:spMkLst>
        </pc:spChg>
        <pc:spChg chg="mod">
          <ac:chgData name="SERGIO SPANO'" userId="3abdd0b9-513e-40ac-aad4-56920065037d" providerId="ADAL" clId="{2DCFDF45-1F6B-4A47-892B-C9094FDD5642}" dt="2022-03-21T11:08:19.259" v="1310" actId="27803"/>
          <ac:spMkLst>
            <pc:docMk/>
            <pc:sldMk cId="1175821773" sldId="258"/>
            <ac:spMk id="1427" creationId="{CA14F35E-FE79-40DC-9771-B313297A4D65}"/>
          </ac:spMkLst>
        </pc:spChg>
        <pc:spChg chg="mod">
          <ac:chgData name="SERGIO SPANO'" userId="3abdd0b9-513e-40ac-aad4-56920065037d" providerId="ADAL" clId="{2DCFDF45-1F6B-4A47-892B-C9094FDD5642}" dt="2022-03-21T11:08:19.259" v="1310" actId="27803"/>
          <ac:spMkLst>
            <pc:docMk/>
            <pc:sldMk cId="1175821773" sldId="258"/>
            <ac:spMk id="1428" creationId="{9FDA0315-D399-41D9-8734-B45D39713C20}"/>
          </ac:spMkLst>
        </pc:spChg>
        <pc:spChg chg="mod">
          <ac:chgData name="SERGIO SPANO'" userId="3abdd0b9-513e-40ac-aad4-56920065037d" providerId="ADAL" clId="{2DCFDF45-1F6B-4A47-892B-C9094FDD5642}" dt="2022-03-21T11:08:19.259" v="1310" actId="27803"/>
          <ac:spMkLst>
            <pc:docMk/>
            <pc:sldMk cId="1175821773" sldId="258"/>
            <ac:spMk id="1429" creationId="{CECCE858-E4D2-4ED1-9E9C-4289E1D5EA28}"/>
          </ac:spMkLst>
        </pc:spChg>
        <pc:spChg chg="mod">
          <ac:chgData name="SERGIO SPANO'" userId="3abdd0b9-513e-40ac-aad4-56920065037d" providerId="ADAL" clId="{2DCFDF45-1F6B-4A47-892B-C9094FDD5642}" dt="2022-03-21T11:08:19.259" v="1310" actId="27803"/>
          <ac:spMkLst>
            <pc:docMk/>
            <pc:sldMk cId="1175821773" sldId="258"/>
            <ac:spMk id="1430" creationId="{AC3140C9-6322-418C-9B0A-7323D5A0F6C3}"/>
          </ac:spMkLst>
        </pc:spChg>
        <pc:spChg chg="mod">
          <ac:chgData name="SERGIO SPANO'" userId="3abdd0b9-513e-40ac-aad4-56920065037d" providerId="ADAL" clId="{2DCFDF45-1F6B-4A47-892B-C9094FDD5642}" dt="2022-03-21T11:08:19.259" v="1310" actId="27803"/>
          <ac:spMkLst>
            <pc:docMk/>
            <pc:sldMk cId="1175821773" sldId="258"/>
            <ac:spMk id="1431" creationId="{F85A1D65-DA92-4E2F-8813-123DB6683AE5}"/>
          </ac:spMkLst>
        </pc:spChg>
        <pc:spChg chg="mod">
          <ac:chgData name="SERGIO SPANO'" userId="3abdd0b9-513e-40ac-aad4-56920065037d" providerId="ADAL" clId="{2DCFDF45-1F6B-4A47-892B-C9094FDD5642}" dt="2022-03-21T11:08:19.259" v="1310" actId="27803"/>
          <ac:spMkLst>
            <pc:docMk/>
            <pc:sldMk cId="1175821773" sldId="258"/>
            <ac:spMk id="1432" creationId="{453E3377-AE67-48FE-9E30-0B3D4AE5EA44}"/>
          </ac:spMkLst>
        </pc:spChg>
        <pc:spChg chg="mod">
          <ac:chgData name="SERGIO SPANO'" userId="3abdd0b9-513e-40ac-aad4-56920065037d" providerId="ADAL" clId="{2DCFDF45-1F6B-4A47-892B-C9094FDD5642}" dt="2022-03-21T11:08:19.259" v="1310" actId="27803"/>
          <ac:spMkLst>
            <pc:docMk/>
            <pc:sldMk cId="1175821773" sldId="258"/>
            <ac:spMk id="1433" creationId="{C9AEA562-580C-4327-B93F-08E60CEB2AC5}"/>
          </ac:spMkLst>
        </pc:spChg>
        <pc:spChg chg="mod">
          <ac:chgData name="SERGIO SPANO'" userId="3abdd0b9-513e-40ac-aad4-56920065037d" providerId="ADAL" clId="{2DCFDF45-1F6B-4A47-892B-C9094FDD5642}" dt="2022-03-21T11:08:19.259" v="1310" actId="27803"/>
          <ac:spMkLst>
            <pc:docMk/>
            <pc:sldMk cId="1175821773" sldId="258"/>
            <ac:spMk id="1434" creationId="{1A52F65C-4DC7-43AE-8E6F-88168B052DB7}"/>
          </ac:spMkLst>
        </pc:spChg>
        <pc:spChg chg="mod">
          <ac:chgData name="SERGIO SPANO'" userId="3abdd0b9-513e-40ac-aad4-56920065037d" providerId="ADAL" clId="{2DCFDF45-1F6B-4A47-892B-C9094FDD5642}" dt="2022-03-21T11:08:19.259" v="1310" actId="27803"/>
          <ac:spMkLst>
            <pc:docMk/>
            <pc:sldMk cId="1175821773" sldId="258"/>
            <ac:spMk id="1435" creationId="{2E69EF9F-F819-4611-8644-FB2435B91B89}"/>
          </ac:spMkLst>
        </pc:spChg>
        <pc:spChg chg="mod">
          <ac:chgData name="SERGIO SPANO'" userId="3abdd0b9-513e-40ac-aad4-56920065037d" providerId="ADAL" clId="{2DCFDF45-1F6B-4A47-892B-C9094FDD5642}" dt="2022-03-21T11:08:19.259" v="1310" actId="27803"/>
          <ac:spMkLst>
            <pc:docMk/>
            <pc:sldMk cId="1175821773" sldId="258"/>
            <ac:spMk id="1436" creationId="{242CCF30-77ED-4E05-BEA3-7C09191DCACA}"/>
          </ac:spMkLst>
        </pc:spChg>
        <pc:spChg chg="mod">
          <ac:chgData name="SERGIO SPANO'" userId="3abdd0b9-513e-40ac-aad4-56920065037d" providerId="ADAL" clId="{2DCFDF45-1F6B-4A47-892B-C9094FDD5642}" dt="2022-03-21T11:08:19.259" v="1310" actId="27803"/>
          <ac:spMkLst>
            <pc:docMk/>
            <pc:sldMk cId="1175821773" sldId="258"/>
            <ac:spMk id="1437" creationId="{087BB70C-4274-4F64-8432-D49C72B961C5}"/>
          </ac:spMkLst>
        </pc:spChg>
        <pc:spChg chg="mod">
          <ac:chgData name="SERGIO SPANO'" userId="3abdd0b9-513e-40ac-aad4-56920065037d" providerId="ADAL" clId="{2DCFDF45-1F6B-4A47-892B-C9094FDD5642}" dt="2022-03-21T11:08:19.259" v="1310" actId="27803"/>
          <ac:spMkLst>
            <pc:docMk/>
            <pc:sldMk cId="1175821773" sldId="258"/>
            <ac:spMk id="1438" creationId="{BAB192D1-1919-4CED-81F0-C32220622AD2}"/>
          </ac:spMkLst>
        </pc:spChg>
        <pc:spChg chg="mod">
          <ac:chgData name="SERGIO SPANO'" userId="3abdd0b9-513e-40ac-aad4-56920065037d" providerId="ADAL" clId="{2DCFDF45-1F6B-4A47-892B-C9094FDD5642}" dt="2022-03-21T11:08:19.259" v="1310" actId="27803"/>
          <ac:spMkLst>
            <pc:docMk/>
            <pc:sldMk cId="1175821773" sldId="258"/>
            <ac:spMk id="1439" creationId="{747AF6E4-B2DC-4DC0-9616-9485CF83D28A}"/>
          </ac:spMkLst>
        </pc:spChg>
        <pc:spChg chg="mod">
          <ac:chgData name="SERGIO SPANO'" userId="3abdd0b9-513e-40ac-aad4-56920065037d" providerId="ADAL" clId="{2DCFDF45-1F6B-4A47-892B-C9094FDD5642}" dt="2022-03-21T11:08:19.259" v="1310" actId="27803"/>
          <ac:spMkLst>
            <pc:docMk/>
            <pc:sldMk cId="1175821773" sldId="258"/>
            <ac:spMk id="1440" creationId="{15F1C90F-CA0B-4EF8-8700-D82F2977D625}"/>
          </ac:spMkLst>
        </pc:spChg>
        <pc:spChg chg="mod">
          <ac:chgData name="SERGIO SPANO'" userId="3abdd0b9-513e-40ac-aad4-56920065037d" providerId="ADAL" clId="{2DCFDF45-1F6B-4A47-892B-C9094FDD5642}" dt="2022-03-21T11:08:19.259" v="1310" actId="27803"/>
          <ac:spMkLst>
            <pc:docMk/>
            <pc:sldMk cId="1175821773" sldId="258"/>
            <ac:spMk id="1441" creationId="{2C1C0ABA-537E-4BD7-863C-8271745F2415}"/>
          </ac:spMkLst>
        </pc:spChg>
        <pc:spChg chg="mod">
          <ac:chgData name="SERGIO SPANO'" userId="3abdd0b9-513e-40ac-aad4-56920065037d" providerId="ADAL" clId="{2DCFDF45-1F6B-4A47-892B-C9094FDD5642}" dt="2022-03-21T11:08:19.259" v="1310" actId="27803"/>
          <ac:spMkLst>
            <pc:docMk/>
            <pc:sldMk cId="1175821773" sldId="258"/>
            <ac:spMk id="1442" creationId="{9E6B2680-F221-4814-99DD-D9EE60A92AB7}"/>
          </ac:spMkLst>
        </pc:spChg>
        <pc:spChg chg="mod">
          <ac:chgData name="SERGIO SPANO'" userId="3abdd0b9-513e-40ac-aad4-56920065037d" providerId="ADAL" clId="{2DCFDF45-1F6B-4A47-892B-C9094FDD5642}" dt="2022-03-21T11:08:19.259" v="1310" actId="27803"/>
          <ac:spMkLst>
            <pc:docMk/>
            <pc:sldMk cId="1175821773" sldId="258"/>
            <ac:spMk id="1443" creationId="{C994E96A-C584-40E0-8E6D-86EFCE3CBF0F}"/>
          </ac:spMkLst>
        </pc:spChg>
        <pc:spChg chg="mod">
          <ac:chgData name="SERGIO SPANO'" userId="3abdd0b9-513e-40ac-aad4-56920065037d" providerId="ADAL" clId="{2DCFDF45-1F6B-4A47-892B-C9094FDD5642}" dt="2022-03-21T11:08:19.259" v="1310" actId="27803"/>
          <ac:spMkLst>
            <pc:docMk/>
            <pc:sldMk cId="1175821773" sldId="258"/>
            <ac:spMk id="1444" creationId="{D2CEFE05-6C56-4ED6-B51F-14F0276853AD}"/>
          </ac:spMkLst>
        </pc:spChg>
        <pc:spChg chg="mod">
          <ac:chgData name="SERGIO SPANO'" userId="3abdd0b9-513e-40ac-aad4-56920065037d" providerId="ADAL" clId="{2DCFDF45-1F6B-4A47-892B-C9094FDD5642}" dt="2022-03-21T11:08:19.259" v="1310" actId="27803"/>
          <ac:spMkLst>
            <pc:docMk/>
            <pc:sldMk cId="1175821773" sldId="258"/>
            <ac:spMk id="1445" creationId="{DB7B25E1-E5B4-481C-8B20-054F7C144521}"/>
          </ac:spMkLst>
        </pc:spChg>
        <pc:spChg chg="mod">
          <ac:chgData name="SERGIO SPANO'" userId="3abdd0b9-513e-40ac-aad4-56920065037d" providerId="ADAL" clId="{2DCFDF45-1F6B-4A47-892B-C9094FDD5642}" dt="2022-03-21T11:08:19.259" v="1310" actId="27803"/>
          <ac:spMkLst>
            <pc:docMk/>
            <pc:sldMk cId="1175821773" sldId="258"/>
            <ac:spMk id="1446" creationId="{BAD49816-B604-4F7D-8CA3-393EB9B75E03}"/>
          </ac:spMkLst>
        </pc:spChg>
        <pc:spChg chg="mod">
          <ac:chgData name="SERGIO SPANO'" userId="3abdd0b9-513e-40ac-aad4-56920065037d" providerId="ADAL" clId="{2DCFDF45-1F6B-4A47-892B-C9094FDD5642}" dt="2022-03-21T11:08:19.259" v="1310" actId="27803"/>
          <ac:spMkLst>
            <pc:docMk/>
            <pc:sldMk cId="1175821773" sldId="258"/>
            <ac:spMk id="1447" creationId="{C47DE1C6-7CC0-49AA-83FE-91F8D8C80F8C}"/>
          </ac:spMkLst>
        </pc:spChg>
        <pc:spChg chg="mod">
          <ac:chgData name="SERGIO SPANO'" userId="3abdd0b9-513e-40ac-aad4-56920065037d" providerId="ADAL" clId="{2DCFDF45-1F6B-4A47-892B-C9094FDD5642}" dt="2022-03-21T11:08:19.259" v="1310" actId="27803"/>
          <ac:spMkLst>
            <pc:docMk/>
            <pc:sldMk cId="1175821773" sldId="258"/>
            <ac:spMk id="1448" creationId="{8C6C2437-7E8D-4D69-A34C-A25BADB4DCBE}"/>
          </ac:spMkLst>
        </pc:spChg>
        <pc:spChg chg="mod">
          <ac:chgData name="SERGIO SPANO'" userId="3abdd0b9-513e-40ac-aad4-56920065037d" providerId="ADAL" clId="{2DCFDF45-1F6B-4A47-892B-C9094FDD5642}" dt="2022-03-21T11:08:19.259" v="1310" actId="27803"/>
          <ac:spMkLst>
            <pc:docMk/>
            <pc:sldMk cId="1175821773" sldId="258"/>
            <ac:spMk id="1449" creationId="{AF5780D3-7D45-43F8-A90A-7D79D0466E4D}"/>
          </ac:spMkLst>
        </pc:spChg>
        <pc:spChg chg="mod">
          <ac:chgData name="SERGIO SPANO'" userId="3abdd0b9-513e-40ac-aad4-56920065037d" providerId="ADAL" clId="{2DCFDF45-1F6B-4A47-892B-C9094FDD5642}" dt="2022-03-21T11:08:19.259" v="1310" actId="27803"/>
          <ac:spMkLst>
            <pc:docMk/>
            <pc:sldMk cId="1175821773" sldId="258"/>
            <ac:spMk id="1450" creationId="{21123CE8-AF20-4A50-B0A7-916D3958C024}"/>
          </ac:spMkLst>
        </pc:spChg>
        <pc:spChg chg="mod">
          <ac:chgData name="SERGIO SPANO'" userId="3abdd0b9-513e-40ac-aad4-56920065037d" providerId="ADAL" clId="{2DCFDF45-1F6B-4A47-892B-C9094FDD5642}" dt="2022-03-21T11:08:19.259" v="1310" actId="27803"/>
          <ac:spMkLst>
            <pc:docMk/>
            <pc:sldMk cId="1175821773" sldId="258"/>
            <ac:spMk id="1451" creationId="{221713ED-9ACC-4551-A346-DD1DC2C40F0A}"/>
          </ac:spMkLst>
        </pc:spChg>
        <pc:spChg chg="mod">
          <ac:chgData name="SERGIO SPANO'" userId="3abdd0b9-513e-40ac-aad4-56920065037d" providerId="ADAL" clId="{2DCFDF45-1F6B-4A47-892B-C9094FDD5642}" dt="2022-03-21T11:08:19.259" v="1310" actId="27803"/>
          <ac:spMkLst>
            <pc:docMk/>
            <pc:sldMk cId="1175821773" sldId="258"/>
            <ac:spMk id="1452" creationId="{492303CE-9074-409B-BD1C-141D1570DCB7}"/>
          </ac:spMkLst>
        </pc:spChg>
        <pc:spChg chg="mod">
          <ac:chgData name="SERGIO SPANO'" userId="3abdd0b9-513e-40ac-aad4-56920065037d" providerId="ADAL" clId="{2DCFDF45-1F6B-4A47-892B-C9094FDD5642}" dt="2022-03-21T11:08:19.259" v="1310" actId="27803"/>
          <ac:spMkLst>
            <pc:docMk/>
            <pc:sldMk cId="1175821773" sldId="258"/>
            <ac:spMk id="1453" creationId="{B61589BD-DC57-402E-944A-34CF4E4F7B92}"/>
          </ac:spMkLst>
        </pc:spChg>
        <pc:spChg chg="mod">
          <ac:chgData name="SERGIO SPANO'" userId="3abdd0b9-513e-40ac-aad4-56920065037d" providerId="ADAL" clId="{2DCFDF45-1F6B-4A47-892B-C9094FDD5642}" dt="2022-03-21T11:08:19.259" v="1310" actId="27803"/>
          <ac:spMkLst>
            <pc:docMk/>
            <pc:sldMk cId="1175821773" sldId="258"/>
            <ac:spMk id="1454" creationId="{CE40C096-6A6F-4E01-A3C3-8D7D1FADAD57}"/>
          </ac:spMkLst>
        </pc:spChg>
        <pc:spChg chg="mod">
          <ac:chgData name="SERGIO SPANO'" userId="3abdd0b9-513e-40ac-aad4-56920065037d" providerId="ADAL" clId="{2DCFDF45-1F6B-4A47-892B-C9094FDD5642}" dt="2022-03-21T11:08:19.259" v="1310" actId="27803"/>
          <ac:spMkLst>
            <pc:docMk/>
            <pc:sldMk cId="1175821773" sldId="258"/>
            <ac:spMk id="1455" creationId="{BFEB3D1E-BE7D-4B34-9D3D-2B63D6AF9E88}"/>
          </ac:spMkLst>
        </pc:spChg>
        <pc:spChg chg="mod">
          <ac:chgData name="SERGIO SPANO'" userId="3abdd0b9-513e-40ac-aad4-56920065037d" providerId="ADAL" clId="{2DCFDF45-1F6B-4A47-892B-C9094FDD5642}" dt="2022-03-21T11:08:19.259" v="1310" actId="27803"/>
          <ac:spMkLst>
            <pc:docMk/>
            <pc:sldMk cId="1175821773" sldId="258"/>
            <ac:spMk id="1456" creationId="{919EE55B-82B4-4FFC-9CA6-3107B23CAD2E}"/>
          </ac:spMkLst>
        </pc:spChg>
        <pc:spChg chg="mod">
          <ac:chgData name="SERGIO SPANO'" userId="3abdd0b9-513e-40ac-aad4-56920065037d" providerId="ADAL" clId="{2DCFDF45-1F6B-4A47-892B-C9094FDD5642}" dt="2022-03-21T11:08:19.259" v="1310" actId="27803"/>
          <ac:spMkLst>
            <pc:docMk/>
            <pc:sldMk cId="1175821773" sldId="258"/>
            <ac:spMk id="1457" creationId="{DC11FCF0-967F-4113-96B5-4F036D7D8064}"/>
          </ac:spMkLst>
        </pc:spChg>
        <pc:spChg chg="mod">
          <ac:chgData name="SERGIO SPANO'" userId="3abdd0b9-513e-40ac-aad4-56920065037d" providerId="ADAL" clId="{2DCFDF45-1F6B-4A47-892B-C9094FDD5642}" dt="2022-03-21T11:08:19.259" v="1310" actId="27803"/>
          <ac:spMkLst>
            <pc:docMk/>
            <pc:sldMk cId="1175821773" sldId="258"/>
            <ac:spMk id="1458" creationId="{814AB068-FA2A-493E-8131-C9193E9A288D}"/>
          </ac:spMkLst>
        </pc:spChg>
        <pc:spChg chg="mod">
          <ac:chgData name="SERGIO SPANO'" userId="3abdd0b9-513e-40ac-aad4-56920065037d" providerId="ADAL" clId="{2DCFDF45-1F6B-4A47-892B-C9094FDD5642}" dt="2022-03-21T11:08:19.259" v="1310" actId="27803"/>
          <ac:spMkLst>
            <pc:docMk/>
            <pc:sldMk cId="1175821773" sldId="258"/>
            <ac:spMk id="1459" creationId="{3D00DC94-95AB-413D-96E7-CA95E5174D2F}"/>
          </ac:spMkLst>
        </pc:spChg>
        <pc:spChg chg="mod">
          <ac:chgData name="SERGIO SPANO'" userId="3abdd0b9-513e-40ac-aad4-56920065037d" providerId="ADAL" clId="{2DCFDF45-1F6B-4A47-892B-C9094FDD5642}" dt="2022-03-21T11:08:19.259" v="1310" actId="27803"/>
          <ac:spMkLst>
            <pc:docMk/>
            <pc:sldMk cId="1175821773" sldId="258"/>
            <ac:spMk id="1460" creationId="{38D72B8D-37F6-4235-BED3-1ABAC0A4D54E}"/>
          </ac:spMkLst>
        </pc:spChg>
        <pc:spChg chg="mod">
          <ac:chgData name="SERGIO SPANO'" userId="3abdd0b9-513e-40ac-aad4-56920065037d" providerId="ADAL" clId="{2DCFDF45-1F6B-4A47-892B-C9094FDD5642}" dt="2022-03-21T11:08:19.259" v="1310" actId="27803"/>
          <ac:spMkLst>
            <pc:docMk/>
            <pc:sldMk cId="1175821773" sldId="258"/>
            <ac:spMk id="1461" creationId="{31A8E639-AD52-4598-B76D-675EE98ECAE3}"/>
          </ac:spMkLst>
        </pc:spChg>
        <pc:spChg chg="mod">
          <ac:chgData name="SERGIO SPANO'" userId="3abdd0b9-513e-40ac-aad4-56920065037d" providerId="ADAL" clId="{2DCFDF45-1F6B-4A47-892B-C9094FDD5642}" dt="2022-03-21T11:08:19.259" v="1310" actId="27803"/>
          <ac:spMkLst>
            <pc:docMk/>
            <pc:sldMk cId="1175821773" sldId="258"/>
            <ac:spMk id="1462" creationId="{3D946816-D099-4FD5-A760-C2DAECC58B53}"/>
          </ac:spMkLst>
        </pc:spChg>
        <pc:spChg chg="mod">
          <ac:chgData name="SERGIO SPANO'" userId="3abdd0b9-513e-40ac-aad4-56920065037d" providerId="ADAL" clId="{2DCFDF45-1F6B-4A47-892B-C9094FDD5642}" dt="2022-03-21T11:08:19.259" v="1310" actId="27803"/>
          <ac:spMkLst>
            <pc:docMk/>
            <pc:sldMk cId="1175821773" sldId="258"/>
            <ac:spMk id="1463" creationId="{0F3B02F0-EBE5-4718-A196-8110601EBE25}"/>
          </ac:spMkLst>
        </pc:spChg>
        <pc:spChg chg="mod">
          <ac:chgData name="SERGIO SPANO'" userId="3abdd0b9-513e-40ac-aad4-56920065037d" providerId="ADAL" clId="{2DCFDF45-1F6B-4A47-892B-C9094FDD5642}" dt="2022-03-21T11:08:19.259" v="1310" actId="27803"/>
          <ac:spMkLst>
            <pc:docMk/>
            <pc:sldMk cId="1175821773" sldId="258"/>
            <ac:spMk id="1464" creationId="{55D838FE-40A6-4376-BCBA-0444D2CF3AE1}"/>
          </ac:spMkLst>
        </pc:spChg>
        <pc:spChg chg="mod">
          <ac:chgData name="SERGIO SPANO'" userId="3abdd0b9-513e-40ac-aad4-56920065037d" providerId="ADAL" clId="{2DCFDF45-1F6B-4A47-892B-C9094FDD5642}" dt="2022-03-21T11:08:19.259" v="1310" actId="27803"/>
          <ac:spMkLst>
            <pc:docMk/>
            <pc:sldMk cId="1175821773" sldId="258"/>
            <ac:spMk id="1465" creationId="{E0EE2F8F-962E-4681-85EB-03A96FCF9A93}"/>
          </ac:spMkLst>
        </pc:spChg>
        <pc:spChg chg="mod">
          <ac:chgData name="SERGIO SPANO'" userId="3abdd0b9-513e-40ac-aad4-56920065037d" providerId="ADAL" clId="{2DCFDF45-1F6B-4A47-892B-C9094FDD5642}" dt="2022-03-21T11:08:19.259" v="1310" actId="27803"/>
          <ac:spMkLst>
            <pc:docMk/>
            <pc:sldMk cId="1175821773" sldId="258"/>
            <ac:spMk id="1466" creationId="{7393BA14-70AB-4156-B639-81AA9F2E876C}"/>
          </ac:spMkLst>
        </pc:spChg>
        <pc:spChg chg="mod">
          <ac:chgData name="SERGIO SPANO'" userId="3abdd0b9-513e-40ac-aad4-56920065037d" providerId="ADAL" clId="{2DCFDF45-1F6B-4A47-892B-C9094FDD5642}" dt="2022-03-21T11:08:19.259" v="1310" actId="27803"/>
          <ac:spMkLst>
            <pc:docMk/>
            <pc:sldMk cId="1175821773" sldId="258"/>
            <ac:spMk id="1467" creationId="{32376E39-A701-4D82-99C1-EE80C93C8413}"/>
          </ac:spMkLst>
        </pc:spChg>
        <pc:spChg chg="mod">
          <ac:chgData name="SERGIO SPANO'" userId="3abdd0b9-513e-40ac-aad4-56920065037d" providerId="ADAL" clId="{2DCFDF45-1F6B-4A47-892B-C9094FDD5642}" dt="2022-03-21T11:08:19.259" v="1310" actId="27803"/>
          <ac:spMkLst>
            <pc:docMk/>
            <pc:sldMk cId="1175821773" sldId="258"/>
            <ac:spMk id="1468" creationId="{351765D7-61E5-4273-93B8-C2AF3E0DC7C7}"/>
          </ac:spMkLst>
        </pc:spChg>
        <pc:spChg chg="mod">
          <ac:chgData name="SERGIO SPANO'" userId="3abdd0b9-513e-40ac-aad4-56920065037d" providerId="ADAL" clId="{2DCFDF45-1F6B-4A47-892B-C9094FDD5642}" dt="2022-03-21T11:08:19.259" v="1310" actId="27803"/>
          <ac:spMkLst>
            <pc:docMk/>
            <pc:sldMk cId="1175821773" sldId="258"/>
            <ac:spMk id="1469" creationId="{8893492D-9145-476A-BDAD-CF11EA8959FD}"/>
          </ac:spMkLst>
        </pc:spChg>
        <pc:spChg chg="mod">
          <ac:chgData name="SERGIO SPANO'" userId="3abdd0b9-513e-40ac-aad4-56920065037d" providerId="ADAL" clId="{2DCFDF45-1F6B-4A47-892B-C9094FDD5642}" dt="2022-03-21T11:08:19.259" v="1310" actId="27803"/>
          <ac:spMkLst>
            <pc:docMk/>
            <pc:sldMk cId="1175821773" sldId="258"/>
            <ac:spMk id="1470" creationId="{7BF366D9-F697-4510-92B2-84CA853769DC}"/>
          </ac:spMkLst>
        </pc:spChg>
        <pc:spChg chg="mod">
          <ac:chgData name="SERGIO SPANO'" userId="3abdd0b9-513e-40ac-aad4-56920065037d" providerId="ADAL" clId="{2DCFDF45-1F6B-4A47-892B-C9094FDD5642}" dt="2022-03-21T11:08:19.259" v="1310" actId="27803"/>
          <ac:spMkLst>
            <pc:docMk/>
            <pc:sldMk cId="1175821773" sldId="258"/>
            <ac:spMk id="1471" creationId="{AE8A5A0F-0A91-45AA-81C5-558114C70D8E}"/>
          </ac:spMkLst>
        </pc:spChg>
        <pc:spChg chg="mod">
          <ac:chgData name="SERGIO SPANO'" userId="3abdd0b9-513e-40ac-aad4-56920065037d" providerId="ADAL" clId="{2DCFDF45-1F6B-4A47-892B-C9094FDD5642}" dt="2022-03-21T11:08:19.259" v="1310" actId="27803"/>
          <ac:spMkLst>
            <pc:docMk/>
            <pc:sldMk cId="1175821773" sldId="258"/>
            <ac:spMk id="1472" creationId="{8496F993-A958-4424-ACBA-AF7E517167EB}"/>
          </ac:spMkLst>
        </pc:spChg>
        <pc:spChg chg="mod">
          <ac:chgData name="SERGIO SPANO'" userId="3abdd0b9-513e-40ac-aad4-56920065037d" providerId="ADAL" clId="{2DCFDF45-1F6B-4A47-892B-C9094FDD5642}" dt="2022-03-21T11:08:19.259" v="1310" actId="27803"/>
          <ac:spMkLst>
            <pc:docMk/>
            <pc:sldMk cId="1175821773" sldId="258"/>
            <ac:spMk id="1473" creationId="{178828E7-09B7-4665-8D36-CEA8D1A46D92}"/>
          </ac:spMkLst>
        </pc:spChg>
        <pc:spChg chg="mod">
          <ac:chgData name="SERGIO SPANO'" userId="3abdd0b9-513e-40ac-aad4-56920065037d" providerId="ADAL" clId="{2DCFDF45-1F6B-4A47-892B-C9094FDD5642}" dt="2022-03-21T11:08:19.259" v="1310" actId="27803"/>
          <ac:spMkLst>
            <pc:docMk/>
            <pc:sldMk cId="1175821773" sldId="258"/>
            <ac:spMk id="1474" creationId="{67D99432-618C-4438-8C6F-2F78D3194584}"/>
          </ac:spMkLst>
        </pc:spChg>
        <pc:spChg chg="mod">
          <ac:chgData name="SERGIO SPANO'" userId="3abdd0b9-513e-40ac-aad4-56920065037d" providerId="ADAL" clId="{2DCFDF45-1F6B-4A47-892B-C9094FDD5642}" dt="2022-03-21T11:08:19.259" v="1310" actId="27803"/>
          <ac:spMkLst>
            <pc:docMk/>
            <pc:sldMk cId="1175821773" sldId="258"/>
            <ac:spMk id="1475" creationId="{57F35691-B6DC-4224-BD56-3621FCEE0C57}"/>
          </ac:spMkLst>
        </pc:spChg>
        <pc:spChg chg="mod">
          <ac:chgData name="SERGIO SPANO'" userId="3abdd0b9-513e-40ac-aad4-56920065037d" providerId="ADAL" clId="{2DCFDF45-1F6B-4A47-892B-C9094FDD5642}" dt="2022-03-21T11:08:19.259" v="1310" actId="27803"/>
          <ac:spMkLst>
            <pc:docMk/>
            <pc:sldMk cId="1175821773" sldId="258"/>
            <ac:spMk id="1476" creationId="{DB4CBB77-E85F-4165-BCF5-81B0175A6DF0}"/>
          </ac:spMkLst>
        </pc:spChg>
        <pc:spChg chg="mod">
          <ac:chgData name="SERGIO SPANO'" userId="3abdd0b9-513e-40ac-aad4-56920065037d" providerId="ADAL" clId="{2DCFDF45-1F6B-4A47-892B-C9094FDD5642}" dt="2022-03-21T11:08:19.259" v="1310" actId="27803"/>
          <ac:spMkLst>
            <pc:docMk/>
            <pc:sldMk cId="1175821773" sldId="258"/>
            <ac:spMk id="1477" creationId="{CA2CF613-35D1-4609-AC80-91145DA21D00}"/>
          </ac:spMkLst>
        </pc:spChg>
        <pc:spChg chg="mod">
          <ac:chgData name="SERGIO SPANO'" userId="3abdd0b9-513e-40ac-aad4-56920065037d" providerId="ADAL" clId="{2DCFDF45-1F6B-4A47-892B-C9094FDD5642}" dt="2022-03-21T11:08:19.259" v="1310" actId="27803"/>
          <ac:spMkLst>
            <pc:docMk/>
            <pc:sldMk cId="1175821773" sldId="258"/>
            <ac:spMk id="1478" creationId="{654F86C9-40BF-4510-8475-3BD91DDA284C}"/>
          </ac:spMkLst>
        </pc:spChg>
        <pc:spChg chg="mod">
          <ac:chgData name="SERGIO SPANO'" userId="3abdd0b9-513e-40ac-aad4-56920065037d" providerId="ADAL" clId="{2DCFDF45-1F6B-4A47-892B-C9094FDD5642}" dt="2022-03-21T11:08:19.259" v="1310" actId="27803"/>
          <ac:spMkLst>
            <pc:docMk/>
            <pc:sldMk cId="1175821773" sldId="258"/>
            <ac:spMk id="1479" creationId="{87BDAEE5-F0AB-4F03-95EA-2996D655E57A}"/>
          </ac:spMkLst>
        </pc:spChg>
        <pc:spChg chg="mod">
          <ac:chgData name="SERGIO SPANO'" userId="3abdd0b9-513e-40ac-aad4-56920065037d" providerId="ADAL" clId="{2DCFDF45-1F6B-4A47-892B-C9094FDD5642}" dt="2022-03-21T11:08:19.259" v="1310" actId="27803"/>
          <ac:spMkLst>
            <pc:docMk/>
            <pc:sldMk cId="1175821773" sldId="258"/>
            <ac:spMk id="1480" creationId="{7509EF03-30F1-4AB7-B30D-3A6F6B5C1952}"/>
          </ac:spMkLst>
        </pc:spChg>
        <pc:spChg chg="mod">
          <ac:chgData name="SERGIO SPANO'" userId="3abdd0b9-513e-40ac-aad4-56920065037d" providerId="ADAL" clId="{2DCFDF45-1F6B-4A47-892B-C9094FDD5642}" dt="2022-03-21T11:08:19.259" v="1310" actId="27803"/>
          <ac:spMkLst>
            <pc:docMk/>
            <pc:sldMk cId="1175821773" sldId="258"/>
            <ac:spMk id="1481" creationId="{FDA58C47-3609-428F-B64F-DABCDD3DDD52}"/>
          </ac:spMkLst>
        </pc:spChg>
        <pc:spChg chg="mod">
          <ac:chgData name="SERGIO SPANO'" userId="3abdd0b9-513e-40ac-aad4-56920065037d" providerId="ADAL" clId="{2DCFDF45-1F6B-4A47-892B-C9094FDD5642}" dt="2022-03-21T11:08:19.259" v="1310" actId="27803"/>
          <ac:spMkLst>
            <pc:docMk/>
            <pc:sldMk cId="1175821773" sldId="258"/>
            <ac:spMk id="1482" creationId="{F4BE816F-6120-495B-B4E2-8F1468138B86}"/>
          </ac:spMkLst>
        </pc:spChg>
        <pc:spChg chg="mod">
          <ac:chgData name="SERGIO SPANO'" userId="3abdd0b9-513e-40ac-aad4-56920065037d" providerId="ADAL" clId="{2DCFDF45-1F6B-4A47-892B-C9094FDD5642}" dt="2022-03-21T11:08:19.259" v="1310" actId="27803"/>
          <ac:spMkLst>
            <pc:docMk/>
            <pc:sldMk cId="1175821773" sldId="258"/>
            <ac:spMk id="1483" creationId="{B167C7EE-B46E-4B73-9D57-33944F6E9C1D}"/>
          </ac:spMkLst>
        </pc:spChg>
        <pc:spChg chg="mod">
          <ac:chgData name="SERGIO SPANO'" userId="3abdd0b9-513e-40ac-aad4-56920065037d" providerId="ADAL" clId="{2DCFDF45-1F6B-4A47-892B-C9094FDD5642}" dt="2022-03-21T11:08:19.259" v="1310" actId="27803"/>
          <ac:spMkLst>
            <pc:docMk/>
            <pc:sldMk cId="1175821773" sldId="258"/>
            <ac:spMk id="1484" creationId="{F3D187F0-2775-41A5-883C-6AEE66B6222D}"/>
          </ac:spMkLst>
        </pc:spChg>
        <pc:spChg chg="mod">
          <ac:chgData name="SERGIO SPANO'" userId="3abdd0b9-513e-40ac-aad4-56920065037d" providerId="ADAL" clId="{2DCFDF45-1F6B-4A47-892B-C9094FDD5642}" dt="2022-03-21T11:08:19.259" v="1310" actId="27803"/>
          <ac:spMkLst>
            <pc:docMk/>
            <pc:sldMk cId="1175821773" sldId="258"/>
            <ac:spMk id="1485" creationId="{5B8AF8FE-34C2-42B7-967D-2540F2E82EA1}"/>
          </ac:spMkLst>
        </pc:spChg>
        <pc:spChg chg="mod">
          <ac:chgData name="SERGIO SPANO'" userId="3abdd0b9-513e-40ac-aad4-56920065037d" providerId="ADAL" clId="{2DCFDF45-1F6B-4A47-892B-C9094FDD5642}" dt="2022-03-21T11:08:19.259" v="1310" actId="27803"/>
          <ac:spMkLst>
            <pc:docMk/>
            <pc:sldMk cId="1175821773" sldId="258"/>
            <ac:spMk id="1486" creationId="{9FD18351-6959-46B4-B499-71DC8B31734D}"/>
          </ac:spMkLst>
        </pc:spChg>
        <pc:spChg chg="mod">
          <ac:chgData name="SERGIO SPANO'" userId="3abdd0b9-513e-40ac-aad4-56920065037d" providerId="ADAL" clId="{2DCFDF45-1F6B-4A47-892B-C9094FDD5642}" dt="2022-03-21T11:08:19.259" v="1310" actId="27803"/>
          <ac:spMkLst>
            <pc:docMk/>
            <pc:sldMk cId="1175821773" sldId="258"/>
            <ac:spMk id="1487" creationId="{27B6B35C-821A-4A82-9C50-5E747DFB57C5}"/>
          </ac:spMkLst>
        </pc:spChg>
        <pc:spChg chg="mod">
          <ac:chgData name="SERGIO SPANO'" userId="3abdd0b9-513e-40ac-aad4-56920065037d" providerId="ADAL" clId="{2DCFDF45-1F6B-4A47-892B-C9094FDD5642}" dt="2022-03-21T11:08:19.259" v="1310" actId="27803"/>
          <ac:spMkLst>
            <pc:docMk/>
            <pc:sldMk cId="1175821773" sldId="258"/>
            <ac:spMk id="1488" creationId="{26B0FEB0-280C-4D78-A53A-723CB10215D5}"/>
          </ac:spMkLst>
        </pc:spChg>
        <pc:spChg chg="mod">
          <ac:chgData name="SERGIO SPANO'" userId="3abdd0b9-513e-40ac-aad4-56920065037d" providerId="ADAL" clId="{2DCFDF45-1F6B-4A47-892B-C9094FDD5642}" dt="2022-03-21T11:08:19.259" v="1310" actId="27803"/>
          <ac:spMkLst>
            <pc:docMk/>
            <pc:sldMk cId="1175821773" sldId="258"/>
            <ac:spMk id="1489" creationId="{C294C88B-CDE9-4751-8112-AEEA9908851F}"/>
          </ac:spMkLst>
        </pc:spChg>
        <pc:spChg chg="mod">
          <ac:chgData name="SERGIO SPANO'" userId="3abdd0b9-513e-40ac-aad4-56920065037d" providerId="ADAL" clId="{2DCFDF45-1F6B-4A47-892B-C9094FDD5642}" dt="2022-03-21T11:08:19.259" v="1310" actId="27803"/>
          <ac:spMkLst>
            <pc:docMk/>
            <pc:sldMk cId="1175821773" sldId="258"/>
            <ac:spMk id="1490" creationId="{36A27BD5-0BA4-4AC2-93EF-65DDC630916A}"/>
          </ac:spMkLst>
        </pc:spChg>
        <pc:spChg chg="mod">
          <ac:chgData name="SERGIO SPANO'" userId="3abdd0b9-513e-40ac-aad4-56920065037d" providerId="ADAL" clId="{2DCFDF45-1F6B-4A47-892B-C9094FDD5642}" dt="2022-03-21T11:08:19.259" v="1310" actId="27803"/>
          <ac:spMkLst>
            <pc:docMk/>
            <pc:sldMk cId="1175821773" sldId="258"/>
            <ac:spMk id="1491" creationId="{FB924F1D-2D9E-4CB4-A5AB-5C2EDFC90B21}"/>
          </ac:spMkLst>
        </pc:spChg>
        <pc:spChg chg="mod">
          <ac:chgData name="SERGIO SPANO'" userId="3abdd0b9-513e-40ac-aad4-56920065037d" providerId="ADAL" clId="{2DCFDF45-1F6B-4A47-892B-C9094FDD5642}" dt="2022-03-21T11:08:19.259" v="1310" actId="27803"/>
          <ac:spMkLst>
            <pc:docMk/>
            <pc:sldMk cId="1175821773" sldId="258"/>
            <ac:spMk id="1492" creationId="{69B27639-A6FC-49F9-8ACF-6A353E81AC8B}"/>
          </ac:spMkLst>
        </pc:spChg>
        <pc:spChg chg="mod">
          <ac:chgData name="SERGIO SPANO'" userId="3abdd0b9-513e-40ac-aad4-56920065037d" providerId="ADAL" clId="{2DCFDF45-1F6B-4A47-892B-C9094FDD5642}" dt="2022-03-21T11:08:19.259" v="1310" actId="27803"/>
          <ac:spMkLst>
            <pc:docMk/>
            <pc:sldMk cId="1175821773" sldId="258"/>
            <ac:spMk id="1493" creationId="{F247CDBD-A670-4BA6-9016-EF702825095D}"/>
          </ac:spMkLst>
        </pc:spChg>
        <pc:spChg chg="mod">
          <ac:chgData name="SERGIO SPANO'" userId="3abdd0b9-513e-40ac-aad4-56920065037d" providerId="ADAL" clId="{2DCFDF45-1F6B-4A47-892B-C9094FDD5642}" dt="2022-03-21T11:08:19.259" v="1310" actId="27803"/>
          <ac:spMkLst>
            <pc:docMk/>
            <pc:sldMk cId="1175821773" sldId="258"/>
            <ac:spMk id="1494" creationId="{B30A6DAF-4EA5-473F-99F3-5DC367DFDBF2}"/>
          </ac:spMkLst>
        </pc:spChg>
        <pc:spChg chg="mod">
          <ac:chgData name="SERGIO SPANO'" userId="3abdd0b9-513e-40ac-aad4-56920065037d" providerId="ADAL" clId="{2DCFDF45-1F6B-4A47-892B-C9094FDD5642}" dt="2022-03-21T11:08:19.259" v="1310" actId="27803"/>
          <ac:spMkLst>
            <pc:docMk/>
            <pc:sldMk cId="1175821773" sldId="258"/>
            <ac:spMk id="1495" creationId="{71F5219B-1309-438C-9CE5-0B23FB157D58}"/>
          </ac:spMkLst>
        </pc:spChg>
        <pc:spChg chg="mod">
          <ac:chgData name="SERGIO SPANO'" userId="3abdd0b9-513e-40ac-aad4-56920065037d" providerId="ADAL" clId="{2DCFDF45-1F6B-4A47-892B-C9094FDD5642}" dt="2022-03-21T11:08:19.259" v="1310" actId="27803"/>
          <ac:spMkLst>
            <pc:docMk/>
            <pc:sldMk cId="1175821773" sldId="258"/>
            <ac:spMk id="1496" creationId="{EA2377F8-03B9-4834-A116-74E02D01A6B8}"/>
          </ac:spMkLst>
        </pc:spChg>
        <pc:spChg chg="mod">
          <ac:chgData name="SERGIO SPANO'" userId="3abdd0b9-513e-40ac-aad4-56920065037d" providerId="ADAL" clId="{2DCFDF45-1F6B-4A47-892B-C9094FDD5642}" dt="2022-03-21T11:08:19.259" v="1310" actId="27803"/>
          <ac:spMkLst>
            <pc:docMk/>
            <pc:sldMk cId="1175821773" sldId="258"/>
            <ac:spMk id="1497" creationId="{A006FAE6-ECD6-4A0E-9116-1E263F061A6C}"/>
          </ac:spMkLst>
        </pc:spChg>
        <pc:spChg chg="mod">
          <ac:chgData name="SERGIO SPANO'" userId="3abdd0b9-513e-40ac-aad4-56920065037d" providerId="ADAL" clId="{2DCFDF45-1F6B-4A47-892B-C9094FDD5642}" dt="2022-03-21T11:08:19.259" v="1310" actId="27803"/>
          <ac:spMkLst>
            <pc:docMk/>
            <pc:sldMk cId="1175821773" sldId="258"/>
            <ac:spMk id="1498" creationId="{69B9FE43-6BFB-44C9-8E35-C9DE13C3DDE9}"/>
          </ac:spMkLst>
        </pc:spChg>
        <pc:spChg chg="mod">
          <ac:chgData name="SERGIO SPANO'" userId="3abdd0b9-513e-40ac-aad4-56920065037d" providerId="ADAL" clId="{2DCFDF45-1F6B-4A47-892B-C9094FDD5642}" dt="2022-03-21T11:08:19.259" v="1310" actId="27803"/>
          <ac:spMkLst>
            <pc:docMk/>
            <pc:sldMk cId="1175821773" sldId="258"/>
            <ac:spMk id="1499" creationId="{1EC7B6F5-7339-4FC8-B8AA-EF45BAF89C92}"/>
          </ac:spMkLst>
        </pc:spChg>
        <pc:spChg chg="mod">
          <ac:chgData name="SERGIO SPANO'" userId="3abdd0b9-513e-40ac-aad4-56920065037d" providerId="ADAL" clId="{2DCFDF45-1F6B-4A47-892B-C9094FDD5642}" dt="2022-03-21T11:08:19.259" v="1310" actId="27803"/>
          <ac:spMkLst>
            <pc:docMk/>
            <pc:sldMk cId="1175821773" sldId="258"/>
            <ac:spMk id="1500" creationId="{2F82727F-DCD4-4660-8BB4-5855298B1858}"/>
          </ac:spMkLst>
        </pc:spChg>
        <pc:spChg chg="mod">
          <ac:chgData name="SERGIO SPANO'" userId="3abdd0b9-513e-40ac-aad4-56920065037d" providerId="ADAL" clId="{2DCFDF45-1F6B-4A47-892B-C9094FDD5642}" dt="2022-03-21T11:08:19.259" v="1310" actId="27803"/>
          <ac:spMkLst>
            <pc:docMk/>
            <pc:sldMk cId="1175821773" sldId="258"/>
            <ac:spMk id="1501" creationId="{CAB4A33D-1026-4F3B-9B32-D82D2EF9099A}"/>
          </ac:spMkLst>
        </pc:spChg>
        <pc:spChg chg="mod">
          <ac:chgData name="SERGIO SPANO'" userId="3abdd0b9-513e-40ac-aad4-56920065037d" providerId="ADAL" clId="{2DCFDF45-1F6B-4A47-892B-C9094FDD5642}" dt="2022-03-21T11:08:19.259" v="1310" actId="27803"/>
          <ac:spMkLst>
            <pc:docMk/>
            <pc:sldMk cId="1175821773" sldId="258"/>
            <ac:spMk id="1502" creationId="{8DEBBDC9-91F0-4323-9629-5FC58CB51A48}"/>
          </ac:spMkLst>
        </pc:spChg>
        <pc:spChg chg="mod">
          <ac:chgData name="SERGIO SPANO'" userId="3abdd0b9-513e-40ac-aad4-56920065037d" providerId="ADAL" clId="{2DCFDF45-1F6B-4A47-892B-C9094FDD5642}" dt="2022-03-21T11:08:19.259" v="1310" actId="27803"/>
          <ac:spMkLst>
            <pc:docMk/>
            <pc:sldMk cId="1175821773" sldId="258"/>
            <ac:spMk id="1503" creationId="{136C66DA-4373-4ED5-AED0-1FCBADD0686B}"/>
          </ac:spMkLst>
        </pc:spChg>
        <pc:spChg chg="mod">
          <ac:chgData name="SERGIO SPANO'" userId="3abdd0b9-513e-40ac-aad4-56920065037d" providerId="ADAL" clId="{2DCFDF45-1F6B-4A47-892B-C9094FDD5642}" dt="2022-03-21T11:08:19.259" v="1310" actId="27803"/>
          <ac:spMkLst>
            <pc:docMk/>
            <pc:sldMk cId="1175821773" sldId="258"/>
            <ac:spMk id="1504" creationId="{2C25671E-4297-43A5-84EA-532F27AEC48F}"/>
          </ac:spMkLst>
        </pc:spChg>
        <pc:spChg chg="mod">
          <ac:chgData name="SERGIO SPANO'" userId="3abdd0b9-513e-40ac-aad4-56920065037d" providerId="ADAL" clId="{2DCFDF45-1F6B-4A47-892B-C9094FDD5642}" dt="2022-03-21T11:08:19.259" v="1310" actId="27803"/>
          <ac:spMkLst>
            <pc:docMk/>
            <pc:sldMk cId="1175821773" sldId="258"/>
            <ac:spMk id="1505" creationId="{1E43DC72-F65C-4CF8-9449-9F9F62D13C7D}"/>
          </ac:spMkLst>
        </pc:spChg>
        <pc:spChg chg="mod">
          <ac:chgData name="SERGIO SPANO'" userId="3abdd0b9-513e-40ac-aad4-56920065037d" providerId="ADAL" clId="{2DCFDF45-1F6B-4A47-892B-C9094FDD5642}" dt="2022-03-21T11:08:19.259" v="1310" actId="27803"/>
          <ac:spMkLst>
            <pc:docMk/>
            <pc:sldMk cId="1175821773" sldId="258"/>
            <ac:spMk id="1506" creationId="{DDCF6779-6795-4C07-93C7-24F7EED6695D}"/>
          </ac:spMkLst>
        </pc:spChg>
        <pc:spChg chg="mod">
          <ac:chgData name="SERGIO SPANO'" userId="3abdd0b9-513e-40ac-aad4-56920065037d" providerId="ADAL" clId="{2DCFDF45-1F6B-4A47-892B-C9094FDD5642}" dt="2022-03-21T11:08:19.259" v="1310" actId="27803"/>
          <ac:spMkLst>
            <pc:docMk/>
            <pc:sldMk cId="1175821773" sldId="258"/>
            <ac:spMk id="1507" creationId="{A0E96D15-F6F3-455B-8394-5F78F5A19F25}"/>
          </ac:spMkLst>
        </pc:spChg>
        <pc:spChg chg="mod">
          <ac:chgData name="SERGIO SPANO'" userId="3abdd0b9-513e-40ac-aad4-56920065037d" providerId="ADAL" clId="{2DCFDF45-1F6B-4A47-892B-C9094FDD5642}" dt="2022-03-21T11:08:19.259" v="1310" actId="27803"/>
          <ac:spMkLst>
            <pc:docMk/>
            <pc:sldMk cId="1175821773" sldId="258"/>
            <ac:spMk id="1508" creationId="{58ED0898-351D-4DA7-9CB5-499CACAC76C2}"/>
          </ac:spMkLst>
        </pc:spChg>
        <pc:spChg chg="mod">
          <ac:chgData name="SERGIO SPANO'" userId="3abdd0b9-513e-40ac-aad4-56920065037d" providerId="ADAL" clId="{2DCFDF45-1F6B-4A47-892B-C9094FDD5642}" dt="2022-03-21T11:08:19.259" v="1310" actId="27803"/>
          <ac:spMkLst>
            <pc:docMk/>
            <pc:sldMk cId="1175821773" sldId="258"/>
            <ac:spMk id="1509" creationId="{DE04EEAD-7F2F-40EE-8CE3-B72511A61786}"/>
          </ac:spMkLst>
        </pc:spChg>
        <pc:spChg chg="mod">
          <ac:chgData name="SERGIO SPANO'" userId="3abdd0b9-513e-40ac-aad4-56920065037d" providerId="ADAL" clId="{2DCFDF45-1F6B-4A47-892B-C9094FDD5642}" dt="2022-03-21T11:08:19.259" v="1310" actId="27803"/>
          <ac:spMkLst>
            <pc:docMk/>
            <pc:sldMk cId="1175821773" sldId="258"/>
            <ac:spMk id="1510" creationId="{3347362A-AC96-4616-ACA5-BB9AA9563F93}"/>
          </ac:spMkLst>
        </pc:spChg>
        <pc:spChg chg="mod">
          <ac:chgData name="SERGIO SPANO'" userId="3abdd0b9-513e-40ac-aad4-56920065037d" providerId="ADAL" clId="{2DCFDF45-1F6B-4A47-892B-C9094FDD5642}" dt="2022-03-21T11:08:19.259" v="1310" actId="27803"/>
          <ac:spMkLst>
            <pc:docMk/>
            <pc:sldMk cId="1175821773" sldId="258"/>
            <ac:spMk id="1511" creationId="{EE2BB7FC-A89A-40DF-80DB-D8F12685265F}"/>
          </ac:spMkLst>
        </pc:spChg>
        <pc:spChg chg="mod">
          <ac:chgData name="SERGIO SPANO'" userId="3abdd0b9-513e-40ac-aad4-56920065037d" providerId="ADAL" clId="{2DCFDF45-1F6B-4A47-892B-C9094FDD5642}" dt="2022-03-21T11:08:19.259" v="1310" actId="27803"/>
          <ac:spMkLst>
            <pc:docMk/>
            <pc:sldMk cId="1175821773" sldId="258"/>
            <ac:spMk id="1512" creationId="{CB242361-7519-46D3-A321-968A9E18AE82}"/>
          </ac:spMkLst>
        </pc:spChg>
        <pc:spChg chg="mod">
          <ac:chgData name="SERGIO SPANO'" userId="3abdd0b9-513e-40ac-aad4-56920065037d" providerId="ADAL" clId="{2DCFDF45-1F6B-4A47-892B-C9094FDD5642}" dt="2022-03-21T11:08:19.259" v="1310" actId="27803"/>
          <ac:spMkLst>
            <pc:docMk/>
            <pc:sldMk cId="1175821773" sldId="258"/>
            <ac:spMk id="1513" creationId="{18C342B9-291E-4202-B679-87CB836BDC79}"/>
          </ac:spMkLst>
        </pc:spChg>
        <pc:spChg chg="mod">
          <ac:chgData name="SERGIO SPANO'" userId="3abdd0b9-513e-40ac-aad4-56920065037d" providerId="ADAL" clId="{2DCFDF45-1F6B-4A47-892B-C9094FDD5642}" dt="2022-03-21T11:08:19.259" v="1310" actId="27803"/>
          <ac:spMkLst>
            <pc:docMk/>
            <pc:sldMk cId="1175821773" sldId="258"/>
            <ac:spMk id="1514" creationId="{66F031D5-F7F4-458A-8C06-B6F8C8D59B3C}"/>
          </ac:spMkLst>
        </pc:spChg>
        <pc:spChg chg="mod">
          <ac:chgData name="SERGIO SPANO'" userId="3abdd0b9-513e-40ac-aad4-56920065037d" providerId="ADAL" clId="{2DCFDF45-1F6B-4A47-892B-C9094FDD5642}" dt="2022-03-21T11:08:19.259" v="1310" actId="27803"/>
          <ac:spMkLst>
            <pc:docMk/>
            <pc:sldMk cId="1175821773" sldId="258"/>
            <ac:spMk id="1515" creationId="{5F823BE6-3271-45C9-AF5B-2852A0F5C65A}"/>
          </ac:spMkLst>
        </pc:spChg>
        <pc:spChg chg="mod">
          <ac:chgData name="SERGIO SPANO'" userId="3abdd0b9-513e-40ac-aad4-56920065037d" providerId="ADAL" clId="{2DCFDF45-1F6B-4A47-892B-C9094FDD5642}" dt="2022-03-21T11:08:19.259" v="1310" actId="27803"/>
          <ac:spMkLst>
            <pc:docMk/>
            <pc:sldMk cId="1175821773" sldId="258"/>
            <ac:spMk id="1516" creationId="{87C4E86E-103D-4CD7-BA17-08F936A37781}"/>
          </ac:spMkLst>
        </pc:spChg>
        <pc:spChg chg="mod">
          <ac:chgData name="SERGIO SPANO'" userId="3abdd0b9-513e-40ac-aad4-56920065037d" providerId="ADAL" clId="{2DCFDF45-1F6B-4A47-892B-C9094FDD5642}" dt="2022-03-21T11:08:19.259" v="1310" actId="27803"/>
          <ac:spMkLst>
            <pc:docMk/>
            <pc:sldMk cId="1175821773" sldId="258"/>
            <ac:spMk id="1517" creationId="{0EC2BF4B-5C3B-4D0C-B87C-D7B06B4E6F04}"/>
          </ac:spMkLst>
        </pc:spChg>
        <pc:spChg chg="mod">
          <ac:chgData name="SERGIO SPANO'" userId="3abdd0b9-513e-40ac-aad4-56920065037d" providerId="ADAL" clId="{2DCFDF45-1F6B-4A47-892B-C9094FDD5642}" dt="2022-03-21T11:08:19.259" v="1310" actId="27803"/>
          <ac:spMkLst>
            <pc:docMk/>
            <pc:sldMk cId="1175821773" sldId="258"/>
            <ac:spMk id="1518" creationId="{BE647B86-5945-4727-BC5A-CE2266995CE1}"/>
          </ac:spMkLst>
        </pc:spChg>
        <pc:spChg chg="mod">
          <ac:chgData name="SERGIO SPANO'" userId="3abdd0b9-513e-40ac-aad4-56920065037d" providerId="ADAL" clId="{2DCFDF45-1F6B-4A47-892B-C9094FDD5642}" dt="2022-03-21T11:08:19.259" v="1310" actId="27803"/>
          <ac:spMkLst>
            <pc:docMk/>
            <pc:sldMk cId="1175821773" sldId="258"/>
            <ac:spMk id="1519" creationId="{FAEA561D-3470-43D8-A2C8-94684AE84FF4}"/>
          </ac:spMkLst>
        </pc:spChg>
        <pc:spChg chg="mod">
          <ac:chgData name="SERGIO SPANO'" userId="3abdd0b9-513e-40ac-aad4-56920065037d" providerId="ADAL" clId="{2DCFDF45-1F6B-4A47-892B-C9094FDD5642}" dt="2022-03-21T11:08:19.259" v="1310" actId="27803"/>
          <ac:spMkLst>
            <pc:docMk/>
            <pc:sldMk cId="1175821773" sldId="258"/>
            <ac:spMk id="1520" creationId="{DC49CC91-8AB8-45EF-A26A-E2DE86E7AD5A}"/>
          </ac:spMkLst>
        </pc:spChg>
        <pc:spChg chg="mod">
          <ac:chgData name="SERGIO SPANO'" userId="3abdd0b9-513e-40ac-aad4-56920065037d" providerId="ADAL" clId="{2DCFDF45-1F6B-4A47-892B-C9094FDD5642}" dt="2022-03-21T11:08:19.259" v="1310" actId="27803"/>
          <ac:spMkLst>
            <pc:docMk/>
            <pc:sldMk cId="1175821773" sldId="258"/>
            <ac:spMk id="1521" creationId="{37D2C6C1-599F-4F73-A95E-DC27FEFA0312}"/>
          </ac:spMkLst>
        </pc:spChg>
        <pc:spChg chg="mod">
          <ac:chgData name="SERGIO SPANO'" userId="3abdd0b9-513e-40ac-aad4-56920065037d" providerId="ADAL" clId="{2DCFDF45-1F6B-4A47-892B-C9094FDD5642}" dt="2022-03-21T11:08:19.259" v="1310" actId="27803"/>
          <ac:spMkLst>
            <pc:docMk/>
            <pc:sldMk cId="1175821773" sldId="258"/>
            <ac:spMk id="1522" creationId="{5C6AC86A-33A7-4C8F-A108-37F249E4C9EC}"/>
          </ac:spMkLst>
        </pc:spChg>
        <pc:spChg chg="mod">
          <ac:chgData name="SERGIO SPANO'" userId="3abdd0b9-513e-40ac-aad4-56920065037d" providerId="ADAL" clId="{2DCFDF45-1F6B-4A47-892B-C9094FDD5642}" dt="2022-03-21T11:08:19.259" v="1310" actId="27803"/>
          <ac:spMkLst>
            <pc:docMk/>
            <pc:sldMk cId="1175821773" sldId="258"/>
            <ac:spMk id="1523" creationId="{3C03A9A8-F01B-45EB-ABC4-2295D69505A4}"/>
          </ac:spMkLst>
        </pc:spChg>
        <pc:spChg chg="mod">
          <ac:chgData name="SERGIO SPANO'" userId="3abdd0b9-513e-40ac-aad4-56920065037d" providerId="ADAL" clId="{2DCFDF45-1F6B-4A47-892B-C9094FDD5642}" dt="2022-03-21T11:08:19.259" v="1310" actId="27803"/>
          <ac:spMkLst>
            <pc:docMk/>
            <pc:sldMk cId="1175821773" sldId="258"/>
            <ac:spMk id="1524" creationId="{268C86CB-C7B2-47A2-9C80-FBA9B7CC0FD8}"/>
          </ac:spMkLst>
        </pc:spChg>
        <pc:spChg chg="mod">
          <ac:chgData name="SERGIO SPANO'" userId="3abdd0b9-513e-40ac-aad4-56920065037d" providerId="ADAL" clId="{2DCFDF45-1F6B-4A47-892B-C9094FDD5642}" dt="2022-03-21T11:08:19.259" v="1310" actId="27803"/>
          <ac:spMkLst>
            <pc:docMk/>
            <pc:sldMk cId="1175821773" sldId="258"/>
            <ac:spMk id="1525" creationId="{A49C6775-6ECE-4D5A-ACB4-DA9898A68A12}"/>
          </ac:spMkLst>
        </pc:spChg>
        <pc:spChg chg="mod">
          <ac:chgData name="SERGIO SPANO'" userId="3abdd0b9-513e-40ac-aad4-56920065037d" providerId="ADAL" clId="{2DCFDF45-1F6B-4A47-892B-C9094FDD5642}" dt="2022-03-21T11:08:19.259" v="1310" actId="27803"/>
          <ac:spMkLst>
            <pc:docMk/>
            <pc:sldMk cId="1175821773" sldId="258"/>
            <ac:spMk id="1526" creationId="{46E61A49-46EF-4D7E-9CCD-A4783E94D7AD}"/>
          </ac:spMkLst>
        </pc:spChg>
        <pc:spChg chg="mod">
          <ac:chgData name="SERGIO SPANO'" userId="3abdd0b9-513e-40ac-aad4-56920065037d" providerId="ADAL" clId="{2DCFDF45-1F6B-4A47-892B-C9094FDD5642}" dt="2022-03-21T11:08:19.259" v="1310" actId="27803"/>
          <ac:spMkLst>
            <pc:docMk/>
            <pc:sldMk cId="1175821773" sldId="258"/>
            <ac:spMk id="1527" creationId="{DC343D7D-20A7-48CD-A9A5-2EEA72CC79B7}"/>
          </ac:spMkLst>
        </pc:spChg>
        <pc:spChg chg="mod">
          <ac:chgData name="SERGIO SPANO'" userId="3abdd0b9-513e-40ac-aad4-56920065037d" providerId="ADAL" clId="{2DCFDF45-1F6B-4A47-892B-C9094FDD5642}" dt="2022-03-21T11:08:19.259" v="1310" actId="27803"/>
          <ac:spMkLst>
            <pc:docMk/>
            <pc:sldMk cId="1175821773" sldId="258"/>
            <ac:spMk id="1528" creationId="{84A21C1F-A14E-451D-817C-8E5D7EC978A6}"/>
          </ac:spMkLst>
        </pc:spChg>
        <pc:spChg chg="mod">
          <ac:chgData name="SERGIO SPANO'" userId="3abdd0b9-513e-40ac-aad4-56920065037d" providerId="ADAL" clId="{2DCFDF45-1F6B-4A47-892B-C9094FDD5642}" dt="2022-03-21T11:08:19.259" v="1310" actId="27803"/>
          <ac:spMkLst>
            <pc:docMk/>
            <pc:sldMk cId="1175821773" sldId="258"/>
            <ac:spMk id="1529" creationId="{CFBFD0C5-B6A7-4E0E-8D9F-E75D3DA8427A}"/>
          </ac:spMkLst>
        </pc:spChg>
        <pc:spChg chg="mod">
          <ac:chgData name="SERGIO SPANO'" userId="3abdd0b9-513e-40ac-aad4-56920065037d" providerId="ADAL" clId="{2DCFDF45-1F6B-4A47-892B-C9094FDD5642}" dt="2022-03-21T11:08:19.259" v="1310" actId="27803"/>
          <ac:spMkLst>
            <pc:docMk/>
            <pc:sldMk cId="1175821773" sldId="258"/>
            <ac:spMk id="1530" creationId="{34446042-0AEE-4412-B9B3-4D6BA96333B5}"/>
          </ac:spMkLst>
        </pc:spChg>
        <pc:spChg chg="mod">
          <ac:chgData name="SERGIO SPANO'" userId="3abdd0b9-513e-40ac-aad4-56920065037d" providerId="ADAL" clId="{2DCFDF45-1F6B-4A47-892B-C9094FDD5642}" dt="2022-03-21T11:08:19.259" v="1310" actId="27803"/>
          <ac:spMkLst>
            <pc:docMk/>
            <pc:sldMk cId="1175821773" sldId="258"/>
            <ac:spMk id="1531" creationId="{4CFC0F50-FA6A-47FC-A80E-0F0B41DBA967}"/>
          </ac:spMkLst>
        </pc:spChg>
        <pc:spChg chg="mod">
          <ac:chgData name="SERGIO SPANO'" userId="3abdd0b9-513e-40ac-aad4-56920065037d" providerId="ADAL" clId="{2DCFDF45-1F6B-4A47-892B-C9094FDD5642}" dt="2022-03-21T11:08:19.259" v="1310" actId="27803"/>
          <ac:spMkLst>
            <pc:docMk/>
            <pc:sldMk cId="1175821773" sldId="258"/>
            <ac:spMk id="1532" creationId="{0E66268C-D97A-4099-87B7-5161D4C6D010}"/>
          </ac:spMkLst>
        </pc:spChg>
        <pc:spChg chg="mod">
          <ac:chgData name="SERGIO SPANO'" userId="3abdd0b9-513e-40ac-aad4-56920065037d" providerId="ADAL" clId="{2DCFDF45-1F6B-4A47-892B-C9094FDD5642}" dt="2022-03-21T11:08:19.259" v="1310" actId="27803"/>
          <ac:spMkLst>
            <pc:docMk/>
            <pc:sldMk cId="1175821773" sldId="258"/>
            <ac:spMk id="1533" creationId="{F0E7EEB9-209A-4A4D-A512-A5915B42361F}"/>
          </ac:spMkLst>
        </pc:spChg>
        <pc:spChg chg="mod">
          <ac:chgData name="SERGIO SPANO'" userId="3abdd0b9-513e-40ac-aad4-56920065037d" providerId="ADAL" clId="{2DCFDF45-1F6B-4A47-892B-C9094FDD5642}" dt="2022-03-21T11:08:19.259" v="1310" actId="27803"/>
          <ac:spMkLst>
            <pc:docMk/>
            <pc:sldMk cId="1175821773" sldId="258"/>
            <ac:spMk id="1534" creationId="{22A9195F-A967-4179-B93C-189B4D167E14}"/>
          </ac:spMkLst>
        </pc:spChg>
        <pc:spChg chg="mod">
          <ac:chgData name="SERGIO SPANO'" userId="3abdd0b9-513e-40ac-aad4-56920065037d" providerId="ADAL" clId="{2DCFDF45-1F6B-4A47-892B-C9094FDD5642}" dt="2022-03-21T11:08:19.259" v="1310" actId="27803"/>
          <ac:spMkLst>
            <pc:docMk/>
            <pc:sldMk cId="1175821773" sldId="258"/>
            <ac:spMk id="1535" creationId="{B1E755C6-D015-429B-8CA8-3F814B3BDDF1}"/>
          </ac:spMkLst>
        </pc:spChg>
        <pc:spChg chg="mod">
          <ac:chgData name="SERGIO SPANO'" userId="3abdd0b9-513e-40ac-aad4-56920065037d" providerId="ADAL" clId="{2DCFDF45-1F6B-4A47-892B-C9094FDD5642}" dt="2022-03-21T11:08:19.259" v="1310" actId="27803"/>
          <ac:spMkLst>
            <pc:docMk/>
            <pc:sldMk cId="1175821773" sldId="258"/>
            <ac:spMk id="1536" creationId="{523D75AE-4F28-4D8C-B9DD-4586CE11B74B}"/>
          </ac:spMkLst>
        </pc:spChg>
        <pc:spChg chg="mod">
          <ac:chgData name="SERGIO SPANO'" userId="3abdd0b9-513e-40ac-aad4-56920065037d" providerId="ADAL" clId="{2DCFDF45-1F6B-4A47-892B-C9094FDD5642}" dt="2022-03-21T11:08:19.259" v="1310" actId="27803"/>
          <ac:spMkLst>
            <pc:docMk/>
            <pc:sldMk cId="1175821773" sldId="258"/>
            <ac:spMk id="1537" creationId="{FC697FA3-6877-419E-9581-85A3D3462CF2}"/>
          </ac:spMkLst>
        </pc:spChg>
        <pc:spChg chg="mod">
          <ac:chgData name="SERGIO SPANO'" userId="3abdd0b9-513e-40ac-aad4-56920065037d" providerId="ADAL" clId="{2DCFDF45-1F6B-4A47-892B-C9094FDD5642}" dt="2022-03-21T11:08:19.259" v="1310" actId="27803"/>
          <ac:spMkLst>
            <pc:docMk/>
            <pc:sldMk cId="1175821773" sldId="258"/>
            <ac:spMk id="1538" creationId="{8A146346-266E-466B-BF89-77CC6080730E}"/>
          </ac:spMkLst>
        </pc:spChg>
        <pc:spChg chg="mod">
          <ac:chgData name="SERGIO SPANO'" userId="3abdd0b9-513e-40ac-aad4-56920065037d" providerId="ADAL" clId="{2DCFDF45-1F6B-4A47-892B-C9094FDD5642}" dt="2022-03-21T11:08:19.259" v="1310" actId="27803"/>
          <ac:spMkLst>
            <pc:docMk/>
            <pc:sldMk cId="1175821773" sldId="258"/>
            <ac:spMk id="1539" creationId="{08F7C37D-F407-4B09-8142-40A159F6DC11}"/>
          </ac:spMkLst>
        </pc:spChg>
        <pc:spChg chg="mod">
          <ac:chgData name="SERGIO SPANO'" userId="3abdd0b9-513e-40ac-aad4-56920065037d" providerId="ADAL" clId="{2DCFDF45-1F6B-4A47-892B-C9094FDD5642}" dt="2022-03-21T11:08:19.259" v="1310" actId="27803"/>
          <ac:spMkLst>
            <pc:docMk/>
            <pc:sldMk cId="1175821773" sldId="258"/>
            <ac:spMk id="1540" creationId="{80205DAB-F185-42D8-A8D5-9523DEACCDC9}"/>
          </ac:spMkLst>
        </pc:spChg>
        <pc:spChg chg="mod">
          <ac:chgData name="SERGIO SPANO'" userId="3abdd0b9-513e-40ac-aad4-56920065037d" providerId="ADAL" clId="{2DCFDF45-1F6B-4A47-892B-C9094FDD5642}" dt="2022-03-21T11:08:19.259" v="1310" actId="27803"/>
          <ac:spMkLst>
            <pc:docMk/>
            <pc:sldMk cId="1175821773" sldId="258"/>
            <ac:spMk id="1541" creationId="{486F2D23-BB1D-47AA-9DA3-351C8CD11B31}"/>
          </ac:spMkLst>
        </pc:spChg>
        <pc:spChg chg="mod">
          <ac:chgData name="SERGIO SPANO'" userId="3abdd0b9-513e-40ac-aad4-56920065037d" providerId="ADAL" clId="{2DCFDF45-1F6B-4A47-892B-C9094FDD5642}" dt="2022-03-21T11:08:19.259" v="1310" actId="27803"/>
          <ac:spMkLst>
            <pc:docMk/>
            <pc:sldMk cId="1175821773" sldId="258"/>
            <ac:spMk id="1542" creationId="{6362F4A2-BC78-45C0-8A52-DE86DFD167CF}"/>
          </ac:spMkLst>
        </pc:spChg>
        <pc:spChg chg="mod">
          <ac:chgData name="SERGIO SPANO'" userId="3abdd0b9-513e-40ac-aad4-56920065037d" providerId="ADAL" clId="{2DCFDF45-1F6B-4A47-892B-C9094FDD5642}" dt="2022-03-21T11:08:19.259" v="1310" actId="27803"/>
          <ac:spMkLst>
            <pc:docMk/>
            <pc:sldMk cId="1175821773" sldId="258"/>
            <ac:spMk id="1543" creationId="{6B153D50-BB7C-4A0D-BD75-C162F6A8175C}"/>
          </ac:spMkLst>
        </pc:spChg>
        <pc:spChg chg="mod">
          <ac:chgData name="SERGIO SPANO'" userId="3abdd0b9-513e-40ac-aad4-56920065037d" providerId="ADAL" clId="{2DCFDF45-1F6B-4A47-892B-C9094FDD5642}" dt="2022-03-21T11:08:19.259" v="1310" actId="27803"/>
          <ac:spMkLst>
            <pc:docMk/>
            <pc:sldMk cId="1175821773" sldId="258"/>
            <ac:spMk id="1544" creationId="{7C2A399F-5565-46DA-A915-597FB0E42D4C}"/>
          </ac:spMkLst>
        </pc:spChg>
        <pc:spChg chg="mod">
          <ac:chgData name="SERGIO SPANO'" userId="3abdd0b9-513e-40ac-aad4-56920065037d" providerId="ADAL" clId="{2DCFDF45-1F6B-4A47-892B-C9094FDD5642}" dt="2022-03-21T11:08:19.259" v="1310" actId="27803"/>
          <ac:spMkLst>
            <pc:docMk/>
            <pc:sldMk cId="1175821773" sldId="258"/>
            <ac:spMk id="1545" creationId="{F860F8BD-C963-4BA5-AD6F-C5B3F20CE1F4}"/>
          </ac:spMkLst>
        </pc:spChg>
        <pc:spChg chg="mod">
          <ac:chgData name="SERGIO SPANO'" userId="3abdd0b9-513e-40ac-aad4-56920065037d" providerId="ADAL" clId="{2DCFDF45-1F6B-4A47-892B-C9094FDD5642}" dt="2022-03-21T11:08:19.259" v="1310" actId="27803"/>
          <ac:spMkLst>
            <pc:docMk/>
            <pc:sldMk cId="1175821773" sldId="258"/>
            <ac:spMk id="1546" creationId="{77613CD4-DD35-435E-B8AB-3D1C3FB95A46}"/>
          </ac:spMkLst>
        </pc:spChg>
        <pc:spChg chg="mod">
          <ac:chgData name="SERGIO SPANO'" userId="3abdd0b9-513e-40ac-aad4-56920065037d" providerId="ADAL" clId="{2DCFDF45-1F6B-4A47-892B-C9094FDD5642}" dt="2022-03-21T11:08:19.259" v="1310" actId="27803"/>
          <ac:spMkLst>
            <pc:docMk/>
            <pc:sldMk cId="1175821773" sldId="258"/>
            <ac:spMk id="1547" creationId="{E9BB5B48-38ED-4F58-B497-82DA2EEC53FC}"/>
          </ac:spMkLst>
        </pc:spChg>
        <pc:spChg chg="mod">
          <ac:chgData name="SERGIO SPANO'" userId="3abdd0b9-513e-40ac-aad4-56920065037d" providerId="ADAL" clId="{2DCFDF45-1F6B-4A47-892B-C9094FDD5642}" dt="2022-03-21T11:08:19.259" v="1310" actId="27803"/>
          <ac:spMkLst>
            <pc:docMk/>
            <pc:sldMk cId="1175821773" sldId="258"/>
            <ac:spMk id="1548" creationId="{20812D4C-C6FB-479A-985B-F38799C8A652}"/>
          </ac:spMkLst>
        </pc:spChg>
        <pc:spChg chg="mod">
          <ac:chgData name="SERGIO SPANO'" userId="3abdd0b9-513e-40ac-aad4-56920065037d" providerId="ADAL" clId="{2DCFDF45-1F6B-4A47-892B-C9094FDD5642}" dt="2022-03-21T11:08:19.259" v="1310" actId="27803"/>
          <ac:spMkLst>
            <pc:docMk/>
            <pc:sldMk cId="1175821773" sldId="258"/>
            <ac:spMk id="1549" creationId="{D1465C16-2191-4040-AD14-B42D808CBE79}"/>
          </ac:spMkLst>
        </pc:spChg>
        <pc:spChg chg="mod">
          <ac:chgData name="SERGIO SPANO'" userId="3abdd0b9-513e-40ac-aad4-56920065037d" providerId="ADAL" clId="{2DCFDF45-1F6B-4A47-892B-C9094FDD5642}" dt="2022-03-21T11:08:19.259" v="1310" actId="27803"/>
          <ac:spMkLst>
            <pc:docMk/>
            <pc:sldMk cId="1175821773" sldId="258"/>
            <ac:spMk id="1550" creationId="{517F42FD-D49C-4D92-928C-0D1493E1D5B1}"/>
          </ac:spMkLst>
        </pc:spChg>
        <pc:spChg chg="mod">
          <ac:chgData name="SERGIO SPANO'" userId="3abdd0b9-513e-40ac-aad4-56920065037d" providerId="ADAL" clId="{2DCFDF45-1F6B-4A47-892B-C9094FDD5642}" dt="2022-03-21T11:08:19.259" v="1310" actId="27803"/>
          <ac:spMkLst>
            <pc:docMk/>
            <pc:sldMk cId="1175821773" sldId="258"/>
            <ac:spMk id="1551" creationId="{705DE800-73C7-46C4-8341-D346F5499540}"/>
          </ac:spMkLst>
        </pc:spChg>
        <pc:spChg chg="mod">
          <ac:chgData name="SERGIO SPANO'" userId="3abdd0b9-513e-40ac-aad4-56920065037d" providerId="ADAL" clId="{2DCFDF45-1F6B-4A47-892B-C9094FDD5642}" dt="2022-03-21T11:08:19.259" v="1310" actId="27803"/>
          <ac:spMkLst>
            <pc:docMk/>
            <pc:sldMk cId="1175821773" sldId="258"/>
            <ac:spMk id="1552" creationId="{19AF2160-268D-43CA-8D00-7953A4F88D23}"/>
          </ac:spMkLst>
        </pc:spChg>
        <pc:spChg chg="mod">
          <ac:chgData name="SERGIO SPANO'" userId="3abdd0b9-513e-40ac-aad4-56920065037d" providerId="ADAL" clId="{2DCFDF45-1F6B-4A47-892B-C9094FDD5642}" dt="2022-03-21T11:08:19.259" v="1310" actId="27803"/>
          <ac:spMkLst>
            <pc:docMk/>
            <pc:sldMk cId="1175821773" sldId="258"/>
            <ac:spMk id="1553" creationId="{6628AD5D-6974-419D-A1CA-A14A21675F8E}"/>
          </ac:spMkLst>
        </pc:spChg>
        <pc:spChg chg="mod">
          <ac:chgData name="SERGIO SPANO'" userId="3abdd0b9-513e-40ac-aad4-56920065037d" providerId="ADAL" clId="{2DCFDF45-1F6B-4A47-892B-C9094FDD5642}" dt="2022-03-21T11:08:19.259" v="1310" actId="27803"/>
          <ac:spMkLst>
            <pc:docMk/>
            <pc:sldMk cId="1175821773" sldId="258"/>
            <ac:spMk id="1554" creationId="{D2F1E0A8-A2F2-437F-952B-CC9CF5398CD1}"/>
          </ac:spMkLst>
        </pc:spChg>
        <pc:spChg chg="mod">
          <ac:chgData name="SERGIO SPANO'" userId="3abdd0b9-513e-40ac-aad4-56920065037d" providerId="ADAL" clId="{2DCFDF45-1F6B-4A47-892B-C9094FDD5642}" dt="2022-03-21T11:08:19.259" v="1310" actId="27803"/>
          <ac:spMkLst>
            <pc:docMk/>
            <pc:sldMk cId="1175821773" sldId="258"/>
            <ac:spMk id="1555" creationId="{2D40DB9F-0297-4470-91A3-E0AB64C4606A}"/>
          </ac:spMkLst>
        </pc:spChg>
        <pc:spChg chg="mod">
          <ac:chgData name="SERGIO SPANO'" userId="3abdd0b9-513e-40ac-aad4-56920065037d" providerId="ADAL" clId="{2DCFDF45-1F6B-4A47-892B-C9094FDD5642}" dt="2022-03-21T11:08:19.259" v="1310" actId="27803"/>
          <ac:spMkLst>
            <pc:docMk/>
            <pc:sldMk cId="1175821773" sldId="258"/>
            <ac:spMk id="1556" creationId="{ED7D6640-A553-4801-8653-1083A4061A0D}"/>
          </ac:spMkLst>
        </pc:spChg>
        <pc:spChg chg="mod">
          <ac:chgData name="SERGIO SPANO'" userId="3abdd0b9-513e-40ac-aad4-56920065037d" providerId="ADAL" clId="{2DCFDF45-1F6B-4A47-892B-C9094FDD5642}" dt="2022-03-21T11:08:19.259" v="1310" actId="27803"/>
          <ac:spMkLst>
            <pc:docMk/>
            <pc:sldMk cId="1175821773" sldId="258"/>
            <ac:spMk id="1557" creationId="{3E4E75AA-6308-473F-A9BA-B4E6597F46E8}"/>
          </ac:spMkLst>
        </pc:spChg>
        <pc:spChg chg="mod">
          <ac:chgData name="SERGIO SPANO'" userId="3abdd0b9-513e-40ac-aad4-56920065037d" providerId="ADAL" clId="{2DCFDF45-1F6B-4A47-892B-C9094FDD5642}" dt="2022-03-21T11:08:19.259" v="1310" actId="27803"/>
          <ac:spMkLst>
            <pc:docMk/>
            <pc:sldMk cId="1175821773" sldId="258"/>
            <ac:spMk id="1558" creationId="{EFDDACD1-4964-4F56-B0E7-68C1FD2F6B17}"/>
          </ac:spMkLst>
        </pc:spChg>
        <pc:spChg chg="mod">
          <ac:chgData name="SERGIO SPANO'" userId="3abdd0b9-513e-40ac-aad4-56920065037d" providerId="ADAL" clId="{2DCFDF45-1F6B-4A47-892B-C9094FDD5642}" dt="2022-03-21T11:08:19.259" v="1310" actId="27803"/>
          <ac:spMkLst>
            <pc:docMk/>
            <pc:sldMk cId="1175821773" sldId="258"/>
            <ac:spMk id="1559" creationId="{F1A31A76-62FA-489E-BB9A-1B3CA26C1958}"/>
          </ac:spMkLst>
        </pc:spChg>
        <pc:spChg chg="mod">
          <ac:chgData name="SERGIO SPANO'" userId="3abdd0b9-513e-40ac-aad4-56920065037d" providerId="ADAL" clId="{2DCFDF45-1F6B-4A47-892B-C9094FDD5642}" dt="2022-03-21T11:08:19.259" v="1310" actId="27803"/>
          <ac:spMkLst>
            <pc:docMk/>
            <pc:sldMk cId="1175821773" sldId="258"/>
            <ac:spMk id="1560" creationId="{FBA93324-66B1-4DD9-B33F-CBAE4B5F8BA3}"/>
          </ac:spMkLst>
        </pc:spChg>
        <pc:spChg chg="mod">
          <ac:chgData name="SERGIO SPANO'" userId="3abdd0b9-513e-40ac-aad4-56920065037d" providerId="ADAL" clId="{2DCFDF45-1F6B-4A47-892B-C9094FDD5642}" dt="2022-03-21T11:08:19.259" v="1310" actId="27803"/>
          <ac:spMkLst>
            <pc:docMk/>
            <pc:sldMk cId="1175821773" sldId="258"/>
            <ac:spMk id="1561" creationId="{65C555DC-174C-4381-BAE0-6001C5205606}"/>
          </ac:spMkLst>
        </pc:spChg>
        <pc:spChg chg="mod">
          <ac:chgData name="SERGIO SPANO'" userId="3abdd0b9-513e-40ac-aad4-56920065037d" providerId="ADAL" clId="{2DCFDF45-1F6B-4A47-892B-C9094FDD5642}" dt="2022-03-21T11:08:19.259" v="1310" actId="27803"/>
          <ac:spMkLst>
            <pc:docMk/>
            <pc:sldMk cId="1175821773" sldId="258"/>
            <ac:spMk id="1562" creationId="{C34FE338-8CA3-42FD-81CF-F2C2935680BC}"/>
          </ac:spMkLst>
        </pc:spChg>
        <pc:spChg chg="mod">
          <ac:chgData name="SERGIO SPANO'" userId="3abdd0b9-513e-40ac-aad4-56920065037d" providerId="ADAL" clId="{2DCFDF45-1F6B-4A47-892B-C9094FDD5642}" dt="2022-03-21T11:08:19.259" v="1310" actId="27803"/>
          <ac:spMkLst>
            <pc:docMk/>
            <pc:sldMk cId="1175821773" sldId="258"/>
            <ac:spMk id="1563" creationId="{BF3CC5AD-BD63-4A62-A653-4453012B0C78}"/>
          </ac:spMkLst>
        </pc:spChg>
        <pc:spChg chg="mod">
          <ac:chgData name="SERGIO SPANO'" userId="3abdd0b9-513e-40ac-aad4-56920065037d" providerId="ADAL" clId="{2DCFDF45-1F6B-4A47-892B-C9094FDD5642}" dt="2022-03-21T11:08:19.259" v="1310" actId="27803"/>
          <ac:spMkLst>
            <pc:docMk/>
            <pc:sldMk cId="1175821773" sldId="258"/>
            <ac:spMk id="1564" creationId="{A4F7883A-4220-4748-8E8F-21494E000049}"/>
          </ac:spMkLst>
        </pc:spChg>
        <pc:spChg chg="mod">
          <ac:chgData name="SERGIO SPANO'" userId="3abdd0b9-513e-40ac-aad4-56920065037d" providerId="ADAL" clId="{2DCFDF45-1F6B-4A47-892B-C9094FDD5642}" dt="2022-03-21T11:08:19.259" v="1310" actId="27803"/>
          <ac:spMkLst>
            <pc:docMk/>
            <pc:sldMk cId="1175821773" sldId="258"/>
            <ac:spMk id="1565" creationId="{A2E52ED6-F294-4CED-BF76-6F781B6875D4}"/>
          </ac:spMkLst>
        </pc:spChg>
        <pc:spChg chg="mod">
          <ac:chgData name="SERGIO SPANO'" userId="3abdd0b9-513e-40ac-aad4-56920065037d" providerId="ADAL" clId="{2DCFDF45-1F6B-4A47-892B-C9094FDD5642}" dt="2022-03-21T11:08:19.259" v="1310" actId="27803"/>
          <ac:spMkLst>
            <pc:docMk/>
            <pc:sldMk cId="1175821773" sldId="258"/>
            <ac:spMk id="1566" creationId="{CC77257E-591D-406A-861F-17F2219BA9B4}"/>
          </ac:spMkLst>
        </pc:spChg>
        <pc:spChg chg="mod">
          <ac:chgData name="SERGIO SPANO'" userId="3abdd0b9-513e-40ac-aad4-56920065037d" providerId="ADAL" clId="{2DCFDF45-1F6B-4A47-892B-C9094FDD5642}" dt="2022-03-21T11:08:19.259" v="1310" actId="27803"/>
          <ac:spMkLst>
            <pc:docMk/>
            <pc:sldMk cId="1175821773" sldId="258"/>
            <ac:spMk id="1567" creationId="{58BA46CD-3BD9-405E-A4C8-E09A95867284}"/>
          </ac:spMkLst>
        </pc:spChg>
        <pc:spChg chg="mod">
          <ac:chgData name="SERGIO SPANO'" userId="3abdd0b9-513e-40ac-aad4-56920065037d" providerId="ADAL" clId="{2DCFDF45-1F6B-4A47-892B-C9094FDD5642}" dt="2022-03-21T11:08:19.259" v="1310" actId="27803"/>
          <ac:spMkLst>
            <pc:docMk/>
            <pc:sldMk cId="1175821773" sldId="258"/>
            <ac:spMk id="1568" creationId="{50AC9E1F-639A-4D95-883F-8C0B10DA684E}"/>
          </ac:spMkLst>
        </pc:spChg>
        <pc:spChg chg="mod">
          <ac:chgData name="SERGIO SPANO'" userId="3abdd0b9-513e-40ac-aad4-56920065037d" providerId="ADAL" clId="{2DCFDF45-1F6B-4A47-892B-C9094FDD5642}" dt="2022-03-21T11:08:19.259" v="1310" actId="27803"/>
          <ac:spMkLst>
            <pc:docMk/>
            <pc:sldMk cId="1175821773" sldId="258"/>
            <ac:spMk id="1569" creationId="{4211C0CC-8993-4092-9228-A1A1E4E612E1}"/>
          </ac:spMkLst>
        </pc:spChg>
        <pc:spChg chg="mod">
          <ac:chgData name="SERGIO SPANO'" userId="3abdd0b9-513e-40ac-aad4-56920065037d" providerId="ADAL" clId="{2DCFDF45-1F6B-4A47-892B-C9094FDD5642}" dt="2022-03-21T11:08:19.259" v="1310" actId="27803"/>
          <ac:spMkLst>
            <pc:docMk/>
            <pc:sldMk cId="1175821773" sldId="258"/>
            <ac:spMk id="1570" creationId="{0EB818F0-F71A-44BB-B9CF-152035B9AC50}"/>
          </ac:spMkLst>
        </pc:spChg>
        <pc:spChg chg="mod">
          <ac:chgData name="SERGIO SPANO'" userId="3abdd0b9-513e-40ac-aad4-56920065037d" providerId="ADAL" clId="{2DCFDF45-1F6B-4A47-892B-C9094FDD5642}" dt="2022-03-21T11:08:19.259" v="1310" actId="27803"/>
          <ac:spMkLst>
            <pc:docMk/>
            <pc:sldMk cId="1175821773" sldId="258"/>
            <ac:spMk id="1571" creationId="{4FAD6860-CB3A-4F33-9829-8A3933CC6C62}"/>
          </ac:spMkLst>
        </pc:spChg>
        <pc:spChg chg="mod">
          <ac:chgData name="SERGIO SPANO'" userId="3abdd0b9-513e-40ac-aad4-56920065037d" providerId="ADAL" clId="{2DCFDF45-1F6B-4A47-892B-C9094FDD5642}" dt="2022-03-21T11:08:19.259" v="1310" actId="27803"/>
          <ac:spMkLst>
            <pc:docMk/>
            <pc:sldMk cId="1175821773" sldId="258"/>
            <ac:spMk id="1572" creationId="{139AD796-C95E-4B49-BECB-124ADA570CEB}"/>
          </ac:spMkLst>
        </pc:spChg>
        <pc:spChg chg="mod">
          <ac:chgData name="SERGIO SPANO'" userId="3abdd0b9-513e-40ac-aad4-56920065037d" providerId="ADAL" clId="{2DCFDF45-1F6B-4A47-892B-C9094FDD5642}" dt="2022-03-21T11:08:19.259" v="1310" actId="27803"/>
          <ac:spMkLst>
            <pc:docMk/>
            <pc:sldMk cId="1175821773" sldId="258"/>
            <ac:spMk id="1573" creationId="{29074C85-338D-41B2-A829-91B20FF0D12B}"/>
          </ac:spMkLst>
        </pc:spChg>
        <pc:spChg chg="mod">
          <ac:chgData name="SERGIO SPANO'" userId="3abdd0b9-513e-40ac-aad4-56920065037d" providerId="ADAL" clId="{2DCFDF45-1F6B-4A47-892B-C9094FDD5642}" dt="2022-03-21T11:08:19.259" v="1310" actId="27803"/>
          <ac:spMkLst>
            <pc:docMk/>
            <pc:sldMk cId="1175821773" sldId="258"/>
            <ac:spMk id="1574" creationId="{BAF43446-A6FF-4FD2-9AEB-FF10AC808473}"/>
          </ac:spMkLst>
        </pc:spChg>
        <pc:spChg chg="mod">
          <ac:chgData name="SERGIO SPANO'" userId="3abdd0b9-513e-40ac-aad4-56920065037d" providerId="ADAL" clId="{2DCFDF45-1F6B-4A47-892B-C9094FDD5642}" dt="2022-03-21T11:08:19.259" v="1310" actId="27803"/>
          <ac:spMkLst>
            <pc:docMk/>
            <pc:sldMk cId="1175821773" sldId="258"/>
            <ac:spMk id="1575" creationId="{0D12ACE6-167B-4567-9DBF-4BC09A61E1FD}"/>
          </ac:spMkLst>
        </pc:spChg>
        <pc:spChg chg="mod">
          <ac:chgData name="SERGIO SPANO'" userId="3abdd0b9-513e-40ac-aad4-56920065037d" providerId="ADAL" clId="{2DCFDF45-1F6B-4A47-892B-C9094FDD5642}" dt="2022-03-21T11:08:19.259" v="1310" actId="27803"/>
          <ac:spMkLst>
            <pc:docMk/>
            <pc:sldMk cId="1175821773" sldId="258"/>
            <ac:spMk id="1576" creationId="{5E05F005-CABB-4D1A-80FD-C95504B94309}"/>
          </ac:spMkLst>
        </pc:spChg>
        <pc:spChg chg="mod">
          <ac:chgData name="SERGIO SPANO'" userId="3abdd0b9-513e-40ac-aad4-56920065037d" providerId="ADAL" clId="{2DCFDF45-1F6B-4A47-892B-C9094FDD5642}" dt="2022-03-21T11:08:19.259" v="1310" actId="27803"/>
          <ac:spMkLst>
            <pc:docMk/>
            <pc:sldMk cId="1175821773" sldId="258"/>
            <ac:spMk id="1577" creationId="{395EAAED-F353-4597-8797-6F2EA818B6EB}"/>
          </ac:spMkLst>
        </pc:spChg>
        <pc:spChg chg="mod">
          <ac:chgData name="SERGIO SPANO'" userId="3abdd0b9-513e-40ac-aad4-56920065037d" providerId="ADAL" clId="{2DCFDF45-1F6B-4A47-892B-C9094FDD5642}" dt="2022-03-21T11:08:19.259" v="1310" actId="27803"/>
          <ac:spMkLst>
            <pc:docMk/>
            <pc:sldMk cId="1175821773" sldId="258"/>
            <ac:spMk id="1578" creationId="{4BCB4293-7115-4A10-8D33-05F8441EA540}"/>
          </ac:spMkLst>
        </pc:spChg>
        <pc:spChg chg="mod">
          <ac:chgData name="SERGIO SPANO'" userId="3abdd0b9-513e-40ac-aad4-56920065037d" providerId="ADAL" clId="{2DCFDF45-1F6B-4A47-892B-C9094FDD5642}" dt="2022-03-21T11:08:19.259" v="1310" actId="27803"/>
          <ac:spMkLst>
            <pc:docMk/>
            <pc:sldMk cId="1175821773" sldId="258"/>
            <ac:spMk id="1579" creationId="{0E34999B-2C26-40E7-94E7-48DD0312E6F9}"/>
          </ac:spMkLst>
        </pc:spChg>
        <pc:spChg chg="mod">
          <ac:chgData name="SERGIO SPANO'" userId="3abdd0b9-513e-40ac-aad4-56920065037d" providerId="ADAL" clId="{2DCFDF45-1F6B-4A47-892B-C9094FDD5642}" dt="2022-03-21T11:08:19.259" v="1310" actId="27803"/>
          <ac:spMkLst>
            <pc:docMk/>
            <pc:sldMk cId="1175821773" sldId="258"/>
            <ac:spMk id="1580" creationId="{5578EEDD-D683-4933-9D4D-D719EF659973}"/>
          </ac:spMkLst>
        </pc:spChg>
        <pc:spChg chg="mod">
          <ac:chgData name="SERGIO SPANO'" userId="3abdd0b9-513e-40ac-aad4-56920065037d" providerId="ADAL" clId="{2DCFDF45-1F6B-4A47-892B-C9094FDD5642}" dt="2022-03-21T11:08:19.259" v="1310" actId="27803"/>
          <ac:spMkLst>
            <pc:docMk/>
            <pc:sldMk cId="1175821773" sldId="258"/>
            <ac:spMk id="1581" creationId="{1FDF81B7-411B-4A66-B889-9F02AFC01DAA}"/>
          </ac:spMkLst>
        </pc:spChg>
        <pc:spChg chg="mod">
          <ac:chgData name="SERGIO SPANO'" userId="3abdd0b9-513e-40ac-aad4-56920065037d" providerId="ADAL" clId="{2DCFDF45-1F6B-4A47-892B-C9094FDD5642}" dt="2022-03-21T11:08:19.259" v="1310" actId="27803"/>
          <ac:spMkLst>
            <pc:docMk/>
            <pc:sldMk cId="1175821773" sldId="258"/>
            <ac:spMk id="1582" creationId="{68552A37-5527-4BD3-838E-F033A50FF533}"/>
          </ac:spMkLst>
        </pc:spChg>
        <pc:spChg chg="mod">
          <ac:chgData name="SERGIO SPANO'" userId="3abdd0b9-513e-40ac-aad4-56920065037d" providerId="ADAL" clId="{2DCFDF45-1F6B-4A47-892B-C9094FDD5642}" dt="2022-03-21T11:08:19.259" v="1310" actId="27803"/>
          <ac:spMkLst>
            <pc:docMk/>
            <pc:sldMk cId="1175821773" sldId="258"/>
            <ac:spMk id="1583" creationId="{C1BF8349-7424-4AB5-A597-253A6E1B417B}"/>
          </ac:spMkLst>
        </pc:spChg>
        <pc:spChg chg="mod">
          <ac:chgData name="SERGIO SPANO'" userId="3abdd0b9-513e-40ac-aad4-56920065037d" providerId="ADAL" clId="{2DCFDF45-1F6B-4A47-892B-C9094FDD5642}" dt="2022-03-21T11:08:19.259" v="1310" actId="27803"/>
          <ac:spMkLst>
            <pc:docMk/>
            <pc:sldMk cId="1175821773" sldId="258"/>
            <ac:spMk id="1584" creationId="{EB4D1635-6DD3-4ACE-90DE-54219EF771DD}"/>
          </ac:spMkLst>
        </pc:spChg>
        <pc:spChg chg="mod">
          <ac:chgData name="SERGIO SPANO'" userId="3abdd0b9-513e-40ac-aad4-56920065037d" providerId="ADAL" clId="{2DCFDF45-1F6B-4A47-892B-C9094FDD5642}" dt="2022-03-21T11:08:19.259" v="1310" actId="27803"/>
          <ac:spMkLst>
            <pc:docMk/>
            <pc:sldMk cId="1175821773" sldId="258"/>
            <ac:spMk id="1585" creationId="{BB1617A3-3917-4BC2-9FB1-F5FCBF4677A2}"/>
          </ac:spMkLst>
        </pc:spChg>
        <pc:spChg chg="mod">
          <ac:chgData name="SERGIO SPANO'" userId="3abdd0b9-513e-40ac-aad4-56920065037d" providerId="ADAL" clId="{2DCFDF45-1F6B-4A47-892B-C9094FDD5642}" dt="2022-03-21T11:08:19.259" v="1310" actId="27803"/>
          <ac:spMkLst>
            <pc:docMk/>
            <pc:sldMk cId="1175821773" sldId="258"/>
            <ac:spMk id="1586" creationId="{6699E057-132A-4AEA-9D81-B0426A16CCD0}"/>
          </ac:spMkLst>
        </pc:spChg>
        <pc:spChg chg="mod">
          <ac:chgData name="SERGIO SPANO'" userId="3abdd0b9-513e-40ac-aad4-56920065037d" providerId="ADAL" clId="{2DCFDF45-1F6B-4A47-892B-C9094FDD5642}" dt="2022-03-21T11:08:19.259" v="1310" actId="27803"/>
          <ac:spMkLst>
            <pc:docMk/>
            <pc:sldMk cId="1175821773" sldId="258"/>
            <ac:spMk id="1587" creationId="{7BC9494E-FCBC-45A4-9BF0-355539A162D1}"/>
          </ac:spMkLst>
        </pc:spChg>
        <pc:spChg chg="mod">
          <ac:chgData name="SERGIO SPANO'" userId="3abdd0b9-513e-40ac-aad4-56920065037d" providerId="ADAL" clId="{2DCFDF45-1F6B-4A47-892B-C9094FDD5642}" dt="2022-03-21T11:08:19.259" v="1310" actId="27803"/>
          <ac:spMkLst>
            <pc:docMk/>
            <pc:sldMk cId="1175821773" sldId="258"/>
            <ac:spMk id="1588" creationId="{5F52EB68-02AD-426C-ABFB-C705FE5C5175}"/>
          </ac:spMkLst>
        </pc:spChg>
        <pc:spChg chg="mod">
          <ac:chgData name="SERGIO SPANO'" userId="3abdd0b9-513e-40ac-aad4-56920065037d" providerId="ADAL" clId="{2DCFDF45-1F6B-4A47-892B-C9094FDD5642}" dt="2022-03-21T11:08:19.259" v="1310" actId="27803"/>
          <ac:spMkLst>
            <pc:docMk/>
            <pc:sldMk cId="1175821773" sldId="258"/>
            <ac:spMk id="1589" creationId="{141D833C-1C0E-4D00-9EC8-E13AC084E73D}"/>
          </ac:spMkLst>
        </pc:spChg>
        <pc:spChg chg="mod">
          <ac:chgData name="SERGIO SPANO'" userId="3abdd0b9-513e-40ac-aad4-56920065037d" providerId="ADAL" clId="{2DCFDF45-1F6B-4A47-892B-C9094FDD5642}" dt="2022-03-21T11:08:19.259" v="1310" actId="27803"/>
          <ac:spMkLst>
            <pc:docMk/>
            <pc:sldMk cId="1175821773" sldId="258"/>
            <ac:spMk id="1590" creationId="{4BC6EB20-1ADA-44DC-BF4D-0A0F14BE86D9}"/>
          </ac:spMkLst>
        </pc:spChg>
        <pc:spChg chg="mod">
          <ac:chgData name="SERGIO SPANO'" userId="3abdd0b9-513e-40ac-aad4-56920065037d" providerId="ADAL" clId="{2DCFDF45-1F6B-4A47-892B-C9094FDD5642}" dt="2022-03-21T11:08:19.259" v="1310" actId="27803"/>
          <ac:spMkLst>
            <pc:docMk/>
            <pc:sldMk cId="1175821773" sldId="258"/>
            <ac:spMk id="1591" creationId="{7E820A8C-57AD-4FED-A99A-ACBB455BC912}"/>
          </ac:spMkLst>
        </pc:spChg>
        <pc:spChg chg="mod">
          <ac:chgData name="SERGIO SPANO'" userId="3abdd0b9-513e-40ac-aad4-56920065037d" providerId="ADAL" clId="{2DCFDF45-1F6B-4A47-892B-C9094FDD5642}" dt="2022-03-21T11:08:19.259" v="1310" actId="27803"/>
          <ac:spMkLst>
            <pc:docMk/>
            <pc:sldMk cId="1175821773" sldId="258"/>
            <ac:spMk id="1592" creationId="{3A952BFC-5E0E-4EB9-9F7B-7F966B5D5605}"/>
          </ac:spMkLst>
        </pc:spChg>
        <pc:spChg chg="mod">
          <ac:chgData name="SERGIO SPANO'" userId="3abdd0b9-513e-40ac-aad4-56920065037d" providerId="ADAL" clId="{2DCFDF45-1F6B-4A47-892B-C9094FDD5642}" dt="2022-03-21T11:08:19.259" v="1310" actId="27803"/>
          <ac:spMkLst>
            <pc:docMk/>
            <pc:sldMk cId="1175821773" sldId="258"/>
            <ac:spMk id="1593" creationId="{B160F759-449E-4FF0-A4FD-9D431E603149}"/>
          </ac:spMkLst>
        </pc:spChg>
        <pc:spChg chg="mod">
          <ac:chgData name="SERGIO SPANO'" userId="3abdd0b9-513e-40ac-aad4-56920065037d" providerId="ADAL" clId="{2DCFDF45-1F6B-4A47-892B-C9094FDD5642}" dt="2022-03-21T11:08:19.259" v="1310" actId="27803"/>
          <ac:spMkLst>
            <pc:docMk/>
            <pc:sldMk cId="1175821773" sldId="258"/>
            <ac:spMk id="1594" creationId="{0F30B305-337F-4AE9-9A96-8B6EF63D3DB8}"/>
          </ac:spMkLst>
        </pc:spChg>
        <pc:spChg chg="mod">
          <ac:chgData name="SERGIO SPANO'" userId="3abdd0b9-513e-40ac-aad4-56920065037d" providerId="ADAL" clId="{2DCFDF45-1F6B-4A47-892B-C9094FDD5642}" dt="2022-03-21T11:08:19.259" v="1310" actId="27803"/>
          <ac:spMkLst>
            <pc:docMk/>
            <pc:sldMk cId="1175821773" sldId="258"/>
            <ac:spMk id="1595" creationId="{78D8C19E-9102-4D74-A7A8-5C30BF63421F}"/>
          </ac:spMkLst>
        </pc:spChg>
        <pc:spChg chg="mod">
          <ac:chgData name="SERGIO SPANO'" userId="3abdd0b9-513e-40ac-aad4-56920065037d" providerId="ADAL" clId="{2DCFDF45-1F6B-4A47-892B-C9094FDD5642}" dt="2022-03-21T11:08:19.259" v="1310" actId="27803"/>
          <ac:spMkLst>
            <pc:docMk/>
            <pc:sldMk cId="1175821773" sldId="258"/>
            <ac:spMk id="1596" creationId="{2BA80372-C950-4B7A-857C-E3A56E54F890}"/>
          </ac:spMkLst>
        </pc:spChg>
        <pc:spChg chg="mod">
          <ac:chgData name="SERGIO SPANO'" userId="3abdd0b9-513e-40ac-aad4-56920065037d" providerId="ADAL" clId="{2DCFDF45-1F6B-4A47-892B-C9094FDD5642}" dt="2022-03-21T11:08:19.259" v="1310" actId="27803"/>
          <ac:spMkLst>
            <pc:docMk/>
            <pc:sldMk cId="1175821773" sldId="258"/>
            <ac:spMk id="1597" creationId="{CF47E56E-668B-4AC2-9FF0-34F95D01368F}"/>
          </ac:spMkLst>
        </pc:spChg>
        <pc:spChg chg="mod">
          <ac:chgData name="SERGIO SPANO'" userId="3abdd0b9-513e-40ac-aad4-56920065037d" providerId="ADAL" clId="{2DCFDF45-1F6B-4A47-892B-C9094FDD5642}" dt="2022-03-21T11:08:19.259" v="1310" actId="27803"/>
          <ac:spMkLst>
            <pc:docMk/>
            <pc:sldMk cId="1175821773" sldId="258"/>
            <ac:spMk id="1598" creationId="{A8FB4EA3-1423-4583-8E64-2A6A7D26E2CD}"/>
          </ac:spMkLst>
        </pc:spChg>
        <pc:spChg chg="mod">
          <ac:chgData name="SERGIO SPANO'" userId="3abdd0b9-513e-40ac-aad4-56920065037d" providerId="ADAL" clId="{2DCFDF45-1F6B-4A47-892B-C9094FDD5642}" dt="2022-03-21T11:08:19.259" v="1310" actId="27803"/>
          <ac:spMkLst>
            <pc:docMk/>
            <pc:sldMk cId="1175821773" sldId="258"/>
            <ac:spMk id="1599" creationId="{25760A16-A7B7-465B-9383-465BBFD02D6E}"/>
          </ac:spMkLst>
        </pc:spChg>
        <pc:spChg chg="mod">
          <ac:chgData name="SERGIO SPANO'" userId="3abdd0b9-513e-40ac-aad4-56920065037d" providerId="ADAL" clId="{2DCFDF45-1F6B-4A47-892B-C9094FDD5642}" dt="2022-03-21T11:08:19.259" v="1310" actId="27803"/>
          <ac:spMkLst>
            <pc:docMk/>
            <pc:sldMk cId="1175821773" sldId="258"/>
            <ac:spMk id="1600" creationId="{907856BC-6203-4197-A86F-6B5016C1BE70}"/>
          </ac:spMkLst>
        </pc:spChg>
        <pc:spChg chg="mod">
          <ac:chgData name="SERGIO SPANO'" userId="3abdd0b9-513e-40ac-aad4-56920065037d" providerId="ADAL" clId="{2DCFDF45-1F6B-4A47-892B-C9094FDD5642}" dt="2022-03-21T11:08:19.259" v="1310" actId="27803"/>
          <ac:spMkLst>
            <pc:docMk/>
            <pc:sldMk cId="1175821773" sldId="258"/>
            <ac:spMk id="1601" creationId="{678E65F0-DDAF-4A68-9E4D-2BEEF8F0DBCD}"/>
          </ac:spMkLst>
        </pc:spChg>
        <pc:spChg chg="mod">
          <ac:chgData name="SERGIO SPANO'" userId="3abdd0b9-513e-40ac-aad4-56920065037d" providerId="ADAL" clId="{2DCFDF45-1F6B-4A47-892B-C9094FDD5642}" dt="2022-03-21T11:08:19.259" v="1310" actId="27803"/>
          <ac:spMkLst>
            <pc:docMk/>
            <pc:sldMk cId="1175821773" sldId="258"/>
            <ac:spMk id="1602" creationId="{B716A733-DE22-43E9-9664-8468B68721D8}"/>
          </ac:spMkLst>
        </pc:spChg>
        <pc:spChg chg="mod">
          <ac:chgData name="SERGIO SPANO'" userId="3abdd0b9-513e-40ac-aad4-56920065037d" providerId="ADAL" clId="{2DCFDF45-1F6B-4A47-892B-C9094FDD5642}" dt="2022-03-21T11:08:19.259" v="1310" actId="27803"/>
          <ac:spMkLst>
            <pc:docMk/>
            <pc:sldMk cId="1175821773" sldId="258"/>
            <ac:spMk id="1603" creationId="{065C4D03-90B6-40D1-8C2C-2BCEEA11F499}"/>
          </ac:spMkLst>
        </pc:spChg>
        <pc:spChg chg="mod">
          <ac:chgData name="SERGIO SPANO'" userId="3abdd0b9-513e-40ac-aad4-56920065037d" providerId="ADAL" clId="{2DCFDF45-1F6B-4A47-892B-C9094FDD5642}" dt="2022-03-21T11:08:19.259" v="1310" actId="27803"/>
          <ac:spMkLst>
            <pc:docMk/>
            <pc:sldMk cId="1175821773" sldId="258"/>
            <ac:spMk id="1604" creationId="{749A51E5-D41A-45EA-8804-9CE7E2BBB098}"/>
          </ac:spMkLst>
        </pc:spChg>
        <pc:spChg chg="mod">
          <ac:chgData name="SERGIO SPANO'" userId="3abdd0b9-513e-40ac-aad4-56920065037d" providerId="ADAL" clId="{2DCFDF45-1F6B-4A47-892B-C9094FDD5642}" dt="2022-03-21T11:08:19.259" v="1310" actId="27803"/>
          <ac:spMkLst>
            <pc:docMk/>
            <pc:sldMk cId="1175821773" sldId="258"/>
            <ac:spMk id="1605" creationId="{8BC9009A-4662-43C3-9BB5-252266F628D1}"/>
          </ac:spMkLst>
        </pc:spChg>
        <pc:spChg chg="mod">
          <ac:chgData name="SERGIO SPANO'" userId="3abdd0b9-513e-40ac-aad4-56920065037d" providerId="ADAL" clId="{2DCFDF45-1F6B-4A47-892B-C9094FDD5642}" dt="2022-03-21T11:08:19.259" v="1310" actId="27803"/>
          <ac:spMkLst>
            <pc:docMk/>
            <pc:sldMk cId="1175821773" sldId="258"/>
            <ac:spMk id="1606" creationId="{CF2B26FC-1562-476F-A22B-8536351AC2F7}"/>
          </ac:spMkLst>
        </pc:spChg>
        <pc:spChg chg="mod">
          <ac:chgData name="SERGIO SPANO'" userId="3abdd0b9-513e-40ac-aad4-56920065037d" providerId="ADAL" clId="{2DCFDF45-1F6B-4A47-892B-C9094FDD5642}" dt="2022-03-21T11:08:19.259" v="1310" actId="27803"/>
          <ac:spMkLst>
            <pc:docMk/>
            <pc:sldMk cId="1175821773" sldId="258"/>
            <ac:spMk id="1607" creationId="{484C99C4-7AF7-445D-BB14-56419A5F011C}"/>
          </ac:spMkLst>
        </pc:spChg>
        <pc:spChg chg="mod">
          <ac:chgData name="SERGIO SPANO'" userId="3abdd0b9-513e-40ac-aad4-56920065037d" providerId="ADAL" clId="{2DCFDF45-1F6B-4A47-892B-C9094FDD5642}" dt="2022-03-21T11:08:19.259" v="1310" actId="27803"/>
          <ac:spMkLst>
            <pc:docMk/>
            <pc:sldMk cId="1175821773" sldId="258"/>
            <ac:spMk id="1608" creationId="{A4049075-CBD9-45DC-A6EC-629EFE9912BB}"/>
          </ac:spMkLst>
        </pc:spChg>
        <pc:spChg chg="mod">
          <ac:chgData name="SERGIO SPANO'" userId="3abdd0b9-513e-40ac-aad4-56920065037d" providerId="ADAL" clId="{2DCFDF45-1F6B-4A47-892B-C9094FDD5642}" dt="2022-03-21T11:08:19.259" v="1310" actId="27803"/>
          <ac:spMkLst>
            <pc:docMk/>
            <pc:sldMk cId="1175821773" sldId="258"/>
            <ac:spMk id="1609" creationId="{2743DE75-D749-4866-97FD-3A8C1ECC22F6}"/>
          </ac:spMkLst>
        </pc:spChg>
        <pc:spChg chg="mod">
          <ac:chgData name="SERGIO SPANO'" userId="3abdd0b9-513e-40ac-aad4-56920065037d" providerId="ADAL" clId="{2DCFDF45-1F6B-4A47-892B-C9094FDD5642}" dt="2022-03-21T11:08:19.259" v="1310" actId="27803"/>
          <ac:spMkLst>
            <pc:docMk/>
            <pc:sldMk cId="1175821773" sldId="258"/>
            <ac:spMk id="1610" creationId="{22B4AE78-8638-4EAD-A5A2-FAF0ACC454D2}"/>
          </ac:spMkLst>
        </pc:spChg>
        <pc:spChg chg="mod">
          <ac:chgData name="SERGIO SPANO'" userId="3abdd0b9-513e-40ac-aad4-56920065037d" providerId="ADAL" clId="{2DCFDF45-1F6B-4A47-892B-C9094FDD5642}" dt="2022-03-21T11:08:19.259" v="1310" actId="27803"/>
          <ac:spMkLst>
            <pc:docMk/>
            <pc:sldMk cId="1175821773" sldId="258"/>
            <ac:spMk id="1611" creationId="{877E7351-4ECA-4503-B7A7-E66F95B5B627}"/>
          </ac:spMkLst>
        </pc:spChg>
        <pc:spChg chg="mod">
          <ac:chgData name="SERGIO SPANO'" userId="3abdd0b9-513e-40ac-aad4-56920065037d" providerId="ADAL" clId="{2DCFDF45-1F6B-4A47-892B-C9094FDD5642}" dt="2022-03-21T11:08:19.259" v="1310" actId="27803"/>
          <ac:spMkLst>
            <pc:docMk/>
            <pc:sldMk cId="1175821773" sldId="258"/>
            <ac:spMk id="1612" creationId="{54A04049-1716-48E0-845F-9702B20A7E7C}"/>
          </ac:spMkLst>
        </pc:spChg>
        <pc:spChg chg="mod">
          <ac:chgData name="SERGIO SPANO'" userId="3abdd0b9-513e-40ac-aad4-56920065037d" providerId="ADAL" clId="{2DCFDF45-1F6B-4A47-892B-C9094FDD5642}" dt="2022-03-21T11:08:19.259" v="1310" actId="27803"/>
          <ac:spMkLst>
            <pc:docMk/>
            <pc:sldMk cId="1175821773" sldId="258"/>
            <ac:spMk id="1613" creationId="{8C4DBA5D-B6FA-4286-8724-439904EB680C}"/>
          </ac:spMkLst>
        </pc:spChg>
        <pc:spChg chg="mod">
          <ac:chgData name="SERGIO SPANO'" userId="3abdd0b9-513e-40ac-aad4-56920065037d" providerId="ADAL" clId="{2DCFDF45-1F6B-4A47-892B-C9094FDD5642}" dt="2022-03-21T11:08:19.259" v="1310" actId="27803"/>
          <ac:spMkLst>
            <pc:docMk/>
            <pc:sldMk cId="1175821773" sldId="258"/>
            <ac:spMk id="1614" creationId="{1CF62847-E3CB-43A3-A064-FDB439C712AD}"/>
          </ac:spMkLst>
        </pc:spChg>
        <pc:spChg chg="mod">
          <ac:chgData name="SERGIO SPANO'" userId="3abdd0b9-513e-40ac-aad4-56920065037d" providerId="ADAL" clId="{2DCFDF45-1F6B-4A47-892B-C9094FDD5642}" dt="2022-03-21T11:08:19.259" v="1310" actId="27803"/>
          <ac:spMkLst>
            <pc:docMk/>
            <pc:sldMk cId="1175821773" sldId="258"/>
            <ac:spMk id="1615" creationId="{C456DA1E-1E65-4769-B2FD-5BFB530351CF}"/>
          </ac:spMkLst>
        </pc:spChg>
        <pc:spChg chg="mod">
          <ac:chgData name="SERGIO SPANO'" userId="3abdd0b9-513e-40ac-aad4-56920065037d" providerId="ADAL" clId="{2DCFDF45-1F6B-4A47-892B-C9094FDD5642}" dt="2022-03-21T11:08:19.259" v="1310" actId="27803"/>
          <ac:spMkLst>
            <pc:docMk/>
            <pc:sldMk cId="1175821773" sldId="258"/>
            <ac:spMk id="1616" creationId="{F334E55A-915F-4AC5-9035-524FDFB8CCA8}"/>
          </ac:spMkLst>
        </pc:spChg>
        <pc:spChg chg="mod">
          <ac:chgData name="SERGIO SPANO'" userId="3abdd0b9-513e-40ac-aad4-56920065037d" providerId="ADAL" clId="{2DCFDF45-1F6B-4A47-892B-C9094FDD5642}" dt="2022-03-21T11:08:19.259" v="1310" actId="27803"/>
          <ac:spMkLst>
            <pc:docMk/>
            <pc:sldMk cId="1175821773" sldId="258"/>
            <ac:spMk id="1617" creationId="{8FCD5E86-DFFF-43BE-8B18-E3B4D42C5D59}"/>
          </ac:spMkLst>
        </pc:spChg>
        <pc:spChg chg="mod">
          <ac:chgData name="SERGIO SPANO'" userId="3abdd0b9-513e-40ac-aad4-56920065037d" providerId="ADAL" clId="{2DCFDF45-1F6B-4A47-892B-C9094FDD5642}" dt="2022-03-21T11:08:19.259" v="1310" actId="27803"/>
          <ac:spMkLst>
            <pc:docMk/>
            <pc:sldMk cId="1175821773" sldId="258"/>
            <ac:spMk id="1618" creationId="{194B8C08-B00F-4309-A166-FDEE84AD6683}"/>
          </ac:spMkLst>
        </pc:spChg>
        <pc:spChg chg="mod">
          <ac:chgData name="SERGIO SPANO'" userId="3abdd0b9-513e-40ac-aad4-56920065037d" providerId="ADAL" clId="{2DCFDF45-1F6B-4A47-892B-C9094FDD5642}" dt="2022-03-21T11:08:19.259" v="1310" actId="27803"/>
          <ac:spMkLst>
            <pc:docMk/>
            <pc:sldMk cId="1175821773" sldId="258"/>
            <ac:spMk id="1619" creationId="{709F88B3-FF37-4E7C-AF80-07FD86D3BB4A}"/>
          </ac:spMkLst>
        </pc:spChg>
        <pc:spChg chg="mod">
          <ac:chgData name="SERGIO SPANO'" userId="3abdd0b9-513e-40ac-aad4-56920065037d" providerId="ADAL" clId="{2DCFDF45-1F6B-4A47-892B-C9094FDD5642}" dt="2022-03-21T11:08:19.259" v="1310" actId="27803"/>
          <ac:spMkLst>
            <pc:docMk/>
            <pc:sldMk cId="1175821773" sldId="258"/>
            <ac:spMk id="1620" creationId="{5A0D79E3-1343-47C6-918E-5706173611E3}"/>
          </ac:spMkLst>
        </pc:spChg>
        <pc:spChg chg="mod">
          <ac:chgData name="SERGIO SPANO'" userId="3abdd0b9-513e-40ac-aad4-56920065037d" providerId="ADAL" clId="{2DCFDF45-1F6B-4A47-892B-C9094FDD5642}" dt="2022-03-21T11:08:19.259" v="1310" actId="27803"/>
          <ac:spMkLst>
            <pc:docMk/>
            <pc:sldMk cId="1175821773" sldId="258"/>
            <ac:spMk id="1621" creationId="{4703A58C-E51F-4A82-9C5D-FDD25582A038}"/>
          </ac:spMkLst>
        </pc:spChg>
        <pc:spChg chg="mod">
          <ac:chgData name="SERGIO SPANO'" userId="3abdd0b9-513e-40ac-aad4-56920065037d" providerId="ADAL" clId="{2DCFDF45-1F6B-4A47-892B-C9094FDD5642}" dt="2022-03-21T11:08:19.259" v="1310" actId="27803"/>
          <ac:spMkLst>
            <pc:docMk/>
            <pc:sldMk cId="1175821773" sldId="258"/>
            <ac:spMk id="1622" creationId="{C54DC41F-88C7-4219-9E2F-91AAA6CFDF3A}"/>
          </ac:spMkLst>
        </pc:spChg>
        <pc:spChg chg="mod">
          <ac:chgData name="SERGIO SPANO'" userId="3abdd0b9-513e-40ac-aad4-56920065037d" providerId="ADAL" clId="{2DCFDF45-1F6B-4A47-892B-C9094FDD5642}" dt="2022-03-21T11:08:19.259" v="1310" actId="27803"/>
          <ac:spMkLst>
            <pc:docMk/>
            <pc:sldMk cId="1175821773" sldId="258"/>
            <ac:spMk id="1623" creationId="{6A8CB12A-4EAA-44DE-9732-85D67A048DD2}"/>
          </ac:spMkLst>
        </pc:spChg>
        <pc:spChg chg="mod">
          <ac:chgData name="SERGIO SPANO'" userId="3abdd0b9-513e-40ac-aad4-56920065037d" providerId="ADAL" clId="{2DCFDF45-1F6B-4A47-892B-C9094FDD5642}" dt="2022-03-21T11:08:19.259" v="1310" actId="27803"/>
          <ac:spMkLst>
            <pc:docMk/>
            <pc:sldMk cId="1175821773" sldId="258"/>
            <ac:spMk id="1624" creationId="{F2789B21-6967-43A5-80D8-2901E33CD206}"/>
          </ac:spMkLst>
        </pc:spChg>
        <pc:spChg chg="mod">
          <ac:chgData name="SERGIO SPANO'" userId="3abdd0b9-513e-40ac-aad4-56920065037d" providerId="ADAL" clId="{2DCFDF45-1F6B-4A47-892B-C9094FDD5642}" dt="2022-03-21T11:08:19.259" v="1310" actId="27803"/>
          <ac:spMkLst>
            <pc:docMk/>
            <pc:sldMk cId="1175821773" sldId="258"/>
            <ac:spMk id="1625" creationId="{B379663B-3A80-414A-813E-4AE16CE140C5}"/>
          </ac:spMkLst>
        </pc:spChg>
        <pc:spChg chg="mod">
          <ac:chgData name="SERGIO SPANO'" userId="3abdd0b9-513e-40ac-aad4-56920065037d" providerId="ADAL" clId="{2DCFDF45-1F6B-4A47-892B-C9094FDD5642}" dt="2022-03-21T11:08:19.259" v="1310" actId="27803"/>
          <ac:spMkLst>
            <pc:docMk/>
            <pc:sldMk cId="1175821773" sldId="258"/>
            <ac:spMk id="1626" creationId="{48DCCAEE-CE9C-40B6-997B-12374C6D4AC8}"/>
          </ac:spMkLst>
        </pc:spChg>
        <pc:spChg chg="mod">
          <ac:chgData name="SERGIO SPANO'" userId="3abdd0b9-513e-40ac-aad4-56920065037d" providerId="ADAL" clId="{2DCFDF45-1F6B-4A47-892B-C9094FDD5642}" dt="2022-03-21T11:08:19.259" v="1310" actId="27803"/>
          <ac:spMkLst>
            <pc:docMk/>
            <pc:sldMk cId="1175821773" sldId="258"/>
            <ac:spMk id="1627" creationId="{22F48859-D91C-4AAC-8B69-62C0F9FD04E0}"/>
          </ac:spMkLst>
        </pc:spChg>
        <pc:spChg chg="mod">
          <ac:chgData name="SERGIO SPANO'" userId="3abdd0b9-513e-40ac-aad4-56920065037d" providerId="ADAL" clId="{2DCFDF45-1F6B-4A47-892B-C9094FDD5642}" dt="2022-03-21T11:08:19.259" v="1310" actId="27803"/>
          <ac:spMkLst>
            <pc:docMk/>
            <pc:sldMk cId="1175821773" sldId="258"/>
            <ac:spMk id="1628" creationId="{D60CE549-B4A4-4873-8AC8-8A5162156E26}"/>
          </ac:spMkLst>
        </pc:spChg>
        <pc:spChg chg="mod">
          <ac:chgData name="SERGIO SPANO'" userId="3abdd0b9-513e-40ac-aad4-56920065037d" providerId="ADAL" clId="{2DCFDF45-1F6B-4A47-892B-C9094FDD5642}" dt="2022-03-21T11:08:19.259" v="1310" actId="27803"/>
          <ac:spMkLst>
            <pc:docMk/>
            <pc:sldMk cId="1175821773" sldId="258"/>
            <ac:spMk id="1629" creationId="{896900C3-D75C-4D62-B0A5-C487D563DF57}"/>
          </ac:spMkLst>
        </pc:spChg>
        <pc:spChg chg="mod">
          <ac:chgData name="SERGIO SPANO'" userId="3abdd0b9-513e-40ac-aad4-56920065037d" providerId="ADAL" clId="{2DCFDF45-1F6B-4A47-892B-C9094FDD5642}" dt="2022-03-21T11:08:19.259" v="1310" actId="27803"/>
          <ac:spMkLst>
            <pc:docMk/>
            <pc:sldMk cId="1175821773" sldId="258"/>
            <ac:spMk id="1630" creationId="{98D928A1-CD75-444E-8348-F327D7F85A31}"/>
          </ac:spMkLst>
        </pc:spChg>
        <pc:spChg chg="mod">
          <ac:chgData name="SERGIO SPANO'" userId="3abdd0b9-513e-40ac-aad4-56920065037d" providerId="ADAL" clId="{2DCFDF45-1F6B-4A47-892B-C9094FDD5642}" dt="2022-03-21T11:08:19.259" v="1310" actId="27803"/>
          <ac:spMkLst>
            <pc:docMk/>
            <pc:sldMk cId="1175821773" sldId="258"/>
            <ac:spMk id="1631" creationId="{D43C53E7-440B-48D7-AF5B-686B85855180}"/>
          </ac:spMkLst>
        </pc:spChg>
        <pc:spChg chg="mod">
          <ac:chgData name="SERGIO SPANO'" userId="3abdd0b9-513e-40ac-aad4-56920065037d" providerId="ADAL" clId="{2DCFDF45-1F6B-4A47-892B-C9094FDD5642}" dt="2022-03-21T11:08:19.259" v="1310" actId="27803"/>
          <ac:spMkLst>
            <pc:docMk/>
            <pc:sldMk cId="1175821773" sldId="258"/>
            <ac:spMk id="1632" creationId="{93F9E781-86BA-44C5-B0D3-79743EE83A16}"/>
          </ac:spMkLst>
        </pc:spChg>
        <pc:spChg chg="mod">
          <ac:chgData name="SERGIO SPANO'" userId="3abdd0b9-513e-40ac-aad4-56920065037d" providerId="ADAL" clId="{2DCFDF45-1F6B-4A47-892B-C9094FDD5642}" dt="2022-03-21T11:08:19.259" v="1310" actId="27803"/>
          <ac:spMkLst>
            <pc:docMk/>
            <pc:sldMk cId="1175821773" sldId="258"/>
            <ac:spMk id="1633" creationId="{65243C49-B94A-42D9-B3B4-E9608B215205}"/>
          </ac:spMkLst>
        </pc:spChg>
        <pc:spChg chg="mod">
          <ac:chgData name="SERGIO SPANO'" userId="3abdd0b9-513e-40ac-aad4-56920065037d" providerId="ADAL" clId="{2DCFDF45-1F6B-4A47-892B-C9094FDD5642}" dt="2022-03-21T11:08:19.259" v="1310" actId="27803"/>
          <ac:spMkLst>
            <pc:docMk/>
            <pc:sldMk cId="1175821773" sldId="258"/>
            <ac:spMk id="1634" creationId="{73668EDB-A0DE-4683-A2F7-072B841AC24F}"/>
          </ac:spMkLst>
        </pc:spChg>
        <pc:spChg chg="mod">
          <ac:chgData name="SERGIO SPANO'" userId="3abdd0b9-513e-40ac-aad4-56920065037d" providerId="ADAL" clId="{2DCFDF45-1F6B-4A47-892B-C9094FDD5642}" dt="2022-03-21T11:08:19.259" v="1310" actId="27803"/>
          <ac:spMkLst>
            <pc:docMk/>
            <pc:sldMk cId="1175821773" sldId="258"/>
            <ac:spMk id="1635" creationId="{E60DE8E9-5576-4264-AD00-F6964A380FCA}"/>
          </ac:spMkLst>
        </pc:spChg>
        <pc:spChg chg="mod">
          <ac:chgData name="SERGIO SPANO'" userId="3abdd0b9-513e-40ac-aad4-56920065037d" providerId="ADAL" clId="{2DCFDF45-1F6B-4A47-892B-C9094FDD5642}" dt="2022-03-21T11:08:19.259" v="1310" actId="27803"/>
          <ac:spMkLst>
            <pc:docMk/>
            <pc:sldMk cId="1175821773" sldId="258"/>
            <ac:spMk id="1636" creationId="{C4AC3A0B-E7EC-476A-B6B9-B4FD2E165D9D}"/>
          </ac:spMkLst>
        </pc:spChg>
        <pc:spChg chg="mod">
          <ac:chgData name="SERGIO SPANO'" userId="3abdd0b9-513e-40ac-aad4-56920065037d" providerId="ADAL" clId="{2DCFDF45-1F6B-4A47-892B-C9094FDD5642}" dt="2022-03-21T11:08:19.259" v="1310" actId="27803"/>
          <ac:spMkLst>
            <pc:docMk/>
            <pc:sldMk cId="1175821773" sldId="258"/>
            <ac:spMk id="1637" creationId="{08F9116B-6872-4CD1-8F5B-C64D4BF0645F}"/>
          </ac:spMkLst>
        </pc:spChg>
        <pc:spChg chg="mod">
          <ac:chgData name="SERGIO SPANO'" userId="3abdd0b9-513e-40ac-aad4-56920065037d" providerId="ADAL" clId="{2DCFDF45-1F6B-4A47-892B-C9094FDD5642}" dt="2022-03-21T11:08:19.259" v="1310" actId="27803"/>
          <ac:spMkLst>
            <pc:docMk/>
            <pc:sldMk cId="1175821773" sldId="258"/>
            <ac:spMk id="1638" creationId="{4820908D-B71A-41F7-8219-78694A473947}"/>
          </ac:spMkLst>
        </pc:spChg>
        <pc:spChg chg="mod">
          <ac:chgData name="SERGIO SPANO'" userId="3abdd0b9-513e-40ac-aad4-56920065037d" providerId="ADAL" clId="{2DCFDF45-1F6B-4A47-892B-C9094FDD5642}" dt="2022-03-21T11:08:19.259" v="1310" actId="27803"/>
          <ac:spMkLst>
            <pc:docMk/>
            <pc:sldMk cId="1175821773" sldId="258"/>
            <ac:spMk id="1639" creationId="{26F63D3F-010D-4284-A3E1-F98481E68B73}"/>
          </ac:spMkLst>
        </pc:spChg>
        <pc:spChg chg="mod">
          <ac:chgData name="SERGIO SPANO'" userId="3abdd0b9-513e-40ac-aad4-56920065037d" providerId="ADAL" clId="{2DCFDF45-1F6B-4A47-892B-C9094FDD5642}" dt="2022-03-21T11:08:19.259" v="1310" actId="27803"/>
          <ac:spMkLst>
            <pc:docMk/>
            <pc:sldMk cId="1175821773" sldId="258"/>
            <ac:spMk id="1640" creationId="{84344AF9-2C03-47AB-ABA1-C91DF77531BE}"/>
          </ac:spMkLst>
        </pc:spChg>
        <pc:spChg chg="mod">
          <ac:chgData name="SERGIO SPANO'" userId="3abdd0b9-513e-40ac-aad4-56920065037d" providerId="ADAL" clId="{2DCFDF45-1F6B-4A47-892B-C9094FDD5642}" dt="2022-03-21T11:08:19.259" v="1310" actId="27803"/>
          <ac:spMkLst>
            <pc:docMk/>
            <pc:sldMk cId="1175821773" sldId="258"/>
            <ac:spMk id="1641" creationId="{BC7F7951-1C33-4F2A-B585-F2DC1767427E}"/>
          </ac:spMkLst>
        </pc:spChg>
        <pc:spChg chg="mod">
          <ac:chgData name="SERGIO SPANO'" userId="3abdd0b9-513e-40ac-aad4-56920065037d" providerId="ADAL" clId="{2DCFDF45-1F6B-4A47-892B-C9094FDD5642}" dt="2022-03-21T11:08:19.259" v="1310" actId="27803"/>
          <ac:spMkLst>
            <pc:docMk/>
            <pc:sldMk cId="1175821773" sldId="258"/>
            <ac:spMk id="1642" creationId="{879C8B41-3791-443F-9743-4F59DBAB41A3}"/>
          </ac:spMkLst>
        </pc:spChg>
        <pc:spChg chg="mod">
          <ac:chgData name="SERGIO SPANO'" userId="3abdd0b9-513e-40ac-aad4-56920065037d" providerId="ADAL" clId="{2DCFDF45-1F6B-4A47-892B-C9094FDD5642}" dt="2022-03-21T11:08:19.259" v="1310" actId="27803"/>
          <ac:spMkLst>
            <pc:docMk/>
            <pc:sldMk cId="1175821773" sldId="258"/>
            <ac:spMk id="1643" creationId="{B97C35BD-032E-435A-A102-007049798693}"/>
          </ac:spMkLst>
        </pc:spChg>
        <pc:spChg chg="mod">
          <ac:chgData name="SERGIO SPANO'" userId="3abdd0b9-513e-40ac-aad4-56920065037d" providerId="ADAL" clId="{2DCFDF45-1F6B-4A47-892B-C9094FDD5642}" dt="2022-03-21T11:08:19.259" v="1310" actId="27803"/>
          <ac:spMkLst>
            <pc:docMk/>
            <pc:sldMk cId="1175821773" sldId="258"/>
            <ac:spMk id="1644" creationId="{B32BF0A8-3D68-4855-9C67-0CBD2806E08A}"/>
          </ac:spMkLst>
        </pc:spChg>
        <pc:spChg chg="mod">
          <ac:chgData name="SERGIO SPANO'" userId="3abdd0b9-513e-40ac-aad4-56920065037d" providerId="ADAL" clId="{2DCFDF45-1F6B-4A47-892B-C9094FDD5642}" dt="2022-03-21T11:08:19.259" v="1310" actId="27803"/>
          <ac:spMkLst>
            <pc:docMk/>
            <pc:sldMk cId="1175821773" sldId="258"/>
            <ac:spMk id="1645" creationId="{B92E4484-DE6B-47F0-9D37-77EAEF678AA8}"/>
          </ac:spMkLst>
        </pc:spChg>
        <pc:spChg chg="mod">
          <ac:chgData name="SERGIO SPANO'" userId="3abdd0b9-513e-40ac-aad4-56920065037d" providerId="ADAL" clId="{2DCFDF45-1F6B-4A47-892B-C9094FDD5642}" dt="2022-03-21T11:08:19.259" v="1310" actId="27803"/>
          <ac:spMkLst>
            <pc:docMk/>
            <pc:sldMk cId="1175821773" sldId="258"/>
            <ac:spMk id="1646" creationId="{C94EAEAD-50D9-4F50-8A00-EDDAFA71CE4F}"/>
          </ac:spMkLst>
        </pc:spChg>
        <pc:spChg chg="mod">
          <ac:chgData name="SERGIO SPANO'" userId="3abdd0b9-513e-40ac-aad4-56920065037d" providerId="ADAL" clId="{2DCFDF45-1F6B-4A47-892B-C9094FDD5642}" dt="2022-03-21T11:08:19.259" v="1310" actId="27803"/>
          <ac:spMkLst>
            <pc:docMk/>
            <pc:sldMk cId="1175821773" sldId="258"/>
            <ac:spMk id="1647" creationId="{4FA74C12-28D2-41B9-B6BA-0E7FC62F556E}"/>
          </ac:spMkLst>
        </pc:spChg>
        <pc:spChg chg="mod">
          <ac:chgData name="SERGIO SPANO'" userId="3abdd0b9-513e-40ac-aad4-56920065037d" providerId="ADAL" clId="{2DCFDF45-1F6B-4A47-892B-C9094FDD5642}" dt="2022-03-21T11:08:19.259" v="1310" actId="27803"/>
          <ac:spMkLst>
            <pc:docMk/>
            <pc:sldMk cId="1175821773" sldId="258"/>
            <ac:spMk id="1648" creationId="{08E849BA-44EC-4654-B1C8-E3F2BCF9DF12}"/>
          </ac:spMkLst>
        </pc:spChg>
        <pc:spChg chg="mod">
          <ac:chgData name="SERGIO SPANO'" userId="3abdd0b9-513e-40ac-aad4-56920065037d" providerId="ADAL" clId="{2DCFDF45-1F6B-4A47-892B-C9094FDD5642}" dt="2022-03-21T11:08:19.259" v="1310" actId="27803"/>
          <ac:spMkLst>
            <pc:docMk/>
            <pc:sldMk cId="1175821773" sldId="258"/>
            <ac:spMk id="1649" creationId="{6D65AAD6-910C-41C6-A6D2-99614E5C9F21}"/>
          </ac:spMkLst>
        </pc:spChg>
        <pc:spChg chg="mod">
          <ac:chgData name="SERGIO SPANO'" userId="3abdd0b9-513e-40ac-aad4-56920065037d" providerId="ADAL" clId="{2DCFDF45-1F6B-4A47-892B-C9094FDD5642}" dt="2022-03-21T11:08:19.259" v="1310" actId="27803"/>
          <ac:spMkLst>
            <pc:docMk/>
            <pc:sldMk cId="1175821773" sldId="258"/>
            <ac:spMk id="1650" creationId="{13D25493-5F9D-4002-AF3E-693613042EDB}"/>
          </ac:spMkLst>
        </pc:spChg>
        <pc:spChg chg="mod">
          <ac:chgData name="SERGIO SPANO'" userId="3abdd0b9-513e-40ac-aad4-56920065037d" providerId="ADAL" clId="{2DCFDF45-1F6B-4A47-892B-C9094FDD5642}" dt="2022-03-21T11:08:19.259" v="1310" actId="27803"/>
          <ac:spMkLst>
            <pc:docMk/>
            <pc:sldMk cId="1175821773" sldId="258"/>
            <ac:spMk id="1651" creationId="{000D34F2-5811-40FF-9585-CE462B8D28CB}"/>
          </ac:spMkLst>
        </pc:spChg>
        <pc:spChg chg="mod">
          <ac:chgData name="SERGIO SPANO'" userId="3abdd0b9-513e-40ac-aad4-56920065037d" providerId="ADAL" clId="{2DCFDF45-1F6B-4A47-892B-C9094FDD5642}" dt="2022-03-21T11:08:19.259" v="1310" actId="27803"/>
          <ac:spMkLst>
            <pc:docMk/>
            <pc:sldMk cId="1175821773" sldId="258"/>
            <ac:spMk id="1652" creationId="{F9B4BD3E-041C-41BC-B65E-F829A2269862}"/>
          </ac:spMkLst>
        </pc:spChg>
        <pc:spChg chg="mod">
          <ac:chgData name="SERGIO SPANO'" userId="3abdd0b9-513e-40ac-aad4-56920065037d" providerId="ADAL" clId="{2DCFDF45-1F6B-4A47-892B-C9094FDD5642}" dt="2022-03-21T11:08:19.259" v="1310" actId="27803"/>
          <ac:spMkLst>
            <pc:docMk/>
            <pc:sldMk cId="1175821773" sldId="258"/>
            <ac:spMk id="1653" creationId="{3B0A6E0C-9AC5-4968-AC83-7E498B361D85}"/>
          </ac:spMkLst>
        </pc:spChg>
        <pc:spChg chg="mod">
          <ac:chgData name="SERGIO SPANO'" userId="3abdd0b9-513e-40ac-aad4-56920065037d" providerId="ADAL" clId="{2DCFDF45-1F6B-4A47-892B-C9094FDD5642}" dt="2022-03-21T11:08:19.259" v="1310" actId="27803"/>
          <ac:spMkLst>
            <pc:docMk/>
            <pc:sldMk cId="1175821773" sldId="258"/>
            <ac:spMk id="1654" creationId="{35BDB451-A785-4BEE-BBE4-FA4DA82C5053}"/>
          </ac:spMkLst>
        </pc:spChg>
        <pc:spChg chg="mod">
          <ac:chgData name="SERGIO SPANO'" userId="3abdd0b9-513e-40ac-aad4-56920065037d" providerId="ADAL" clId="{2DCFDF45-1F6B-4A47-892B-C9094FDD5642}" dt="2022-03-21T11:08:19.259" v="1310" actId="27803"/>
          <ac:spMkLst>
            <pc:docMk/>
            <pc:sldMk cId="1175821773" sldId="258"/>
            <ac:spMk id="1655" creationId="{97D6D40D-B32F-4B65-93BD-48064B6FBA28}"/>
          </ac:spMkLst>
        </pc:spChg>
        <pc:spChg chg="mod">
          <ac:chgData name="SERGIO SPANO'" userId="3abdd0b9-513e-40ac-aad4-56920065037d" providerId="ADAL" clId="{2DCFDF45-1F6B-4A47-892B-C9094FDD5642}" dt="2022-03-21T11:08:19.259" v="1310" actId="27803"/>
          <ac:spMkLst>
            <pc:docMk/>
            <pc:sldMk cId="1175821773" sldId="258"/>
            <ac:spMk id="1656" creationId="{1646E04F-381A-4BB7-BC3E-9095906771B3}"/>
          </ac:spMkLst>
        </pc:spChg>
        <pc:spChg chg="mod">
          <ac:chgData name="SERGIO SPANO'" userId="3abdd0b9-513e-40ac-aad4-56920065037d" providerId="ADAL" clId="{2DCFDF45-1F6B-4A47-892B-C9094FDD5642}" dt="2022-03-21T11:08:19.259" v="1310" actId="27803"/>
          <ac:spMkLst>
            <pc:docMk/>
            <pc:sldMk cId="1175821773" sldId="258"/>
            <ac:spMk id="1657" creationId="{E8DDD29B-E835-4F0C-A691-F20BC6BD195A}"/>
          </ac:spMkLst>
        </pc:spChg>
        <pc:spChg chg="mod">
          <ac:chgData name="SERGIO SPANO'" userId="3abdd0b9-513e-40ac-aad4-56920065037d" providerId="ADAL" clId="{2DCFDF45-1F6B-4A47-892B-C9094FDD5642}" dt="2022-03-21T11:08:19.259" v="1310" actId="27803"/>
          <ac:spMkLst>
            <pc:docMk/>
            <pc:sldMk cId="1175821773" sldId="258"/>
            <ac:spMk id="1658" creationId="{24EC57E1-535C-4F60-96A9-98BC696CBBC2}"/>
          </ac:spMkLst>
        </pc:spChg>
        <pc:spChg chg="mod">
          <ac:chgData name="SERGIO SPANO'" userId="3abdd0b9-513e-40ac-aad4-56920065037d" providerId="ADAL" clId="{2DCFDF45-1F6B-4A47-892B-C9094FDD5642}" dt="2022-03-21T11:08:19.259" v="1310" actId="27803"/>
          <ac:spMkLst>
            <pc:docMk/>
            <pc:sldMk cId="1175821773" sldId="258"/>
            <ac:spMk id="1659" creationId="{64323A91-408D-4FDE-88D9-3BD07F1875FA}"/>
          </ac:spMkLst>
        </pc:spChg>
        <pc:spChg chg="mod">
          <ac:chgData name="SERGIO SPANO'" userId="3abdd0b9-513e-40ac-aad4-56920065037d" providerId="ADAL" clId="{2DCFDF45-1F6B-4A47-892B-C9094FDD5642}" dt="2022-03-21T11:08:19.259" v="1310" actId="27803"/>
          <ac:spMkLst>
            <pc:docMk/>
            <pc:sldMk cId="1175821773" sldId="258"/>
            <ac:spMk id="1660" creationId="{4365753A-797B-4A4D-BC5A-91DD50BB32C7}"/>
          </ac:spMkLst>
        </pc:spChg>
        <pc:spChg chg="mod">
          <ac:chgData name="SERGIO SPANO'" userId="3abdd0b9-513e-40ac-aad4-56920065037d" providerId="ADAL" clId="{2DCFDF45-1F6B-4A47-892B-C9094FDD5642}" dt="2022-03-21T11:08:19.259" v="1310" actId="27803"/>
          <ac:spMkLst>
            <pc:docMk/>
            <pc:sldMk cId="1175821773" sldId="258"/>
            <ac:spMk id="1661" creationId="{2EFC3DAE-7955-4A54-8979-A3E33CBC5C66}"/>
          </ac:spMkLst>
        </pc:spChg>
        <pc:spChg chg="mod">
          <ac:chgData name="SERGIO SPANO'" userId="3abdd0b9-513e-40ac-aad4-56920065037d" providerId="ADAL" clId="{2DCFDF45-1F6B-4A47-892B-C9094FDD5642}" dt="2022-03-21T11:08:19.259" v="1310" actId="27803"/>
          <ac:spMkLst>
            <pc:docMk/>
            <pc:sldMk cId="1175821773" sldId="258"/>
            <ac:spMk id="1662" creationId="{CB6D1C01-5973-4A9D-A487-116A4D183C4A}"/>
          </ac:spMkLst>
        </pc:spChg>
        <pc:spChg chg="mod">
          <ac:chgData name="SERGIO SPANO'" userId="3abdd0b9-513e-40ac-aad4-56920065037d" providerId="ADAL" clId="{2DCFDF45-1F6B-4A47-892B-C9094FDD5642}" dt="2022-03-21T11:08:19.259" v="1310" actId="27803"/>
          <ac:spMkLst>
            <pc:docMk/>
            <pc:sldMk cId="1175821773" sldId="258"/>
            <ac:spMk id="1663" creationId="{EDA2B70E-1D1F-4272-9680-26785D34B6BF}"/>
          </ac:spMkLst>
        </pc:spChg>
        <pc:spChg chg="mod">
          <ac:chgData name="SERGIO SPANO'" userId="3abdd0b9-513e-40ac-aad4-56920065037d" providerId="ADAL" clId="{2DCFDF45-1F6B-4A47-892B-C9094FDD5642}" dt="2022-03-21T11:08:19.259" v="1310" actId="27803"/>
          <ac:spMkLst>
            <pc:docMk/>
            <pc:sldMk cId="1175821773" sldId="258"/>
            <ac:spMk id="1664" creationId="{AF4DA7AB-2A2C-4D1D-8824-0411BED48595}"/>
          </ac:spMkLst>
        </pc:spChg>
        <pc:spChg chg="mod">
          <ac:chgData name="SERGIO SPANO'" userId="3abdd0b9-513e-40ac-aad4-56920065037d" providerId="ADAL" clId="{2DCFDF45-1F6B-4A47-892B-C9094FDD5642}" dt="2022-03-21T11:08:19.259" v="1310" actId="27803"/>
          <ac:spMkLst>
            <pc:docMk/>
            <pc:sldMk cId="1175821773" sldId="258"/>
            <ac:spMk id="1665" creationId="{A2C9611B-22CA-418D-925D-2E8580073575}"/>
          </ac:spMkLst>
        </pc:spChg>
        <pc:spChg chg="mod">
          <ac:chgData name="SERGIO SPANO'" userId="3abdd0b9-513e-40ac-aad4-56920065037d" providerId="ADAL" clId="{2DCFDF45-1F6B-4A47-892B-C9094FDD5642}" dt="2022-03-21T11:08:19.259" v="1310" actId="27803"/>
          <ac:spMkLst>
            <pc:docMk/>
            <pc:sldMk cId="1175821773" sldId="258"/>
            <ac:spMk id="1666" creationId="{028468BE-1A68-49BC-B060-B3539D0FCB12}"/>
          </ac:spMkLst>
        </pc:spChg>
        <pc:spChg chg="mod">
          <ac:chgData name="SERGIO SPANO'" userId="3abdd0b9-513e-40ac-aad4-56920065037d" providerId="ADAL" clId="{2DCFDF45-1F6B-4A47-892B-C9094FDD5642}" dt="2022-03-21T11:08:19.259" v="1310" actId="27803"/>
          <ac:spMkLst>
            <pc:docMk/>
            <pc:sldMk cId="1175821773" sldId="258"/>
            <ac:spMk id="1667" creationId="{D7AC12BD-FAB9-44A9-B7C3-A9F0D638B637}"/>
          </ac:spMkLst>
        </pc:spChg>
        <pc:spChg chg="mod">
          <ac:chgData name="SERGIO SPANO'" userId="3abdd0b9-513e-40ac-aad4-56920065037d" providerId="ADAL" clId="{2DCFDF45-1F6B-4A47-892B-C9094FDD5642}" dt="2022-03-21T11:08:19.259" v="1310" actId="27803"/>
          <ac:spMkLst>
            <pc:docMk/>
            <pc:sldMk cId="1175821773" sldId="258"/>
            <ac:spMk id="1668" creationId="{A219ED7F-FDBE-473C-8C4E-C9690D964A95}"/>
          </ac:spMkLst>
        </pc:spChg>
        <pc:spChg chg="mod">
          <ac:chgData name="SERGIO SPANO'" userId="3abdd0b9-513e-40ac-aad4-56920065037d" providerId="ADAL" clId="{2DCFDF45-1F6B-4A47-892B-C9094FDD5642}" dt="2022-03-21T11:08:19.259" v="1310" actId="27803"/>
          <ac:spMkLst>
            <pc:docMk/>
            <pc:sldMk cId="1175821773" sldId="258"/>
            <ac:spMk id="1669" creationId="{ECAFBC7A-21A1-4A41-808D-0063F6932D4F}"/>
          </ac:spMkLst>
        </pc:spChg>
        <pc:spChg chg="mod">
          <ac:chgData name="SERGIO SPANO'" userId="3abdd0b9-513e-40ac-aad4-56920065037d" providerId="ADAL" clId="{2DCFDF45-1F6B-4A47-892B-C9094FDD5642}" dt="2022-03-21T11:08:19.259" v="1310" actId="27803"/>
          <ac:spMkLst>
            <pc:docMk/>
            <pc:sldMk cId="1175821773" sldId="258"/>
            <ac:spMk id="1670" creationId="{BCBB7572-2BC6-4460-9814-598E5EA1841D}"/>
          </ac:spMkLst>
        </pc:spChg>
        <pc:spChg chg="mod">
          <ac:chgData name="SERGIO SPANO'" userId="3abdd0b9-513e-40ac-aad4-56920065037d" providerId="ADAL" clId="{2DCFDF45-1F6B-4A47-892B-C9094FDD5642}" dt="2022-03-21T11:08:19.259" v="1310" actId="27803"/>
          <ac:spMkLst>
            <pc:docMk/>
            <pc:sldMk cId="1175821773" sldId="258"/>
            <ac:spMk id="1671" creationId="{4A1179CF-097D-407F-AEF7-78C5FF2DC6D5}"/>
          </ac:spMkLst>
        </pc:spChg>
        <pc:spChg chg="mod">
          <ac:chgData name="SERGIO SPANO'" userId="3abdd0b9-513e-40ac-aad4-56920065037d" providerId="ADAL" clId="{2DCFDF45-1F6B-4A47-892B-C9094FDD5642}" dt="2022-03-21T11:08:19.259" v="1310" actId="27803"/>
          <ac:spMkLst>
            <pc:docMk/>
            <pc:sldMk cId="1175821773" sldId="258"/>
            <ac:spMk id="1672" creationId="{DE815C89-1F8D-4A70-9F0A-57DF5D5EB1AE}"/>
          </ac:spMkLst>
        </pc:spChg>
        <pc:spChg chg="mod">
          <ac:chgData name="SERGIO SPANO'" userId="3abdd0b9-513e-40ac-aad4-56920065037d" providerId="ADAL" clId="{2DCFDF45-1F6B-4A47-892B-C9094FDD5642}" dt="2022-03-21T11:08:19.259" v="1310" actId="27803"/>
          <ac:spMkLst>
            <pc:docMk/>
            <pc:sldMk cId="1175821773" sldId="258"/>
            <ac:spMk id="1673" creationId="{D446F2EF-81EB-4F26-9823-34582A32A97D}"/>
          </ac:spMkLst>
        </pc:spChg>
        <pc:spChg chg="mod">
          <ac:chgData name="SERGIO SPANO'" userId="3abdd0b9-513e-40ac-aad4-56920065037d" providerId="ADAL" clId="{2DCFDF45-1F6B-4A47-892B-C9094FDD5642}" dt="2022-03-21T11:08:19.259" v="1310" actId="27803"/>
          <ac:spMkLst>
            <pc:docMk/>
            <pc:sldMk cId="1175821773" sldId="258"/>
            <ac:spMk id="1674" creationId="{B7F48A34-8921-4978-8DD4-F9EF1D0C188F}"/>
          </ac:spMkLst>
        </pc:spChg>
        <pc:spChg chg="mod">
          <ac:chgData name="SERGIO SPANO'" userId="3abdd0b9-513e-40ac-aad4-56920065037d" providerId="ADAL" clId="{2DCFDF45-1F6B-4A47-892B-C9094FDD5642}" dt="2022-03-21T11:08:19.259" v="1310" actId="27803"/>
          <ac:spMkLst>
            <pc:docMk/>
            <pc:sldMk cId="1175821773" sldId="258"/>
            <ac:spMk id="1675" creationId="{9108435C-6CF1-40FE-A68C-3DF20C13A1B4}"/>
          </ac:spMkLst>
        </pc:spChg>
        <pc:spChg chg="mod">
          <ac:chgData name="SERGIO SPANO'" userId="3abdd0b9-513e-40ac-aad4-56920065037d" providerId="ADAL" clId="{2DCFDF45-1F6B-4A47-892B-C9094FDD5642}" dt="2022-03-21T11:08:19.259" v="1310" actId="27803"/>
          <ac:spMkLst>
            <pc:docMk/>
            <pc:sldMk cId="1175821773" sldId="258"/>
            <ac:spMk id="1676" creationId="{18585342-A41D-4D92-BBC8-BEF8A032A9E6}"/>
          </ac:spMkLst>
        </pc:spChg>
        <pc:spChg chg="mod">
          <ac:chgData name="SERGIO SPANO'" userId="3abdd0b9-513e-40ac-aad4-56920065037d" providerId="ADAL" clId="{2DCFDF45-1F6B-4A47-892B-C9094FDD5642}" dt="2022-03-21T11:08:19.259" v="1310" actId="27803"/>
          <ac:spMkLst>
            <pc:docMk/>
            <pc:sldMk cId="1175821773" sldId="258"/>
            <ac:spMk id="1677" creationId="{CCCFBBB2-6F18-45AF-9EF1-0E84FE096CF2}"/>
          </ac:spMkLst>
        </pc:spChg>
        <pc:spChg chg="mod">
          <ac:chgData name="SERGIO SPANO'" userId="3abdd0b9-513e-40ac-aad4-56920065037d" providerId="ADAL" clId="{2DCFDF45-1F6B-4A47-892B-C9094FDD5642}" dt="2022-03-21T11:08:19.259" v="1310" actId="27803"/>
          <ac:spMkLst>
            <pc:docMk/>
            <pc:sldMk cId="1175821773" sldId="258"/>
            <ac:spMk id="1678" creationId="{D71E5CEC-BBEF-4500-ABE9-C1177D7A69B9}"/>
          </ac:spMkLst>
        </pc:spChg>
        <pc:spChg chg="mod">
          <ac:chgData name="SERGIO SPANO'" userId="3abdd0b9-513e-40ac-aad4-56920065037d" providerId="ADAL" clId="{2DCFDF45-1F6B-4A47-892B-C9094FDD5642}" dt="2022-03-21T11:08:19.259" v="1310" actId="27803"/>
          <ac:spMkLst>
            <pc:docMk/>
            <pc:sldMk cId="1175821773" sldId="258"/>
            <ac:spMk id="1679" creationId="{EA6CFED1-8329-40E3-B303-2F77A3C59E8A}"/>
          </ac:spMkLst>
        </pc:spChg>
        <pc:spChg chg="mod">
          <ac:chgData name="SERGIO SPANO'" userId="3abdd0b9-513e-40ac-aad4-56920065037d" providerId="ADAL" clId="{2DCFDF45-1F6B-4A47-892B-C9094FDD5642}" dt="2022-03-21T11:08:19.259" v="1310" actId="27803"/>
          <ac:spMkLst>
            <pc:docMk/>
            <pc:sldMk cId="1175821773" sldId="258"/>
            <ac:spMk id="1680" creationId="{5EEE2135-BAE3-49D3-ABAF-BA2E439BB9F1}"/>
          </ac:spMkLst>
        </pc:spChg>
        <pc:spChg chg="mod">
          <ac:chgData name="SERGIO SPANO'" userId="3abdd0b9-513e-40ac-aad4-56920065037d" providerId="ADAL" clId="{2DCFDF45-1F6B-4A47-892B-C9094FDD5642}" dt="2022-03-21T11:08:19.259" v="1310" actId="27803"/>
          <ac:spMkLst>
            <pc:docMk/>
            <pc:sldMk cId="1175821773" sldId="258"/>
            <ac:spMk id="1681" creationId="{7AB4D6E5-5DB1-4A2A-A1BA-EE36FB37E987}"/>
          </ac:spMkLst>
        </pc:spChg>
        <pc:spChg chg="mod">
          <ac:chgData name="SERGIO SPANO'" userId="3abdd0b9-513e-40ac-aad4-56920065037d" providerId="ADAL" clId="{2DCFDF45-1F6B-4A47-892B-C9094FDD5642}" dt="2022-03-21T11:08:19.259" v="1310" actId="27803"/>
          <ac:spMkLst>
            <pc:docMk/>
            <pc:sldMk cId="1175821773" sldId="258"/>
            <ac:spMk id="1682" creationId="{7D01DD44-BE77-4458-9422-A9375DB34592}"/>
          </ac:spMkLst>
        </pc:spChg>
        <pc:spChg chg="mod">
          <ac:chgData name="SERGIO SPANO'" userId="3abdd0b9-513e-40ac-aad4-56920065037d" providerId="ADAL" clId="{2DCFDF45-1F6B-4A47-892B-C9094FDD5642}" dt="2022-03-21T11:08:19.259" v="1310" actId="27803"/>
          <ac:spMkLst>
            <pc:docMk/>
            <pc:sldMk cId="1175821773" sldId="258"/>
            <ac:spMk id="1683" creationId="{CD884113-CA18-405F-B8BD-4977BD37763E}"/>
          </ac:spMkLst>
        </pc:spChg>
        <pc:spChg chg="mod">
          <ac:chgData name="SERGIO SPANO'" userId="3abdd0b9-513e-40ac-aad4-56920065037d" providerId="ADAL" clId="{2DCFDF45-1F6B-4A47-892B-C9094FDD5642}" dt="2022-03-21T11:08:19.259" v="1310" actId="27803"/>
          <ac:spMkLst>
            <pc:docMk/>
            <pc:sldMk cId="1175821773" sldId="258"/>
            <ac:spMk id="1684" creationId="{0533BACC-2C21-40B9-9D10-9702612432F8}"/>
          </ac:spMkLst>
        </pc:spChg>
        <pc:spChg chg="mod">
          <ac:chgData name="SERGIO SPANO'" userId="3abdd0b9-513e-40ac-aad4-56920065037d" providerId="ADAL" clId="{2DCFDF45-1F6B-4A47-892B-C9094FDD5642}" dt="2022-03-21T11:08:19.259" v="1310" actId="27803"/>
          <ac:spMkLst>
            <pc:docMk/>
            <pc:sldMk cId="1175821773" sldId="258"/>
            <ac:spMk id="1685" creationId="{1588ABD6-6917-464C-8CFF-F3F3B139AF00}"/>
          </ac:spMkLst>
        </pc:spChg>
        <pc:spChg chg="mod">
          <ac:chgData name="SERGIO SPANO'" userId="3abdd0b9-513e-40ac-aad4-56920065037d" providerId="ADAL" clId="{2DCFDF45-1F6B-4A47-892B-C9094FDD5642}" dt="2022-03-21T11:08:19.259" v="1310" actId="27803"/>
          <ac:spMkLst>
            <pc:docMk/>
            <pc:sldMk cId="1175821773" sldId="258"/>
            <ac:spMk id="1686" creationId="{0F647F3E-241A-4231-8F39-5F4B32039D54}"/>
          </ac:spMkLst>
        </pc:spChg>
        <pc:spChg chg="mod">
          <ac:chgData name="SERGIO SPANO'" userId="3abdd0b9-513e-40ac-aad4-56920065037d" providerId="ADAL" clId="{2DCFDF45-1F6B-4A47-892B-C9094FDD5642}" dt="2022-03-21T11:08:19.259" v="1310" actId="27803"/>
          <ac:spMkLst>
            <pc:docMk/>
            <pc:sldMk cId="1175821773" sldId="258"/>
            <ac:spMk id="1687" creationId="{B46FDE38-EA6F-49B8-8BDB-03B3A6E65174}"/>
          </ac:spMkLst>
        </pc:spChg>
        <pc:spChg chg="mod">
          <ac:chgData name="SERGIO SPANO'" userId="3abdd0b9-513e-40ac-aad4-56920065037d" providerId="ADAL" clId="{2DCFDF45-1F6B-4A47-892B-C9094FDD5642}" dt="2022-03-21T11:08:19.259" v="1310" actId="27803"/>
          <ac:spMkLst>
            <pc:docMk/>
            <pc:sldMk cId="1175821773" sldId="258"/>
            <ac:spMk id="1688" creationId="{7B52978C-B1F8-421A-88FB-8500BF452D62}"/>
          </ac:spMkLst>
        </pc:spChg>
        <pc:spChg chg="mod">
          <ac:chgData name="SERGIO SPANO'" userId="3abdd0b9-513e-40ac-aad4-56920065037d" providerId="ADAL" clId="{2DCFDF45-1F6B-4A47-892B-C9094FDD5642}" dt="2022-03-21T11:08:19.259" v="1310" actId="27803"/>
          <ac:spMkLst>
            <pc:docMk/>
            <pc:sldMk cId="1175821773" sldId="258"/>
            <ac:spMk id="1689" creationId="{DB5D0685-F626-429F-AB56-15593CC9E153}"/>
          </ac:spMkLst>
        </pc:spChg>
        <pc:spChg chg="mod">
          <ac:chgData name="SERGIO SPANO'" userId="3abdd0b9-513e-40ac-aad4-56920065037d" providerId="ADAL" clId="{2DCFDF45-1F6B-4A47-892B-C9094FDD5642}" dt="2022-03-21T11:08:19.259" v="1310" actId="27803"/>
          <ac:spMkLst>
            <pc:docMk/>
            <pc:sldMk cId="1175821773" sldId="258"/>
            <ac:spMk id="1690" creationId="{064D686F-0FCF-4572-9F52-6CC77E6063FE}"/>
          </ac:spMkLst>
        </pc:spChg>
        <pc:spChg chg="mod">
          <ac:chgData name="SERGIO SPANO'" userId="3abdd0b9-513e-40ac-aad4-56920065037d" providerId="ADAL" clId="{2DCFDF45-1F6B-4A47-892B-C9094FDD5642}" dt="2022-03-21T11:08:19.259" v="1310" actId="27803"/>
          <ac:spMkLst>
            <pc:docMk/>
            <pc:sldMk cId="1175821773" sldId="258"/>
            <ac:spMk id="1691" creationId="{1C6C6695-FB21-4245-A4B8-784D0EB1B989}"/>
          </ac:spMkLst>
        </pc:spChg>
        <pc:spChg chg="mod">
          <ac:chgData name="SERGIO SPANO'" userId="3abdd0b9-513e-40ac-aad4-56920065037d" providerId="ADAL" clId="{2DCFDF45-1F6B-4A47-892B-C9094FDD5642}" dt="2022-03-21T11:08:19.259" v="1310" actId="27803"/>
          <ac:spMkLst>
            <pc:docMk/>
            <pc:sldMk cId="1175821773" sldId="258"/>
            <ac:spMk id="1692" creationId="{CA7F9103-5633-47BD-95AA-AD2C4A579B51}"/>
          </ac:spMkLst>
        </pc:spChg>
        <pc:spChg chg="mod">
          <ac:chgData name="SERGIO SPANO'" userId="3abdd0b9-513e-40ac-aad4-56920065037d" providerId="ADAL" clId="{2DCFDF45-1F6B-4A47-892B-C9094FDD5642}" dt="2022-03-21T11:08:19.259" v="1310" actId="27803"/>
          <ac:spMkLst>
            <pc:docMk/>
            <pc:sldMk cId="1175821773" sldId="258"/>
            <ac:spMk id="1693" creationId="{2AF73494-7012-44F8-AF32-7CFC730DB550}"/>
          </ac:spMkLst>
        </pc:spChg>
        <pc:spChg chg="mod">
          <ac:chgData name="SERGIO SPANO'" userId="3abdd0b9-513e-40ac-aad4-56920065037d" providerId="ADAL" clId="{2DCFDF45-1F6B-4A47-892B-C9094FDD5642}" dt="2022-03-21T11:08:19.259" v="1310" actId="27803"/>
          <ac:spMkLst>
            <pc:docMk/>
            <pc:sldMk cId="1175821773" sldId="258"/>
            <ac:spMk id="1694" creationId="{85CAFC85-85CF-4A58-A3F4-9EA66EC10058}"/>
          </ac:spMkLst>
        </pc:spChg>
        <pc:spChg chg="mod">
          <ac:chgData name="SERGIO SPANO'" userId="3abdd0b9-513e-40ac-aad4-56920065037d" providerId="ADAL" clId="{2DCFDF45-1F6B-4A47-892B-C9094FDD5642}" dt="2022-03-21T11:08:19.259" v="1310" actId="27803"/>
          <ac:spMkLst>
            <pc:docMk/>
            <pc:sldMk cId="1175821773" sldId="258"/>
            <ac:spMk id="1695" creationId="{BD456B24-34DF-4B28-AE29-C3FD410766E8}"/>
          </ac:spMkLst>
        </pc:spChg>
        <pc:spChg chg="mod">
          <ac:chgData name="SERGIO SPANO'" userId="3abdd0b9-513e-40ac-aad4-56920065037d" providerId="ADAL" clId="{2DCFDF45-1F6B-4A47-892B-C9094FDD5642}" dt="2022-03-21T11:08:19.259" v="1310" actId="27803"/>
          <ac:spMkLst>
            <pc:docMk/>
            <pc:sldMk cId="1175821773" sldId="258"/>
            <ac:spMk id="1696" creationId="{632656CE-C6AF-4C21-A2B1-8325814D3F95}"/>
          </ac:spMkLst>
        </pc:spChg>
        <pc:spChg chg="mod">
          <ac:chgData name="SERGIO SPANO'" userId="3abdd0b9-513e-40ac-aad4-56920065037d" providerId="ADAL" clId="{2DCFDF45-1F6B-4A47-892B-C9094FDD5642}" dt="2022-03-21T11:08:19.259" v="1310" actId="27803"/>
          <ac:spMkLst>
            <pc:docMk/>
            <pc:sldMk cId="1175821773" sldId="258"/>
            <ac:spMk id="1697" creationId="{8C221E23-1FFC-4230-89EA-3EF4A0A07E04}"/>
          </ac:spMkLst>
        </pc:spChg>
        <pc:spChg chg="mod">
          <ac:chgData name="SERGIO SPANO'" userId="3abdd0b9-513e-40ac-aad4-56920065037d" providerId="ADAL" clId="{2DCFDF45-1F6B-4A47-892B-C9094FDD5642}" dt="2022-03-21T11:08:19.259" v="1310" actId="27803"/>
          <ac:spMkLst>
            <pc:docMk/>
            <pc:sldMk cId="1175821773" sldId="258"/>
            <ac:spMk id="1698" creationId="{601FED12-68B3-4D2B-BA8D-EFBA0CE45CD4}"/>
          </ac:spMkLst>
        </pc:spChg>
        <pc:spChg chg="mod">
          <ac:chgData name="SERGIO SPANO'" userId="3abdd0b9-513e-40ac-aad4-56920065037d" providerId="ADAL" clId="{2DCFDF45-1F6B-4A47-892B-C9094FDD5642}" dt="2022-03-21T11:08:19.259" v="1310" actId="27803"/>
          <ac:spMkLst>
            <pc:docMk/>
            <pc:sldMk cId="1175821773" sldId="258"/>
            <ac:spMk id="1699" creationId="{D392A687-C6EE-485B-85A2-7FABC9D3DD18}"/>
          </ac:spMkLst>
        </pc:spChg>
        <pc:spChg chg="mod">
          <ac:chgData name="SERGIO SPANO'" userId="3abdd0b9-513e-40ac-aad4-56920065037d" providerId="ADAL" clId="{2DCFDF45-1F6B-4A47-892B-C9094FDD5642}" dt="2022-03-21T11:08:19.259" v="1310" actId="27803"/>
          <ac:spMkLst>
            <pc:docMk/>
            <pc:sldMk cId="1175821773" sldId="258"/>
            <ac:spMk id="1700" creationId="{18580BEC-B2B9-4F64-A121-9F0B078C55EB}"/>
          </ac:spMkLst>
        </pc:spChg>
        <pc:spChg chg="mod">
          <ac:chgData name="SERGIO SPANO'" userId="3abdd0b9-513e-40ac-aad4-56920065037d" providerId="ADAL" clId="{2DCFDF45-1F6B-4A47-892B-C9094FDD5642}" dt="2022-03-21T11:08:19.259" v="1310" actId="27803"/>
          <ac:spMkLst>
            <pc:docMk/>
            <pc:sldMk cId="1175821773" sldId="258"/>
            <ac:spMk id="1701" creationId="{D5F0C138-47A2-466F-A130-1DAEA152D59C}"/>
          </ac:spMkLst>
        </pc:spChg>
        <pc:spChg chg="mod">
          <ac:chgData name="SERGIO SPANO'" userId="3abdd0b9-513e-40ac-aad4-56920065037d" providerId="ADAL" clId="{2DCFDF45-1F6B-4A47-892B-C9094FDD5642}" dt="2022-03-21T11:08:19.259" v="1310" actId="27803"/>
          <ac:spMkLst>
            <pc:docMk/>
            <pc:sldMk cId="1175821773" sldId="258"/>
            <ac:spMk id="1702" creationId="{0157567A-4F69-404F-9820-32CF84A9725A}"/>
          </ac:spMkLst>
        </pc:spChg>
        <pc:spChg chg="mod">
          <ac:chgData name="SERGIO SPANO'" userId="3abdd0b9-513e-40ac-aad4-56920065037d" providerId="ADAL" clId="{2DCFDF45-1F6B-4A47-892B-C9094FDD5642}" dt="2022-03-21T11:08:19.259" v="1310" actId="27803"/>
          <ac:spMkLst>
            <pc:docMk/>
            <pc:sldMk cId="1175821773" sldId="258"/>
            <ac:spMk id="1703" creationId="{54E0E003-F47A-4659-9DBE-7FBEBDF10B61}"/>
          </ac:spMkLst>
        </pc:spChg>
        <pc:spChg chg="mod">
          <ac:chgData name="SERGIO SPANO'" userId="3abdd0b9-513e-40ac-aad4-56920065037d" providerId="ADAL" clId="{2DCFDF45-1F6B-4A47-892B-C9094FDD5642}" dt="2022-03-21T11:08:19.259" v="1310" actId="27803"/>
          <ac:spMkLst>
            <pc:docMk/>
            <pc:sldMk cId="1175821773" sldId="258"/>
            <ac:spMk id="1704" creationId="{214121E7-E3B0-489D-9A9F-FB69B3470939}"/>
          </ac:spMkLst>
        </pc:spChg>
        <pc:spChg chg="mod">
          <ac:chgData name="SERGIO SPANO'" userId="3abdd0b9-513e-40ac-aad4-56920065037d" providerId="ADAL" clId="{2DCFDF45-1F6B-4A47-892B-C9094FDD5642}" dt="2022-03-21T11:08:19.259" v="1310" actId="27803"/>
          <ac:spMkLst>
            <pc:docMk/>
            <pc:sldMk cId="1175821773" sldId="258"/>
            <ac:spMk id="1705" creationId="{533A395D-113A-4FCB-901D-3AD62BAE4D00}"/>
          </ac:spMkLst>
        </pc:spChg>
        <pc:spChg chg="mod">
          <ac:chgData name="SERGIO SPANO'" userId="3abdd0b9-513e-40ac-aad4-56920065037d" providerId="ADAL" clId="{2DCFDF45-1F6B-4A47-892B-C9094FDD5642}" dt="2022-03-21T11:08:19.259" v="1310" actId="27803"/>
          <ac:spMkLst>
            <pc:docMk/>
            <pc:sldMk cId="1175821773" sldId="258"/>
            <ac:spMk id="1706" creationId="{CCCFC248-E479-46A3-9059-40F768E9F706}"/>
          </ac:spMkLst>
        </pc:spChg>
        <pc:spChg chg="mod">
          <ac:chgData name="SERGIO SPANO'" userId="3abdd0b9-513e-40ac-aad4-56920065037d" providerId="ADAL" clId="{2DCFDF45-1F6B-4A47-892B-C9094FDD5642}" dt="2022-03-21T11:08:19.259" v="1310" actId="27803"/>
          <ac:spMkLst>
            <pc:docMk/>
            <pc:sldMk cId="1175821773" sldId="258"/>
            <ac:spMk id="1707" creationId="{5DDF5C13-1409-44E9-AB6C-ED38396E615C}"/>
          </ac:spMkLst>
        </pc:spChg>
        <pc:spChg chg="mod">
          <ac:chgData name="SERGIO SPANO'" userId="3abdd0b9-513e-40ac-aad4-56920065037d" providerId="ADAL" clId="{2DCFDF45-1F6B-4A47-892B-C9094FDD5642}" dt="2022-03-21T11:08:19.259" v="1310" actId="27803"/>
          <ac:spMkLst>
            <pc:docMk/>
            <pc:sldMk cId="1175821773" sldId="258"/>
            <ac:spMk id="1708" creationId="{5CD45598-08C2-403B-8039-9BA9E134AF69}"/>
          </ac:spMkLst>
        </pc:spChg>
        <pc:spChg chg="mod">
          <ac:chgData name="SERGIO SPANO'" userId="3abdd0b9-513e-40ac-aad4-56920065037d" providerId="ADAL" clId="{2DCFDF45-1F6B-4A47-892B-C9094FDD5642}" dt="2022-03-21T11:08:19.259" v="1310" actId="27803"/>
          <ac:spMkLst>
            <pc:docMk/>
            <pc:sldMk cId="1175821773" sldId="258"/>
            <ac:spMk id="1709" creationId="{E900FD40-5C84-451C-963D-F1A5BF0AB008}"/>
          </ac:spMkLst>
        </pc:spChg>
        <pc:spChg chg="mod">
          <ac:chgData name="SERGIO SPANO'" userId="3abdd0b9-513e-40ac-aad4-56920065037d" providerId="ADAL" clId="{2DCFDF45-1F6B-4A47-892B-C9094FDD5642}" dt="2022-03-21T11:08:19.259" v="1310" actId="27803"/>
          <ac:spMkLst>
            <pc:docMk/>
            <pc:sldMk cId="1175821773" sldId="258"/>
            <ac:spMk id="1710" creationId="{8B537313-85F0-4E75-A9BD-6B000C200781}"/>
          </ac:spMkLst>
        </pc:spChg>
        <pc:spChg chg="mod">
          <ac:chgData name="SERGIO SPANO'" userId="3abdd0b9-513e-40ac-aad4-56920065037d" providerId="ADAL" clId="{2DCFDF45-1F6B-4A47-892B-C9094FDD5642}" dt="2022-03-21T11:08:19.259" v="1310" actId="27803"/>
          <ac:spMkLst>
            <pc:docMk/>
            <pc:sldMk cId="1175821773" sldId="258"/>
            <ac:spMk id="1711" creationId="{4FFA6DF9-D0EB-4632-B6F2-DB8FACA0E442}"/>
          </ac:spMkLst>
        </pc:spChg>
        <pc:spChg chg="mod">
          <ac:chgData name="SERGIO SPANO'" userId="3abdd0b9-513e-40ac-aad4-56920065037d" providerId="ADAL" clId="{2DCFDF45-1F6B-4A47-892B-C9094FDD5642}" dt="2022-03-21T11:08:19.259" v="1310" actId="27803"/>
          <ac:spMkLst>
            <pc:docMk/>
            <pc:sldMk cId="1175821773" sldId="258"/>
            <ac:spMk id="1712" creationId="{FFEAFCEA-D87A-4C9A-9C11-E8BADE4947B5}"/>
          </ac:spMkLst>
        </pc:spChg>
        <pc:spChg chg="mod">
          <ac:chgData name="SERGIO SPANO'" userId="3abdd0b9-513e-40ac-aad4-56920065037d" providerId="ADAL" clId="{2DCFDF45-1F6B-4A47-892B-C9094FDD5642}" dt="2022-03-21T11:08:19.259" v="1310" actId="27803"/>
          <ac:spMkLst>
            <pc:docMk/>
            <pc:sldMk cId="1175821773" sldId="258"/>
            <ac:spMk id="1713" creationId="{BF0B936D-D35B-48D7-A5D3-D5966F96459A}"/>
          </ac:spMkLst>
        </pc:spChg>
        <pc:spChg chg="mod">
          <ac:chgData name="SERGIO SPANO'" userId="3abdd0b9-513e-40ac-aad4-56920065037d" providerId="ADAL" clId="{2DCFDF45-1F6B-4A47-892B-C9094FDD5642}" dt="2022-03-21T11:08:19.259" v="1310" actId="27803"/>
          <ac:spMkLst>
            <pc:docMk/>
            <pc:sldMk cId="1175821773" sldId="258"/>
            <ac:spMk id="1714" creationId="{0B2069F5-08BD-4DD1-AFEC-210902E42A97}"/>
          </ac:spMkLst>
        </pc:spChg>
        <pc:spChg chg="mod">
          <ac:chgData name="SERGIO SPANO'" userId="3abdd0b9-513e-40ac-aad4-56920065037d" providerId="ADAL" clId="{2DCFDF45-1F6B-4A47-892B-C9094FDD5642}" dt="2022-03-21T11:08:19.259" v="1310" actId="27803"/>
          <ac:spMkLst>
            <pc:docMk/>
            <pc:sldMk cId="1175821773" sldId="258"/>
            <ac:spMk id="1715" creationId="{045D2B11-DE62-40A0-93ED-9D204B7054F9}"/>
          </ac:spMkLst>
        </pc:spChg>
        <pc:spChg chg="mod">
          <ac:chgData name="SERGIO SPANO'" userId="3abdd0b9-513e-40ac-aad4-56920065037d" providerId="ADAL" clId="{2DCFDF45-1F6B-4A47-892B-C9094FDD5642}" dt="2022-03-21T11:08:19.259" v="1310" actId="27803"/>
          <ac:spMkLst>
            <pc:docMk/>
            <pc:sldMk cId="1175821773" sldId="258"/>
            <ac:spMk id="1716" creationId="{907A9253-2121-4C8E-A79B-58E13B664538}"/>
          </ac:spMkLst>
        </pc:spChg>
        <pc:spChg chg="mod">
          <ac:chgData name="SERGIO SPANO'" userId="3abdd0b9-513e-40ac-aad4-56920065037d" providerId="ADAL" clId="{2DCFDF45-1F6B-4A47-892B-C9094FDD5642}" dt="2022-03-21T11:08:19.259" v="1310" actId="27803"/>
          <ac:spMkLst>
            <pc:docMk/>
            <pc:sldMk cId="1175821773" sldId="258"/>
            <ac:spMk id="1717" creationId="{0640EA43-C548-4F04-87CE-BD2A42542B38}"/>
          </ac:spMkLst>
        </pc:spChg>
        <pc:spChg chg="mod">
          <ac:chgData name="SERGIO SPANO'" userId="3abdd0b9-513e-40ac-aad4-56920065037d" providerId="ADAL" clId="{2DCFDF45-1F6B-4A47-892B-C9094FDD5642}" dt="2022-03-21T11:08:19.259" v="1310" actId="27803"/>
          <ac:spMkLst>
            <pc:docMk/>
            <pc:sldMk cId="1175821773" sldId="258"/>
            <ac:spMk id="1718" creationId="{CE17DA7A-5E8E-4EC7-93B3-E885DD843273}"/>
          </ac:spMkLst>
        </pc:spChg>
        <pc:spChg chg="mod">
          <ac:chgData name="SERGIO SPANO'" userId="3abdd0b9-513e-40ac-aad4-56920065037d" providerId="ADAL" clId="{2DCFDF45-1F6B-4A47-892B-C9094FDD5642}" dt="2022-03-21T11:08:19.259" v="1310" actId="27803"/>
          <ac:spMkLst>
            <pc:docMk/>
            <pc:sldMk cId="1175821773" sldId="258"/>
            <ac:spMk id="1719" creationId="{B77BB060-4B25-49E9-949C-64450F0E6035}"/>
          </ac:spMkLst>
        </pc:spChg>
        <pc:spChg chg="mod">
          <ac:chgData name="SERGIO SPANO'" userId="3abdd0b9-513e-40ac-aad4-56920065037d" providerId="ADAL" clId="{2DCFDF45-1F6B-4A47-892B-C9094FDD5642}" dt="2022-03-21T11:08:19.259" v="1310" actId="27803"/>
          <ac:spMkLst>
            <pc:docMk/>
            <pc:sldMk cId="1175821773" sldId="258"/>
            <ac:spMk id="1720" creationId="{65233E2C-C14C-4683-841F-3E5E50D3E15B}"/>
          </ac:spMkLst>
        </pc:spChg>
        <pc:spChg chg="mod">
          <ac:chgData name="SERGIO SPANO'" userId="3abdd0b9-513e-40ac-aad4-56920065037d" providerId="ADAL" clId="{2DCFDF45-1F6B-4A47-892B-C9094FDD5642}" dt="2022-03-21T11:08:19.259" v="1310" actId="27803"/>
          <ac:spMkLst>
            <pc:docMk/>
            <pc:sldMk cId="1175821773" sldId="258"/>
            <ac:spMk id="1721" creationId="{FCC2304D-A1A8-45AF-AEA5-BB32E2211281}"/>
          </ac:spMkLst>
        </pc:spChg>
        <pc:spChg chg="mod">
          <ac:chgData name="SERGIO SPANO'" userId="3abdd0b9-513e-40ac-aad4-56920065037d" providerId="ADAL" clId="{2DCFDF45-1F6B-4A47-892B-C9094FDD5642}" dt="2022-03-21T11:08:19.259" v="1310" actId="27803"/>
          <ac:spMkLst>
            <pc:docMk/>
            <pc:sldMk cId="1175821773" sldId="258"/>
            <ac:spMk id="1722" creationId="{618F617D-7F06-44D3-9CAC-B48B770D9265}"/>
          </ac:spMkLst>
        </pc:spChg>
        <pc:spChg chg="mod">
          <ac:chgData name="SERGIO SPANO'" userId="3abdd0b9-513e-40ac-aad4-56920065037d" providerId="ADAL" clId="{2DCFDF45-1F6B-4A47-892B-C9094FDD5642}" dt="2022-03-21T11:08:19.259" v="1310" actId="27803"/>
          <ac:spMkLst>
            <pc:docMk/>
            <pc:sldMk cId="1175821773" sldId="258"/>
            <ac:spMk id="1723" creationId="{70E0195F-5EF5-43F3-818B-9AF02A966B4B}"/>
          </ac:spMkLst>
        </pc:spChg>
        <pc:spChg chg="mod">
          <ac:chgData name="SERGIO SPANO'" userId="3abdd0b9-513e-40ac-aad4-56920065037d" providerId="ADAL" clId="{2DCFDF45-1F6B-4A47-892B-C9094FDD5642}" dt="2022-03-21T11:08:19.259" v="1310" actId="27803"/>
          <ac:spMkLst>
            <pc:docMk/>
            <pc:sldMk cId="1175821773" sldId="258"/>
            <ac:spMk id="1724" creationId="{2BA52CF2-915E-452D-8850-115C4C678C6A}"/>
          </ac:spMkLst>
        </pc:spChg>
        <pc:spChg chg="mod">
          <ac:chgData name="SERGIO SPANO'" userId="3abdd0b9-513e-40ac-aad4-56920065037d" providerId="ADAL" clId="{2DCFDF45-1F6B-4A47-892B-C9094FDD5642}" dt="2022-03-21T11:08:19.259" v="1310" actId="27803"/>
          <ac:spMkLst>
            <pc:docMk/>
            <pc:sldMk cId="1175821773" sldId="258"/>
            <ac:spMk id="1725" creationId="{1956C73B-9096-45A0-B716-681C600677B1}"/>
          </ac:spMkLst>
        </pc:spChg>
        <pc:spChg chg="mod">
          <ac:chgData name="SERGIO SPANO'" userId="3abdd0b9-513e-40ac-aad4-56920065037d" providerId="ADAL" clId="{2DCFDF45-1F6B-4A47-892B-C9094FDD5642}" dt="2022-03-21T11:08:19.259" v="1310" actId="27803"/>
          <ac:spMkLst>
            <pc:docMk/>
            <pc:sldMk cId="1175821773" sldId="258"/>
            <ac:spMk id="1726" creationId="{EB498E37-211D-4A3D-B574-5075466B8E50}"/>
          </ac:spMkLst>
        </pc:spChg>
        <pc:spChg chg="mod">
          <ac:chgData name="SERGIO SPANO'" userId="3abdd0b9-513e-40ac-aad4-56920065037d" providerId="ADAL" clId="{2DCFDF45-1F6B-4A47-892B-C9094FDD5642}" dt="2022-03-21T11:08:19.259" v="1310" actId="27803"/>
          <ac:spMkLst>
            <pc:docMk/>
            <pc:sldMk cId="1175821773" sldId="258"/>
            <ac:spMk id="1727" creationId="{8AEAE897-EE4F-48AD-83BB-328624EE8CE5}"/>
          </ac:spMkLst>
        </pc:spChg>
        <pc:spChg chg="mod">
          <ac:chgData name="SERGIO SPANO'" userId="3abdd0b9-513e-40ac-aad4-56920065037d" providerId="ADAL" clId="{2DCFDF45-1F6B-4A47-892B-C9094FDD5642}" dt="2022-03-21T11:08:19.259" v="1310" actId="27803"/>
          <ac:spMkLst>
            <pc:docMk/>
            <pc:sldMk cId="1175821773" sldId="258"/>
            <ac:spMk id="1728" creationId="{C6CF7AE4-C3C1-45CC-8865-D7D5E4980DF7}"/>
          </ac:spMkLst>
        </pc:spChg>
        <pc:spChg chg="mod">
          <ac:chgData name="SERGIO SPANO'" userId="3abdd0b9-513e-40ac-aad4-56920065037d" providerId="ADAL" clId="{2DCFDF45-1F6B-4A47-892B-C9094FDD5642}" dt="2022-03-21T11:08:19.259" v="1310" actId="27803"/>
          <ac:spMkLst>
            <pc:docMk/>
            <pc:sldMk cId="1175821773" sldId="258"/>
            <ac:spMk id="1729" creationId="{44075A94-DFC1-4F90-9008-BD3A973984F2}"/>
          </ac:spMkLst>
        </pc:spChg>
        <pc:spChg chg="mod">
          <ac:chgData name="SERGIO SPANO'" userId="3abdd0b9-513e-40ac-aad4-56920065037d" providerId="ADAL" clId="{2DCFDF45-1F6B-4A47-892B-C9094FDD5642}" dt="2022-03-21T11:08:19.259" v="1310" actId="27803"/>
          <ac:spMkLst>
            <pc:docMk/>
            <pc:sldMk cId="1175821773" sldId="258"/>
            <ac:spMk id="1730" creationId="{BF5BFB5C-F15F-46C4-833A-F1AC06971C66}"/>
          </ac:spMkLst>
        </pc:spChg>
        <pc:spChg chg="mod">
          <ac:chgData name="SERGIO SPANO'" userId="3abdd0b9-513e-40ac-aad4-56920065037d" providerId="ADAL" clId="{2DCFDF45-1F6B-4A47-892B-C9094FDD5642}" dt="2022-03-21T11:08:19.259" v="1310" actId="27803"/>
          <ac:spMkLst>
            <pc:docMk/>
            <pc:sldMk cId="1175821773" sldId="258"/>
            <ac:spMk id="1731" creationId="{48D3E4FC-CCB4-47CF-B489-4CE677E631EA}"/>
          </ac:spMkLst>
        </pc:spChg>
        <pc:spChg chg="mod">
          <ac:chgData name="SERGIO SPANO'" userId="3abdd0b9-513e-40ac-aad4-56920065037d" providerId="ADAL" clId="{2DCFDF45-1F6B-4A47-892B-C9094FDD5642}" dt="2022-03-21T11:08:19.259" v="1310" actId="27803"/>
          <ac:spMkLst>
            <pc:docMk/>
            <pc:sldMk cId="1175821773" sldId="258"/>
            <ac:spMk id="1732" creationId="{D17715FC-7229-40C0-A2BB-54E6F9FF8C27}"/>
          </ac:spMkLst>
        </pc:spChg>
        <pc:spChg chg="mod">
          <ac:chgData name="SERGIO SPANO'" userId="3abdd0b9-513e-40ac-aad4-56920065037d" providerId="ADAL" clId="{2DCFDF45-1F6B-4A47-892B-C9094FDD5642}" dt="2022-03-21T11:08:19.259" v="1310" actId="27803"/>
          <ac:spMkLst>
            <pc:docMk/>
            <pc:sldMk cId="1175821773" sldId="258"/>
            <ac:spMk id="1733" creationId="{7F137957-B433-455A-8D42-1D922E93F69D}"/>
          </ac:spMkLst>
        </pc:spChg>
        <pc:spChg chg="mod">
          <ac:chgData name="SERGIO SPANO'" userId="3abdd0b9-513e-40ac-aad4-56920065037d" providerId="ADAL" clId="{2DCFDF45-1F6B-4A47-892B-C9094FDD5642}" dt="2022-03-21T11:08:19.259" v="1310" actId="27803"/>
          <ac:spMkLst>
            <pc:docMk/>
            <pc:sldMk cId="1175821773" sldId="258"/>
            <ac:spMk id="1734" creationId="{38820938-7761-4DA7-84D0-1E9064694016}"/>
          </ac:spMkLst>
        </pc:spChg>
        <pc:spChg chg="mod">
          <ac:chgData name="SERGIO SPANO'" userId="3abdd0b9-513e-40ac-aad4-56920065037d" providerId="ADAL" clId="{2DCFDF45-1F6B-4A47-892B-C9094FDD5642}" dt="2022-03-21T11:08:19.259" v="1310" actId="27803"/>
          <ac:spMkLst>
            <pc:docMk/>
            <pc:sldMk cId="1175821773" sldId="258"/>
            <ac:spMk id="1735" creationId="{14B7F95C-776B-44A8-A7D1-817066FC70E2}"/>
          </ac:spMkLst>
        </pc:spChg>
        <pc:spChg chg="mod">
          <ac:chgData name="SERGIO SPANO'" userId="3abdd0b9-513e-40ac-aad4-56920065037d" providerId="ADAL" clId="{2DCFDF45-1F6B-4A47-892B-C9094FDD5642}" dt="2022-03-21T11:08:19.259" v="1310" actId="27803"/>
          <ac:spMkLst>
            <pc:docMk/>
            <pc:sldMk cId="1175821773" sldId="258"/>
            <ac:spMk id="1736" creationId="{C7C32590-F74D-4E7D-A729-C0712C826CCB}"/>
          </ac:spMkLst>
        </pc:spChg>
        <pc:spChg chg="mod">
          <ac:chgData name="SERGIO SPANO'" userId="3abdd0b9-513e-40ac-aad4-56920065037d" providerId="ADAL" clId="{2DCFDF45-1F6B-4A47-892B-C9094FDD5642}" dt="2022-03-21T11:08:19.259" v="1310" actId="27803"/>
          <ac:spMkLst>
            <pc:docMk/>
            <pc:sldMk cId="1175821773" sldId="258"/>
            <ac:spMk id="1737" creationId="{B802F536-287A-4FDD-81CF-2146DFF63AF9}"/>
          </ac:spMkLst>
        </pc:spChg>
        <pc:spChg chg="mod">
          <ac:chgData name="SERGIO SPANO'" userId="3abdd0b9-513e-40ac-aad4-56920065037d" providerId="ADAL" clId="{2DCFDF45-1F6B-4A47-892B-C9094FDD5642}" dt="2022-03-21T11:08:19.259" v="1310" actId="27803"/>
          <ac:spMkLst>
            <pc:docMk/>
            <pc:sldMk cId="1175821773" sldId="258"/>
            <ac:spMk id="1738" creationId="{85AF7EFF-30F7-43E9-8F8D-B4DB6F2FB5E6}"/>
          </ac:spMkLst>
        </pc:spChg>
        <pc:spChg chg="mod">
          <ac:chgData name="SERGIO SPANO'" userId="3abdd0b9-513e-40ac-aad4-56920065037d" providerId="ADAL" clId="{2DCFDF45-1F6B-4A47-892B-C9094FDD5642}" dt="2022-03-21T11:08:19.259" v="1310" actId="27803"/>
          <ac:spMkLst>
            <pc:docMk/>
            <pc:sldMk cId="1175821773" sldId="258"/>
            <ac:spMk id="1739" creationId="{06F557D3-285E-4EAD-B8CB-D34F21A7C84C}"/>
          </ac:spMkLst>
        </pc:spChg>
        <pc:spChg chg="mod">
          <ac:chgData name="SERGIO SPANO'" userId="3abdd0b9-513e-40ac-aad4-56920065037d" providerId="ADAL" clId="{2DCFDF45-1F6B-4A47-892B-C9094FDD5642}" dt="2022-03-21T11:08:19.259" v="1310" actId="27803"/>
          <ac:spMkLst>
            <pc:docMk/>
            <pc:sldMk cId="1175821773" sldId="258"/>
            <ac:spMk id="1740" creationId="{9BE8260A-DBF2-4745-9927-29796167D30F}"/>
          </ac:spMkLst>
        </pc:spChg>
        <pc:spChg chg="mod">
          <ac:chgData name="SERGIO SPANO'" userId="3abdd0b9-513e-40ac-aad4-56920065037d" providerId="ADAL" clId="{2DCFDF45-1F6B-4A47-892B-C9094FDD5642}" dt="2022-03-21T11:08:19.259" v="1310" actId="27803"/>
          <ac:spMkLst>
            <pc:docMk/>
            <pc:sldMk cId="1175821773" sldId="258"/>
            <ac:spMk id="1741" creationId="{A1BB68ED-815B-42CF-B428-B66BEB8E488A}"/>
          </ac:spMkLst>
        </pc:spChg>
        <pc:spChg chg="mod">
          <ac:chgData name="SERGIO SPANO'" userId="3abdd0b9-513e-40ac-aad4-56920065037d" providerId="ADAL" clId="{2DCFDF45-1F6B-4A47-892B-C9094FDD5642}" dt="2022-03-21T11:08:19.259" v="1310" actId="27803"/>
          <ac:spMkLst>
            <pc:docMk/>
            <pc:sldMk cId="1175821773" sldId="258"/>
            <ac:spMk id="1742" creationId="{DD805224-AE54-41A6-9257-3DEC78055676}"/>
          </ac:spMkLst>
        </pc:spChg>
        <pc:spChg chg="mod">
          <ac:chgData name="SERGIO SPANO'" userId="3abdd0b9-513e-40ac-aad4-56920065037d" providerId="ADAL" clId="{2DCFDF45-1F6B-4A47-892B-C9094FDD5642}" dt="2022-03-21T11:08:19.259" v="1310" actId="27803"/>
          <ac:spMkLst>
            <pc:docMk/>
            <pc:sldMk cId="1175821773" sldId="258"/>
            <ac:spMk id="1743" creationId="{0DE56090-E27C-491F-ABBE-D0DCB6197865}"/>
          </ac:spMkLst>
        </pc:spChg>
        <pc:spChg chg="mod">
          <ac:chgData name="SERGIO SPANO'" userId="3abdd0b9-513e-40ac-aad4-56920065037d" providerId="ADAL" clId="{2DCFDF45-1F6B-4A47-892B-C9094FDD5642}" dt="2022-03-21T11:08:19.259" v="1310" actId="27803"/>
          <ac:spMkLst>
            <pc:docMk/>
            <pc:sldMk cId="1175821773" sldId="258"/>
            <ac:spMk id="1744" creationId="{A05D1EDA-CFF2-4449-804F-E800DD38ED19}"/>
          </ac:spMkLst>
        </pc:spChg>
        <pc:spChg chg="mod">
          <ac:chgData name="SERGIO SPANO'" userId="3abdd0b9-513e-40ac-aad4-56920065037d" providerId="ADAL" clId="{2DCFDF45-1F6B-4A47-892B-C9094FDD5642}" dt="2022-03-21T11:08:19.259" v="1310" actId="27803"/>
          <ac:spMkLst>
            <pc:docMk/>
            <pc:sldMk cId="1175821773" sldId="258"/>
            <ac:spMk id="1745" creationId="{2228F549-665F-4B6B-8CA6-1518BC71839B}"/>
          </ac:spMkLst>
        </pc:spChg>
        <pc:spChg chg="mod">
          <ac:chgData name="SERGIO SPANO'" userId="3abdd0b9-513e-40ac-aad4-56920065037d" providerId="ADAL" clId="{2DCFDF45-1F6B-4A47-892B-C9094FDD5642}" dt="2022-03-21T11:08:19.259" v="1310" actId="27803"/>
          <ac:spMkLst>
            <pc:docMk/>
            <pc:sldMk cId="1175821773" sldId="258"/>
            <ac:spMk id="1746" creationId="{97F93FEA-070C-40CB-B487-6B308CCBE9A5}"/>
          </ac:spMkLst>
        </pc:spChg>
        <pc:spChg chg="mod">
          <ac:chgData name="SERGIO SPANO'" userId="3abdd0b9-513e-40ac-aad4-56920065037d" providerId="ADAL" clId="{2DCFDF45-1F6B-4A47-892B-C9094FDD5642}" dt="2022-03-21T11:08:19.259" v="1310" actId="27803"/>
          <ac:spMkLst>
            <pc:docMk/>
            <pc:sldMk cId="1175821773" sldId="258"/>
            <ac:spMk id="1747" creationId="{01D91D89-846E-47E7-B150-D0CCBD1475FC}"/>
          </ac:spMkLst>
        </pc:spChg>
        <pc:spChg chg="mod">
          <ac:chgData name="SERGIO SPANO'" userId="3abdd0b9-513e-40ac-aad4-56920065037d" providerId="ADAL" clId="{2DCFDF45-1F6B-4A47-892B-C9094FDD5642}" dt="2022-03-21T11:08:19.259" v="1310" actId="27803"/>
          <ac:spMkLst>
            <pc:docMk/>
            <pc:sldMk cId="1175821773" sldId="258"/>
            <ac:spMk id="1748" creationId="{F3BDA5A9-3FCA-4291-B724-19CFD4ED60E9}"/>
          </ac:spMkLst>
        </pc:spChg>
        <pc:spChg chg="mod">
          <ac:chgData name="SERGIO SPANO'" userId="3abdd0b9-513e-40ac-aad4-56920065037d" providerId="ADAL" clId="{2DCFDF45-1F6B-4A47-892B-C9094FDD5642}" dt="2022-03-21T11:08:19.259" v="1310" actId="27803"/>
          <ac:spMkLst>
            <pc:docMk/>
            <pc:sldMk cId="1175821773" sldId="258"/>
            <ac:spMk id="1749" creationId="{F8E37F00-55B0-411A-835C-B5BB405D74DE}"/>
          </ac:spMkLst>
        </pc:spChg>
        <pc:spChg chg="mod">
          <ac:chgData name="SERGIO SPANO'" userId="3abdd0b9-513e-40ac-aad4-56920065037d" providerId="ADAL" clId="{2DCFDF45-1F6B-4A47-892B-C9094FDD5642}" dt="2022-03-21T11:08:19.259" v="1310" actId="27803"/>
          <ac:spMkLst>
            <pc:docMk/>
            <pc:sldMk cId="1175821773" sldId="258"/>
            <ac:spMk id="1750" creationId="{04B8A5C3-A0FB-4864-9618-757EFA0D5F08}"/>
          </ac:spMkLst>
        </pc:spChg>
        <pc:spChg chg="mod">
          <ac:chgData name="SERGIO SPANO'" userId="3abdd0b9-513e-40ac-aad4-56920065037d" providerId="ADAL" clId="{2DCFDF45-1F6B-4A47-892B-C9094FDD5642}" dt="2022-03-21T11:08:19.259" v="1310" actId="27803"/>
          <ac:spMkLst>
            <pc:docMk/>
            <pc:sldMk cId="1175821773" sldId="258"/>
            <ac:spMk id="1751" creationId="{8E929F07-2F4B-4729-9446-2C232AAD6520}"/>
          </ac:spMkLst>
        </pc:spChg>
        <pc:spChg chg="mod">
          <ac:chgData name="SERGIO SPANO'" userId="3abdd0b9-513e-40ac-aad4-56920065037d" providerId="ADAL" clId="{2DCFDF45-1F6B-4A47-892B-C9094FDD5642}" dt="2022-03-21T11:08:19.259" v="1310" actId="27803"/>
          <ac:spMkLst>
            <pc:docMk/>
            <pc:sldMk cId="1175821773" sldId="258"/>
            <ac:spMk id="1752" creationId="{0135FB19-64C9-4D9D-8BF6-01843FDB2324}"/>
          </ac:spMkLst>
        </pc:spChg>
        <pc:spChg chg="mod">
          <ac:chgData name="SERGIO SPANO'" userId="3abdd0b9-513e-40ac-aad4-56920065037d" providerId="ADAL" clId="{2DCFDF45-1F6B-4A47-892B-C9094FDD5642}" dt="2022-03-21T11:08:19.259" v="1310" actId="27803"/>
          <ac:spMkLst>
            <pc:docMk/>
            <pc:sldMk cId="1175821773" sldId="258"/>
            <ac:spMk id="1753" creationId="{753363C1-8530-414D-A38F-38C75926E990}"/>
          </ac:spMkLst>
        </pc:spChg>
        <pc:spChg chg="mod">
          <ac:chgData name="SERGIO SPANO'" userId="3abdd0b9-513e-40ac-aad4-56920065037d" providerId="ADAL" clId="{2DCFDF45-1F6B-4A47-892B-C9094FDD5642}" dt="2022-03-21T11:08:19.259" v="1310" actId="27803"/>
          <ac:spMkLst>
            <pc:docMk/>
            <pc:sldMk cId="1175821773" sldId="258"/>
            <ac:spMk id="1754" creationId="{08EB7FBD-BA5A-4C39-9E7C-A6246BAF12CD}"/>
          </ac:spMkLst>
        </pc:spChg>
        <pc:spChg chg="mod">
          <ac:chgData name="SERGIO SPANO'" userId="3abdd0b9-513e-40ac-aad4-56920065037d" providerId="ADAL" clId="{2DCFDF45-1F6B-4A47-892B-C9094FDD5642}" dt="2022-03-21T11:08:19.259" v="1310" actId="27803"/>
          <ac:spMkLst>
            <pc:docMk/>
            <pc:sldMk cId="1175821773" sldId="258"/>
            <ac:spMk id="1755" creationId="{BEF16317-7B41-4619-9745-1865FC809C43}"/>
          </ac:spMkLst>
        </pc:spChg>
        <pc:spChg chg="mod">
          <ac:chgData name="SERGIO SPANO'" userId="3abdd0b9-513e-40ac-aad4-56920065037d" providerId="ADAL" clId="{2DCFDF45-1F6B-4A47-892B-C9094FDD5642}" dt="2022-03-21T11:08:19.259" v="1310" actId="27803"/>
          <ac:spMkLst>
            <pc:docMk/>
            <pc:sldMk cId="1175821773" sldId="258"/>
            <ac:spMk id="1756" creationId="{078D17A7-273D-4728-BA30-1D8758E2BC70}"/>
          </ac:spMkLst>
        </pc:spChg>
        <pc:spChg chg="mod">
          <ac:chgData name="SERGIO SPANO'" userId="3abdd0b9-513e-40ac-aad4-56920065037d" providerId="ADAL" clId="{2DCFDF45-1F6B-4A47-892B-C9094FDD5642}" dt="2022-03-21T11:08:19.259" v="1310" actId="27803"/>
          <ac:spMkLst>
            <pc:docMk/>
            <pc:sldMk cId="1175821773" sldId="258"/>
            <ac:spMk id="1757" creationId="{171B1B0E-4F60-4990-A672-18F3A21AAB9E}"/>
          </ac:spMkLst>
        </pc:spChg>
        <pc:spChg chg="mod">
          <ac:chgData name="SERGIO SPANO'" userId="3abdd0b9-513e-40ac-aad4-56920065037d" providerId="ADAL" clId="{2DCFDF45-1F6B-4A47-892B-C9094FDD5642}" dt="2022-03-21T11:08:19.259" v="1310" actId="27803"/>
          <ac:spMkLst>
            <pc:docMk/>
            <pc:sldMk cId="1175821773" sldId="258"/>
            <ac:spMk id="1758" creationId="{73DC615A-3015-4020-A34E-4C76165F38A4}"/>
          </ac:spMkLst>
        </pc:spChg>
        <pc:spChg chg="mod">
          <ac:chgData name="SERGIO SPANO'" userId="3abdd0b9-513e-40ac-aad4-56920065037d" providerId="ADAL" clId="{2DCFDF45-1F6B-4A47-892B-C9094FDD5642}" dt="2022-03-21T11:08:19.259" v="1310" actId="27803"/>
          <ac:spMkLst>
            <pc:docMk/>
            <pc:sldMk cId="1175821773" sldId="258"/>
            <ac:spMk id="1759" creationId="{F0BB25B6-F1FE-476F-84BC-C5CDA95B65AD}"/>
          </ac:spMkLst>
        </pc:spChg>
        <pc:spChg chg="mod">
          <ac:chgData name="SERGIO SPANO'" userId="3abdd0b9-513e-40ac-aad4-56920065037d" providerId="ADAL" clId="{2DCFDF45-1F6B-4A47-892B-C9094FDD5642}" dt="2022-03-21T11:08:19.259" v="1310" actId="27803"/>
          <ac:spMkLst>
            <pc:docMk/>
            <pc:sldMk cId="1175821773" sldId="258"/>
            <ac:spMk id="1760" creationId="{ACCA86E5-BE46-45DB-93EE-B7C6F5B2E003}"/>
          </ac:spMkLst>
        </pc:spChg>
        <pc:spChg chg="mod">
          <ac:chgData name="SERGIO SPANO'" userId="3abdd0b9-513e-40ac-aad4-56920065037d" providerId="ADAL" clId="{2DCFDF45-1F6B-4A47-892B-C9094FDD5642}" dt="2022-03-21T11:08:19.259" v="1310" actId="27803"/>
          <ac:spMkLst>
            <pc:docMk/>
            <pc:sldMk cId="1175821773" sldId="258"/>
            <ac:spMk id="1761" creationId="{4186EB6D-B673-4CD0-8156-483877FD4535}"/>
          </ac:spMkLst>
        </pc:spChg>
        <pc:spChg chg="mod">
          <ac:chgData name="SERGIO SPANO'" userId="3abdd0b9-513e-40ac-aad4-56920065037d" providerId="ADAL" clId="{2DCFDF45-1F6B-4A47-892B-C9094FDD5642}" dt="2022-03-21T11:08:19.259" v="1310" actId="27803"/>
          <ac:spMkLst>
            <pc:docMk/>
            <pc:sldMk cId="1175821773" sldId="258"/>
            <ac:spMk id="1762" creationId="{5A0A12E4-088B-4AB0-AA7A-996AD16696C5}"/>
          </ac:spMkLst>
        </pc:spChg>
        <pc:spChg chg="mod">
          <ac:chgData name="SERGIO SPANO'" userId="3abdd0b9-513e-40ac-aad4-56920065037d" providerId="ADAL" clId="{2DCFDF45-1F6B-4A47-892B-C9094FDD5642}" dt="2022-03-21T11:08:19.259" v="1310" actId="27803"/>
          <ac:spMkLst>
            <pc:docMk/>
            <pc:sldMk cId="1175821773" sldId="258"/>
            <ac:spMk id="1763" creationId="{09AE545D-CB97-43C2-93D1-FF937CE1F9FC}"/>
          </ac:spMkLst>
        </pc:spChg>
        <pc:spChg chg="mod">
          <ac:chgData name="SERGIO SPANO'" userId="3abdd0b9-513e-40ac-aad4-56920065037d" providerId="ADAL" clId="{2DCFDF45-1F6B-4A47-892B-C9094FDD5642}" dt="2022-03-21T11:08:19.259" v="1310" actId="27803"/>
          <ac:spMkLst>
            <pc:docMk/>
            <pc:sldMk cId="1175821773" sldId="258"/>
            <ac:spMk id="1764" creationId="{39325CAD-A3A0-46AE-8BD4-E1B6C3C16AC5}"/>
          </ac:spMkLst>
        </pc:spChg>
        <pc:spChg chg="mod">
          <ac:chgData name="SERGIO SPANO'" userId="3abdd0b9-513e-40ac-aad4-56920065037d" providerId="ADAL" clId="{2DCFDF45-1F6B-4A47-892B-C9094FDD5642}" dt="2022-03-21T11:08:19.259" v="1310" actId="27803"/>
          <ac:spMkLst>
            <pc:docMk/>
            <pc:sldMk cId="1175821773" sldId="258"/>
            <ac:spMk id="1765" creationId="{B566F21F-3D1B-4D21-B067-469060F68EF9}"/>
          </ac:spMkLst>
        </pc:spChg>
        <pc:spChg chg="mod">
          <ac:chgData name="SERGIO SPANO'" userId="3abdd0b9-513e-40ac-aad4-56920065037d" providerId="ADAL" clId="{2DCFDF45-1F6B-4A47-892B-C9094FDD5642}" dt="2022-03-21T11:08:19.259" v="1310" actId="27803"/>
          <ac:spMkLst>
            <pc:docMk/>
            <pc:sldMk cId="1175821773" sldId="258"/>
            <ac:spMk id="1766" creationId="{D0EE87B7-63E4-423E-B44F-18DFB12ACE9E}"/>
          </ac:spMkLst>
        </pc:spChg>
        <pc:spChg chg="mod">
          <ac:chgData name="SERGIO SPANO'" userId="3abdd0b9-513e-40ac-aad4-56920065037d" providerId="ADAL" clId="{2DCFDF45-1F6B-4A47-892B-C9094FDD5642}" dt="2022-03-21T11:08:19.259" v="1310" actId="27803"/>
          <ac:spMkLst>
            <pc:docMk/>
            <pc:sldMk cId="1175821773" sldId="258"/>
            <ac:spMk id="1767" creationId="{80A836E0-9324-4899-A164-652624B66645}"/>
          </ac:spMkLst>
        </pc:spChg>
        <pc:spChg chg="mod">
          <ac:chgData name="SERGIO SPANO'" userId="3abdd0b9-513e-40ac-aad4-56920065037d" providerId="ADAL" clId="{2DCFDF45-1F6B-4A47-892B-C9094FDD5642}" dt="2022-03-21T11:08:19.259" v="1310" actId="27803"/>
          <ac:spMkLst>
            <pc:docMk/>
            <pc:sldMk cId="1175821773" sldId="258"/>
            <ac:spMk id="1768" creationId="{5B35F621-51A7-44AF-886A-87D31E24D4B3}"/>
          </ac:spMkLst>
        </pc:spChg>
        <pc:spChg chg="mod">
          <ac:chgData name="SERGIO SPANO'" userId="3abdd0b9-513e-40ac-aad4-56920065037d" providerId="ADAL" clId="{2DCFDF45-1F6B-4A47-892B-C9094FDD5642}" dt="2022-03-21T11:08:19.259" v="1310" actId="27803"/>
          <ac:spMkLst>
            <pc:docMk/>
            <pc:sldMk cId="1175821773" sldId="258"/>
            <ac:spMk id="1769" creationId="{599CC461-30B0-4BA2-8BB1-7B238D9FFF40}"/>
          </ac:spMkLst>
        </pc:spChg>
        <pc:spChg chg="mod">
          <ac:chgData name="SERGIO SPANO'" userId="3abdd0b9-513e-40ac-aad4-56920065037d" providerId="ADAL" clId="{2DCFDF45-1F6B-4A47-892B-C9094FDD5642}" dt="2022-03-21T11:08:19.259" v="1310" actId="27803"/>
          <ac:spMkLst>
            <pc:docMk/>
            <pc:sldMk cId="1175821773" sldId="258"/>
            <ac:spMk id="1770" creationId="{762A163F-2366-465D-A620-887D53F07739}"/>
          </ac:spMkLst>
        </pc:spChg>
        <pc:spChg chg="mod">
          <ac:chgData name="SERGIO SPANO'" userId="3abdd0b9-513e-40ac-aad4-56920065037d" providerId="ADAL" clId="{2DCFDF45-1F6B-4A47-892B-C9094FDD5642}" dt="2022-03-21T11:08:19.259" v="1310" actId="27803"/>
          <ac:spMkLst>
            <pc:docMk/>
            <pc:sldMk cId="1175821773" sldId="258"/>
            <ac:spMk id="1771" creationId="{4D69B1D6-F866-4B05-8E91-306AA2D99B73}"/>
          </ac:spMkLst>
        </pc:spChg>
        <pc:spChg chg="mod">
          <ac:chgData name="SERGIO SPANO'" userId="3abdd0b9-513e-40ac-aad4-56920065037d" providerId="ADAL" clId="{2DCFDF45-1F6B-4A47-892B-C9094FDD5642}" dt="2022-03-21T11:08:19.259" v="1310" actId="27803"/>
          <ac:spMkLst>
            <pc:docMk/>
            <pc:sldMk cId="1175821773" sldId="258"/>
            <ac:spMk id="1772" creationId="{3D96D329-BF24-41C9-AC26-CE8282D064E2}"/>
          </ac:spMkLst>
        </pc:spChg>
        <pc:spChg chg="mod">
          <ac:chgData name="SERGIO SPANO'" userId="3abdd0b9-513e-40ac-aad4-56920065037d" providerId="ADAL" clId="{2DCFDF45-1F6B-4A47-892B-C9094FDD5642}" dt="2022-03-21T11:08:19.259" v="1310" actId="27803"/>
          <ac:spMkLst>
            <pc:docMk/>
            <pc:sldMk cId="1175821773" sldId="258"/>
            <ac:spMk id="1773" creationId="{0EC51762-92FB-4EEB-9A77-0AF9BA07B2F2}"/>
          </ac:spMkLst>
        </pc:spChg>
        <pc:spChg chg="mod">
          <ac:chgData name="SERGIO SPANO'" userId="3abdd0b9-513e-40ac-aad4-56920065037d" providerId="ADAL" clId="{2DCFDF45-1F6B-4A47-892B-C9094FDD5642}" dt="2022-03-21T11:08:19.259" v="1310" actId="27803"/>
          <ac:spMkLst>
            <pc:docMk/>
            <pc:sldMk cId="1175821773" sldId="258"/>
            <ac:spMk id="1774" creationId="{094F60ED-1DF0-4F25-BF6F-E4DD1470E764}"/>
          </ac:spMkLst>
        </pc:spChg>
        <pc:spChg chg="mod">
          <ac:chgData name="SERGIO SPANO'" userId="3abdd0b9-513e-40ac-aad4-56920065037d" providerId="ADAL" clId="{2DCFDF45-1F6B-4A47-892B-C9094FDD5642}" dt="2022-03-21T11:08:19.259" v="1310" actId="27803"/>
          <ac:spMkLst>
            <pc:docMk/>
            <pc:sldMk cId="1175821773" sldId="258"/>
            <ac:spMk id="1775" creationId="{411E7DD4-03C2-4EBA-932F-BDAA02CD79BD}"/>
          </ac:spMkLst>
        </pc:spChg>
        <pc:spChg chg="mod">
          <ac:chgData name="SERGIO SPANO'" userId="3abdd0b9-513e-40ac-aad4-56920065037d" providerId="ADAL" clId="{2DCFDF45-1F6B-4A47-892B-C9094FDD5642}" dt="2022-03-21T11:08:19.259" v="1310" actId="27803"/>
          <ac:spMkLst>
            <pc:docMk/>
            <pc:sldMk cId="1175821773" sldId="258"/>
            <ac:spMk id="1776" creationId="{BDC919CF-1A74-4566-AA47-E6988D6E08DB}"/>
          </ac:spMkLst>
        </pc:spChg>
        <pc:spChg chg="mod">
          <ac:chgData name="SERGIO SPANO'" userId="3abdd0b9-513e-40ac-aad4-56920065037d" providerId="ADAL" clId="{2DCFDF45-1F6B-4A47-892B-C9094FDD5642}" dt="2022-03-21T11:08:19.259" v="1310" actId="27803"/>
          <ac:spMkLst>
            <pc:docMk/>
            <pc:sldMk cId="1175821773" sldId="258"/>
            <ac:spMk id="1777" creationId="{8FAF232F-8469-47CF-BBB0-9C7D3F4D73EB}"/>
          </ac:spMkLst>
        </pc:spChg>
        <pc:spChg chg="mod">
          <ac:chgData name="SERGIO SPANO'" userId="3abdd0b9-513e-40ac-aad4-56920065037d" providerId="ADAL" clId="{2DCFDF45-1F6B-4A47-892B-C9094FDD5642}" dt="2022-03-21T11:08:19.259" v="1310" actId="27803"/>
          <ac:spMkLst>
            <pc:docMk/>
            <pc:sldMk cId="1175821773" sldId="258"/>
            <ac:spMk id="1778" creationId="{D0291EF8-596B-491F-90BD-9D7637DE273D}"/>
          </ac:spMkLst>
        </pc:spChg>
        <pc:spChg chg="mod">
          <ac:chgData name="SERGIO SPANO'" userId="3abdd0b9-513e-40ac-aad4-56920065037d" providerId="ADAL" clId="{2DCFDF45-1F6B-4A47-892B-C9094FDD5642}" dt="2022-03-21T11:08:19.259" v="1310" actId="27803"/>
          <ac:spMkLst>
            <pc:docMk/>
            <pc:sldMk cId="1175821773" sldId="258"/>
            <ac:spMk id="1779" creationId="{C547DF08-09BE-4E68-88E9-15D2A91FACAD}"/>
          </ac:spMkLst>
        </pc:spChg>
        <pc:spChg chg="mod">
          <ac:chgData name="SERGIO SPANO'" userId="3abdd0b9-513e-40ac-aad4-56920065037d" providerId="ADAL" clId="{2DCFDF45-1F6B-4A47-892B-C9094FDD5642}" dt="2022-03-21T11:08:19.259" v="1310" actId="27803"/>
          <ac:spMkLst>
            <pc:docMk/>
            <pc:sldMk cId="1175821773" sldId="258"/>
            <ac:spMk id="1780" creationId="{F22989B1-526B-40FA-ABD9-0DF9B1C5002B}"/>
          </ac:spMkLst>
        </pc:spChg>
        <pc:spChg chg="mod">
          <ac:chgData name="SERGIO SPANO'" userId="3abdd0b9-513e-40ac-aad4-56920065037d" providerId="ADAL" clId="{2DCFDF45-1F6B-4A47-892B-C9094FDD5642}" dt="2022-03-21T11:08:19.259" v="1310" actId="27803"/>
          <ac:spMkLst>
            <pc:docMk/>
            <pc:sldMk cId="1175821773" sldId="258"/>
            <ac:spMk id="1781" creationId="{2B59DAF2-5DF6-4DCA-B32C-C57D72CEE97E}"/>
          </ac:spMkLst>
        </pc:spChg>
        <pc:spChg chg="mod">
          <ac:chgData name="SERGIO SPANO'" userId="3abdd0b9-513e-40ac-aad4-56920065037d" providerId="ADAL" clId="{2DCFDF45-1F6B-4A47-892B-C9094FDD5642}" dt="2022-03-21T11:08:19.259" v="1310" actId="27803"/>
          <ac:spMkLst>
            <pc:docMk/>
            <pc:sldMk cId="1175821773" sldId="258"/>
            <ac:spMk id="1782" creationId="{38462F6E-20CB-4C5B-8330-7DC5C474343E}"/>
          </ac:spMkLst>
        </pc:spChg>
        <pc:spChg chg="mod">
          <ac:chgData name="SERGIO SPANO'" userId="3abdd0b9-513e-40ac-aad4-56920065037d" providerId="ADAL" clId="{2DCFDF45-1F6B-4A47-892B-C9094FDD5642}" dt="2022-03-21T11:08:19.259" v="1310" actId="27803"/>
          <ac:spMkLst>
            <pc:docMk/>
            <pc:sldMk cId="1175821773" sldId="258"/>
            <ac:spMk id="1783" creationId="{30BD1075-A4C7-4812-B680-A04ACAB4C23F}"/>
          </ac:spMkLst>
        </pc:spChg>
        <pc:spChg chg="mod">
          <ac:chgData name="SERGIO SPANO'" userId="3abdd0b9-513e-40ac-aad4-56920065037d" providerId="ADAL" clId="{2DCFDF45-1F6B-4A47-892B-C9094FDD5642}" dt="2022-03-21T11:08:19.259" v="1310" actId="27803"/>
          <ac:spMkLst>
            <pc:docMk/>
            <pc:sldMk cId="1175821773" sldId="258"/>
            <ac:spMk id="1784" creationId="{79E4E997-CC39-4B89-A292-777DC99857A9}"/>
          </ac:spMkLst>
        </pc:spChg>
        <pc:spChg chg="mod">
          <ac:chgData name="SERGIO SPANO'" userId="3abdd0b9-513e-40ac-aad4-56920065037d" providerId="ADAL" clId="{2DCFDF45-1F6B-4A47-892B-C9094FDD5642}" dt="2022-03-21T11:08:19.259" v="1310" actId="27803"/>
          <ac:spMkLst>
            <pc:docMk/>
            <pc:sldMk cId="1175821773" sldId="258"/>
            <ac:spMk id="1785" creationId="{66716418-8993-4CD2-B5B8-B624E3999964}"/>
          </ac:spMkLst>
        </pc:spChg>
        <pc:spChg chg="mod">
          <ac:chgData name="SERGIO SPANO'" userId="3abdd0b9-513e-40ac-aad4-56920065037d" providerId="ADAL" clId="{2DCFDF45-1F6B-4A47-892B-C9094FDD5642}" dt="2022-03-21T11:08:19.259" v="1310" actId="27803"/>
          <ac:spMkLst>
            <pc:docMk/>
            <pc:sldMk cId="1175821773" sldId="258"/>
            <ac:spMk id="1786" creationId="{0EADD0E0-1D5F-42A0-84EE-C447D1066A36}"/>
          </ac:spMkLst>
        </pc:spChg>
        <pc:spChg chg="mod">
          <ac:chgData name="SERGIO SPANO'" userId="3abdd0b9-513e-40ac-aad4-56920065037d" providerId="ADAL" clId="{2DCFDF45-1F6B-4A47-892B-C9094FDD5642}" dt="2022-03-21T11:08:19.259" v="1310" actId="27803"/>
          <ac:spMkLst>
            <pc:docMk/>
            <pc:sldMk cId="1175821773" sldId="258"/>
            <ac:spMk id="1787" creationId="{0691EA34-F98D-4599-975A-A6E1D15B908A}"/>
          </ac:spMkLst>
        </pc:spChg>
        <pc:spChg chg="mod">
          <ac:chgData name="SERGIO SPANO'" userId="3abdd0b9-513e-40ac-aad4-56920065037d" providerId="ADAL" clId="{2DCFDF45-1F6B-4A47-892B-C9094FDD5642}" dt="2022-03-21T11:08:19.259" v="1310" actId="27803"/>
          <ac:spMkLst>
            <pc:docMk/>
            <pc:sldMk cId="1175821773" sldId="258"/>
            <ac:spMk id="1788" creationId="{1F47AD4B-0C76-4A75-ACF8-AC2B0117C4C7}"/>
          </ac:spMkLst>
        </pc:spChg>
        <pc:spChg chg="mod">
          <ac:chgData name="SERGIO SPANO'" userId="3abdd0b9-513e-40ac-aad4-56920065037d" providerId="ADAL" clId="{2DCFDF45-1F6B-4A47-892B-C9094FDD5642}" dt="2022-03-21T11:08:19.259" v="1310" actId="27803"/>
          <ac:spMkLst>
            <pc:docMk/>
            <pc:sldMk cId="1175821773" sldId="258"/>
            <ac:spMk id="1789" creationId="{26BD4235-976A-4CBB-9437-50F83A1B260E}"/>
          </ac:spMkLst>
        </pc:spChg>
        <pc:spChg chg="mod">
          <ac:chgData name="SERGIO SPANO'" userId="3abdd0b9-513e-40ac-aad4-56920065037d" providerId="ADAL" clId="{2DCFDF45-1F6B-4A47-892B-C9094FDD5642}" dt="2022-03-21T11:08:19.259" v="1310" actId="27803"/>
          <ac:spMkLst>
            <pc:docMk/>
            <pc:sldMk cId="1175821773" sldId="258"/>
            <ac:spMk id="1790" creationId="{FDB55014-A2B4-4CFE-87FC-921A590F65EB}"/>
          </ac:spMkLst>
        </pc:spChg>
        <pc:spChg chg="mod">
          <ac:chgData name="SERGIO SPANO'" userId="3abdd0b9-513e-40ac-aad4-56920065037d" providerId="ADAL" clId="{2DCFDF45-1F6B-4A47-892B-C9094FDD5642}" dt="2022-03-21T11:08:19.259" v="1310" actId="27803"/>
          <ac:spMkLst>
            <pc:docMk/>
            <pc:sldMk cId="1175821773" sldId="258"/>
            <ac:spMk id="1791" creationId="{ECFF822B-0D38-4D89-AA5E-47981E7784C4}"/>
          </ac:spMkLst>
        </pc:spChg>
        <pc:spChg chg="mod">
          <ac:chgData name="SERGIO SPANO'" userId="3abdd0b9-513e-40ac-aad4-56920065037d" providerId="ADAL" clId="{2DCFDF45-1F6B-4A47-892B-C9094FDD5642}" dt="2022-03-21T11:08:19.259" v="1310" actId="27803"/>
          <ac:spMkLst>
            <pc:docMk/>
            <pc:sldMk cId="1175821773" sldId="258"/>
            <ac:spMk id="1792" creationId="{74C37DCC-BDAC-4FF2-A72B-F727A84FC5BD}"/>
          </ac:spMkLst>
        </pc:spChg>
        <pc:spChg chg="mod">
          <ac:chgData name="SERGIO SPANO'" userId="3abdd0b9-513e-40ac-aad4-56920065037d" providerId="ADAL" clId="{2DCFDF45-1F6B-4A47-892B-C9094FDD5642}" dt="2022-03-21T11:08:19.259" v="1310" actId="27803"/>
          <ac:spMkLst>
            <pc:docMk/>
            <pc:sldMk cId="1175821773" sldId="258"/>
            <ac:spMk id="1793" creationId="{7CF5065B-0C89-43CC-B9A2-CA38582605D9}"/>
          </ac:spMkLst>
        </pc:spChg>
        <pc:spChg chg="mod">
          <ac:chgData name="SERGIO SPANO'" userId="3abdd0b9-513e-40ac-aad4-56920065037d" providerId="ADAL" clId="{2DCFDF45-1F6B-4A47-892B-C9094FDD5642}" dt="2022-03-21T11:08:19.259" v="1310" actId="27803"/>
          <ac:spMkLst>
            <pc:docMk/>
            <pc:sldMk cId="1175821773" sldId="258"/>
            <ac:spMk id="1794" creationId="{4E254D1C-B17B-405E-AB30-1871C60102A9}"/>
          </ac:spMkLst>
        </pc:spChg>
        <pc:spChg chg="mod">
          <ac:chgData name="SERGIO SPANO'" userId="3abdd0b9-513e-40ac-aad4-56920065037d" providerId="ADAL" clId="{2DCFDF45-1F6B-4A47-892B-C9094FDD5642}" dt="2022-03-21T11:08:19.259" v="1310" actId="27803"/>
          <ac:spMkLst>
            <pc:docMk/>
            <pc:sldMk cId="1175821773" sldId="258"/>
            <ac:spMk id="1795" creationId="{1B62B0A5-8B17-44C3-A568-D5C8E4B60F08}"/>
          </ac:spMkLst>
        </pc:spChg>
        <pc:spChg chg="mod">
          <ac:chgData name="SERGIO SPANO'" userId="3abdd0b9-513e-40ac-aad4-56920065037d" providerId="ADAL" clId="{2DCFDF45-1F6B-4A47-892B-C9094FDD5642}" dt="2022-03-21T11:08:19.259" v="1310" actId="27803"/>
          <ac:spMkLst>
            <pc:docMk/>
            <pc:sldMk cId="1175821773" sldId="258"/>
            <ac:spMk id="1796" creationId="{7507C857-7F62-41E2-A040-094E12396D9F}"/>
          </ac:spMkLst>
        </pc:spChg>
        <pc:spChg chg="mod">
          <ac:chgData name="SERGIO SPANO'" userId="3abdd0b9-513e-40ac-aad4-56920065037d" providerId="ADAL" clId="{2DCFDF45-1F6B-4A47-892B-C9094FDD5642}" dt="2022-03-21T11:08:19.259" v="1310" actId="27803"/>
          <ac:spMkLst>
            <pc:docMk/>
            <pc:sldMk cId="1175821773" sldId="258"/>
            <ac:spMk id="1797" creationId="{384B885F-662C-4290-914C-0A72F85C6E45}"/>
          </ac:spMkLst>
        </pc:spChg>
        <pc:spChg chg="mod">
          <ac:chgData name="SERGIO SPANO'" userId="3abdd0b9-513e-40ac-aad4-56920065037d" providerId="ADAL" clId="{2DCFDF45-1F6B-4A47-892B-C9094FDD5642}" dt="2022-03-21T11:08:19.259" v="1310" actId="27803"/>
          <ac:spMkLst>
            <pc:docMk/>
            <pc:sldMk cId="1175821773" sldId="258"/>
            <ac:spMk id="1798" creationId="{DDCD3D50-8FE3-4CEA-A3C0-03BFBC6CA64C}"/>
          </ac:spMkLst>
        </pc:spChg>
        <pc:spChg chg="mod">
          <ac:chgData name="SERGIO SPANO'" userId="3abdd0b9-513e-40ac-aad4-56920065037d" providerId="ADAL" clId="{2DCFDF45-1F6B-4A47-892B-C9094FDD5642}" dt="2022-03-21T11:08:19.259" v="1310" actId="27803"/>
          <ac:spMkLst>
            <pc:docMk/>
            <pc:sldMk cId="1175821773" sldId="258"/>
            <ac:spMk id="1799" creationId="{EEB8E28A-034E-456B-8AD7-6AFFAB3BB922}"/>
          </ac:spMkLst>
        </pc:spChg>
        <pc:spChg chg="mod">
          <ac:chgData name="SERGIO SPANO'" userId="3abdd0b9-513e-40ac-aad4-56920065037d" providerId="ADAL" clId="{2DCFDF45-1F6B-4A47-892B-C9094FDD5642}" dt="2022-03-21T11:08:19.259" v="1310" actId="27803"/>
          <ac:spMkLst>
            <pc:docMk/>
            <pc:sldMk cId="1175821773" sldId="258"/>
            <ac:spMk id="1800" creationId="{82321D0B-6812-41DB-BE45-2DAA05D5EB08}"/>
          </ac:spMkLst>
        </pc:spChg>
        <pc:spChg chg="mod">
          <ac:chgData name="SERGIO SPANO'" userId="3abdd0b9-513e-40ac-aad4-56920065037d" providerId="ADAL" clId="{2DCFDF45-1F6B-4A47-892B-C9094FDD5642}" dt="2022-03-21T11:08:19.259" v="1310" actId="27803"/>
          <ac:spMkLst>
            <pc:docMk/>
            <pc:sldMk cId="1175821773" sldId="258"/>
            <ac:spMk id="1801" creationId="{1E364D5A-7C2D-4D95-9D06-6C8DCD611481}"/>
          </ac:spMkLst>
        </pc:spChg>
        <pc:spChg chg="mod">
          <ac:chgData name="SERGIO SPANO'" userId="3abdd0b9-513e-40ac-aad4-56920065037d" providerId="ADAL" clId="{2DCFDF45-1F6B-4A47-892B-C9094FDD5642}" dt="2022-03-21T11:08:19.259" v="1310" actId="27803"/>
          <ac:spMkLst>
            <pc:docMk/>
            <pc:sldMk cId="1175821773" sldId="258"/>
            <ac:spMk id="1802" creationId="{0703626B-A814-400B-886C-7F3AF085471F}"/>
          </ac:spMkLst>
        </pc:spChg>
        <pc:spChg chg="mod">
          <ac:chgData name="SERGIO SPANO'" userId="3abdd0b9-513e-40ac-aad4-56920065037d" providerId="ADAL" clId="{2DCFDF45-1F6B-4A47-892B-C9094FDD5642}" dt="2022-03-21T11:08:19.259" v="1310" actId="27803"/>
          <ac:spMkLst>
            <pc:docMk/>
            <pc:sldMk cId="1175821773" sldId="258"/>
            <ac:spMk id="1803" creationId="{96F9D83C-281B-4BB6-A738-B8BF0433F94F}"/>
          </ac:spMkLst>
        </pc:spChg>
        <pc:spChg chg="mod">
          <ac:chgData name="SERGIO SPANO'" userId="3abdd0b9-513e-40ac-aad4-56920065037d" providerId="ADAL" clId="{2DCFDF45-1F6B-4A47-892B-C9094FDD5642}" dt="2022-03-21T11:08:19.259" v="1310" actId="27803"/>
          <ac:spMkLst>
            <pc:docMk/>
            <pc:sldMk cId="1175821773" sldId="258"/>
            <ac:spMk id="1804" creationId="{AF4325CA-F3EE-422B-B8DB-718390ECB852}"/>
          </ac:spMkLst>
        </pc:spChg>
        <pc:spChg chg="mod">
          <ac:chgData name="SERGIO SPANO'" userId="3abdd0b9-513e-40ac-aad4-56920065037d" providerId="ADAL" clId="{2DCFDF45-1F6B-4A47-892B-C9094FDD5642}" dt="2022-03-21T11:08:19.259" v="1310" actId="27803"/>
          <ac:spMkLst>
            <pc:docMk/>
            <pc:sldMk cId="1175821773" sldId="258"/>
            <ac:spMk id="1805" creationId="{0793A2E9-D3D0-44B0-9874-52CA6CA8E8EB}"/>
          </ac:spMkLst>
        </pc:spChg>
        <pc:spChg chg="mod">
          <ac:chgData name="SERGIO SPANO'" userId="3abdd0b9-513e-40ac-aad4-56920065037d" providerId="ADAL" clId="{2DCFDF45-1F6B-4A47-892B-C9094FDD5642}" dt="2022-03-21T11:08:19.259" v="1310" actId="27803"/>
          <ac:spMkLst>
            <pc:docMk/>
            <pc:sldMk cId="1175821773" sldId="258"/>
            <ac:spMk id="1806" creationId="{B1060C81-80ED-430F-A1F2-9AB9D603A16C}"/>
          </ac:spMkLst>
        </pc:spChg>
        <pc:spChg chg="mod">
          <ac:chgData name="SERGIO SPANO'" userId="3abdd0b9-513e-40ac-aad4-56920065037d" providerId="ADAL" clId="{2DCFDF45-1F6B-4A47-892B-C9094FDD5642}" dt="2022-03-21T11:08:19.259" v="1310" actId="27803"/>
          <ac:spMkLst>
            <pc:docMk/>
            <pc:sldMk cId="1175821773" sldId="258"/>
            <ac:spMk id="1807" creationId="{4F7BE8C7-7A95-4EC0-82DC-B00FBD212CBA}"/>
          </ac:spMkLst>
        </pc:spChg>
        <pc:spChg chg="mod">
          <ac:chgData name="SERGIO SPANO'" userId="3abdd0b9-513e-40ac-aad4-56920065037d" providerId="ADAL" clId="{2DCFDF45-1F6B-4A47-892B-C9094FDD5642}" dt="2022-03-21T11:08:19.259" v="1310" actId="27803"/>
          <ac:spMkLst>
            <pc:docMk/>
            <pc:sldMk cId="1175821773" sldId="258"/>
            <ac:spMk id="1808" creationId="{3D3CC0D4-F98B-43D6-9360-C7AC57CDDD89}"/>
          </ac:spMkLst>
        </pc:spChg>
        <pc:spChg chg="mod">
          <ac:chgData name="SERGIO SPANO'" userId="3abdd0b9-513e-40ac-aad4-56920065037d" providerId="ADAL" clId="{2DCFDF45-1F6B-4A47-892B-C9094FDD5642}" dt="2022-03-21T11:08:19.259" v="1310" actId="27803"/>
          <ac:spMkLst>
            <pc:docMk/>
            <pc:sldMk cId="1175821773" sldId="258"/>
            <ac:spMk id="1809" creationId="{AAF59D73-3A6A-4168-8DAF-62D8B1E81B7B}"/>
          </ac:spMkLst>
        </pc:spChg>
        <pc:spChg chg="mod">
          <ac:chgData name="SERGIO SPANO'" userId="3abdd0b9-513e-40ac-aad4-56920065037d" providerId="ADAL" clId="{2DCFDF45-1F6B-4A47-892B-C9094FDD5642}" dt="2022-03-21T11:08:19.259" v="1310" actId="27803"/>
          <ac:spMkLst>
            <pc:docMk/>
            <pc:sldMk cId="1175821773" sldId="258"/>
            <ac:spMk id="1810" creationId="{BCF661E0-EC06-48F8-B75A-D01845BFCAB1}"/>
          </ac:spMkLst>
        </pc:spChg>
        <pc:spChg chg="mod">
          <ac:chgData name="SERGIO SPANO'" userId="3abdd0b9-513e-40ac-aad4-56920065037d" providerId="ADAL" clId="{2DCFDF45-1F6B-4A47-892B-C9094FDD5642}" dt="2022-03-21T11:08:19.259" v="1310" actId="27803"/>
          <ac:spMkLst>
            <pc:docMk/>
            <pc:sldMk cId="1175821773" sldId="258"/>
            <ac:spMk id="1811" creationId="{E1304515-85FE-4ADF-B9A2-6ACA94248BB0}"/>
          </ac:spMkLst>
        </pc:spChg>
        <pc:spChg chg="mod">
          <ac:chgData name="SERGIO SPANO'" userId="3abdd0b9-513e-40ac-aad4-56920065037d" providerId="ADAL" clId="{2DCFDF45-1F6B-4A47-892B-C9094FDD5642}" dt="2022-03-21T11:08:19.259" v="1310" actId="27803"/>
          <ac:spMkLst>
            <pc:docMk/>
            <pc:sldMk cId="1175821773" sldId="258"/>
            <ac:spMk id="1812" creationId="{E211A232-DF1F-4144-9944-B24AD8F2069B}"/>
          </ac:spMkLst>
        </pc:spChg>
        <pc:spChg chg="mod">
          <ac:chgData name="SERGIO SPANO'" userId="3abdd0b9-513e-40ac-aad4-56920065037d" providerId="ADAL" clId="{2DCFDF45-1F6B-4A47-892B-C9094FDD5642}" dt="2022-03-21T11:08:19.259" v="1310" actId="27803"/>
          <ac:spMkLst>
            <pc:docMk/>
            <pc:sldMk cId="1175821773" sldId="258"/>
            <ac:spMk id="1813" creationId="{9B972AB2-FE08-4ED0-ADE1-FAD2330EC5D0}"/>
          </ac:spMkLst>
        </pc:spChg>
        <pc:spChg chg="mod">
          <ac:chgData name="SERGIO SPANO'" userId="3abdd0b9-513e-40ac-aad4-56920065037d" providerId="ADAL" clId="{2DCFDF45-1F6B-4A47-892B-C9094FDD5642}" dt="2022-03-21T11:08:19.259" v="1310" actId="27803"/>
          <ac:spMkLst>
            <pc:docMk/>
            <pc:sldMk cId="1175821773" sldId="258"/>
            <ac:spMk id="1814" creationId="{27A03C00-DA3E-435C-87BB-755B00286779}"/>
          </ac:spMkLst>
        </pc:spChg>
        <pc:spChg chg="mod">
          <ac:chgData name="SERGIO SPANO'" userId="3abdd0b9-513e-40ac-aad4-56920065037d" providerId="ADAL" clId="{2DCFDF45-1F6B-4A47-892B-C9094FDD5642}" dt="2022-03-21T11:08:19.259" v="1310" actId="27803"/>
          <ac:spMkLst>
            <pc:docMk/>
            <pc:sldMk cId="1175821773" sldId="258"/>
            <ac:spMk id="1815" creationId="{6CABA5DA-DB9C-4379-8D68-63DA38BD7661}"/>
          </ac:spMkLst>
        </pc:spChg>
        <pc:spChg chg="mod">
          <ac:chgData name="SERGIO SPANO'" userId="3abdd0b9-513e-40ac-aad4-56920065037d" providerId="ADAL" clId="{2DCFDF45-1F6B-4A47-892B-C9094FDD5642}" dt="2022-03-21T11:08:19.259" v="1310" actId="27803"/>
          <ac:spMkLst>
            <pc:docMk/>
            <pc:sldMk cId="1175821773" sldId="258"/>
            <ac:spMk id="1816" creationId="{84D21C80-1D62-410E-8BAB-D456DB9FE1F4}"/>
          </ac:spMkLst>
        </pc:spChg>
        <pc:spChg chg="mod">
          <ac:chgData name="SERGIO SPANO'" userId="3abdd0b9-513e-40ac-aad4-56920065037d" providerId="ADAL" clId="{2DCFDF45-1F6B-4A47-892B-C9094FDD5642}" dt="2022-03-21T11:08:19.259" v="1310" actId="27803"/>
          <ac:spMkLst>
            <pc:docMk/>
            <pc:sldMk cId="1175821773" sldId="258"/>
            <ac:spMk id="1817" creationId="{3328CABB-054A-4D24-9F5D-6C10EF6D65B8}"/>
          </ac:spMkLst>
        </pc:spChg>
        <pc:spChg chg="mod">
          <ac:chgData name="SERGIO SPANO'" userId="3abdd0b9-513e-40ac-aad4-56920065037d" providerId="ADAL" clId="{2DCFDF45-1F6B-4A47-892B-C9094FDD5642}" dt="2022-03-21T11:08:19.259" v="1310" actId="27803"/>
          <ac:spMkLst>
            <pc:docMk/>
            <pc:sldMk cId="1175821773" sldId="258"/>
            <ac:spMk id="1818" creationId="{27149CD6-BA1A-45D1-AD66-D867D95B4457}"/>
          </ac:spMkLst>
        </pc:spChg>
        <pc:spChg chg="mod">
          <ac:chgData name="SERGIO SPANO'" userId="3abdd0b9-513e-40ac-aad4-56920065037d" providerId="ADAL" clId="{2DCFDF45-1F6B-4A47-892B-C9094FDD5642}" dt="2022-03-21T11:08:19.259" v="1310" actId="27803"/>
          <ac:spMkLst>
            <pc:docMk/>
            <pc:sldMk cId="1175821773" sldId="258"/>
            <ac:spMk id="1819" creationId="{6836AA11-6C99-495B-8396-C6BF7A042BEB}"/>
          </ac:spMkLst>
        </pc:spChg>
        <pc:spChg chg="mod">
          <ac:chgData name="SERGIO SPANO'" userId="3abdd0b9-513e-40ac-aad4-56920065037d" providerId="ADAL" clId="{2DCFDF45-1F6B-4A47-892B-C9094FDD5642}" dt="2022-03-21T11:08:19.259" v="1310" actId="27803"/>
          <ac:spMkLst>
            <pc:docMk/>
            <pc:sldMk cId="1175821773" sldId="258"/>
            <ac:spMk id="1820" creationId="{C3A965AC-C7B0-4A59-83F9-742D1E4E327B}"/>
          </ac:spMkLst>
        </pc:spChg>
        <pc:spChg chg="mod">
          <ac:chgData name="SERGIO SPANO'" userId="3abdd0b9-513e-40ac-aad4-56920065037d" providerId="ADAL" clId="{2DCFDF45-1F6B-4A47-892B-C9094FDD5642}" dt="2022-03-21T11:08:19.259" v="1310" actId="27803"/>
          <ac:spMkLst>
            <pc:docMk/>
            <pc:sldMk cId="1175821773" sldId="258"/>
            <ac:spMk id="1821" creationId="{5B620649-43FD-45A0-A749-E5181D813986}"/>
          </ac:spMkLst>
        </pc:spChg>
        <pc:spChg chg="mod">
          <ac:chgData name="SERGIO SPANO'" userId="3abdd0b9-513e-40ac-aad4-56920065037d" providerId="ADAL" clId="{2DCFDF45-1F6B-4A47-892B-C9094FDD5642}" dt="2022-03-21T11:08:19.259" v="1310" actId="27803"/>
          <ac:spMkLst>
            <pc:docMk/>
            <pc:sldMk cId="1175821773" sldId="258"/>
            <ac:spMk id="1822" creationId="{E32A3499-863F-4CC8-9720-ADF436F0B797}"/>
          </ac:spMkLst>
        </pc:spChg>
        <pc:spChg chg="mod">
          <ac:chgData name="SERGIO SPANO'" userId="3abdd0b9-513e-40ac-aad4-56920065037d" providerId="ADAL" clId="{2DCFDF45-1F6B-4A47-892B-C9094FDD5642}" dt="2022-03-21T11:08:19.259" v="1310" actId="27803"/>
          <ac:spMkLst>
            <pc:docMk/>
            <pc:sldMk cId="1175821773" sldId="258"/>
            <ac:spMk id="1823" creationId="{E7A045D5-6235-4CD5-9874-C9A6B2A1C5B6}"/>
          </ac:spMkLst>
        </pc:spChg>
        <pc:spChg chg="mod">
          <ac:chgData name="SERGIO SPANO'" userId="3abdd0b9-513e-40ac-aad4-56920065037d" providerId="ADAL" clId="{2DCFDF45-1F6B-4A47-892B-C9094FDD5642}" dt="2022-03-21T11:08:19.259" v="1310" actId="27803"/>
          <ac:spMkLst>
            <pc:docMk/>
            <pc:sldMk cId="1175821773" sldId="258"/>
            <ac:spMk id="1824" creationId="{1F813ABF-1900-4032-81D7-155BB1555162}"/>
          </ac:spMkLst>
        </pc:spChg>
        <pc:spChg chg="mod">
          <ac:chgData name="SERGIO SPANO'" userId="3abdd0b9-513e-40ac-aad4-56920065037d" providerId="ADAL" clId="{2DCFDF45-1F6B-4A47-892B-C9094FDD5642}" dt="2022-03-21T11:08:19.259" v="1310" actId="27803"/>
          <ac:spMkLst>
            <pc:docMk/>
            <pc:sldMk cId="1175821773" sldId="258"/>
            <ac:spMk id="1825" creationId="{B7450C8C-97DA-4450-974F-8D8619214D12}"/>
          </ac:spMkLst>
        </pc:spChg>
        <pc:spChg chg="mod">
          <ac:chgData name="SERGIO SPANO'" userId="3abdd0b9-513e-40ac-aad4-56920065037d" providerId="ADAL" clId="{2DCFDF45-1F6B-4A47-892B-C9094FDD5642}" dt="2022-03-21T11:08:19.259" v="1310" actId="27803"/>
          <ac:spMkLst>
            <pc:docMk/>
            <pc:sldMk cId="1175821773" sldId="258"/>
            <ac:spMk id="1826" creationId="{1B17C4B0-ECDD-4745-8380-530DF82A359C}"/>
          </ac:spMkLst>
        </pc:spChg>
        <pc:spChg chg="mod">
          <ac:chgData name="SERGIO SPANO'" userId="3abdd0b9-513e-40ac-aad4-56920065037d" providerId="ADAL" clId="{2DCFDF45-1F6B-4A47-892B-C9094FDD5642}" dt="2022-03-21T11:08:19.259" v="1310" actId="27803"/>
          <ac:spMkLst>
            <pc:docMk/>
            <pc:sldMk cId="1175821773" sldId="258"/>
            <ac:spMk id="1827" creationId="{1D730DCA-BA3C-4A38-A709-AA33946356EB}"/>
          </ac:spMkLst>
        </pc:spChg>
        <pc:spChg chg="mod">
          <ac:chgData name="SERGIO SPANO'" userId="3abdd0b9-513e-40ac-aad4-56920065037d" providerId="ADAL" clId="{2DCFDF45-1F6B-4A47-892B-C9094FDD5642}" dt="2022-03-21T11:08:19.259" v="1310" actId="27803"/>
          <ac:spMkLst>
            <pc:docMk/>
            <pc:sldMk cId="1175821773" sldId="258"/>
            <ac:spMk id="1828" creationId="{F31A24B5-1DBA-45F3-899D-4D4A12F6AD59}"/>
          </ac:spMkLst>
        </pc:spChg>
        <pc:spChg chg="mod">
          <ac:chgData name="SERGIO SPANO'" userId="3abdd0b9-513e-40ac-aad4-56920065037d" providerId="ADAL" clId="{2DCFDF45-1F6B-4A47-892B-C9094FDD5642}" dt="2022-03-21T11:08:19.259" v="1310" actId="27803"/>
          <ac:spMkLst>
            <pc:docMk/>
            <pc:sldMk cId="1175821773" sldId="258"/>
            <ac:spMk id="1829" creationId="{A131731D-0CBA-44C6-AD1F-DD5BD3C19FED}"/>
          </ac:spMkLst>
        </pc:spChg>
        <pc:spChg chg="mod">
          <ac:chgData name="SERGIO SPANO'" userId="3abdd0b9-513e-40ac-aad4-56920065037d" providerId="ADAL" clId="{2DCFDF45-1F6B-4A47-892B-C9094FDD5642}" dt="2022-03-21T11:08:19.259" v="1310" actId="27803"/>
          <ac:spMkLst>
            <pc:docMk/>
            <pc:sldMk cId="1175821773" sldId="258"/>
            <ac:spMk id="1830" creationId="{DF4ECCC7-9C44-4D76-A8F1-0A6BCBC866A5}"/>
          </ac:spMkLst>
        </pc:spChg>
        <pc:spChg chg="mod">
          <ac:chgData name="SERGIO SPANO'" userId="3abdd0b9-513e-40ac-aad4-56920065037d" providerId="ADAL" clId="{2DCFDF45-1F6B-4A47-892B-C9094FDD5642}" dt="2022-03-21T11:08:19.259" v="1310" actId="27803"/>
          <ac:spMkLst>
            <pc:docMk/>
            <pc:sldMk cId="1175821773" sldId="258"/>
            <ac:spMk id="1831" creationId="{D88F1D00-1588-4AF2-B34B-B8595F0C67D9}"/>
          </ac:spMkLst>
        </pc:spChg>
        <pc:spChg chg="mod">
          <ac:chgData name="SERGIO SPANO'" userId="3abdd0b9-513e-40ac-aad4-56920065037d" providerId="ADAL" clId="{2DCFDF45-1F6B-4A47-892B-C9094FDD5642}" dt="2022-03-21T11:08:19.259" v="1310" actId="27803"/>
          <ac:spMkLst>
            <pc:docMk/>
            <pc:sldMk cId="1175821773" sldId="258"/>
            <ac:spMk id="1832" creationId="{F2631A9D-91F9-4CF4-9942-C820C1E48FE7}"/>
          </ac:spMkLst>
        </pc:spChg>
        <pc:spChg chg="mod">
          <ac:chgData name="SERGIO SPANO'" userId="3abdd0b9-513e-40ac-aad4-56920065037d" providerId="ADAL" clId="{2DCFDF45-1F6B-4A47-892B-C9094FDD5642}" dt="2022-03-21T11:08:19.259" v="1310" actId="27803"/>
          <ac:spMkLst>
            <pc:docMk/>
            <pc:sldMk cId="1175821773" sldId="258"/>
            <ac:spMk id="1833" creationId="{AE1FC844-B2A8-4541-AD9E-2DB186CB2054}"/>
          </ac:spMkLst>
        </pc:spChg>
        <pc:spChg chg="mod">
          <ac:chgData name="SERGIO SPANO'" userId="3abdd0b9-513e-40ac-aad4-56920065037d" providerId="ADAL" clId="{2DCFDF45-1F6B-4A47-892B-C9094FDD5642}" dt="2022-03-21T11:08:19.259" v="1310" actId="27803"/>
          <ac:spMkLst>
            <pc:docMk/>
            <pc:sldMk cId="1175821773" sldId="258"/>
            <ac:spMk id="1834" creationId="{C90F721F-C145-4431-964D-53710A7CAA13}"/>
          </ac:spMkLst>
        </pc:spChg>
        <pc:spChg chg="mod">
          <ac:chgData name="SERGIO SPANO'" userId="3abdd0b9-513e-40ac-aad4-56920065037d" providerId="ADAL" clId="{2DCFDF45-1F6B-4A47-892B-C9094FDD5642}" dt="2022-03-21T11:08:19.259" v="1310" actId="27803"/>
          <ac:spMkLst>
            <pc:docMk/>
            <pc:sldMk cId="1175821773" sldId="258"/>
            <ac:spMk id="1835" creationId="{55A8040F-9DD3-4F49-9C3A-89F16D52FF2B}"/>
          </ac:spMkLst>
        </pc:spChg>
        <pc:spChg chg="mod">
          <ac:chgData name="SERGIO SPANO'" userId="3abdd0b9-513e-40ac-aad4-56920065037d" providerId="ADAL" clId="{2DCFDF45-1F6B-4A47-892B-C9094FDD5642}" dt="2022-03-21T11:08:19.259" v="1310" actId="27803"/>
          <ac:spMkLst>
            <pc:docMk/>
            <pc:sldMk cId="1175821773" sldId="258"/>
            <ac:spMk id="1836" creationId="{E04BA325-1F18-43FF-9641-D6EB374163C1}"/>
          </ac:spMkLst>
        </pc:spChg>
        <pc:spChg chg="mod">
          <ac:chgData name="SERGIO SPANO'" userId="3abdd0b9-513e-40ac-aad4-56920065037d" providerId="ADAL" clId="{2DCFDF45-1F6B-4A47-892B-C9094FDD5642}" dt="2022-03-21T11:08:19.259" v="1310" actId="27803"/>
          <ac:spMkLst>
            <pc:docMk/>
            <pc:sldMk cId="1175821773" sldId="258"/>
            <ac:spMk id="1837" creationId="{5BA1B6D7-E637-42F1-B13C-BF4C6027FA9F}"/>
          </ac:spMkLst>
        </pc:spChg>
        <pc:spChg chg="mod">
          <ac:chgData name="SERGIO SPANO'" userId="3abdd0b9-513e-40ac-aad4-56920065037d" providerId="ADAL" clId="{2DCFDF45-1F6B-4A47-892B-C9094FDD5642}" dt="2022-03-21T11:08:19.259" v="1310" actId="27803"/>
          <ac:spMkLst>
            <pc:docMk/>
            <pc:sldMk cId="1175821773" sldId="258"/>
            <ac:spMk id="1838" creationId="{B14FB3EC-AE94-4AFF-B9FB-7A1DBE53DB4F}"/>
          </ac:spMkLst>
        </pc:spChg>
        <pc:spChg chg="mod">
          <ac:chgData name="SERGIO SPANO'" userId="3abdd0b9-513e-40ac-aad4-56920065037d" providerId="ADAL" clId="{2DCFDF45-1F6B-4A47-892B-C9094FDD5642}" dt="2022-03-21T11:08:19.259" v="1310" actId="27803"/>
          <ac:spMkLst>
            <pc:docMk/>
            <pc:sldMk cId="1175821773" sldId="258"/>
            <ac:spMk id="1839" creationId="{A410EA65-CAAB-46AE-9C94-BC135C26EC40}"/>
          </ac:spMkLst>
        </pc:spChg>
        <pc:spChg chg="mod">
          <ac:chgData name="SERGIO SPANO'" userId="3abdd0b9-513e-40ac-aad4-56920065037d" providerId="ADAL" clId="{2DCFDF45-1F6B-4A47-892B-C9094FDD5642}" dt="2022-03-21T11:08:19.259" v="1310" actId="27803"/>
          <ac:spMkLst>
            <pc:docMk/>
            <pc:sldMk cId="1175821773" sldId="258"/>
            <ac:spMk id="1840" creationId="{8090473B-9991-4647-8F63-102F6DE7716B}"/>
          </ac:spMkLst>
        </pc:spChg>
        <pc:spChg chg="mod">
          <ac:chgData name="SERGIO SPANO'" userId="3abdd0b9-513e-40ac-aad4-56920065037d" providerId="ADAL" clId="{2DCFDF45-1F6B-4A47-892B-C9094FDD5642}" dt="2022-03-21T11:08:19.259" v="1310" actId="27803"/>
          <ac:spMkLst>
            <pc:docMk/>
            <pc:sldMk cId="1175821773" sldId="258"/>
            <ac:spMk id="1841" creationId="{0D27446E-B4C0-49D5-8ECE-930AE54C7986}"/>
          </ac:spMkLst>
        </pc:spChg>
        <pc:spChg chg="mod">
          <ac:chgData name="SERGIO SPANO'" userId="3abdd0b9-513e-40ac-aad4-56920065037d" providerId="ADAL" clId="{2DCFDF45-1F6B-4A47-892B-C9094FDD5642}" dt="2022-03-21T11:08:19.259" v="1310" actId="27803"/>
          <ac:spMkLst>
            <pc:docMk/>
            <pc:sldMk cId="1175821773" sldId="258"/>
            <ac:spMk id="1842" creationId="{1808A1F3-5FF6-44BC-8DDD-48B85089F56E}"/>
          </ac:spMkLst>
        </pc:spChg>
        <pc:spChg chg="mod">
          <ac:chgData name="SERGIO SPANO'" userId="3abdd0b9-513e-40ac-aad4-56920065037d" providerId="ADAL" clId="{2DCFDF45-1F6B-4A47-892B-C9094FDD5642}" dt="2022-03-21T11:08:19.259" v="1310" actId="27803"/>
          <ac:spMkLst>
            <pc:docMk/>
            <pc:sldMk cId="1175821773" sldId="258"/>
            <ac:spMk id="1843" creationId="{501126D4-DABE-4BB6-88F1-2B0B978222AC}"/>
          </ac:spMkLst>
        </pc:spChg>
        <pc:spChg chg="mod">
          <ac:chgData name="SERGIO SPANO'" userId="3abdd0b9-513e-40ac-aad4-56920065037d" providerId="ADAL" clId="{2DCFDF45-1F6B-4A47-892B-C9094FDD5642}" dt="2022-03-21T11:08:19.259" v="1310" actId="27803"/>
          <ac:spMkLst>
            <pc:docMk/>
            <pc:sldMk cId="1175821773" sldId="258"/>
            <ac:spMk id="1844" creationId="{6CD6C458-2FFA-46B3-AD5E-34F14719BFD3}"/>
          </ac:spMkLst>
        </pc:spChg>
        <pc:spChg chg="mod">
          <ac:chgData name="SERGIO SPANO'" userId="3abdd0b9-513e-40ac-aad4-56920065037d" providerId="ADAL" clId="{2DCFDF45-1F6B-4A47-892B-C9094FDD5642}" dt="2022-03-21T11:08:19.259" v="1310" actId="27803"/>
          <ac:spMkLst>
            <pc:docMk/>
            <pc:sldMk cId="1175821773" sldId="258"/>
            <ac:spMk id="1845" creationId="{30A9B047-6D8D-472B-B5E6-C44AE888310E}"/>
          </ac:spMkLst>
        </pc:spChg>
        <pc:spChg chg="mod">
          <ac:chgData name="SERGIO SPANO'" userId="3abdd0b9-513e-40ac-aad4-56920065037d" providerId="ADAL" clId="{2DCFDF45-1F6B-4A47-892B-C9094FDD5642}" dt="2022-03-21T11:08:19.259" v="1310" actId="27803"/>
          <ac:spMkLst>
            <pc:docMk/>
            <pc:sldMk cId="1175821773" sldId="258"/>
            <ac:spMk id="1846" creationId="{A657E73E-0790-449A-8169-54F14D290E28}"/>
          </ac:spMkLst>
        </pc:spChg>
        <pc:spChg chg="mod">
          <ac:chgData name="SERGIO SPANO'" userId="3abdd0b9-513e-40ac-aad4-56920065037d" providerId="ADAL" clId="{2DCFDF45-1F6B-4A47-892B-C9094FDD5642}" dt="2022-03-21T11:08:19.259" v="1310" actId="27803"/>
          <ac:spMkLst>
            <pc:docMk/>
            <pc:sldMk cId="1175821773" sldId="258"/>
            <ac:spMk id="1847" creationId="{E8645C13-0E27-4F34-A1B4-93288FBE9A7E}"/>
          </ac:spMkLst>
        </pc:spChg>
        <pc:spChg chg="mod">
          <ac:chgData name="SERGIO SPANO'" userId="3abdd0b9-513e-40ac-aad4-56920065037d" providerId="ADAL" clId="{2DCFDF45-1F6B-4A47-892B-C9094FDD5642}" dt="2022-03-21T11:08:19.259" v="1310" actId="27803"/>
          <ac:spMkLst>
            <pc:docMk/>
            <pc:sldMk cId="1175821773" sldId="258"/>
            <ac:spMk id="1848" creationId="{E990C3AC-E9F8-493E-AB7C-A5E522196A39}"/>
          </ac:spMkLst>
        </pc:spChg>
        <pc:spChg chg="mod">
          <ac:chgData name="SERGIO SPANO'" userId="3abdd0b9-513e-40ac-aad4-56920065037d" providerId="ADAL" clId="{2DCFDF45-1F6B-4A47-892B-C9094FDD5642}" dt="2022-03-21T11:08:19.259" v="1310" actId="27803"/>
          <ac:spMkLst>
            <pc:docMk/>
            <pc:sldMk cId="1175821773" sldId="258"/>
            <ac:spMk id="1849" creationId="{C51CC442-0371-4C9E-AA0C-4D81F8187B40}"/>
          </ac:spMkLst>
        </pc:spChg>
        <pc:spChg chg="mod">
          <ac:chgData name="SERGIO SPANO'" userId="3abdd0b9-513e-40ac-aad4-56920065037d" providerId="ADAL" clId="{2DCFDF45-1F6B-4A47-892B-C9094FDD5642}" dt="2022-03-21T11:08:19.259" v="1310" actId="27803"/>
          <ac:spMkLst>
            <pc:docMk/>
            <pc:sldMk cId="1175821773" sldId="258"/>
            <ac:spMk id="1850" creationId="{600956AF-7932-49E7-928D-782A94FB22FD}"/>
          </ac:spMkLst>
        </pc:spChg>
        <pc:spChg chg="mod">
          <ac:chgData name="SERGIO SPANO'" userId="3abdd0b9-513e-40ac-aad4-56920065037d" providerId="ADAL" clId="{2DCFDF45-1F6B-4A47-892B-C9094FDD5642}" dt="2022-03-21T11:08:19.259" v="1310" actId="27803"/>
          <ac:spMkLst>
            <pc:docMk/>
            <pc:sldMk cId="1175821773" sldId="258"/>
            <ac:spMk id="1851" creationId="{70CD04A3-6068-4FEE-B05A-72CAB4A77D10}"/>
          </ac:spMkLst>
        </pc:spChg>
        <pc:spChg chg="mod">
          <ac:chgData name="SERGIO SPANO'" userId="3abdd0b9-513e-40ac-aad4-56920065037d" providerId="ADAL" clId="{2DCFDF45-1F6B-4A47-892B-C9094FDD5642}" dt="2022-03-21T11:08:19.259" v="1310" actId="27803"/>
          <ac:spMkLst>
            <pc:docMk/>
            <pc:sldMk cId="1175821773" sldId="258"/>
            <ac:spMk id="1852" creationId="{FAD10D3A-029A-4535-B5F3-2892B4B814EF}"/>
          </ac:spMkLst>
        </pc:spChg>
        <pc:spChg chg="mod">
          <ac:chgData name="SERGIO SPANO'" userId="3abdd0b9-513e-40ac-aad4-56920065037d" providerId="ADAL" clId="{2DCFDF45-1F6B-4A47-892B-C9094FDD5642}" dt="2022-03-21T11:08:19.259" v="1310" actId="27803"/>
          <ac:spMkLst>
            <pc:docMk/>
            <pc:sldMk cId="1175821773" sldId="258"/>
            <ac:spMk id="1853" creationId="{9F8A9E94-ACFE-4E9F-A11D-33A6D063D349}"/>
          </ac:spMkLst>
        </pc:spChg>
        <pc:spChg chg="mod">
          <ac:chgData name="SERGIO SPANO'" userId="3abdd0b9-513e-40ac-aad4-56920065037d" providerId="ADAL" clId="{2DCFDF45-1F6B-4A47-892B-C9094FDD5642}" dt="2022-03-21T11:08:19.259" v="1310" actId="27803"/>
          <ac:spMkLst>
            <pc:docMk/>
            <pc:sldMk cId="1175821773" sldId="258"/>
            <ac:spMk id="1854" creationId="{A2106A89-7F58-4331-B753-E0D81DE5B89E}"/>
          </ac:spMkLst>
        </pc:spChg>
        <pc:spChg chg="mod">
          <ac:chgData name="SERGIO SPANO'" userId="3abdd0b9-513e-40ac-aad4-56920065037d" providerId="ADAL" clId="{2DCFDF45-1F6B-4A47-892B-C9094FDD5642}" dt="2022-03-21T11:08:19.259" v="1310" actId="27803"/>
          <ac:spMkLst>
            <pc:docMk/>
            <pc:sldMk cId="1175821773" sldId="258"/>
            <ac:spMk id="1855" creationId="{916E286C-8EBB-49D0-AB29-0CFE6D7E4DFD}"/>
          </ac:spMkLst>
        </pc:spChg>
        <pc:spChg chg="mod">
          <ac:chgData name="SERGIO SPANO'" userId="3abdd0b9-513e-40ac-aad4-56920065037d" providerId="ADAL" clId="{2DCFDF45-1F6B-4A47-892B-C9094FDD5642}" dt="2022-03-21T11:08:19.259" v="1310" actId="27803"/>
          <ac:spMkLst>
            <pc:docMk/>
            <pc:sldMk cId="1175821773" sldId="258"/>
            <ac:spMk id="1856" creationId="{60CDD15F-8320-49CB-90D5-1D7011E03B81}"/>
          </ac:spMkLst>
        </pc:spChg>
        <pc:spChg chg="mod">
          <ac:chgData name="SERGIO SPANO'" userId="3abdd0b9-513e-40ac-aad4-56920065037d" providerId="ADAL" clId="{2DCFDF45-1F6B-4A47-892B-C9094FDD5642}" dt="2022-03-21T11:08:19.259" v="1310" actId="27803"/>
          <ac:spMkLst>
            <pc:docMk/>
            <pc:sldMk cId="1175821773" sldId="258"/>
            <ac:spMk id="1857" creationId="{0A6E008D-2C6F-4204-B23F-A8AEF6366F68}"/>
          </ac:spMkLst>
        </pc:spChg>
        <pc:spChg chg="mod">
          <ac:chgData name="SERGIO SPANO'" userId="3abdd0b9-513e-40ac-aad4-56920065037d" providerId="ADAL" clId="{2DCFDF45-1F6B-4A47-892B-C9094FDD5642}" dt="2022-03-21T11:08:19.259" v="1310" actId="27803"/>
          <ac:spMkLst>
            <pc:docMk/>
            <pc:sldMk cId="1175821773" sldId="258"/>
            <ac:spMk id="1858" creationId="{8DA39A40-5760-4368-A4FD-D859AE899325}"/>
          </ac:spMkLst>
        </pc:spChg>
        <pc:spChg chg="mod">
          <ac:chgData name="SERGIO SPANO'" userId="3abdd0b9-513e-40ac-aad4-56920065037d" providerId="ADAL" clId="{2DCFDF45-1F6B-4A47-892B-C9094FDD5642}" dt="2022-03-21T11:08:19.259" v="1310" actId="27803"/>
          <ac:spMkLst>
            <pc:docMk/>
            <pc:sldMk cId="1175821773" sldId="258"/>
            <ac:spMk id="1859" creationId="{81FA8257-4ABB-4AD6-BDA8-22180466B59C}"/>
          </ac:spMkLst>
        </pc:spChg>
        <pc:spChg chg="mod">
          <ac:chgData name="SERGIO SPANO'" userId="3abdd0b9-513e-40ac-aad4-56920065037d" providerId="ADAL" clId="{2DCFDF45-1F6B-4A47-892B-C9094FDD5642}" dt="2022-03-21T11:08:19.259" v="1310" actId="27803"/>
          <ac:spMkLst>
            <pc:docMk/>
            <pc:sldMk cId="1175821773" sldId="258"/>
            <ac:spMk id="1860" creationId="{B0E1FB97-EB72-4528-B8E7-4A811721CDD2}"/>
          </ac:spMkLst>
        </pc:spChg>
        <pc:spChg chg="mod">
          <ac:chgData name="SERGIO SPANO'" userId="3abdd0b9-513e-40ac-aad4-56920065037d" providerId="ADAL" clId="{2DCFDF45-1F6B-4A47-892B-C9094FDD5642}" dt="2022-03-21T11:08:19.259" v="1310" actId="27803"/>
          <ac:spMkLst>
            <pc:docMk/>
            <pc:sldMk cId="1175821773" sldId="258"/>
            <ac:spMk id="1861" creationId="{15D6F5D0-F9C1-4118-A993-E2F7D936F46D}"/>
          </ac:spMkLst>
        </pc:spChg>
        <pc:spChg chg="mod">
          <ac:chgData name="SERGIO SPANO'" userId="3abdd0b9-513e-40ac-aad4-56920065037d" providerId="ADAL" clId="{2DCFDF45-1F6B-4A47-892B-C9094FDD5642}" dt="2022-03-21T11:08:19.259" v="1310" actId="27803"/>
          <ac:spMkLst>
            <pc:docMk/>
            <pc:sldMk cId="1175821773" sldId="258"/>
            <ac:spMk id="1862" creationId="{EA14ACB7-F5C0-43F1-9C8C-11FE230D42A3}"/>
          </ac:spMkLst>
        </pc:spChg>
        <pc:spChg chg="mod">
          <ac:chgData name="SERGIO SPANO'" userId="3abdd0b9-513e-40ac-aad4-56920065037d" providerId="ADAL" clId="{2DCFDF45-1F6B-4A47-892B-C9094FDD5642}" dt="2022-03-21T11:08:19.259" v="1310" actId="27803"/>
          <ac:spMkLst>
            <pc:docMk/>
            <pc:sldMk cId="1175821773" sldId="258"/>
            <ac:spMk id="1863" creationId="{B1A0734E-FAB4-4A29-9213-B1B20988C0F9}"/>
          </ac:spMkLst>
        </pc:spChg>
        <pc:spChg chg="mod">
          <ac:chgData name="SERGIO SPANO'" userId="3abdd0b9-513e-40ac-aad4-56920065037d" providerId="ADAL" clId="{2DCFDF45-1F6B-4A47-892B-C9094FDD5642}" dt="2022-03-21T11:08:19.259" v="1310" actId="27803"/>
          <ac:spMkLst>
            <pc:docMk/>
            <pc:sldMk cId="1175821773" sldId="258"/>
            <ac:spMk id="1864" creationId="{26D91A8E-5174-4A08-9FC4-3B9254608180}"/>
          </ac:spMkLst>
        </pc:spChg>
        <pc:spChg chg="mod">
          <ac:chgData name="SERGIO SPANO'" userId="3abdd0b9-513e-40ac-aad4-56920065037d" providerId="ADAL" clId="{2DCFDF45-1F6B-4A47-892B-C9094FDD5642}" dt="2022-03-21T11:08:19.259" v="1310" actId="27803"/>
          <ac:spMkLst>
            <pc:docMk/>
            <pc:sldMk cId="1175821773" sldId="258"/>
            <ac:spMk id="1865" creationId="{AB6F3D09-1194-4FDE-B2C6-4901D50D7011}"/>
          </ac:spMkLst>
        </pc:spChg>
        <pc:spChg chg="mod">
          <ac:chgData name="SERGIO SPANO'" userId="3abdd0b9-513e-40ac-aad4-56920065037d" providerId="ADAL" clId="{2DCFDF45-1F6B-4A47-892B-C9094FDD5642}" dt="2022-03-21T11:08:19.259" v="1310" actId="27803"/>
          <ac:spMkLst>
            <pc:docMk/>
            <pc:sldMk cId="1175821773" sldId="258"/>
            <ac:spMk id="1866" creationId="{181182A4-B40A-41A0-950A-DA2157B4F4AA}"/>
          </ac:spMkLst>
        </pc:spChg>
        <pc:spChg chg="mod">
          <ac:chgData name="SERGIO SPANO'" userId="3abdd0b9-513e-40ac-aad4-56920065037d" providerId="ADAL" clId="{2DCFDF45-1F6B-4A47-892B-C9094FDD5642}" dt="2022-03-21T11:08:19.259" v="1310" actId="27803"/>
          <ac:spMkLst>
            <pc:docMk/>
            <pc:sldMk cId="1175821773" sldId="258"/>
            <ac:spMk id="1867" creationId="{A77257B8-63F6-41C9-ADCB-E876429025EC}"/>
          </ac:spMkLst>
        </pc:spChg>
        <pc:spChg chg="mod">
          <ac:chgData name="SERGIO SPANO'" userId="3abdd0b9-513e-40ac-aad4-56920065037d" providerId="ADAL" clId="{2DCFDF45-1F6B-4A47-892B-C9094FDD5642}" dt="2022-03-21T11:08:19.259" v="1310" actId="27803"/>
          <ac:spMkLst>
            <pc:docMk/>
            <pc:sldMk cId="1175821773" sldId="258"/>
            <ac:spMk id="1868" creationId="{0718FC1F-B1E7-4DCD-B9F9-8854693D9C93}"/>
          </ac:spMkLst>
        </pc:spChg>
        <pc:spChg chg="mod">
          <ac:chgData name="SERGIO SPANO'" userId="3abdd0b9-513e-40ac-aad4-56920065037d" providerId="ADAL" clId="{2DCFDF45-1F6B-4A47-892B-C9094FDD5642}" dt="2022-03-21T11:08:19.259" v="1310" actId="27803"/>
          <ac:spMkLst>
            <pc:docMk/>
            <pc:sldMk cId="1175821773" sldId="258"/>
            <ac:spMk id="1869" creationId="{E0F33DCD-CC79-4DFA-BE91-115554921C25}"/>
          </ac:spMkLst>
        </pc:spChg>
        <pc:spChg chg="mod">
          <ac:chgData name="SERGIO SPANO'" userId="3abdd0b9-513e-40ac-aad4-56920065037d" providerId="ADAL" clId="{2DCFDF45-1F6B-4A47-892B-C9094FDD5642}" dt="2022-03-21T11:08:19.259" v="1310" actId="27803"/>
          <ac:spMkLst>
            <pc:docMk/>
            <pc:sldMk cId="1175821773" sldId="258"/>
            <ac:spMk id="1870" creationId="{D10C62A0-B312-4525-885F-7AB8BC00C6FB}"/>
          </ac:spMkLst>
        </pc:spChg>
        <pc:spChg chg="mod">
          <ac:chgData name="SERGIO SPANO'" userId="3abdd0b9-513e-40ac-aad4-56920065037d" providerId="ADAL" clId="{2DCFDF45-1F6B-4A47-892B-C9094FDD5642}" dt="2022-03-21T11:08:19.259" v="1310" actId="27803"/>
          <ac:spMkLst>
            <pc:docMk/>
            <pc:sldMk cId="1175821773" sldId="258"/>
            <ac:spMk id="1871" creationId="{2F9DCA8F-B140-4644-9345-8BF930380123}"/>
          </ac:spMkLst>
        </pc:spChg>
        <pc:spChg chg="mod">
          <ac:chgData name="SERGIO SPANO'" userId="3abdd0b9-513e-40ac-aad4-56920065037d" providerId="ADAL" clId="{2DCFDF45-1F6B-4A47-892B-C9094FDD5642}" dt="2022-03-21T11:08:19.259" v="1310" actId="27803"/>
          <ac:spMkLst>
            <pc:docMk/>
            <pc:sldMk cId="1175821773" sldId="258"/>
            <ac:spMk id="1872" creationId="{511FFA10-5709-4837-9C3F-662955698E3D}"/>
          </ac:spMkLst>
        </pc:spChg>
        <pc:spChg chg="mod">
          <ac:chgData name="SERGIO SPANO'" userId="3abdd0b9-513e-40ac-aad4-56920065037d" providerId="ADAL" clId="{2DCFDF45-1F6B-4A47-892B-C9094FDD5642}" dt="2022-03-21T11:08:19.259" v="1310" actId="27803"/>
          <ac:spMkLst>
            <pc:docMk/>
            <pc:sldMk cId="1175821773" sldId="258"/>
            <ac:spMk id="1873" creationId="{673F417E-9AF8-47B7-A9FD-E48D2DCA17A5}"/>
          </ac:spMkLst>
        </pc:spChg>
        <pc:spChg chg="mod">
          <ac:chgData name="SERGIO SPANO'" userId="3abdd0b9-513e-40ac-aad4-56920065037d" providerId="ADAL" clId="{2DCFDF45-1F6B-4A47-892B-C9094FDD5642}" dt="2022-03-21T11:08:19.259" v="1310" actId="27803"/>
          <ac:spMkLst>
            <pc:docMk/>
            <pc:sldMk cId="1175821773" sldId="258"/>
            <ac:spMk id="1874" creationId="{C940F6E8-D4E9-44A8-8766-F72CBCE39954}"/>
          </ac:spMkLst>
        </pc:spChg>
        <pc:spChg chg="mod">
          <ac:chgData name="SERGIO SPANO'" userId="3abdd0b9-513e-40ac-aad4-56920065037d" providerId="ADAL" clId="{2DCFDF45-1F6B-4A47-892B-C9094FDD5642}" dt="2022-03-21T11:08:19.259" v="1310" actId="27803"/>
          <ac:spMkLst>
            <pc:docMk/>
            <pc:sldMk cId="1175821773" sldId="258"/>
            <ac:spMk id="1875" creationId="{C62A5CD2-1DCC-4608-B664-D3CED94CDA9E}"/>
          </ac:spMkLst>
        </pc:spChg>
        <pc:spChg chg="mod">
          <ac:chgData name="SERGIO SPANO'" userId="3abdd0b9-513e-40ac-aad4-56920065037d" providerId="ADAL" clId="{2DCFDF45-1F6B-4A47-892B-C9094FDD5642}" dt="2022-03-21T11:08:19.259" v="1310" actId="27803"/>
          <ac:spMkLst>
            <pc:docMk/>
            <pc:sldMk cId="1175821773" sldId="258"/>
            <ac:spMk id="1876" creationId="{EC906FB8-D718-42E4-94E1-1BA53961E535}"/>
          </ac:spMkLst>
        </pc:spChg>
        <pc:spChg chg="mod">
          <ac:chgData name="SERGIO SPANO'" userId="3abdd0b9-513e-40ac-aad4-56920065037d" providerId="ADAL" clId="{2DCFDF45-1F6B-4A47-892B-C9094FDD5642}" dt="2022-03-21T11:08:19.259" v="1310" actId="27803"/>
          <ac:spMkLst>
            <pc:docMk/>
            <pc:sldMk cId="1175821773" sldId="258"/>
            <ac:spMk id="1877" creationId="{98E78CC7-067B-4D7A-B242-13383CEDD889}"/>
          </ac:spMkLst>
        </pc:spChg>
        <pc:spChg chg="mod">
          <ac:chgData name="SERGIO SPANO'" userId="3abdd0b9-513e-40ac-aad4-56920065037d" providerId="ADAL" clId="{2DCFDF45-1F6B-4A47-892B-C9094FDD5642}" dt="2022-03-21T11:08:19.259" v="1310" actId="27803"/>
          <ac:spMkLst>
            <pc:docMk/>
            <pc:sldMk cId="1175821773" sldId="258"/>
            <ac:spMk id="1878" creationId="{E0C67ADC-0826-4BDB-8EBF-B71F82CBD87E}"/>
          </ac:spMkLst>
        </pc:spChg>
        <pc:spChg chg="mod">
          <ac:chgData name="SERGIO SPANO'" userId="3abdd0b9-513e-40ac-aad4-56920065037d" providerId="ADAL" clId="{2DCFDF45-1F6B-4A47-892B-C9094FDD5642}" dt="2022-03-21T11:08:19.259" v="1310" actId="27803"/>
          <ac:spMkLst>
            <pc:docMk/>
            <pc:sldMk cId="1175821773" sldId="258"/>
            <ac:spMk id="1879" creationId="{835FDD5E-C1EF-40B3-A9DD-3344D6B1BD10}"/>
          </ac:spMkLst>
        </pc:spChg>
        <pc:spChg chg="mod">
          <ac:chgData name="SERGIO SPANO'" userId="3abdd0b9-513e-40ac-aad4-56920065037d" providerId="ADAL" clId="{2DCFDF45-1F6B-4A47-892B-C9094FDD5642}" dt="2022-03-21T11:08:19.259" v="1310" actId="27803"/>
          <ac:spMkLst>
            <pc:docMk/>
            <pc:sldMk cId="1175821773" sldId="258"/>
            <ac:spMk id="1880" creationId="{384E6BBC-11DF-43F0-AE8D-8B9D63549B6D}"/>
          </ac:spMkLst>
        </pc:spChg>
        <pc:spChg chg="mod">
          <ac:chgData name="SERGIO SPANO'" userId="3abdd0b9-513e-40ac-aad4-56920065037d" providerId="ADAL" clId="{2DCFDF45-1F6B-4A47-892B-C9094FDD5642}" dt="2022-03-21T11:08:19.259" v="1310" actId="27803"/>
          <ac:spMkLst>
            <pc:docMk/>
            <pc:sldMk cId="1175821773" sldId="258"/>
            <ac:spMk id="1881" creationId="{6E1B0AC6-EE53-4F42-A0BC-76D416FEB272}"/>
          </ac:spMkLst>
        </pc:spChg>
        <pc:spChg chg="mod">
          <ac:chgData name="SERGIO SPANO'" userId="3abdd0b9-513e-40ac-aad4-56920065037d" providerId="ADAL" clId="{2DCFDF45-1F6B-4A47-892B-C9094FDD5642}" dt="2022-03-21T11:08:19.259" v="1310" actId="27803"/>
          <ac:spMkLst>
            <pc:docMk/>
            <pc:sldMk cId="1175821773" sldId="258"/>
            <ac:spMk id="1882" creationId="{3D618255-39F3-47E5-BFA7-000A17BBE606}"/>
          </ac:spMkLst>
        </pc:spChg>
        <pc:spChg chg="mod">
          <ac:chgData name="SERGIO SPANO'" userId="3abdd0b9-513e-40ac-aad4-56920065037d" providerId="ADAL" clId="{2DCFDF45-1F6B-4A47-892B-C9094FDD5642}" dt="2022-03-21T11:08:19.259" v="1310" actId="27803"/>
          <ac:spMkLst>
            <pc:docMk/>
            <pc:sldMk cId="1175821773" sldId="258"/>
            <ac:spMk id="1883" creationId="{E7604731-28FB-4D90-9268-7E4FDF460781}"/>
          </ac:spMkLst>
        </pc:spChg>
        <pc:spChg chg="mod">
          <ac:chgData name="SERGIO SPANO'" userId="3abdd0b9-513e-40ac-aad4-56920065037d" providerId="ADAL" clId="{2DCFDF45-1F6B-4A47-892B-C9094FDD5642}" dt="2022-03-21T11:08:19.259" v="1310" actId="27803"/>
          <ac:spMkLst>
            <pc:docMk/>
            <pc:sldMk cId="1175821773" sldId="258"/>
            <ac:spMk id="1884" creationId="{18665C8C-FE27-4685-A20E-90924C0183A8}"/>
          </ac:spMkLst>
        </pc:spChg>
        <pc:spChg chg="mod">
          <ac:chgData name="SERGIO SPANO'" userId="3abdd0b9-513e-40ac-aad4-56920065037d" providerId="ADAL" clId="{2DCFDF45-1F6B-4A47-892B-C9094FDD5642}" dt="2022-03-21T11:08:19.259" v="1310" actId="27803"/>
          <ac:spMkLst>
            <pc:docMk/>
            <pc:sldMk cId="1175821773" sldId="258"/>
            <ac:spMk id="1885" creationId="{88C8568D-669C-4585-BA27-62003F7956FC}"/>
          </ac:spMkLst>
        </pc:spChg>
        <pc:spChg chg="mod">
          <ac:chgData name="SERGIO SPANO'" userId="3abdd0b9-513e-40ac-aad4-56920065037d" providerId="ADAL" clId="{2DCFDF45-1F6B-4A47-892B-C9094FDD5642}" dt="2022-03-21T11:08:19.259" v="1310" actId="27803"/>
          <ac:spMkLst>
            <pc:docMk/>
            <pc:sldMk cId="1175821773" sldId="258"/>
            <ac:spMk id="1886" creationId="{978101A4-A6E3-4CF4-88D4-3DA4E9297BD1}"/>
          </ac:spMkLst>
        </pc:spChg>
        <pc:spChg chg="mod">
          <ac:chgData name="SERGIO SPANO'" userId="3abdd0b9-513e-40ac-aad4-56920065037d" providerId="ADAL" clId="{2DCFDF45-1F6B-4A47-892B-C9094FDD5642}" dt="2022-03-21T11:08:19.259" v="1310" actId="27803"/>
          <ac:spMkLst>
            <pc:docMk/>
            <pc:sldMk cId="1175821773" sldId="258"/>
            <ac:spMk id="1887" creationId="{52971F1B-997D-4BA3-8983-EC4951F62F22}"/>
          </ac:spMkLst>
        </pc:spChg>
        <pc:spChg chg="mod">
          <ac:chgData name="SERGIO SPANO'" userId="3abdd0b9-513e-40ac-aad4-56920065037d" providerId="ADAL" clId="{2DCFDF45-1F6B-4A47-892B-C9094FDD5642}" dt="2022-03-21T11:08:19.259" v="1310" actId="27803"/>
          <ac:spMkLst>
            <pc:docMk/>
            <pc:sldMk cId="1175821773" sldId="258"/>
            <ac:spMk id="1888" creationId="{7DCFE463-9E8C-4AEE-BE28-C2C0DF859734}"/>
          </ac:spMkLst>
        </pc:spChg>
        <pc:spChg chg="mod">
          <ac:chgData name="SERGIO SPANO'" userId="3abdd0b9-513e-40ac-aad4-56920065037d" providerId="ADAL" clId="{2DCFDF45-1F6B-4A47-892B-C9094FDD5642}" dt="2022-03-21T11:08:19.259" v="1310" actId="27803"/>
          <ac:spMkLst>
            <pc:docMk/>
            <pc:sldMk cId="1175821773" sldId="258"/>
            <ac:spMk id="1889" creationId="{B36849FA-81B4-4A9F-835F-F687A92A6D2C}"/>
          </ac:spMkLst>
        </pc:spChg>
        <pc:spChg chg="mod">
          <ac:chgData name="SERGIO SPANO'" userId="3abdd0b9-513e-40ac-aad4-56920065037d" providerId="ADAL" clId="{2DCFDF45-1F6B-4A47-892B-C9094FDD5642}" dt="2022-03-21T11:08:19.259" v="1310" actId="27803"/>
          <ac:spMkLst>
            <pc:docMk/>
            <pc:sldMk cId="1175821773" sldId="258"/>
            <ac:spMk id="1890" creationId="{FAADEE88-E7DB-482D-8BCA-E661BBD2DACF}"/>
          </ac:spMkLst>
        </pc:spChg>
        <pc:spChg chg="mod">
          <ac:chgData name="SERGIO SPANO'" userId="3abdd0b9-513e-40ac-aad4-56920065037d" providerId="ADAL" clId="{2DCFDF45-1F6B-4A47-892B-C9094FDD5642}" dt="2022-03-21T11:08:19.259" v="1310" actId="27803"/>
          <ac:spMkLst>
            <pc:docMk/>
            <pc:sldMk cId="1175821773" sldId="258"/>
            <ac:spMk id="1891" creationId="{0526C4A2-7933-4841-A876-CBAA244A6BE2}"/>
          </ac:spMkLst>
        </pc:spChg>
        <pc:spChg chg="mod">
          <ac:chgData name="SERGIO SPANO'" userId="3abdd0b9-513e-40ac-aad4-56920065037d" providerId="ADAL" clId="{2DCFDF45-1F6B-4A47-892B-C9094FDD5642}" dt="2022-03-21T11:08:19.259" v="1310" actId="27803"/>
          <ac:spMkLst>
            <pc:docMk/>
            <pc:sldMk cId="1175821773" sldId="258"/>
            <ac:spMk id="1892" creationId="{C7ABE4CB-596A-4DE9-BF9A-6FCD308DF58A}"/>
          </ac:spMkLst>
        </pc:spChg>
        <pc:spChg chg="mod">
          <ac:chgData name="SERGIO SPANO'" userId="3abdd0b9-513e-40ac-aad4-56920065037d" providerId="ADAL" clId="{2DCFDF45-1F6B-4A47-892B-C9094FDD5642}" dt="2022-03-21T11:08:19.259" v="1310" actId="27803"/>
          <ac:spMkLst>
            <pc:docMk/>
            <pc:sldMk cId="1175821773" sldId="258"/>
            <ac:spMk id="1893" creationId="{F45182A1-6A0F-47BC-914C-C0BA865E90D0}"/>
          </ac:spMkLst>
        </pc:spChg>
        <pc:spChg chg="mod">
          <ac:chgData name="SERGIO SPANO'" userId="3abdd0b9-513e-40ac-aad4-56920065037d" providerId="ADAL" clId="{2DCFDF45-1F6B-4A47-892B-C9094FDD5642}" dt="2022-03-21T11:08:19.259" v="1310" actId="27803"/>
          <ac:spMkLst>
            <pc:docMk/>
            <pc:sldMk cId="1175821773" sldId="258"/>
            <ac:spMk id="1894" creationId="{B0F5C5D6-6496-4A89-8CB2-9FA67D117627}"/>
          </ac:spMkLst>
        </pc:spChg>
        <pc:spChg chg="mod">
          <ac:chgData name="SERGIO SPANO'" userId="3abdd0b9-513e-40ac-aad4-56920065037d" providerId="ADAL" clId="{2DCFDF45-1F6B-4A47-892B-C9094FDD5642}" dt="2022-03-21T11:08:19.259" v="1310" actId="27803"/>
          <ac:spMkLst>
            <pc:docMk/>
            <pc:sldMk cId="1175821773" sldId="258"/>
            <ac:spMk id="1895" creationId="{162ED415-DF40-4E46-9765-5EB993BE70E5}"/>
          </ac:spMkLst>
        </pc:spChg>
        <pc:spChg chg="mod">
          <ac:chgData name="SERGIO SPANO'" userId="3abdd0b9-513e-40ac-aad4-56920065037d" providerId="ADAL" clId="{2DCFDF45-1F6B-4A47-892B-C9094FDD5642}" dt="2022-03-21T11:08:19.259" v="1310" actId="27803"/>
          <ac:spMkLst>
            <pc:docMk/>
            <pc:sldMk cId="1175821773" sldId="258"/>
            <ac:spMk id="1896" creationId="{7A1EFF35-9446-42AC-A218-0BF0169721DB}"/>
          </ac:spMkLst>
        </pc:spChg>
        <pc:spChg chg="mod">
          <ac:chgData name="SERGIO SPANO'" userId="3abdd0b9-513e-40ac-aad4-56920065037d" providerId="ADAL" clId="{2DCFDF45-1F6B-4A47-892B-C9094FDD5642}" dt="2022-03-21T11:08:19.259" v="1310" actId="27803"/>
          <ac:spMkLst>
            <pc:docMk/>
            <pc:sldMk cId="1175821773" sldId="258"/>
            <ac:spMk id="1897" creationId="{75F47ACE-B0F4-431C-B395-9D36B441E44B}"/>
          </ac:spMkLst>
        </pc:spChg>
        <pc:spChg chg="mod">
          <ac:chgData name="SERGIO SPANO'" userId="3abdd0b9-513e-40ac-aad4-56920065037d" providerId="ADAL" clId="{2DCFDF45-1F6B-4A47-892B-C9094FDD5642}" dt="2022-03-21T11:08:19.259" v="1310" actId="27803"/>
          <ac:spMkLst>
            <pc:docMk/>
            <pc:sldMk cId="1175821773" sldId="258"/>
            <ac:spMk id="1898" creationId="{3399F4B8-552E-40ED-B7B2-EC5D6A06D76F}"/>
          </ac:spMkLst>
        </pc:spChg>
        <pc:spChg chg="mod">
          <ac:chgData name="SERGIO SPANO'" userId="3abdd0b9-513e-40ac-aad4-56920065037d" providerId="ADAL" clId="{2DCFDF45-1F6B-4A47-892B-C9094FDD5642}" dt="2022-03-21T11:08:19.259" v="1310" actId="27803"/>
          <ac:spMkLst>
            <pc:docMk/>
            <pc:sldMk cId="1175821773" sldId="258"/>
            <ac:spMk id="1899" creationId="{22DD0489-9F77-4F0F-B29B-1ECB537C9711}"/>
          </ac:spMkLst>
        </pc:spChg>
        <pc:spChg chg="mod">
          <ac:chgData name="SERGIO SPANO'" userId="3abdd0b9-513e-40ac-aad4-56920065037d" providerId="ADAL" clId="{2DCFDF45-1F6B-4A47-892B-C9094FDD5642}" dt="2022-03-21T11:08:19.259" v="1310" actId="27803"/>
          <ac:spMkLst>
            <pc:docMk/>
            <pc:sldMk cId="1175821773" sldId="258"/>
            <ac:spMk id="1900" creationId="{993E47AC-0DB8-4B40-8346-594D73183526}"/>
          </ac:spMkLst>
        </pc:spChg>
        <pc:spChg chg="mod">
          <ac:chgData name="SERGIO SPANO'" userId="3abdd0b9-513e-40ac-aad4-56920065037d" providerId="ADAL" clId="{2DCFDF45-1F6B-4A47-892B-C9094FDD5642}" dt="2022-03-21T11:08:19.259" v="1310" actId="27803"/>
          <ac:spMkLst>
            <pc:docMk/>
            <pc:sldMk cId="1175821773" sldId="258"/>
            <ac:spMk id="1901" creationId="{845A6FB8-39B9-4834-9C1D-DAFA8FFC8754}"/>
          </ac:spMkLst>
        </pc:spChg>
        <pc:spChg chg="mod">
          <ac:chgData name="SERGIO SPANO'" userId="3abdd0b9-513e-40ac-aad4-56920065037d" providerId="ADAL" clId="{2DCFDF45-1F6B-4A47-892B-C9094FDD5642}" dt="2022-03-21T11:08:19.259" v="1310" actId="27803"/>
          <ac:spMkLst>
            <pc:docMk/>
            <pc:sldMk cId="1175821773" sldId="258"/>
            <ac:spMk id="1902" creationId="{49A983D8-0752-4525-90CA-728376D3E4FD}"/>
          </ac:spMkLst>
        </pc:spChg>
        <pc:spChg chg="mod">
          <ac:chgData name="SERGIO SPANO'" userId="3abdd0b9-513e-40ac-aad4-56920065037d" providerId="ADAL" clId="{2DCFDF45-1F6B-4A47-892B-C9094FDD5642}" dt="2022-03-21T11:08:19.259" v="1310" actId="27803"/>
          <ac:spMkLst>
            <pc:docMk/>
            <pc:sldMk cId="1175821773" sldId="258"/>
            <ac:spMk id="1903" creationId="{BE1FE298-135D-402B-A465-A84DFDC77441}"/>
          </ac:spMkLst>
        </pc:spChg>
        <pc:spChg chg="mod">
          <ac:chgData name="SERGIO SPANO'" userId="3abdd0b9-513e-40ac-aad4-56920065037d" providerId="ADAL" clId="{2DCFDF45-1F6B-4A47-892B-C9094FDD5642}" dt="2022-03-21T11:08:19.259" v="1310" actId="27803"/>
          <ac:spMkLst>
            <pc:docMk/>
            <pc:sldMk cId="1175821773" sldId="258"/>
            <ac:spMk id="1904" creationId="{C8F8CA6F-332C-47F1-A381-C277E109BC43}"/>
          </ac:spMkLst>
        </pc:spChg>
        <pc:spChg chg="mod">
          <ac:chgData name="SERGIO SPANO'" userId="3abdd0b9-513e-40ac-aad4-56920065037d" providerId="ADAL" clId="{2DCFDF45-1F6B-4A47-892B-C9094FDD5642}" dt="2022-03-21T11:08:19.259" v="1310" actId="27803"/>
          <ac:spMkLst>
            <pc:docMk/>
            <pc:sldMk cId="1175821773" sldId="258"/>
            <ac:spMk id="1905" creationId="{0C03D9F2-9323-47FC-A00A-255CB5B7078D}"/>
          </ac:spMkLst>
        </pc:spChg>
        <pc:spChg chg="mod">
          <ac:chgData name="SERGIO SPANO'" userId="3abdd0b9-513e-40ac-aad4-56920065037d" providerId="ADAL" clId="{2DCFDF45-1F6B-4A47-892B-C9094FDD5642}" dt="2022-03-21T11:08:19.259" v="1310" actId="27803"/>
          <ac:spMkLst>
            <pc:docMk/>
            <pc:sldMk cId="1175821773" sldId="258"/>
            <ac:spMk id="1906" creationId="{0D4773F9-462D-4584-A7B2-46DF54083836}"/>
          </ac:spMkLst>
        </pc:spChg>
        <pc:spChg chg="mod">
          <ac:chgData name="SERGIO SPANO'" userId="3abdd0b9-513e-40ac-aad4-56920065037d" providerId="ADAL" clId="{2DCFDF45-1F6B-4A47-892B-C9094FDD5642}" dt="2022-03-21T11:08:19.259" v="1310" actId="27803"/>
          <ac:spMkLst>
            <pc:docMk/>
            <pc:sldMk cId="1175821773" sldId="258"/>
            <ac:spMk id="1907" creationId="{88AB09D0-975D-45E7-80C4-F7A42171823C}"/>
          </ac:spMkLst>
        </pc:spChg>
        <pc:spChg chg="mod">
          <ac:chgData name="SERGIO SPANO'" userId="3abdd0b9-513e-40ac-aad4-56920065037d" providerId="ADAL" clId="{2DCFDF45-1F6B-4A47-892B-C9094FDD5642}" dt="2022-03-21T11:08:19.259" v="1310" actId="27803"/>
          <ac:spMkLst>
            <pc:docMk/>
            <pc:sldMk cId="1175821773" sldId="258"/>
            <ac:spMk id="1908" creationId="{7A072DC0-9B14-4F65-947F-B46871EB734D}"/>
          </ac:spMkLst>
        </pc:spChg>
        <pc:spChg chg="mod">
          <ac:chgData name="SERGIO SPANO'" userId="3abdd0b9-513e-40ac-aad4-56920065037d" providerId="ADAL" clId="{2DCFDF45-1F6B-4A47-892B-C9094FDD5642}" dt="2022-03-21T11:08:19.259" v="1310" actId="27803"/>
          <ac:spMkLst>
            <pc:docMk/>
            <pc:sldMk cId="1175821773" sldId="258"/>
            <ac:spMk id="1909" creationId="{281B00D4-D7F0-4A86-8B7C-DA11639E57CD}"/>
          </ac:spMkLst>
        </pc:spChg>
        <pc:spChg chg="mod">
          <ac:chgData name="SERGIO SPANO'" userId="3abdd0b9-513e-40ac-aad4-56920065037d" providerId="ADAL" clId="{2DCFDF45-1F6B-4A47-892B-C9094FDD5642}" dt="2022-03-21T11:08:19.259" v="1310" actId="27803"/>
          <ac:spMkLst>
            <pc:docMk/>
            <pc:sldMk cId="1175821773" sldId="258"/>
            <ac:spMk id="1910" creationId="{658FAA82-7746-4FBA-A8FB-EA989236EEAA}"/>
          </ac:spMkLst>
        </pc:spChg>
        <pc:spChg chg="mod">
          <ac:chgData name="SERGIO SPANO'" userId="3abdd0b9-513e-40ac-aad4-56920065037d" providerId="ADAL" clId="{2DCFDF45-1F6B-4A47-892B-C9094FDD5642}" dt="2022-03-21T11:08:19.259" v="1310" actId="27803"/>
          <ac:spMkLst>
            <pc:docMk/>
            <pc:sldMk cId="1175821773" sldId="258"/>
            <ac:spMk id="1911" creationId="{72645386-D272-4A5F-A195-17E9CB4FA53D}"/>
          </ac:spMkLst>
        </pc:spChg>
        <pc:spChg chg="mod">
          <ac:chgData name="SERGIO SPANO'" userId="3abdd0b9-513e-40ac-aad4-56920065037d" providerId="ADAL" clId="{2DCFDF45-1F6B-4A47-892B-C9094FDD5642}" dt="2022-03-21T11:08:19.259" v="1310" actId="27803"/>
          <ac:spMkLst>
            <pc:docMk/>
            <pc:sldMk cId="1175821773" sldId="258"/>
            <ac:spMk id="1912" creationId="{7E9318D8-179A-4CDE-9ED8-50C21FD66DB5}"/>
          </ac:spMkLst>
        </pc:spChg>
        <pc:spChg chg="mod">
          <ac:chgData name="SERGIO SPANO'" userId="3abdd0b9-513e-40ac-aad4-56920065037d" providerId="ADAL" clId="{2DCFDF45-1F6B-4A47-892B-C9094FDD5642}" dt="2022-03-21T11:08:19.259" v="1310" actId="27803"/>
          <ac:spMkLst>
            <pc:docMk/>
            <pc:sldMk cId="1175821773" sldId="258"/>
            <ac:spMk id="1913" creationId="{6893EDAA-D15C-4A2B-8C89-0FF59942855D}"/>
          </ac:spMkLst>
        </pc:spChg>
        <pc:spChg chg="mod">
          <ac:chgData name="SERGIO SPANO'" userId="3abdd0b9-513e-40ac-aad4-56920065037d" providerId="ADAL" clId="{2DCFDF45-1F6B-4A47-892B-C9094FDD5642}" dt="2022-03-21T11:08:19.259" v="1310" actId="27803"/>
          <ac:spMkLst>
            <pc:docMk/>
            <pc:sldMk cId="1175821773" sldId="258"/>
            <ac:spMk id="1914" creationId="{91308A67-1E6A-44E5-B354-2254488FB9EF}"/>
          </ac:spMkLst>
        </pc:spChg>
        <pc:spChg chg="mod">
          <ac:chgData name="SERGIO SPANO'" userId="3abdd0b9-513e-40ac-aad4-56920065037d" providerId="ADAL" clId="{2DCFDF45-1F6B-4A47-892B-C9094FDD5642}" dt="2022-03-21T11:08:19.259" v="1310" actId="27803"/>
          <ac:spMkLst>
            <pc:docMk/>
            <pc:sldMk cId="1175821773" sldId="258"/>
            <ac:spMk id="1915" creationId="{1120AC30-DE38-440E-8734-6DDE72157327}"/>
          </ac:spMkLst>
        </pc:spChg>
        <pc:spChg chg="mod">
          <ac:chgData name="SERGIO SPANO'" userId="3abdd0b9-513e-40ac-aad4-56920065037d" providerId="ADAL" clId="{2DCFDF45-1F6B-4A47-892B-C9094FDD5642}" dt="2022-03-21T11:08:19.259" v="1310" actId="27803"/>
          <ac:spMkLst>
            <pc:docMk/>
            <pc:sldMk cId="1175821773" sldId="258"/>
            <ac:spMk id="1916" creationId="{3EC51CEE-1AEC-4138-AB7D-CB0CE78D6045}"/>
          </ac:spMkLst>
        </pc:spChg>
        <pc:spChg chg="mod">
          <ac:chgData name="SERGIO SPANO'" userId="3abdd0b9-513e-40ac-aad4-56920065037d" providerId="ADAL" clId="{2DCFDF45-1F6B-4A47-892B-C9094FDD5642}" dt="2022-03-21T11:08:19.259" v="1310" actId="27803"/>
          <ac:spMkLst>
            <pc:docMk/>
            <pc:sldMk cId="1175821773" sldId="258"/>
            <ac:spMk id="1917" creationId="{CBE003E9-5C88-4A1C-9D2C-B259E37AB9F8}"/>
          </ac:spMkLst>
        </pc:spChg>
        <pc:spChg chg="mod">
          <ac:chgData name="SERGIO SPANO'" userId="3abdd0b9-513e-40ac-aad4-56920065037d" providerId="ADAL" clId="{2DCFDF45-1F6B-4A47-892B-C9094FDD5642}" dt="2022-03-21T11:08:19.259" v="1310" actId="27803"/>
          <ac:spMkLst>
            <pc:docMk/>
            <pc:sldMk cId="1175821773" sldId="258"/>
            <ac:spMk id="1918" creationId="{01383123-E12A-46BE-AAB8-0974FCE3CEF6}"/>
          </ac:spMkLst>
        </pc:spChg>
        <pc:spChg chg="mod">
          <ac:chgData name="SERGIO SPANO'" userId="3abdd0b9-513e-40ac-aad4-56920065037d" providerId="ADAL" clId="{2DCFDF45-1F6B-4A47-892B-C9094FDD5642}" dt="2022-03-21T11:08:19.259" v="1310" actId="27803"/>
          <ac:spMkLst>
            <pc:docMk/>
            <pc:sldMk cId="1175821773" sldId="258"/>
            <ac:spMk id="1919" creationId="{5A5ADD27-7120-481B-8EB5-307CE949C4A9}"/>
          </ac:spMkLst>
        </pc:spChg>
        <pc:spChg chg="mod">
          <ac:chgData name="SERGIO SPANO'" userId="3abdd0b9-513e-40ac-aad4-56920065037d" providerId="ADAL" clId="{2DCFDF45-1F6B-4A47-892B-C9094FDD5642}" dt="2022-03-21T11:08:19.259" v="1310" actId="27803"/>
          <ac:spMkLst>
            <pc:docMk/>
            <pc:sldMk cId="1175821773" sldId="258"/>
            <ac:spMk id="1920" creationId="{7BABB995-4BFC-46B0-A578-CD55E396537A}"/>
          </ac:spMkLst>
        </pc:spChg>
        <pc:spChg chg="mod">
          <ac:chgData name="SERGIO SPANO'" userId="3abdd0b9-513e-40ac-aad4-56920065037d" providerId="ADAL" clId="{2DCFDF45-1F6B-4A47-892B-C9094FDD5642}" dt="2022-03-21T11:08:19.259" v="1310" actId="27803"/>
          <ac:spMkLst>
            <pc:docMk/>
            <pc:sldMk cId="1175821773" sldId="258"/>
            <ac:spMk id="1921" creationId="{D28B2BCA-0031-46FC-9076-3032432D1050}"/>
          </ac:spMkLst>
        </pc:spChg>
        <pc:spChg chg="mod">
          <ac:chgData name="SERGIO SPANO'" userId="3abdd0b9-513e-40ac-aad4-56920065037d" providerId="ADAL" clId="{2DCFDF45-1F6B-4A47-892B-C9094FDD5642}" dt="2022-03-21T11:08:19.259" v="1310" actId="27803"/>
          <ac:spMkLst>
            <pc:docMk/>
            <pc:sldMk cId="1175821773" sldId="258"/>
            <ac:spMk id="1922" creationId="{BBF60461-F9DF-4DA6-8601-3DC5150D31F2}"/>
          </ac:spMkLst>
        </pc:spChg>
        <pc:spChg chg="mod">
          <ac:chgData name="SERGIO SPANO'" userId="3abdd0b9-513e-40ac-aad4-56920065037d" providerId="ADAL" clId="{2DCFDF45-1F6B-4A47-892B-C9094FDD5642}" dt="2022-03-21T11:08:19.259" v="1310" actId="27803"/>
          <ac:spMkLst>
            <pc:docMk/>
            <pc:sldMk cId="1175821773" sldId="258"/>
            <ac:spMk id="1923" creationId="{4C2A499B-0539-433F-AFCA-1A86E599A7AB}"/>
          </ac:spMkLst>
        </pc:spChg>
        <pc:spChg chg="mod">
          <ac:chgData name="SERGIO SPANO'" userId="3abdd0b9-513e-40ac-aad4-56920065037d" providerId="ADAL" clId="{2DCFDF45-1F6B-4A47-892B-C9094FDD5642}" dt="2022-03-21T11:08:19.259" v="1310" actId="27803"/>
          <ac:spMkLst>
            <pc:docMk/>
            <pc:sldMk cId="1175821773" sldId="258"/>
            <ac:spMk id="1924" creationId="{50673C6B-CB75-4C08-9083-F1F6A030F8BF}"/>
          </ac:spMkLst>
        </pc:spChg>
        <pc:spChg chg="mod">
          <ac:chgData name="SERGIO SPANO'" userId="3abdd0b9-513e-40ac-aad4-56920065037d" providerId="ADAL" clId="{2DCFDF45-1F6B-4A47-892B-C9094FDD5642}" dt="2022-03-21T11:08:19.259" v="1310" actId="27803"/>
          <ac:spMkLst>
            <pc:docMk/>
            <pc:sldMk cId="1175821773" sldId="258"/>
            <ac:spMk id="1925" creationId="{4AA5EE24-1B61-4AA6-A283-5FC4F628B4A0}"/>
          </ac:spMkLst>
        </pc:spChg>
        <pc:spChg chg="mod">
          <ac:chgData name="SERGIO SPANO'" userId="3abdd0b9-513e-40ac-aad4-56920065037d" providerId="ADAL" clId="{2DCFDF45-1F6B-4A47-892B-C9094FDD5642}" dt="2022-03-21T11:08:19.259" v="1310" actId="27803"/>
          <ac:spMkLst>
            <pc:docMk/>
            <pc:sldMk cId="1175821773" sldId="258"/>
            <ac:spMk id="1926" creationId="{97A1482A-F253-414E-8A4F-BC28C7ACACF4}"/>
          </ac:spMkLst>
        </pc:spChg>
        <pc:spChg chg="mod">
          <ac:chgData name="SERGIO SPANO'" userId="3abdd0b9-513e-40ac-aad4-56920065037d" providerId="ADAL" clId="{2DCFDF45-1F6B-4A47-892B-C9094FDD5642}" dt="2022-03-21T11:08:19.259" v="1310" actId="27803"/>
          <ac:spMkLst>
            <pc:docMk/>
            <pc:sldMk cId="1175821773" sldId="258"/>
            <ac:spMk id="1927" creationId="{F7425113-D00E-469D-8D05-58C0575B6A88}"/>
          </ac:spMkLst>
        </pc:spChg>
        <pc:spChg chg="mod">
          <ac:chgData name="SERGIO SPANO'" userId="3abdd0b9-513e-40ac-aad4-56920065037d" providerId="ADAL" clId="{2DCFDF45-1F6B-4A47-892B-C9094FDD5642}" dt="2022-03-21T11:08:19.259" v="1310" actId="27803"/>
          <ac:spMkLst>
            <pc:docMk/>
            <pc:sldMk cId="1175821773" sldId="258"/>
            <ac:spMk id="1928" creationId="{FF4E134A-E68A-4CD3-A1EB-BF70C1F8ADFE}"/>
          </ac:spMkLst>
        </pc:spChg>
        <pc:spChg chg="mod">
          <ac:chgData name="SERGIO SPANO'" userId="3abdd0b9-513e-40ac-aad4-56920065037d" providerId="ADAL" clId="{2DCFDF45-1F6B-4A47-892B-C9094FDD5642}" dt="2022-03-21T11:08:19.259" v="1310" actId="27803"/>
          <ac:spMkLst>
            <pc:docMk/>
            <pc:sldMk cId="1175821773" sldId="258"/>
            <ac:spMk id="1929" creationId="{53C76B53-7F53-4488-B58F-4F60A8A14E97}"/>
          </ac:spMkLst>
        </pc:spChg>
        <pc:spChg chg="mod">
          <ac:chgData name="SERGIO SPANO'" userId="3abdd0b9-513e-40ac-aad4-56920065037d" providerId="ADAL" clId="{2DCFDF45-1F6B-4A47-892B-C9094FDD5642}" dt="2022-03-21T11:08:19.259" v="1310" actId="27803"/>
          <ac:spMkLst>
            <pc:docMk/>
            <pc:sldMk cId="1175821773" sldId="258"/>
            <ac:spMk id="1930" creationId="{179CB933-D3EA-4E1B-8272-AE99C4BBFA68}"/>
          </ac:spMkLst>
        </pc:spChg>
        <pc:spChg chg="mod">
          <ac:chgData name="SERGIO SPANO'" userId="3abdd0b9-513e-40ac-aad4-56920065037d" providerId="ADAL" clId="{2DCFDF45-1F6B-4A47-892B-C9094FDD5642}" dt="2022-03-21T11:08:19.259" v="1310" actId="27803"/>
          <ac:spMkLst>
            <pc:docMk/>
            <pc:sldMk cId="1175821773" sldId="258"/>
            <ac:spMk id="1931" creationId="{B906FA3C-49AA-495C-9D1E-3EC7EC617B35}"/>
          </ac:spMkLst>
        </pc:spChg>
        <pc:spChg chg="mod">
          <ac:chgData name="SERGIO SPANO'" userId="3abdd0b9-513e-40ac-aad4-56920065037d" providerId="ADAL" clId="{2DCFDF45-1F6B-4A47-892B-C9094FDD5642}" dt="2022-03-21T11:08:19.259" v="1310" actId="27803"/>
          <ac:spMkLst>
            <pc:docMk/>
            <pc:sldMk cId="1175821773" sldId="258"/>
            <ac:spMk id="1932" creationId="{00AF597A-192F-40A3-8277-A134F30C4B22}"/>
          </ac:spMkLst>
        </pc:spChg>
        <pc:spChg chg="mod">
          <ac:chgData name="SERGIO SPANO'" userId="3abdd0b9-513e-40ac-aad4-56920065037d" providerId="ADAL" clId="{2DCFDF45-1F6B-4A47-892B-C9094FDD5642}" dt="2022-03-21T11:08:19.259" v="1310" actId="27803"/>
          <ac:spMkLst>
            <pc:docMk/>
            <pc:sldMk cId="1175821773" sldId="258"/>
            <ac:spMk id="1933" creationId="{BBC542B2-0F7E-4B9D-9769-ADFCEED7538A}"/>
          </ac:spMkLst>
        </pc:spChg>
        <pc:spChg chg="mod">
          <ac:chgData name="SERGIO SPANO'" userId="3abdd0b9-513e-40ac-aad4-56920065037d" providerId="ADAL" clId="{2DCFDF45-1F6B-4A47-892B-C9094FDD5642}" dt="2022-03-21T11:08:19.259" v="1310" actId="27803"/>
          <ac:spMkLst>
            <pc:docMk/>
            <pc:sldMk cId="1175821773" sldId="258"/>
            <ac:spMk id="1934" creationId="{BB5417E8-197A-4C98-AD2A-7C46BE0245C2}"/>
          </ac:spMkLst>
        </pc:spChg>
        <pc:spChg chg="mod">
          <ac:chgData name="SERGIO SPANO'" userId="3abdd0b9-513e-40ac-aad4-56920065037d" providerId="ADAL" clId="{2DCFDF45-1F6B-4A47-892B-C9094FDD5642}" dt="2022-03-21T11:08:19.259" v="1310" actId="27803"/>
          <ac:spMkLst>
            <pc:docMk/>
            <pc:sldMk cId="1175821773" sldId="258"/>
            <ac:spMk id="1935" creationId="{54ECCEBA-EF6E-4A64-8924-E389F98D1F0B}"/>
          </ac:spMkLst>
        </pc:spChg>
        <pc:spChg chg="mod">
          <ac:chgData name="SERGIO SPANO'" userId="3abdd0b9-513e-40ac-aad4-56920065037d" providerId="ADAL" clId="{2DCFDF45-1F6B-4A47-892B-C9094FDD5642}" dt="2022-03-21T11:08:19.259" v="1310" actId="27803"/>
          <ac:spMkLst>
            <pc:docMk/>
            <pc:sldMk cId="1175821773" sldId="258"/>
            <ac:spMk id="1936" creationId="{4A5B097A-D406-40C4-BA13-DF4F17314A08}"/>
          </ac:spMkLst>
        </pc:spChg>
        <pc:spChg chg="mod">
          <ac:chgData name="SERGIO SPANO'" userId="3abdd0b9-513e-40ac-aad4-56920065037d" providerId="ADAL" clId="{2DCFDF45-1F6B-4A47-892B-C9094FDD5642}" dt="2022-03-21T11:08:19.259" v="1310" actId="27803"/>
          <ac:spMkLst>
            <pc:docMk/>
            <pc:sldMk cId="1175821773" sldId="258"/>
            <ac:spMk id="1937" creationId="{1CA48DF1-988E-4D39-8827-954642D1D047}"/>
          </ac:spMkLst>
        </pc:spChg>
        <pc:spChg chg="mod">
          <ac:chgData name="SERGIO SPANO'" userId="3abdd0b9-513e-40ac-aad4-56920065037d" providerId="ADAL" clId="{2DCFDF45-1F6B-4A47-892B-C9094FDD5642}" dt="2022-03-21T11:08:19.259" v="1310" actId="27803"/>
          <ac:spMkLst>
            <pc:docMk/>
            <pc:sldMk cId="1175821773" sldId="258"/>
            <ac:spMk id="1938" creationId="{A86C0956-27F3-43DD-BA56-D40F64B3A209}"/>
          </ac:spMkLst>
        </pc:spChg>
        <pc:spChg chg="mod">
          <ac:chgData name="SERGIO SPANO'" userId="3abdd0b9-513e-40ac-aad4-56920065037d" providerId="ADAL" clId="{2DCFDF45-1F6B-4A47-892B-C9094FDD5642}" dt="2022-03-21T11:08:19.259" v="1310" actId="27803"/>
          <ac:spMkLst>
            <pc:docMk/>
            <pc:sldMk cId="1175821773" sldId="258"/>
            <ac:spMk id="1939" creationId="{2E652701-C684-4242-AFF5-F9309CE9C21F}"/>
          </ac:spMkLst>
        </pc:spChg>
        <pc:spChg chg="mod">
          <ac:chgData name="SERGIO SPANO'" userId="3abdd0b9-513e-40ac-aad4-56920065037d" providerId="ADAL" clId="{2DCFDF45-1F6B-4A47-892B-C9094FDD5642}" dt="2022-03-21T11:08:19.259" v="1310" actId="27803"/>
          <ac:spMkLst>
            <pc:docMk/>
            <pc:sldMk cId="1175821773" sldId="258"/>
            <ac:spMk id="1940" creationId="{775AD579-6F55-4ED0-915D-99E88FE1DB02}"/>
          </ac:spMkLst>
        </pc:spChg>
        <pc:spChg chg="mod">
          <ac:chgData name="SERGIO SPANO'" userId="3abdd0b9-513e-40ac-aad4-56920065037d" providerId="ADAL" clId="{2DCFDF45-1F6B-4A47-892B-C9094FDD5642}" dt="2022-03-21T11:08:19.259" v="1310" actId="27803"/>
          <ac:spMkLst>
            <pc:docMk/>
            <pc:sldMk cId="1175821773" sldId="258"/>
            <ac:spMk id="1941" creationId="{F1A33D31-1120-4F5B-8DC2-E3E01941C765}"/>
          </ac:spMkLst>
        </pc:spChg>
        <pc:spChg chg="mod">
          <ac:chgData name="SERGIO SPANO'" userId="3abdd0b9-513e-40ac-aad4-56920065037d" providerId="ADAL" clId="{2DCFDF45-1F6B-4A47-892B-C9094FDD5642}" dt="2022-03-21T11:08:19.259" v="1310" actId="27803"/>
          <ac:spMkLst>
            <pc:docMk/>
            <pc:sldMk cId="1175821773" sldId="258"/>
            <ac:spMk id="1942" creationId="{692FA674-1056-4081-B53F-01A02A461335}"/>
          </ac:spMkLst>
        </pc:spChg>
        <pc:spChg chg="mod">
          <ac:chgData name="SERGIO SPANO'" userId="3abdd0b9-513e-40ac-aad4-56920065037d" providerId="ADAL" clId="{2DCFDF45-1F6B-4A47-892B-C9094FDD5642}" dt="2022-03-21T11:08:19.259" v="1310" actId="27803"/>
          <ac:spMkLst>
            <pc:docMk/>
            <pc:sldMk cId="1175821773" sldId="258"/>
            <ac:spMk id="1943" creationId="{FB4FACCA-D38E-46F6-B42F-5586591D1F98}"/>
          </ac:spMkLst>
        </pc:spChg>
        <pc:spChg chg="mod">
          <ac:chgData name="SERGIO SPANO'" userId="3abdd0b9-513e-40ac-aad4-56920065037d" providerId="ADAL" clId="{2DCFDF45-1F6B-4A47-892B-C9094FDD5642}" dt="2022-03-21T11:08:19.259" v="1310" actId="27803"/>
          <ac:spMkLst>
            <pc:docMk/>
            <pc:sldMk cId="1175821773" sldId="258"/>
            <ac:spMk id="1944" creationId="{6B4082F5-D4DC-4D53-A231-618765A0A609}"/>
          </ac:spMkLst>
        </pc:spChg>
        <pc:spChg chg="mod">
          <ac:chgData name="SERGIO SPANO'" userId="3abdd0b9-513e-40ac-aad4-56920065037d" providerId="ADAL" clId="{2DCFDF45-1F6B-4A47-892B-C9094FDD5642}" dt="2022-03-21T11:08:19.259" v="1310" actId="27803"/>
          <ac:spMkLst>
            <pc:docMk/>
            <pc:sldMk cId="1175821773" sldId="258"/>
            <ac:spMk id="1945" creationId="{FDC027DC-C6B0-4127-8520-2F2A3FDDAB99}"/>
          </ac:spMkLst>
        </pc:spChg>
        <pc:spChg chg="mod">
          <ac:chgData name="SERGIO SPANO'" userId="3abdd0b9-513e-40ac-aad4-56920065037d" providerId="ADAL" clId="{2DCFDF45-1F6B-4A47-892B-C9094FDD5642}" dt="2022-03-21T11:08:19.259" v="1310" actId="27803"/>
          <ac:spMkLst>
            <pc:docMk/>
            <pc:sldMk cId="1175821773" sldId="258"/>
            <ac:spMk id="1946" creationId="{EDCC3667-5E57-486A-9FC4-6E5AD45C9AF3}"/>
          </ac:spMkLst>
        </pc:spChg>
        <pc:spChg chg="mod">
          <ac:chgData name="SERGIO SPANO'" userId="3abdd0b9-513e-40ac-aad4-56920065037d" providerId="ADAL" clId="{2DCFDF45-1F6B-4A47-892B-C9094FDD5642}" dt="2022-03-21T11:08:19.259" v="1310" actId="27803"/>
          <ac:spMkLst>
            <pc:docMk/>
            <pc:sldMk cId="1175821773" sldId="258"/>
            <ac:spMk id="1947" creationId="{447DD6E3-C213-4F4E-BDE2-0830087F03EC}"/>
          </ac:spMkLst>
        </pc:spChg>
        <pc:spChg chg="mod">
          <ac:chgData name="SERGIO SPANO'" userId="3abdd0b9-513e-40ac-aad4-56920065037d" providerId="ADAL" clId="{2DCFDF45-1F6B-4A47-892B-C9094FDD5642}" dt="2022-03-21T11:08:19.259" v="1310" actId="27803"/>
          <ac:spMkLst>
            <pc:docMk/>
            <pc:sldMk cId="1175821773" sldId="258"/>
            <ac:spMk id="1948" creationId="{A612CDCF-AD32-4720-B20D-0810DAC646E5}"/>
          </ac:spMkLst>
        </pc:spChg>
        <pc:spChg chg="mod">
          <ac:chgData name="SERGIO SPANO'" userId="3abdd0b9-513e-40ac-aad4-56920065037d" providerId="ADAL" clId="{2DCFDF45-1F6B-4A47-892B-C9094FDD5642}" dt="2022-03-21T11:08:19.259" v="1310" actId="27803"/>
          <ac:spMkLst>
            <pc:docMk/>
            <pc:sldMk cId="1175821773" sldId="258"/>
            <ac:spMk id="1949" creationId="{77B79AC7-6778-4A40-B63E-4B0E36686021}"/>
          </ac:spMkLst>
        </pc:spChg>
        <pc:spChg chg="mod">
          <ac:chgData name="SERGIO SPANO'" userId="3abdd0b9-513e-40ac-aad4-56920065037d" providerId="ADAL" clId="{2DCFDF45-1F6B-4A47-892B-C9094FDD5642}" dt="2022-03-21T11:08:19.259" v="1310" actId="27803"/>
          <ac:spMkLst>
            <pc:docMk/>
            <pc:sldMk cId="1175821773" sldId="258"/>
            <ac:spMk id="1950" creationId="{56618991-229F-4361-A94E-16EC088C70AB}"/>
          </ac:spMkLst>
        </pc:spChg>
        <pc:spChg chg="mod">
          <ac:chgData name="SERGIO SPANO'" userId="3abdd0b9-513e-40ac-aad4-56920065037d" providerId="ADAL" clId="{2DCFDF45-1F6B-4A47-892B-C9094FDD5642}" dt="2022-03-21T11:08:19.259" v="1310" actId="27803"/>
          <ac:spMkLst>
            <pc:docMk/>
            <pc:sldMk cId="1175821773" sldId="258"/>
            <ac:spMk id="1951" creationId="{AFEFE9BF-E43D-4B33-AC2D-17BDF79C5F75}"/>
          </ac:spMkLst>
        </pc:spChg>
        <pc:spChg chg="mod">
          <ac:chgData name="SERGIO SPANO'" userId="3abdd0b9-513e-40ac-aad4-56920065037d" providerId="ADAL" clId="{2DCFDF45-1F6B-4A47-892B-C9094FDD5642}" dt="2022-03-21T11:08:19.259" v="1310" actId="27803"/>
          <ac:spMkLst>
            <pc:docMk/>
            <pc:sldMk cId="1175821773" sldId="258"/>
            <ac:spMk id="1952" creationId="{687281AE-A1F5-4126-A089-B5E15B810E29}"/>
          </ac:spMkLst>
        </pc:spChg>
        <pc:spChg chg="mod">
          <ac:chgData name="SERGIO SPANO'" userId="3abdd0b9-513e-40ac-aad4-56920065037d" providerId="ADAL" clId="{2DCFDF45-1F6B-4A47-892B-C9094FDD5642}" dt="2022-03-21T11:08:19.259" v="1310" actId="27803"/>
          <ac:spMkLst>
            <pc:docMk/>
            <pc:sldMk cId="1175821773" sldId="258"/>
            <ac:spMk id="1953" creationId="{CF23B784-16C4-4163-A108-2DB266C55740}"/>
          </ac:spMkLst>
        </pc:spChg>
        <pc:spChg chg="mod">
          <ac:chgData name="SERGIO SPANO'" userId="3abdd0b9-513e-40ac-aad4-56920065037d" providerId="ADAL" clId="{2DCFDF45-1F6B-4A47-892B-C9094FDD5642}" dt="2022-03-21T11:08:19.259" v="1310" actId="27803"/>
          <ac:spMkLst>
            <pc:docMk/>
            <pc:sldMk cId="1175821773" sldId="258"/>
            <ac:spMk id="1954" creationId="{A584159C-EDED-434F-A6F3-F21C19B82F3F}"/>
          </ac:spMkLst>
        </pc:spChg>
        <pc:spChg chg="mod">
          <ac:chgData name="SERGIO SPANO'" userId="3abdd0b9-513e-40ac-aad4-56920065037d" providerId="ADAL" clId="{2DCFDF45-1F6B-4A47-892B-C9094FDD5642}" dt="2022-03-21T11:08:19.259" v="1310" actId="27803"/>
          <ac:spMkLst>
            <pc:docMk/>
            <pc:sldMk cId="1175821773" sldId="258"/>
            <ac:spMk id="1955" creationId="{8DD705D2-4C8D-4FD3-AAEB-5A4779884786}"/>
          </ac:spMkLst>
        </pc:spChg>
        <pc:spChg chg="mod">
          <ac:chgData name="SERGIO SPANO'" userId="3abdd0b9-513e-40ac-aad4-56920065037d" providerId="ADAL" clId="{2DCFDF45-1F6B-4A47-892B-C9094FDD5642}" dt="2022-03-21T11:08:19.259" v="1310" actId="27803"/>
          <ac:spMkLst>
            <pc:docMk/>
            <pc:sldMk cId="1175821773" sldId="258"/>
            <ac:spMk id="1956" creationId="{1243817A-6768-4F17-9316-696E1D765C66}"/>
          </ac:spMkLst>
        </pc:spChg>
        <pc:spChg chg="mod">
          <ac:chgData name="SERGIO SPANO'" userId="3abdd0b9-513e-40ac-aad4-56920065037d" providerId="ADAL" clId="{2DCFDF45-1F6B-4A47-892B-C9094FDD5642}" dt="2022-03-21T11:08:19.259" v="1310" actId="27803"/>
          <ac:spMkLst>
            <pc:docMk/>
            <pc:sldMk cId="1175821773" sldId="258"/>
            <ac:spMk id="1957" creationId="{70B8A4A1-8B96-454E-8756-61533FDC823F}"/>
          </ac:spMkLst>
        </pc:spChg>
        <pc:spChg chg="mod">
          <ac:chgData name="SERGIO SPANO'" userId="3abdd0b9-513e-40ac-aad4-56920065037d" providerId="ADAL" clId="{2DCFDF45-1F6B-4A47-892B-C9094FDD5642}" dt="2022-03-21T11:08:19.259" v="1310" actId="27803"/>
          <ac:spMkLst>
            <pc:docMk/>
            <pc:sldMk cId="1175821773" sldId="258"/>
            <ac:spMk id="1958" creationId="{024A61C9-07FA-4FF4-9867-531666F84DF4}"/>
          </ac:spMkLst>
        </pc:spChg>
        <pc:spChg chg="mod">
          <ac:chgData name="SERGIO SPANO'" userId="3abdd0b9-513e-40ac-aad4-56920065037d" providerId="ADAL" clId="{2DCFDF45-1F6B-4A47-892B-C9094FDD5642}" dt="2022-03-21T11:08:19.259" v="1310" actId="27803"/>
          <ac:spMkLst>
            <pc:docMk/>
            <pc:sldMk cId="1175821773" sldId="258"/>
            <ac:spMk id="1959" creationId="{74C98EE5-DBDB-4494-80BC-A79E7F0929FE}"/>
          </ac:spMkLst>
        </pc:spChg>
        <pc:spChg chg="mod">
          <ac:chgData name="SERGIO SPANO'" userId="3abdd0b9-513e-40ac-aad4-56920065037d" providerId="ADAL" clId="{2DCFDF45-1F6B-4A47-892B-C9094FDD5642}" dt="2022-03-21T11:08:19.259" v="1310" actId="27803"/>
          <ac:spMkLst>
            <pc:docMk/>
            <pc:sldMk cId="1175821773" sldId="258"/>
            <ac:spMk id="1960" creationId="{53F69172-25A8-4C5C-B81F-C1EB4AD46F76}"/>
          </ac:spMkLst>
        </pc:spChg>
        <pc:spChg chg="mod">
          <ac:chgData name="SERGIO SPANO'" userId="3abdd0b9-513e-40ac-aad4-56920065037d" providerId="ADAL" clId="{2DCFDF45-1F6B-4A47-892B-C9094FDD5642}" dt="2022-03-21T11:08:19.259" v="1310" actId="27803"/>
          <ac:spMkLst>
            <pc:docMk/>
            <pc:sldMk cId="1175821773" sldId="258"/>
            <ac:spMk id="1961" creationId="{8044E14C-F5EE-4129-8F7D-6DF34CC462F6}"/>
          </ac:spMkLst>
        </pc:spChg>
        <pc:spChg chg="mod">
          <ac:chgData name="SERGIO SPANO'" userId="3abdd0b9-513e-40ac-aad4-56920065037d" providerId="ADAL" clId="{2DCFDF45-1F6B-4A47-892B-C9094FDD5642}" dt="2022-03-21T11:08:19.259" v="1310" actId="27803"/>
          <ac:spMkLst>
            <pc:docMk/>
            <pc:sldMk cId="1175821773" sldId="258"/>
            <ac:spMk id="1962" creationId="{90DF655A-3932-40AF-AE41-146268874B62}"/>
          </ac:spMkLst>
        </pc:spChg>
        <pc:spChg chg="mod">
          <ac:chgData name="SERGIO SPANO'" userId="3abdd0b9-513e-40ac-aad4-56920065037d" providerId="ADAL" clId="{2DCFDF45-1F6B-4A47-892B-C9094FDD5642}" dt="2022-03-21T11:08:19.259" v="1310" actId="27803"/>
          <ac:spMkLst>
            <pc:docMk/>
            <pc:sldMk cId="1175821773" sldId="258"/>
            <ac:spMk id="1963" creationId="{AE51C42F-DA07-4E8C-BBAD-1A16CD1A0CAA}"/>
          </ac:spMkLst>
        </pc:spChg>
        <pc:spChg chg="mod">
          <ac:chgData name="SERGIO SPANO'" userId="3abdd0b9-513e-40ac-aad4-56920065037d" providerId="ADAL" clId="{2DCFDF45-1F6B-4A47-892B-C9094FDD5642}" dt="2022-03-21T11:08:19.259" v="1310" actId="27803"/>
          <ac:spMkLst>
            <pc:docMk/>
            <pc:sldMk cId="1175821773" sldId="258"/>
            <ac:spMk id="1964" creationId="{C9901A3A-ED7D-4D8F-809A-109CF66AC9C4}"/>
          </ac:spMkLst>
        </pc:spChg>
        <pc:spChg chg="mod">
          <ac:chgData name="SERGIO SPANO'" userId="3abdd0b9-513e-40ac-aad4-56920065037d" providerId="ADAL" clId="{2DCFDF45-1F6B-4A47-892B-C9094FDD5642}" dt="2022-03-21T11:08:19.259" v="1310" actId="27803"/>
          <ac:spMkLst>
            <pc:docMk/>
            <pc:sldMk cId="1175821773" sldId="258"/>
            <ac:spMk id="1965" creationId="{26CD49B3-F2EC-47E4-A7F6-F29102A3FED2}"/>
          </ac:spMkLst>
        </pc:spChg>
        <pc:spChg chg="mod">
          <ac:chgData name="SERGIO SPANO'" userId="3abdd0b9-513e-40ac-aad4-56920065037d" providerId="ADAL" clId="{2DCFDF45-1F6B-4A47-892B-C9094FDD5642}" dt="2022-03-21T11:08:19.259" v="1310" actId="27803"/>
          <ac:spMkLst>
            <pc:docMk/>
            <pc:sldMk cId="1175821773" sldId="258"/>
            <ac:spMk id="1966" creationId="{253A5EBA-005B-4CFC-96FA-71F536003722}"/>
          </ac:spMkLst>
        </pc:spChg>
        <pc:spChg chg="mod">
          <ac:chgData name="SERGIO SPANO'" userId="3abdd0b9-513e-40ac-aad4-56920065037d" providerId="ADAL" clId="{2DCFDF45-1F6B-4A47-892B-C9094FDD5642}" dt="2022-03-21T11:08:19.259" v="1310" actId="27803"/>
          <ac:spMkLst>
            <pc:docMk/>
            <pc:sldMk cId="1175821773" sldId="258"/>
            <ac:spMk id="1967" creationId="{CBAE4404-E33A-4541-8023-DCEFAB68C788}"/>
          </ac:spMkLst>
        </pc:spChg>
        <pc:spChg chg="mod">
          <ac:chgData name="SERGIO SPANO'" userId="3abdd0b9-513e-40ac-aad4-56920065037d" providerId="ADAL" clId="{2DCFDF45-1F6B-4A47-892B-C9094FDD5642}" dt="2022-03-21T11:08:19.259" v="1310" actId="27803"/>
          <ac:spMkLst>
            <pc:docMk/>
            <pc:sldMk cId="1175821773" sldId="258"/>
            <ac:spMk id="1968" creationId="{3F0AD8BB-5A93-401E-9BF1-4FF9CB0EA6D7}"/>
          </ac:spMkLst>
        </pc:spChg>
        <pc:spChg chg="mod">
          <ac:chgData name="SERGIO SPANO'" userId="3abdd0b9-513e-40ac-aad4-56920065037d" providerId="ADAL" clId="{2DCFDF45-1F6B-4A47-892B-C9094FDD5642}" dt="2022-03-21T11:08:19.259" v="1310" actId="27803"/>
          <ac:spMkLst>
            <pc:docMk/>
            <pc:sldMk cId="1175821773" sldId="258"/>
            <ac:spMk id="1969" creationId="{F3A3384B-A2F4-4F62-8503-7566A0C92BA1}"/>
          </ac:spMkLst>
        </pc:spChg>
        <pc:spChg chg="mod">
          <ac:chgData name="SERGIO SPANO'" userId="3abdd0b9-513e-40ac-aad4-56920065037d" providerId="ADAL" clId="{2DCFDF45-1F6B-4A47-892B-C9094FDD5642}" dt="2022-03-21T11:08:19.259" v="1310" actId="27803"/>
          <ac:spMkLst>
            <pc:docMk/>
            <pc:sldMk cId="1175821773" sldId="258"/>
            <ac:spMk id="1970" creationId="{2139BCA7-32F7-4D3B-AA69-57F5B9E5D7D2}"/>
          </ac:spMkLst>
        </pc:spChg>
        <pc:spChg chg="mod">
          <ac:chgData name="SERGIO SPANO'" userId="3abdd0b9-513e-40ac-aad4-56920065037d" providerId="ADAL" clId="{2DCFDF45-1F6B-4A47-892B-C9094FDD5642}" dt="2022-03-21T11:08:19.259" v="1310" actId="27803"/>
          <ac:spMkLst>
            <pc:docMk/>
            <pc:sldMk cId="1175821773" sldId="258"/>
            <ac:spMk id="1971" creationId="{3CAD38A6-C80B-44DF-8401-C6EB5BB1BCCB}"/>
          </ac:spMkLst>
        </pc:spChg>
        <pc:spChg chg="mod">
          <ac:chgData name="SERGIO SPANO'" userId="3abdd0b9-513e-40ac-aad4-56920065037d" providerId="ADAL" clId="{2DCFDF45-1F6B-4A47-892B-C9094FDD5642}" dt="2022-03-21T11:08:19.259" v="1310" actId="27803"/>
          <ac:spMkLst>
            <pc:docMk/>
            <pc:sldMk cId="1175821773" sldId="258"/>
            <ac:spMk id="1972" creationId="{D94A6D56-D4EF-4630-8639-DDC70F822A54}"/>
          </ac:spMkLst>
        </pc:spChg>
        <pc:spChg chg="mod">
          <ac:chgData name="SERGIO SPANO'" userId="3abdd0b9-513e-40ac-aad4-56920065037d" providerId="ADAL" clId="{2DCFDF45-1F6B-4A47-892B-C9094FDD5642}" dt="2022-03-21T11:08:19.259" v="1310" actId="27803"/>
          <ac:spMkLst>
            <pc:docMk/>
            <pc:sldMk cId="1175821773" sldId="258"/>
            <ac:spMk id="1973" creationId="{C22E916C-FDDA-4EC9-9153-2C5ACB341ECD}"/>
          </ac:spMkLst>
        </pc:spChg>
        <pc:spChg chg="mod">
          <ac:chgData name="SERGIO SPANO'" userId="3abdd0b9-513e-40ac-aad4-56920065037d" providerId="ADAL" clId="{2DCFDF45-1F6B-4A47-892B-C9094FDD5642}" dt="2022-03-21T11:08:19.259" v="1310" actId="27803"/>
          <ac:spMkLst>
            <pc:docMk/>
            <pc:sldMk cId="1175821773" sldId="258"/>
            <ac:spMk id="1974" creationId="{510555C9-0C28-4045-BE64-98CCDA0DA0AD}"/>
          </ac:spMkLst>
        </pc:spChg>
        <pc:spChg chg="mod">
          <ac:chgData name="SERGIO SPANO'" userId="3abdd0b9-513e-40ac-aad4-56920065037d" providerId="ADAL" clId="{2DCFDF45-1F6B-4A47-892B-C9094FDD5642}" dt="2022-03-21T11:08:19.259" v="1310" actId="27803"/>
          <ac:spMkLst>
            <pc:docMk/>
            <pc:sldMk cId="1175821773" sldId="258"/>
            <ac:spMk id="1975" creationId="{004F0CE6-C245-4404-A594-979DB43DCA15}"/>
          </ac:spMkLst>
        </pc:spChg>
        <pc:spChg chg="mod">
          <ac:chgData name="SERGIO SPANO'" userId="3abdd0b9-513e-40ac-aad4-56920065037d" providerId="ADAL" clId="{2DCFDF45-1F6B-4A47-892B-C9094FDD5642}" dt="2022-03-21T11:08:19.259" v="1310" actId="27803"/>
          <ac:spMkLst>
            <pc:docMk/>
            <pc:sldMk cId="1175821773" sldId="258"/>
            <ac:spMk id="1976" creationId="{E4C31513-7C1F-4A51-8EA6-373AAE8990A5}"/>
          </ac:spMkLst>
        </pc:spChg>
        <pc:spChg chg="mod">
          <ac:chgData name="SERGIO SPANO'" userId="3abdd0b9-513e-40ac-aad4-56920065037d" providerId="ADAL" clId="{2DCFDF45-1F6B-4A47-892B-C9094FDD5642}" dt="2022-03-21T11:08:19.259" v="1310" actId="27803"/>
          <ac:spMkLst>
            <pc:docMk/>
            <pc:sldMk cId="1175821773" sldId="258"/>
            <ac:spMk id="1977" creationId="{26942ADF-53B8-469F-AC92-127F2EC852D3}"/>
          </ac:spMkLst>
        </pc:spChg>
        <pc:spChg chg="mod">
          <ac:chgData name="SERGIO SPANO'" userId="3abdd0b9-513e-40ac-aad4-56920065037d" providerId="ADAL" clId="{2DCFDF45-1F6B-4A47-892B-C9094FDD5642}" dt="2022-03-21T11:08:19.259" v="1310" actId="27803"/>
          <ac:spMkLst>
            <pc:docMk/>
            <pc:sldMk cId="1175821773" sldId="258"/>
            <ac:spMk id="1978" creationId="{639B4AB3-AF01-49BE-B898-2CCB07DAF86C}"/>
          </ac:spMkLst>
        </pc:spChg>
        <pc:spChg chg="mod">
          <ac:chgData name="SERGIO SPANO'" userId="3abdd0b9-513e-40ac-aad4-56920065037d" providerId="ADAL" clId="{2DCFDF45-1F6B-4A47-892B-C9094FDD5642}" dt="2022-03-21T11:08:19.259" v="1310" actId="27803"/>
          <ac:spMkLst>
            <pc:docMk/>
            <pc:sldMk cId="1175821773" sldId="258"/>
            <ac:spMk id="1979" creationId="{23529852-E82B-42A2-AFE6-24E31F57EF46}"/>
          </ac:spMkLst>
        </pc:spChg>
        <pc:spChg chg="mod">
          <ac:chgData name="SERGIO SPANO'" userId="3abdd0b9-513e-40ac-aad4-56920065037d" providerId="ADAL" clId="{2DCFDF45-1F6B-4A47-892B-C9094FDD5642}" dt="2022-03-21T11:08:19.259" v="1310" actId="27803"/>
          <ac:spMkLst>
            <pc:docMk/>
            <pc:sldMk cId="1175821773" sldId="258"/>
            <ac:spMk id="1980" creationId="{E11E4B38-687D-4816-A615-ECC5808667C0}"/>
          </ac:spMkLst>
        </pc:spChg>
        <pc:spChg chg="mod">
          <ac:chgData name="SERGIO SPANO'" userId="3abdd0b9-513e-40ac-aad4-56920065037d" providerId="ADAL" clId="{2DCFDF45-1F6B-4A47-892B-C9094FDD5642}" dt="2022-03-21T11:08:19.259" v="1310" actId="27803"/>
          <ac:spMkLst>
            <pc:docMk/>
            <pc:sldMk cId="1175821773" sldId="258"/>
            <ac:spMk id="1981" creationId="{55A445D9-8178-49B7-BC1C-168AA9FB0A01}"/>
          </ac:spMkLst>
        </pc:spChg>
        <pc:spChg chg="mod">
          <ac:chgData name="SERGIO SPANO'" userId="3abdd0b9-513e-40ac-aad4-56920065037d" providerId="ADAL" clId="{2DCFDF45-1F6B-4A47-892B-C9094FDD5642}" dt="2022-03-21T11:08:19.259" v="1310" actId="27803"/>
          <ac:spMkLst>
            <pc:docMk/>
            <pc:sldMk cId="1175821773" sldId="258"/>
            <ac:spMk id="1982" creationId="{27923B77-C1E3-4927-9B26-FDB6B89A6195}"/>
          </ac:spMkLst>
        </pc:spChg>
        <pc:spChg chg="mod">
          <ac:chgData name="SERGIO SPANO'" userId="3abdd0b9-513e-40ac-aad4-56920065037d" providerId="ADAL" clId="{2DCFDF45-1F6B-4A47-892B-C9094FDD5642}" dt="2022-03-21T11:08:19.259" v="1310" actId="27803"/>
          <ac:spMkLst>
            <pc:docMk/>
            <pc:sldMk cId="1175821773" sldId="258"/>
            <ac:spMk id="1983" creationId="{CD1665AC-1035-4AB7-A26A-27F3E5A6120D}"/>
          </ac:spMkLst>
        </pc:spChg>
        <pc:spChg chg="mod">
          <ac:chgData name="SERGIO SPANO'" userId="3abdd0b9-513e-40ac-aad4-56920065037d" providerId="ADAL" clId="{2DCFDF45-1F6B-4A47-892B-C9094FDD5642}" dt="2022-03-21T11:08:19.259" v="1310" actId="27803"/>
          <ac:spMkLst>
            <pc:docMk/>
            <pc:sldMk cId="1175821773" sldId="258"/>
            <ac:spMk id="1984" creationId="{FAD88C7E-A7CC-47AD-864D-823F53E904CB}"/>
          </ac:spMkLst>
        </pc:spChg>
        <pc:spChg chg="mod">
          <ac:chgData name="SERGIO SPANO'" userId="3abdd0b9-513e-40ac-aad4-56920065037d" providerId="ADAL" clId="{2DCFDF45-1F6B-4A47-892B-C9094FDD5642}" dt="2022-03-21T11:08:19.259" v="1310" actId="27803"/>
          <ac:spMkLst>
            <pc:docMk/>
            <pc:sldMk cId="1175821773" sldId="258"/>
            <ac:spMk id="1985" creationId="{E463CA82-70F2-4501-B714-D5FB7E7F8548}"/>
          </ac:spMkLst>
        </pc:spChg>
        <pc:spChg chg="mod">
          <ac:chgData name="SERGIO SPANO'" userId="3abdd0b9-513e-40ac-aad4-56920065037d" providerId="ADAL" clId="{2DCFDF45-1F6B-4A47-892B-C9094FDD5642}" dt="2022-03-21T11:08:19.259" v="1310" actId="27803"/>
          <ac:spMkLst>
            <pc:docMk/>
            <pc:sldMk cId="1175821773" sldId="258"/>
            <ac:spMk id="1986" creationId="{BC29696F-629A-4CD2-A539-F9EA082E81B1}"/>
          </ac:spMkLst>
        </pc:spChg>
        <pc:spChg chg="mod">
          <ac:chgData name="SERGIO SPANO'" userId="3abdd0b9-513e-40ac-aad4-56920065037d" providerId="ADAL" clId="{2DCFDF45-1F6B-4A47-892B-C9094FDD5642}" dt="2022-03-21T11:08:19.259" v="1310" actId="27803"/>
          <ac:spMkLst>
            <pc:docMk/>
            <pc:sldMk cId="1175821773" sldId="258"/>
            <ac:spMk id="1987" creationId="{F19CFA03-7139-464A-9D5B-301747E5BFC0}"/>
          </ac:spMkLst>
        </pc:spChg>
        <pc:spChg chg="mod">
          <ac:chgData name="SERGIO SPANO'" userId="3abdd0b9-513e-40ac-aad4-56920065037d" providerId="ADAL" clId="{2DCFDF45-1F6B-4A47-892B-C9094FDD5642}" dt="2022-03-21T11:08:19.259" v="1310" actId="27803"/>
          <ac:spMkLst>
            <pc:docMk/>
            <pc:sldMk cId="1175821773" sldId="258"/>
            <ac:spMk id="1988" creationId="{8935C073-76D4-40F7-9B00-0FDB3DC94CA1}"/>
          </ac:spMkLst>
        </pc:spChg>
        <pc:spChg chg="mod">
          <ac:chgData name="SERGIO SPANO'" userId="3abdd0b9-513e-40ac-aad4-56920065037d" providerId="ADAL" clId="{2DCFDF45-1F6B-4A47-892B-C9094FDD5642}" dt="2022-03-21T11:08:19.259" v="1310" actId="27803"/>
          <ac:spMkLst>
            <pc:docMk/>
            <pc:sldMk cId="1175821773" sldId="258"/>
            <ac:spMk id="1989" creationId="{C5576F94-6E11-4598-8EA5-A8529C4EFC7A}"/>
          </ac:spMkLst>
        </pc:spChg>
        <pc:spChg chg="mod">
          <ac:chgData name="SERGIO SPANO'" userId="3abdd0b9-513e-40ac-aad4-56920065037d" providerId="ADAL" clId="{2DCFDF45-1F6B-4A47-892B-C9094FDD5642}" dt="2022-03-21T11:08:19.259" v="1310" actId="27803"/>
          <ac:spMkLst>
            <pc:docMk/>
            <pc:sldMk cId="1175821773" sldId="258"/>
            <ac:spMk id="1990" creationId="{634E1852-5CA7-4FE3-9C8F-B09B6B28DFAC}"/>
          </ac:spMkLst>
        </pc:spChg>
        <pc:spChg chg="mod">
          <ac:chgData name="SERGIO SPANO'" userId="3abdd0b9-513e-40ac-aad4-56920065037d" providerId="ADAL" clId="{2DCFDF45-1F6B-4A47-892B-C9094FDD5642}" dt="2022-03-21T11:08:19.259" v="1310" actId="27803"/>
          <ac:spMkLst>
            <pc:docMk/>
            <pc:sldMk cId="1175821773" sldId="258"/>
            <ac:spMk id="1991" creationId="{C23DFC1D-D2F7-4ED5-B33B-7EEF71B377E6}"/>
          </ac:spMkLst>
        </pc:spChg>
        <pc:spChg chg="mod">
          <ac:chgData name="SERGIO SPANO'" userId="3abdd0b9-513e-40ac-aad4-56920065037d" providerId="ADAL" clId="{2DCFDF45-1F6B-4A47-892B-C9094FDD5642}" dt="2022-03-21T11:08:19.259" v="1310" actId="27803"/>
          <ac:spMkLst>
            <pc:docMk/>
            <pc:sldMk cId="1175821773" sldId="258"/>
            <ac:spMk id="1992" creationId="{16A417F7-2F76-49E3-A121-C8BD6BD3F1E8}"/>
          </ac:spMkLst>
        </pc:spChg>
        <pc:spChg chg="mod">
          <ac:chgData name="SERGIO SPANO'" userId="3abdd0b9-513e-40ac-aad4-56920065037d" providerId="ADAL" clId="{2DCFDF45-1F6B-4A47-892B-C9094FDD5642}" dt="2022-03-21T11:08:19.259" v="1310" actId="27803"/>
          <ac:spMkLst>
            <pc:docMk/>
            <pc:sldMk cId="1175821773" sldId="258"/>
            <ac:spMk id="1993" creationId="{87D7470A-7FDA-45AD-B53D-E6D4C6D726C9}"/>
          </ac:spMkLst>
        </pc:spChg>
        <pc:spChg chg="mod">
          <ac:chgData name="SERGIO SPANO'" userId="3abdd0b9-513e-40ac-aad4-56920065037d" providerId="ADAL" clId="{2DCFDF45-1F6B-4A47-892B-C9094FDD5642}" dt="2022-03-21T11:08:19.259" v="1310" actId="27803"/>
          <ac:spMkLst>
            <pc:docMk/>
            <pc:sldMk cId="1175821773" sldId="258"/>
            <ac:spMk id="1994" creationId="{7466DD7C-6D34-4762-967F-7DD7001841E9}"/>
          </ac:spMkLst>
        </pc:spChg>
        <pc:spChg chg="mod">
          <ac:chgData name="SERGIO SPANO'" userId="3abdd0b9-513e-40ac-aad4-56920065037d" providerId="ADAL" clId="{2DCFDF45-1F6B-4A47-892B-C9094FDD5642}" dt="2022-03-21T11:08:19.259" v="1310" actId="27803"/>
          <ac:spMkLst>
            <pc:docMk/>
            <pc:sldMk cId="1175821773" sldId="258"/>
            <ac:spMk id="1995" creationId="{244185E7-9983-42F9-AD90-72CCE7BFFAF2}"/>
          </ac:spMkLst>
        </pc:spChg>
        <pc:spChg chg="mod">
          <ac:chgData name="SERGIO SPANO'" userId="3abdd0b9-513e-40ac-aad4-56920065037d" providerId="ADAL" clId="{2DCFDF45-1F6B-4A47-892B-C9094FDD5642}" dt="2022-03-21T11:08:19.259" v="1310" actId="27803"/>
          <ac:spMkLst>
            <pc:docMk/>
            <pc:sldMk cId="1175821773" sldId="258"/>
            <ac:spMk id="1996" creationId="{94F91BC8-F093-4CF0-9E4F-5847C17CB705}"/>
          </ac:spMkLst>
        </pc:spChg>
        <pc:spChg chg="mod">
          <ac:chgData name="SERGIO SPANO'" userId="3abdd0b9-513e-40ac-aad4-56920065037d" providerId="ADAL" clId="{2DCFDF45-1F6B-4A47-892B-C9094FDD5642}" dt="2022-03-21T11:08:19.259" v="1310" actId="27803"/>
          <ac:spMkLst>
            <pc:docMk/>
            <pc:sldMk cId="1175821773" sldId="258"/>
            <ac:spMk id="1997" creationId="{E7307CA0-0549-46EB-93ED-F019DA7BA9B5}"/>
          </ac:spMkLst>
        </pc:spChg>
        <pc:spChg chg="mod">
          <ac:chgData name="SERGIO SPANO'" userId="3abdd0b9-513e-40ac-aad4-56920065037d" providerId="ADAL" clId="{2DCFDF45-1F6B-4A47-892B-C9094FDD5642}" dt="2022-03-21T11:08:19.259" v="1310" actId="27803"/>
          <ac:spMkLst>
            <pc:docMk/>
            <pc:sldMk cId="1175821773" sldId="258"/>
            <ac:spMk id="1998" creationId="{A2F1436C-434C-42BA-92B6-19460A0DB2F5}"/>
          </ac:spMkLst>
        </pc:spChg>
        <pc:spChg chg="mod">
          <ac:chgData name="SERGIO SPANO'" userId="3abdd0b9-513e-40ac-aad4-56920065037d" providerId="ADAL" clId="{2DCFDF45-1F6B-4A47-892B-C9094FDD5642}" dt="2022-03-21T11:08:19.259" v="1310" actId="27803"/>
          <ac:spMkLst>
            <pc:docMk/>
            <pc:sldMk cId="1175821773" sldId="258"/>
            <ac:spMk id="1999" creationId="{EFFF5F27-798C-4E98-832B-64A8C769654A}"/>
          </ac:spMkLst>
        </pc:spChg>
        <pc:spChg chg="mod">
          <ac:chgData name="SERGIO SPANO'" userId="3abdd0b9-513e-40ac-aad4-56920065037d" providerId="ADAL" clId="{2DCFDF45-1F6B-4A47-892B-C9094FDD5642}" dt="2022-03-21T11:08:19.259" v="1310" actId="27803"/>
          <ac:spMkLst>
            <pc:docMk/>
            <pc:sldMk cId="1175821773" sldId="258"/>
            <ac:spMk id="2000" creationId="{69029318-1A04-468C-9178-BA09C9F04690}"/>
          </ac:spMkLst>
        </pc:spChg>
        <pc:spChg chg="mod">
          <ac:chgData name="SERGIO SPANO'" userId="3abdd0b9-513e-40ac-aad4-56920065037d" providerId="ADAL" clId="{2DCFDF45-1F6B-4A47-892B-C9094FDD5642}" dt="2022-03-21T11:08:19.259" v="1310" actId="27803"/>
          <ac:spMkLst>
            <pc:docMk/>
            <pc:sldMk cId="1175821773" sldId="258"/>
            <ac:spMk id="2001" creationId="{23D0009A-0491-4F8E-BDDC-A4253E53540E}"/>
          </ac:spMkLst>
        </pc:spChg>
        <pc:spChg chg="mod">
          <ac:chgData name="SERGIO SPANO'" userId="3abdd0b9-513e-40ac-aad4-56920065037d" providerId="ADAL" clId="{2DCFDF45-1F6B-4A47-892B-C9094FDD5642}" dt="2022-03-21T11:08:19.259" v="1310" actId="27803"/>
          <ac:spMkLst>
            <pc:docMk/>
            <pc:sldMk cId="1175821773" sldId="258"/>
            <ac:spMk id="2002" creationId="{6EFCED2F-2244-4E53-97D0-00339556B337}"/>
          </ac:spMkLst>
        </pc:spChg>
        <pc:spChg chg="mod">
          <ac:chgData name="SERGIO SPANO'" userId="3abdd0b9-513e-40ac-aad4-56920065037d" providerId="ADAL" clId="{2DCFDF45-1F6B-4A47-892B-C9094FDD5642}" dt="2022-03-21T11:08:19.259" v="1310" actId="27803"/>
          <ac:spMkLst>
            <pc:docMk/>
            <pc:sldMk cId="1175821773" sldId="258"/>
            <ac:spMk id="2003" creationId="{ABDA7965-A90D-4E0D-866D-1FD50E32571B}"/>
          </ac:spMkLst>
        </pc:spChg>
        <pc:spChg chg="mod">
          <ac:chgData name="SERGIO SPANO'" userId="3abdd0b9-513e-40ac-aad4-56920065037d" providerId="ADAL" clId="{2DCFDF45-1F6B-4A47-892B-C9094FDD5642}" dt="2022-03-21T11:08:19.259" v="1310" actId="27803"/>
          <ac:spMkLst>
            <pc:docMk/>
            <pc:sldMk cId="1175821773" sldId="258"/>
            <ac:spMk id="2004" creationId="{B936B5D2-FBA0-4200-8C9D-97056EFF8024}"/>
          </ac:spMkLst>
        </pc:spChg>
        <pc:spChg chg="mod">
          <ac:chgData name="SERGIO SPANO'" userId="3abdd0b9-513e-40ac-aad4-56920065037d" providerId="ADAL" clId="{2DCFDF45-1F6B-4A47-892B-C9094FDD5642}" dt="2022-03-21T11:08:19.259" v="1310" actId="27803"/>
          <ac:spMkLst>
            <pc:docMk/>
            <pc:sldMk cId="1175821773" sldId="258"/>
            <ac:spMk id="2005" creationId="{C58BF9CC-31AE-4162-993C-84433AD706BE}"/>
          </ac:spMkLst>
        </pc:spChg>
        <pc:spChg chg="mod">
          <ac:chgData name="SERGIO SPANO'" userId="3abdd0b9-513e-40ac-aad4-56920065037d" providerId="ADAL" clId="{2DCFDF45-1F6B-4A47-892B-C9094FDD5642}" dt="2022-03-21T11:08:19.259" v="1310" actId="27803"/>
          <ac:spMkLst>
            <pc:docMk/>
            <pc:sldMk cId="1175821773" sldId="258"/>
            <ac:spMk id="2006" creationId="{40E685B4-A498-459B-83FA-B699F164111A}"/>
          </ac:spMkLst>
        </pc:spChg>
        <pc:spChg chg="mod">
          <ac:chgData name="SERGIO SPANO'" userId="3abdd0b9-513e-40ac-aad4-56920065037d" providerId="ADAL" clId="{2DCFDF45-1F6B-4A47-892B-C9094FDD5642}" dt="2022-03-21T11:08:19.259" v="1310" actId="27803"/>
          <ac:spMkLst>
            <pc:docMk/>
            <pc:sldMk cId="1175821773" sldId="258"/>
            <ac:spMk id="2007" creationId="{7CF827E8-AC4E-44EF-B0D5-999150667A8D}"/>
          </ac:spMkLst>
        </pc:spChg>
        <pc:spChg chg="mod">
          <ac:chgData name="SERGIO SPANO'" userId="3abdd0b9-513e-40ac-aad4-56920065037d" providerId="ADAL" clId="{2DCFDF45-1F6B-4A47-892B-C9094FDD5642}" dt="2022-03-21T11:08:19.259" v="1310" actId="27803"/>
          <ac:spMkLst>
            <pc:docMk/>
            <pc:sldMk cId="1175821773" sldId="258"/>
            <ac:spMk id="2008" creationId="{E54F7B00-7121-4D6D-944A-192640062142}"/>
          </ac:spMkLst>
        </pc:spChg>
        <pc:spChg chg="mod">
          <ac:chgData name="SERGIO SPANO'" userId="3abdd0b9-513e-40ac-aad4-56920065037d" providerId="ADAL" clId="{2DCFDF45-1F6B-4A47-892B-C9094FDD5642}" dt="2022-03-21T11:08:19.259" v="1310" actId="27803"/>
          <ac:spMkLst>
            <pc:docMk/>
            <pc:sldMk cId="1175821773" sldId="258"/>
            <ac:spMk id="2009" creationId="{4FA1E7E9-FC3B-48A2-BEFF-C17828F5F8B3}"/>
          </ac:spMkLst>
        </pc:spChg>
        <pc:spChg chg="mod">
          <ac:chgData name="SERGIO SPANO'" userId="3abdd0b9-513e-40ac-aad4-56920065037d" providerId="ADAL" clId="{2DCFDF45-1F6B-4A47-892B-C9094FDD5642}" dt="2022-03-21T11:08:19.259" v="1310" actId="27803"/>
          <ac:spMkLst>
            <pc:docMk/>
            <pc:sldMk cId="1175821773" sldId="258"/>
            <ac:spMk id="2010" creationId="{6594F3BF-D2A0-42AF-995A-F231A8DDD88B}"/>
          </ac:spMkLst>
        </pc:spChg>
        <pc:spChg chg="mod">
          <ac:chgData name="SERGIO SPANO'" userId="3abdd0b9-513e-40ac-aad4-56920065037d" providerId="ADAL" clId="{2DCFDF45-1F6B-4A47-892B-C9094FDD5642}" dt="2022-03-21T11:08:19.259" v="1310" actId="27803"/>
          <ac:spMkLst>
            <pc:docMk/>
            <pc:sldMk cId="1175821773" sldId="258"/>
            <ac:spMk id="2011" creationId="{5A17C4AE-A9AC-4CF7-887B-02975088F0ED}"/>
          </ac:spMkLst>
        </pc:spChg>
        <pc:spChg chg="mod">
          <ac:chgData name="SERGIO SPANO'" userId="3abdd0b9-513e-40ac-aad4-56920065037d" providerId="ADAL" clId="{2DCFDF45-1F6B-4A47-892B-C9094FDD5642}" dt="2022-03-21T11:08:19.259" v="1310" actId="27803"/>
          <ac:spMkLst>
            <pc:docMk/>
            <pc:sldMk cId="1175821773" sldId="258"/>
            <ac:spMk id="2012" creationId="{891A0895-5CF5-469E-B3AA-5F052B1D4539}"/>
          </ac:spMkLst>
        </pc:spChg>
        <pc:spChg chg="mod">
          <ac:chgData name="SERGIO SPANO'" userId="3abdd0b9-513e-40ac-aad4-56920065037d" providerId="ADAL" clId="{2DCFDF45-1F6B-4A47-892B-C9094FDD5642}" dt="2022-03-21T11:08:19.259" v="1310" actId="27803"/>
          <ac:spMkLst>
            <pc:docMk/>
            <pc:sldMk cId="1175821773" sldId="258"/>
            <ac:spMk id="2013" creationId="{769B1BAA-8EE8-484A-BF66-8C8AF245BA21}"/>
          </ac:spMkLst>
        </pc:spChg>
        <pc:spChg chg="mod">
          <ac:chgData name="SERGIO SPANO'" userId="3abdd0b9-513e-40ac-aad4-56920065037d" providerId="ADAL" clId="{2DCFDF45-1F6B-4A47-892B-C9094FDD5642}" dt="2022-03-21T11:08:19.259" v="1310" actId="27803"/>
          <ac:spMkLst>
            <pc:docMk/>
            <pc:sldMk cId="1175821773" sldId="258"/>
            <ac:spMk id="2014" creationId="{F6C859BE-23DA-4559-BCA4-166D990F0269}"/>
          </ac:spMkLst>
        </pc:spChg>
        <pc:spChg chg="mod">
          <ac:chgData name="SERGIO SPANO'" userId="3abdd0b9-513e-40ac-aad4-56920065037d" providerId="ADAL" clId="{2DCFDF45-1F6B-4A47-892B-C9094FDD5642}" dt="2022-03-21T11:08:19.259" v="1310" actId="27803"/>
          <ac:spMkLst>
            <pc:docMk/>
            <pc:sldMk cId="1175821773" sldId="258"/>
            <ac:spMk id="2015" creationId="{F0B49699-F18B-4D2E-955D-2BD32DF9990D}"/>
          </ac:spMkLst>
        </pc:spChg>
        <pc:spChg chg="mod">
          <ac:chgData name="SERGIO SPANO'" userId="3abdd0b9-513e-40ac-aad4-56920065037d" providerId="ADAL" clId="{2DCFDF45-1F6B-4A47-892B-C9094FDD5642}" dt="2022-03-21T11:08:19.259" v="1310" actId="27803"/>
          <ac:spMkLst>
            <pc:docMk/>
            <pc:sldMk cId="1175821773" sldId="258"/>
            <ac:spMk id="2016" creationId="{DAA5EB4E-5E16-4C0F-BCEE-5B8F5004823A}"/>
          </ac:spMkLst>
        </pc:spChg>
        <pc:spChg chg="mod">
          <ac:chgData name="SERGIO SPANO'" userId="3abdd0b9-513e-40ac-aad4-56920065037d" providerId="ADAL" clId="{2DCFDF45-1F6B-4A47-892B-C9094FDD5642}" dt="2022-03-21T11:08:19.259" v="1310" actId="27803"/>
          <ac:spMkLst>
            <pc:docMk/>
            <pc:sldMk cId="1175821773" sldId="258"/>
            <ac:spMk id="2017" creationId="{8AB92C87-D667-4A02-8DB7-B7D30B192D2E}"/>
          </ac:spMkLst>
        </pc:spChg>
        <pc:spChg chg="mod">
          <ac:chgData name="SERGIO SPANO'" userId="3abdd0b9-513e-40ac-aad4-56920065037d" providerId="ADAL" clId="{2DCFDF45-1F6B-4A47-892B-C9094FDD5642}" dt="2022-03-21T11:08:19.259" v="1310" actId="27803"/>
          <ac:spMkLst>
            <pc:docMk/>
            <pc:sldMk cId="1175821773" sldId="258"/>
            <ac:spMk id="2018" creationId="{D204EF4A-01F7-48B5-AEB4-148ACF9393B3}"/>
          </ac:spMkLst>
        </pc:spChg>
        <pc:spChg chg="mod">
          <ac:chgData name="SERGIO SPANO'" userId="3abdd0b9-513e-40ac-aad4-56920065037d" providerId="ADAL" clId="{2DCFDF45-1F6B-4A47-892B-C9094FDD5642}" dt="2022-03-21T11:08:19.259" v="1310" actId="27803"/>
          <ac:spMkLst>
            <pc:docMk/>
            <pc:sldMk cId="1175821773" sldId="258"/>
            <ac:spMk id="2019" creationId="{03DB7788-9195-4584-8BCC-DC1C15F3E38F}"/>
          </ac:spMkLst>
        </pc:spChg>
        <pc:spChg chg="mod">
          <ac:chgData name="SERGIO SPANO'" userId="3abdd0b9-513e-40ac-aad4-56920065037d" providerId="ADAL" clId="{2DCFDF45-1F6B-4A47-892B-C9094FDD5642}" dt="2022-03-21T11:08:19.259" v="1310" actId="27803"/>
          <ac:spMkLst>
            <pc:docMk/>
            <pc:sldMk cId="1175821773" sldId="258"/>
            <ac:spMk id="2020" creationId="{F5F5B035-A75D-4579-A560-F45DE5E283D8}"/>
          </ac:spMkLst>
        </pc:spChg>
        <pc:spChg chg="mod">
          <ac:chgData name="SERGIO SPANO'" userId="3abdd0b9-513e-40ac-aad4-56920065037d" providerId="ADAL" clId="{2DCFDF45-1F6B-4A47-892B-C9094FDD5642}" dt="2022-03-21T11:08:19.259" v="1310" actId="27803"/>
          <ac:spMkLst>
            <pc:docMk/>
            <pc:sldMk cId="1175821773" sldId="258"/>
            <ac:spMk id="2021" creationId="{7C279404-E942-4753-A679-B39C70E9647E}"/>
          </ac:spMkLst>
        </pc:spChg>
        <pc:spChg chg="mod">
          <ac:chgData name="SERGIO SPANO'" userId="3abdd0b9-513e-40ac-aad4-56920065037d" providerId="ADAL" clId="{2DCFDF45-1F6B-4A47-892B-C9094FDD5642}" dt="2022-03-21T11:08:19.259" v="1310" actId="27803"/>
          <ac:spMkLst>
            <pc:docMk/>
            <pc:sldMk cId="1175821773" sldId="258"/>
            <ac:spMk id="2022" creationId="{F235D415-08EB-4E49-9B94-ADE68A28C208}"/>
          </ac:spMkLst>
        </pc:spChg>
        <pc:spChg chg="mod">
          <ac:chgData name="SERGIO SPANO'" userId="3abdd0b9-513e-40ac-aad4-56920065037d" providerId="ADAL" clId="{2DCFDF45-1F6B-4A47-892B-C9094FDD5642}" dt="2022-03-21T11:08:19.259" v="1310" actId="27803"/>
          <ac:spMkLst>
            <pc:docMk/>
            <pc:sldMk cId="1175821773" sldId="258"/>
            <ac:spMk id="2023" creationId="{BAB6D9CD-D98F-415B-9098-8E36BF4712A5}"/>
          </ac:spMkLst>
        </pc:spChg>
        <pc:spChg chg="mod">
          <ac:chgData name="SERGIO SPANO'" userId="3abdd0b9-513e-40ac-aad4-56920065037d" providerId="ADAL" clId="{2DCFDF45-1F6B-4A47-892B-C9094FDD5642}" dt="2022-03-21T11:08:19.259" v="1310" actId="27803"/>
          <ac:spMkLst>
            <pc:docMk/>
            <pc:sldMk cId="1175821773" sldId="258"/>
            <ac:spMk id="2024" creationId="{D30D0033-1198-46D5-80F9-256FB35D142D}"/>
          </ac:spMkLst>
        </pc:spChg>
        <pc:spChg chg="mod">
          <ac:chgData name="SERGIO SPANO'" userId="3abdd0b9-513e-40ac-aad4-56920065037d" providerId="ADAL" clId="{2DCFDF45-1F6B-4A47-892B-C9094FDD5642}" dt="2022-03-21T11:08:19.259" v="1310" actId="27803"/>
          <ac:spMkLst>
            <pc:docMk/>
            <pc:sldMk cId="1175821773" sldId="258"/>
            <ac:spMk id="2025" creationId="{3FA422B7-55DF-4D76-B27E-D5E74EA7BE5C}"/>
          </ac:spMkLst>
        </pc:spChg>
        <pc:spChg chg="mod">
          <ac:chgData name="SERGIO SPANO'" userId="3abdd0b9-513e-40ac-aad4-56920065037d" providerId="ADAL" clId="{2DCFDF45-1F6B-4A47-892B-C9094FDD5642}" dt="2022-03-21T11:08:19.259" v="1310" actId="27803"/>
          <ac:spMkLst>
            <pc:docMk/>
            <pc:sldMk cId="1175821773" sldId="258"/>
            <ac:spMk id="2026" creationId="{4427557A-17D0-41CF-BDAB-212253139CF4}"/>
          </ac:spMkLst>
        </pc:spChg>
        <pc:spChg chg="mod">
          <ac:chgData name="SERGIO SPANO'" userId="3abdd0b9-513e-40ac-aad4-56920065037d" providerId="ADAL" clId="{2DCFDF45-1F6B-4A47-892B-C9094FDD5642}" dt="2022-03-21T11:08:19.259" v="1310" actId="27803"/>
          <ac:spMkLst>
            <pc:docMk/>
            <pc:sldMk cId="1175821773" sldId="258"/>
            <ac:spMk id="2027" creationId="{389FF0AE-CADD-41E9-9F79-59BD9E226912}"/>
          </ac:spMkLst>
        </pc:spChg>
        <pc:spChg chg="mod">
          <ac:chgData name="SERGIO SPANO'" userId="3abdd0b9-513e-40ac-aad4-56920065037d" providerId="ADAL" clId="{2DCFDF45-1F6B-4A47-892B-C9094FDD5642}" dt="2022-03-21T11:08:19.259" v="1310" actId="27803"/>
          <ac:spMkLst>
            <pc:docMk/>
            <pc:sldMk cId="1175821773" sldId="258"/>
            <ac:spMk id="2028" creationId="{42330569-F93C-4B14-B81D-DF52C352CFE4}"/>
          </ac:spMkLst>
        </pc:spChg>
        <pc:spChg chg="mod">
          <ac:chgData name="SERGIO SPANO'" userId="3abdd0b9-513e-40ac-aad4-56920065037d" providerId="ADAL" clId="{2DCFDF45-1F6B-4A47-892B-C9094FDD5642}" dt="2022-03-21T11:08:19.259" v="1310" actId="27803"/>
          <ac:spMkLst>
            <pc:docMk/>
            <pc:sldMk cId="1175821773" sldId="258"/>
            <ac:spMk id="2029" creationId="{48E63F78-9D75-4F08-BE34-DD6338883B19}"/>
          </ac:spMkLst>
        </pc:spChg>
        <pc:spChg chg="mod">
          <ac:chgData name="SERGIO SPANO'" userId="3abdd0b9-513e-40ac-aad4-56920065037d" providerId="ADAL" clId="{2DCFDF45-1F6B-4A47-892B-C9094FDD5642}" dt="2022-03-21T11:08:19.259" v="1310" actId="27803"/>
          <ac:spMkLst>
            <pc:docMk/>
            <pc:sldMk cId="1175821773" sldId="258"/>
            <ac:spMk id="2030" creationId="{F367E4B5-53F9-49BF-B354-13B8218DFFD4}"/>
          </ac:spMkLst>
        </pc:spChg>
        <pc:spChg chg="mod">
          <ac:chgData name="SERGIO SPANO'" userId="3abdd0b9-513e-40ac-aad4-56920065037d" providerId="ADAL" clId="{2DCFDF45-1F6B-4A47-892B-C9094FDD5642}" dt="2022-03-21T11:08:19.259" v="1310" actId="27803"/>
          <ac:spMkLst>
            <pc:docMk/>
            <pc:sldMk cId="1175821773" sldId="258"/>
            <ac:spMk id="2031" creationId="{31FE7741-48AF-4BB0-A544-A447AC9A1DAA}"/>
          </ac:spMkLst>
        </pc:spChg>
        <pc:spChg chg="mod">
          <ac:chgData name="SERGIO SPANO'" userId="3abdd0b9-513e-40ac-aad4-56920065037d" providerId="ADAL" clId="{2DCFDF45-1F6B-4A47-892B-C9094FDD5642}" dt="2022-03-21T11:08:19.259" v="1310" actId="27803"/>
          <ac:spMkLst>
            <pc:docMk/>
            <pc:sldMk cId="1175821773" sldId="258"/>
            <ac:spMk id="2032" creationId="{A61F69B6-FC04-4FB6-9E58-00191262498D}"/>
          </ac:spMkLst>
        </pc:spChg>
        <pc:spChg chg="mod">
          <ac:chgData name="SERGIO SPANO'" userId="3abdd0b9-513e-40ac-aad4-56920065037d" providerId="ADAL" clId="{2DCFDF45-1F6B-4A47-892B-C9094FDD5642}" dt="2022-03-21T11:08:19.259" v="1310" actId="27803"/>
          <ac:spMkLst>
            <pc:docMk/>
            <pc:sldMk cId="1175821773" sldId="258"/>
            <ac:spMk id="2033" creationId="{F951DA9A-0573-485D-8DA6-42D9A9433337}"/>
          </ac:spMkLst>
        </pc:spChg>
        <pc:spChg chg="mod">
          <ac:chgData name="SERGIO SPANO'" userId="3abdd0b9-513e-40ac-aad4-56920065037d" providerId="ADAL" clId="{2DCFDF45-1F6B-4A47-892B-C9094FDD5642}" dt="2022-03-21T11:08:19.259" v="1310" actId="27803"/>
          <ac:spMkLst>
            <pc:docMk/>
            <pc:sldMk cId="1175821773" sldId="258"/>
            <ac:spMk id="2034" creationId="{F86A6A51-AFA2-497F-AE43-18C98DB30411}"/>
          </ac:spMkLst>
        </pc:spChg>
        <pc:spChg chg="mod">
          <ac:chgData name="SERGIO SPANO'" userId="3abdd0b9-513e-40ac-aad4-56920065037d" providerId="ADAL" clId="{2DCFDF45-1F6B-4A47-892B-C9094FDD5642}" dt="2022-03-21T11:08:19.259" v="1310" actId="27803"/>
          <ac:spMkLst>
            <pc:docMk/>
            <pc:sldMk cId="1175821773" sldId="258"/>
            <ac:spMk id="2035" creationId="{49A47296-8FDA-47E4-9890-0D78F0BB65E5}"/>
          </ac:spMkLst>
        </pc:spChg>
        <pc:spChg chg="mod">
          <ac:chgData name="SERGIO SPANO'" userId="3abdd0b9-513e-40ac-aad4-56920065037d" providerId="ADAL" clId="{2DCFDF45-1F6B-4A47-892B-C9094FDD5642}" dt="2022-03-21T11:08:19.259" v="1310" actId="27803"/>
          <ac:spMkLst>
            <pc:docMk/>
            <pc:sldMk cId="1175821773" sldId="258"/>
            <ac:spMk id="2036" creationId="{AECFADD8-DB9C-4AE7-9C4E-A38049C46883}"/>
          </ac:spMkLst>
        </pc:spChg>
        <pc:spChg chg="mod">
          <ac:chgData name="SERGIO SPANO'" userId="3abdd0b9-513e-40ac-aad4-56920065037d" providerId="ADAL" clId="{2DCFDF45-1F6B-4A47-892B-C9094FDD5642}" dt="2022-03-21T11:08:19.259" v="1310" actId="27803"/>
          <ac:spMkLst>
            <pc:docMk/>
            <pc:sldMk cId="1175821773" sldId="258"/>
            <ac:spMk id="2037" creationId="{90B95991-B0F5-4B87-A24F-1C6FBD228D6A}"/>
          </ac:spMkLst>
        </pc:spChg>
        <pc:spChg chg="mod">
          <ac:chgData name="SERGIO SPANO'" userId="3abdd0b9-513e-40ac-aad4-56920065037d" providerId="ADAL" clId="{2DCFDF45-1F6B-4A47-892B-C9094FDD5642}" dt="2022-03-21T11:08:19.259" v="1310" actId="27803"/>
          <ac:spMkLst>
            <pc:docMk/>
            <pc:sldMk cId="1175821773" sldId="258"/>
            <ac:spMk id="2038" creationId="{1790A37C-E078-4C98-8425-889283ED1110}"/>
          </ac:spMkLst>
        </pc:spChg>
        <pc:spChg chg="mod">
          <ac:chgData name="SERGIO SPANO'" userId="3abdd0b9-513e-40ac-aad4-56920065037d" providerId="ADAL" clId="{2DCFDF45-1F6B-4A47-892B-C9094FDD5642}" dt="2022-03-21T11:08:19.259" v="1310" actId="27803"/>
          <ac:spMkLst>
            <pc:docMk/>
            <pc:sldMk cId="1175821773" sldId="258"/>
            <ac:spMk id="2039" creationId="{11B9FADB-965C-472A-A763-5324AE4501A9}"/>
          </ac:spMkLst>
        </pc:spChg>
        <pc:spChg chg="mod">
          <ac:chgData name="SERGIO SPANO'" userId="3abdd0b9-513e-40ac-aad4-56920065037d" providerId="ADAL" clId="{2DCFDF45-1F6B-4A47-892B-C9094FDD5642}" dt="2022-03-21T11:08:19.259" v="1310" actId="27803"/>
          <ac:spMkLst>
            <pc:docMk/>
            <pc:sldMk cId="1175821773" sldId="258"/>
            <ac:spMk id="2040" creationId="{1324AF79-A6BD-4787-9E1F-637B14A6D49E}"/>
          </ac:spMkLst>
        </pc:spChg>
        <pc:spChg chg="mod">
          <ac:chgData name="SERGIO SPANO'" userId="3abdd0b9-513e-40ac-aad4-56920065037d" providerId="ADAL" clId="{2DCFDF45-1F6B-4A47-892B-C9094FDD5642}" dt="2022-03-21T11:08:19.259" v="1310" actId="27803"/>
          <ac:spMkLst>
            <pc:docMk/>
            <pc:sldMk cId="1175821773" sldId="258"/>
            <ac:spMk id="2041" creationId="{D4DE1DAB-A3A0-4E35-84E1-A3ABFF22B55C}"/>
          </ac:spMkLst>
        </pc:spChg>
        <pc:spChg chg="mod">
          <ac:chgData name="SERGIO SPANO'" userId="3abdd0b9-513e-40ac-aad4-56920065037d" providerId="ADAL" clId="{2DCFDF45-1F6B-4A47-892B-C9094FDD5642}" dt="2022-03-21T11:08:19.259" v="1310" actId="27803"/>
          <ac:spMkLst>
            <pc:docMk/>
            <pc:sldMk cId="1175821773" sldId="258"/>
            <ac:spMk id="2042" creationId="{19675B31-62F1-4876-8290-F97176178480}"/>
          </ac:spMkLst>
        </pc:spChg>
        <pc:spChg chg="mod">
          <ac:chgData name="SERGIO SPANO'" userId="3abdd0b9-513e-40ac-aad4-56920065037d" providerId="ADAL" clId="{2DCFDF45-1F6B-4A47-892B-C9094FDD5642}" dt="2022-03-21T11:08:19.259" v="1310" actId="27803"/>
          <ac:spMkLst>
            <pc:docMk/>
            <pc:sldMk cId="1175821773" sldId="258"/>
            <ac:spMk id="2043" creationId="{6A910A3F-4108-460F-9314-C78559BB2B29}"/>
          </ac:spMkLst>
        </pc:spChg>
        <pc:spChg chg="mod">
          <ac:chgData name="SERGIO SPANO'" userId="3abdd0b9-513e-40ac-aad4-56920065037d" providerId="ADAL" clId="{2DCFDF45-1F6B-4A47-892B-C9094FDD5642}" dt="2022-03-21T11:08:19.259" v="1310" actId="27803"/>
          <ac:spMkLst>
            <pc:docMk/>
            <pc:sldMk cId="1175821773" sldId="258"/>
            <ac:spMk id="2044" creationId="{CAEE03B0-99D9-410D-AEE6-848EE2016535}"/>
          </ac:spMkLst>
        </pc:spChg>
        <pc:spChg chg="mod">
          <ac:chgData name="SERGIO SPANO'" userId="3abdd0b9-513e-40ac-aad4-56920065037d" providerId="ADAL" clId="{2DCFDF45-1F6B-4A47-892B-C9094FDD5642}" dt="2022-03-21T11:08:19.259" v="1310" actId="27803"/>
          <ac:spMkLst>
            <pc:docMk/>
            <pc:sldMk cId="1175821773" sldId="258"/>
            <ac:spMk id="2045" creationId="{CC0925BA-357A-435A-AFA1-55BB1C77A750}"/>
          </ac:spMkLst>
        </pc:spChg>
        <pc:spChg chg="mod">
          <ac:chgData name="SERGIO SPANO'" userId="3abdd0b9-513e-40ac-aad4-56920065037d" providerId="ADAL" clId="{2DCFDF45-1F6B-4A47-892B-C9094FDD5642}" dt="2022-03-21T11:08:19.259" v="1310" actId="27803"/>
          <ac:spMkLst>
            <pc:docMk/>
            <pc:sldMk cId="1175821773" sldId="258"/>
            <ac:spMk id="2046" creationId="{BDAB33FE-D7D7-4C29-9EC8-B65073AB33DA}"/>
          </ac:spMkLst>
        </pc:spChg>
        <pc:spChg chg="mod">
          <ac:chgData name="SERGIO SPANO'" userId="3abdd0b9-513e-40ac-aad4-56920065037d" providerId="ADAL" clId="{2DCFDF45-1F6B-4A47-892B-C9094FDD5642}" dt="2022-03-21T11:08:19.259" v="1310" actId="27803"/>
          <ac:spMkLst>
            <pc:docMk/>
            <pc:sldMk cId="1175821773" sldId="258"/>
            <ac:spMk id="2047" creationId="{4A69EB8E-C9E9-458A-BE77-656ADEB76384}"/>
          </ac:spMkLst>
        </pc:spChg>
        <pc:spChg chg="mod">
          <ac:chgData name="SERGIO SPANO'" userId="3abdd0b9-513e-40ac-aad4-56920065037d" providerId="ADAL" clId="{2DCFDF45-1F6B-4A47-892B-C9094FDD5642}" dt="2022-03-21T11:08:19.259" v="1310" actId="27803"/>
          <ac:spMkLst>
            <pc:docMk/>
            <pc:sldMk cId="1175821773" sldId="258"/>
            <ac:spMk id="2048" creationId="{40BE94CD-CC45-472C-983E-DA9795ED8AF9}"/>
          </ac:spMkLst>
        </pc:spChg>
        <pc:spChg chg="mod">
          <ac:chgData name="SERGIO SPANO'" userId="3abdd0b9-513e-40ac-aad4-56920065037d" providerId="ADAL" clId="{2DCFDF45-1F6B-4A47-892B-C9094FDD5642}" dt="2022-03-21T11:08:19.259" v="1310" actId="27803"/>
          <ac:spMkLst>
            <pc:docMk/>
            <pc:sldMk cId="1175821773" sldId="258"/>
            <ac:spMk id="2049" creationId="{3DB46B88-E3C9-446B-93E0-3AD956A57CD7}"/>
          </ac:spMkLst>
        </pc:spChg>
        <pc:spChg chg="mod">
          <ac:chgData name="SERGIO SPANO'" userId="3abdd0b9-513e-40ac-aad4-56920065037d" providerId="ADAL" clId="{2DCFDF45-1F6B-4A47-892B-C9094FDD5642}" dt="2022-03-21T11:08:19.259" v="1310" actId="27803"/>
          <ac:spMkLst>
            <pc:docMk/>
            <pc:sldMk cId="1175821773" sldId="258"/>
            <ac:spMk id="2050" creationId="{EAC50D4E-489F-4B7E-AFCA-BF00E3ED9A48}"/>
          </ac:spMkLst>
        </pc:spChg>
        <pc:spChg chg="mod">
          <ac:chgData name="SERGIO SPANO'" userId="3abdd0b9-513e-40ac-aad4-56920065037d" providerId="ADAL" clId="{2DCFDF45-1F6B-4A47-892B-C9094FDD5642}" dt="2022-03-21T11:08:19.259" v="1310" actId="27803"/>
          <ac:spMkLst>
            <pc:docMk/>
            <pc:sldMk cId="1175821773" sldId="258"/>
            <ac:spMk id="2051" creationId="{4895F778-B2BD-44D5-8511-EB5085D64ECC}"/>
          </ac:spMkLst>
        </pc:spChg>
        <pc:spChg chg="mod">
          <ac:chgData name="SERGIO SPANO'" userId="3abdd0b9-513e-40ac-aad4-56920065037d" providerId="ADAL" clId="{2DCFDF45-1F6B-4A47-892B-C9094FDD5642}" dt="2022-03-21T11:08:19.259" v="1310" actId="27803"/>
          <ac:spMkLst>
            <pc:docMk/>
            <pc:sldMk cId="1175821773" sldId="258"/>
            <ac:spMk id="2052" creationId="{7F4140C4-C6F6-4B57-B589-352CBE570588}"/>
          </ac:spMkLst>
        </pc:spChg>
        <pc:spChg chg="mod">
          <ac:chgData name="SERGIO SPANO'" userId="3abdd0b9-513e-40ac-aad4-56920065037d" providerId="ADAL" clId="{2DCFDF45-1F6B-4A47-892B-C9094FDD5642}" dt="2022-03-21T11:08:19.259" v="1310" actId="27803"/>
          <ac:spMkLst>
            <pc:docMk/>
            <pc:sldMk cId="1175821773" sldId="258"/>
            <ac:spMk id="2053" creationId="{215BF74C-AF27-4863-AD07-B0662A82A389}"/>
          </ac:spMkLst>
        </pc:spChg>
        <pc:spChg chg="mod">
          <ac:chgData name="SERGIO SPANO'" userId="3abdd0b9-513e-40ac-aad4-56920065037d" providerId="ADAL" clId="{2DCFDF45-1F6B-4A47-892B-C9094FDD5642}" dt="2022-03-21T11:08:19.259" v="1310" actId="27803"/>
          <ac:spMkLst>
            <pc:docMk/>
            <pc:sldMk cId="1175821773" sldId="258"/>
            <ac:spMk id="2054" creationId="{374BE95E-5289-42F5-9B0D-DA7D29B4D701}"/>
          </ac:spMkLst>
        </pc:spChg>
        <pc:spChg chg="mod">
          <ac:chgData name="SERGIO SPANO'" userId="3abdd0b9-513e-40ac-aad4-56920065037d" providerId="ADAL" clId="{2DCFDF45-1F6B-4A47-892B-C9094FDD5642}" dt="2022-03-21T11:08:19.259" v="1310" actId="27803"/>
          <ac:spMkLst>
            <pc:docMk/>
            <pc:sldMk cId="1175821773" sldId="258"/>
            <ac:spMk id="2055" creationId="{DACA00EB-0C4F-4E53-930F-145C4669E26E}"/>
          </ac:spMkLst>
        </pc:spChg>
        <pc:spChg chg="mod">
          <ac:chgData name="SERGIO SPANO'" userId="3abdd0b9-513e-40ac-aad4-56920065037d" providerId="ADAL" clId="{2DCFDF45-1F6B-4A47-892B-C9094FDD5642}" dt="2022-03-21T11:08:19.259" v="1310" actId="27803"/>
          <ac:spMkLst>
            <pc:docMk/>
            <pc:sldMk cId="1175821773" sldId="258"/>
            <ac:spMk id="2056" creationId="{69F01C3C-C3EA-4F09-A205-A6A75C38AC7F}"/>
          </ac:spMkLst>
        </pc:spChg>
        <pc:spChg chg="mod">
          <ac:chgData name="SERGIO SPANO'" userId="3abdd0b9-513e-40ac-aad4-56920065037d" providerId="ADAL" clId="{2DCFDF45-1F6B-4A47-892B-C9094FDD5642}" dt="2022-03-21T11:08:19.259" v="1310" actId="27803"/>
          <ac:spMkLst>
            <pc:docMk/>
            <pc:sldMk cId="1175821773" sldId="258"/>
            <ac:spMk id="2057" creationId="{8F35015D-710B-4BD0-A4AA-C451B4C3A6C5}"/>
          </ac:spMkLst>
        </pc:spChg>
        <pc:spChg chg="mod">
          <ac:chgData name="SERGIO SPANO'" userId="3abdd0b9-513e-40ac-aad4-56920065037d" providerId="ADAL" clId="{2DCFDF45-1F6B-4A47-892B-C9094FDD5642}" dt="2022-03-21T11:08:19.259" v="1310" actId="27803"/>
          <ac:spMkLst>
            <pc:docMk/>
            <pc:sldMk cId="1175821773" sldId="258"/>
            <ac:spMk id="2058" creationId="{E16BA0A9-8436-4631-9C69-910128DFCC9F}"/>
          </ac:spMkLst>
        </pc:spChg>
        <pc:spChg chg="mod">
          <ac:chgData name="SERGIO SPANO'" userId="3abdd0b9-513e-40ac-aad4-56920065037d" providerId="ADAL" clId="{2DCFDF45-1F6B-4A47-892B-C9094FDD5642}" dt="2022-03-21T11:08:19.259" v="1310" actId="27803"/>
          <ac:spMkLst>
            <pc:docMk/>
            <pc:sldMk cId="1175821773" sldId="258"/>
            <ac:spMk id="2059" creationId="{B444F7EC-9475-40C5-AD5B-A61C7B9216D6}"/>
          </ac:spMkLst>
        </pc:spChg>
        <pc:spChg chg="mod">
          <ac:chgData name="SERGIO SPANO'" userId="3abdd0b9-513e-40ac-aad4-56920065037d" providerId="ADAL" clId="{2DCFDF45-1F6B-4A47-892B-C9094FDD5642}" dt="2022-03-21T11:08:19.259" v="1310" actId="27803"/>
          <ac:spMkLst>
            <pc:docMk/>
            <pc:sldMk cId="1175821773" sldId="258"/>
            <ac:spMk id="2060" creationId="{1C74BE17-5F4A-4ABE-B11D-A80903506361}"/>
          </ac:spMkLst>
        </pc:spChg>
        <pc:spChg chg="mod">
          <ac:chgData name="SERGIO SPANO'" userId="3abdd0b9-513e-40ac-aad4-56920065037d" providerId="ADAL" clId="{2DCFDF45-1F6B-4A47-892B-C9094FDD5642}" dt="2022-03-21T11:08:19.259" v="1310" actId="27803"/>
          <ac:spMkLst>
            <pc:docMk/>
            <pc:sldMk cId="1175821773" sldId="258"/>
            <ac:spMk id="2061" creationId="{1589AA11-4A3E-4E78-911F-AF0ABA1535AA}"/>
          </ac:spMkLst>
        </pc:spChg>
        <pc:spChg chg="mod">
          <ac:chgData name="SERGIO SPANO'" userId="3abdd0b9-513e-40ac-aad4-56920065037d" providerId="ADAL" clId="{2DCFDF45-1F6B-4A47-892B-C9094FDD5642}" dt="2022-03-21T11:08:19.259" v="1310" actId="27803"/>
          <ac:spMkLst>
            <pc:docMk/>
            <pc:sldMk cId="1175821773" sldId="258"/>
            <ac:spMk id="2062" creationId="{526E5007-38C9-4875-AB5D-7EAF0A67C77F}"/>
          </ac:spMkLst>
        </pc:spChg>
        <pc:spChg chg="mod">
          <ac:chgData name="SERGIO SPANO'" userId="3abdd0b9-513e-40ac-aad4-56920065037d" providerId="ADAL" clId="{2DCFDF45-1F6B-4A47-892B-C9094FDD5642}" dt="2022-03-21T11:08:19.259" v="1310" actId="27803"/>
          <ac:spMkLst>
            <pc:docMk/>
            <pc:sldMk cId="1175821773" sldId="258"/>
            <ac:spMk id="2063" creationId="{626D7AE5-1837-4B73-8978-2AF69D4C34E5}"/>
          </ac:spMkLst>
        </pc:spChg>
        <pc:spChg chg="mod">
          <ac:chgData name="SERGIO SPANO'" userId="3abdd0b9-513e-40ac-aad4-56920065037d" providerId="ADAL" clId="{2DCFDF45-1F6B-4A47-892B-C9094FDD5642}" dt="2022-03-21T11:08:19.259" v="1310" actId="27803"/>
          <ac:spMkLst>
            <pc:docMk/>
            <pc:sldMk cId="1175821773" sldId="258"/>
            <ac:spMk id="2064" creationId="{49DEB968-C2E2-4894-A59A-559A42145BEC}"/>
          </ac:spMkLst>
        </pc:spChg>
        <pc:spChg chg="mod">
          <ac:chgData name="SERGIO SPANO'" userId="3abdd0b9-513e-40ac-aad4-56920065037d" providerId="ADAL" clId="{2DCFDF45-1F6B-4A47-892B-C9094FDD5642}" dt="2022-03-21T11:08:19.259" v="1310" actId="27803"/>
          <ac:spMkLst>
            <pc:docMk/>
            <pc:sldMk cId="1175821773" sldId="258"/>
            <ac:spMk id="2065" creationId="{4DBE9FB3-B2BF-4DCE-9CEB-8F70DAF73174}"/>
          </ac:spMkLst>
        </pc:spChg>
        <pc:spChg chg="mod">
          <ac:chgData name="SERGIO SPANO'" userId="3abdd0b9-513e-40ac-aad4-56920065037d" providerId="ADAL" clId="{2DCFDF45-1F6B-4A47-892B-C9094FDD5642}" dt="2022-03-21T11:08:19.259" v="1310" actId="27803"/>
          <ac:spMkLst>
            <pc:docMk/>
            <pc:sldMk cId="1175821773" sldId="258"/>
            <ac:spMk id="2066" creationId="{F6D216B4-4EF5-49D2-8A52-E9817B2954AC}"/>
          </ac:spMkLst>
        </pc:spChg>
        <pc:spChg chg="mod">
          <ac:chgData name="SERGIO SPANO'" userId="3abdd0b9-513e-40ac-aad4-56920065037d" providerId="ADAL" clId="{2DCFDF45-1F6B-4A47-892B-C9094FDD5642}" dt="2022-03-21T11:08:19.259" v="1310" actId="27803"/>
          <ac:spMkLst>
            <pc:docMk/>
            <pc:sldMk cId="1175821773" sldId="258"/>
            <ac:spMk id="2067" creationId="{19C96FB7-777D-4289-BE38-967774B67FF6}"/>
          </ac:spMkLst>
        </pc:spChg>
        <pc:spChg chg="mod">
          <ac:chgData name="SERGIO SPANO'" userId="3abdd0b9-513e-40ac-aad4-56920065037d" providerId="ADAL" clId="{2DCFDF45-1F6B-4A47-892B-C9094FDD5642}" dt="2022-03-21T11:08:19.259" v="1310" actId="27803"/>
          <ac:spMkLst>
            <pc:docMk/>
            <pc:sldMk cId="1175821773" sldId="258"/>
            <ac:spMk id="2068" creationId="{7DF989FB-1F00-463B-B9EB-2C53B2640F70}"/>
          </ac:spMkLst>
        </pc:spChg>
        <pc:spChg chg="mod">
          <ac:chgData name="SERGIO SPANO'" userId="3abdd0b9-513e-40ac-aad4-56920065037d" providerId="ADAL" clId="{2DCFDF45-1F6B-4A47-892B-C9094FDD5642}" dt="2022-03-21T11:08:19.259" v="1310" actId="27803"/>
          <ac:spMkLst>
            <pc:docMk/>
            <pc:sldMk cId="1175821773" sldId="258"/>
            <ac:spMk id="2069" creationId="{259243B8-74E5-41C4-B8AB-FF9383F65EF9}"/>
          </ac:spMkLst>
        </pc:spChg>
        <pc:spChg chg="mod">
          <ac:chgData name="SERGIO SPANO'" userId="3abdd0b9-513e-40ac-aad4-56920065037d" providerId="ADAL" clId="{2DCFDF45-1F6B-4A47-892B-C9094FDD5642}" dt="2022-03-21T11:08:19.259" v="1310" actId="27803"/>
          <ac:spMkLst>
            <pc:docMk/>
            <pc:sldMk cId="1175821773" sldId="258"/>
            <ac:spMk id="2070" creationId="{9CC6420B-C606-4825-AB98-F565F427D1E2}"/>
          </ac:spMkLst>
        </pc:spChg>
        <pc:spChg chg="mod">
          <ac:chgData name="SERGIO SPANO'" userId="3abdd0b9-513e-40ac-aad4-56920065037d" providerId="ADAL" clId="{2DCFDF45-1F6B-4A47-892B-C9094FDD5642}" dt="2022-03-21T11:08:19.259" v="1310" actId="27803"/>
          <ac:spMkLst>
            <pc:docMk/>
            <pc:sldMk cId="1175821773" sldId="258"/>
            <ac:spMk id="2071" creationId="{DCFF1898-8910-4B87-9BD2-FF89E58A11C0}"/>
          </ac:spMkLst>
        </pc:spChg>
        <pc:spChg chg="mod">
          <ac:chgData name="SERGIO SPANO'" userId="3abdd0b9-513e-40ac-aad4-56920065037d" providerId="ADAL" clId="{2DCFDF45-1F6B-4A47-892B-C9094FDD5642}" dt="2022-03-21T11:08:19.259" v="1310" actId="27803"/>
          <ac:spMkLst>
            <pc:docMk/>
            <pc:sldMk cId="1175821773" sldId="258"/>
            <ac:spMk id="2072" creationId="{DCB48C46-F7C4-44AD-BAE0-E5EBDCA7B014}"/>
          </ac:spMkLst>
        </pc:spChg>
        <pc:spChg chg="mod">
          <ac:chgData name="SERGIO SPANO'" userId="3abdd0b9-513e-40ac-aad4-56920065037d" providerId="ADAL" clId="{2DCFDF45-1F6B-4A47-892B-C9094FDD5642}" dt="2022-03-21T11:08:19.259" v="1310" actId="27803"/>
          <ac:spMkLst>
            <pc:docMk/>
            <pc:sldMk cId="1175821773" sldId="258"/>
            <ac:spMk id="2073" creationId="{8BB0F3E5-7A65-4FC2-92E4-4D20BCE573D6}"/>
          </ac:spMkLst>
        </pc:spChg>
        <pc:spChg chg="mod">
          <ac:chgData name="SERGIO SPANO'" userId="3abdd0b9-513e-40ac-aad4-56920065037d" providerId="ADAL" clId="{2DCFDF45-1F6B-4A47-892B-C9094FDD5642}" dt="2022-03-21T11:08:19.259" v="1310" actId="27803"/>
          <ac:spMkLst>
            <pc:docMk/>
            <pc:sldMk cId="1175821773" sldId="258"/>
            <ac:spMk id="2074" creationId="{6C4F1CF3-E2DD-44BE-A512-A0409E49A30F}"/>
          </ac:spMkLst>
        </pc:spChg>
        <pc:spChg chg="mod">
          <ac:chgData name="SERGIO SPANO'" userId="3abdd0b9-513e-40ac-aad4-56920065037d" providerId="ADAL" clId="{2DCFDF45-1F6B-4A47-892B-C9094FDD5642}" dt="2022-03-21T11:08:19.259" v="1310" actId="27803"/>
          <ac:spMkLst>
            <pc:docMk/>
            <pc:sldMk cId="1175821773" sldId="258"/>
            <ac:spMk id="2075" creationId="{B2EA3949-CEFD-4873-8416-CBFE31085D1D}"/>
          </ac:spMkLst>
        </pc:spChg>
        <pc:spChg chg="mod">
          <ac:chgData name="SERGIO SPANO'" userId="3abdd0b9-513e-40ac-aad4-56920065037d" providerId="ADAL" clId="{2DCFDF45-1F6B-4A47-892B-C9094FDD5642}" dt="2022-03-21T11:08:19.259" v="1310" actId="27803"/>
          <ac:spMkLst>
            <pc:docMk/>
            <pc:sldMk cId="1175821773" sldId="258"/>
            <ac:spMk id="2076" creationId="{36BEEFB2-7B26-441E-9433-D264A72E3C3C}"/>
          </ac:spMkLst>
        </pc:spChg>
        <pc:spChg chg="mod">
          <ac:chgData name="SERGIO SPANO'" userId="3abdd0b9-513e-40ac-aad4-56920065037d" providerId="ADAL" clId="{2DCFDF45-1F6B-4A47-892B-C9094FDD5642}" dt="2022-03-21T11:08:19.259" v="1310" actId="27803"/>
          <ac:spMkLst>
            <pc:docMk/>
            <pc:sldMk cId="1175821773" sldId="258"/>
            <ac:spMk id="2077" creationId="{F40A13F2-ECE6-49DC-9365-89DD4A21C398}"/>
          </ac:spMkLst>
        </pc:spChg>
        <pc:spChg chg="mod">
          <ac:chgData name="SERGIO SPANO'" userId="3abdd0b9-513e-40ac-aad4-56920065037d" providerId="ADAL" clId="{2DCFDF45-1F6B-4A47-892B-C9094FDD5642}" dt="2022-03-21T11:08:19.259" v="1310" actId="27803"/>
          <ac:spMkLst>
            <pc:docMk/>
            <pc:sldMk cId="1175821773" sldId="258"/>
            <ac:spMk id="2078" creationId="{06317F1A-FCAE-4251-8F2E-E44C6CD4AE34}"/>
          </ac:spMkLst>
        </pc:spChg>
        <pc:spChg chg="mod">
          <ac:chgData name="SERGIO SPANO'" userId="3abdd0b9-513e-40ac-aad4-56920065037d" providerId="ADAL" clId="{2DCFDF45-1F6B-4A47-892B-C9094FDD5642}" dt="2022-03-21T11:08:19.259" v="1310" actId="27803"/>
          <ac:spMkLst>
            <pc:docMk/>
            <pc:sldMk cId="1175821773" sldId="258"/>
            <ac:spMk id="2079" creationId="{CCADA54B-9515-417A-8C4F-09CBA45A1F2E}"/>
          </ac:spMkLst>
        </pc:spChg>
        <pc:spChg chg="mod">
          <ac:chgData name="SERGIO SPANO'" userId="3abdd0b9-513e-40ac-aad4-56920065037d" providerId="ADAL" clId="{2DCFDF45-1F6B-4A47-892B-C9094FDD5642}" dt="2022-03-21T11:08:19.259" v="1310" actId="27803"/>
          <ac:spMkLst>
            <pc:docMk/>
            <pc:sldMk cId="1175821773" sldId="258"/>
            <ac:spMk id="2080" creationId="{1841A576-0EB0-4EE2-9E6B-34EEF8A49EF1}"/>
          </ac:spMkLst>
        </pc:spChg>
        <pc:spChg chg="mod">
          <ac:chgData name="SERGIO SPANO'" userId="3abdd0b9-513e-40ac-aad4-56920065037d" providerId="ADAL" clId="{2DCFDF45-1F6B-4A47-892B-C9094FDD5642}" dt="2022-03-21T11:08:19.259" v="1310" actId="27803"/>
          <ac:spMkLst>
            <pc:docMk/>
            <pc:sldMk cId="1175821773" sldId="258"/>
            <ac:spMk id="2081" creationId="{D2195F3C-B68B-49C5-811A-CE4E0AE9F382}"/>
          </ac:spMkLst>
        </pc:spChg>
        <pc:spChg chg="mod">
          <ac:chgData name="SERGIO SPANO'" userId="3abdd0b9-513e-40ac-aad4-56920065037d" providerId="ADAL" clId="{2DCFDF45-1F6B-4A47-892B-C9094FDD5642}" dt="2022-03-21T11:08:19.259" v="1310" actId="27803"/>
          <ac:spMkLst>
            <pc:docMk/>
            <pc:sldMk cId="1175821773" sldId="258"/>
            <ac:spMk id="2082" creationId="{7AEF677F-113E-4DFF-A3B6-1E8B349CDC6E}"/>
          </ac:spMkLst>
        </pc:spChg>
        <pc:spChg chg="mod">
          <ac:chgData name="SERGIO SPANO'" userId="3abdd0b9-513e-40ac-aad4-56920065037d" providerId="ADAL" clId="{2DCFDF45-1F6B-4A47-892B-C9094FDD5642}" dt="2022-03-21T11:08:19.259" v="1310" actId="27803"/>
          <ac:spMkLst>
            <pc:docMk/>
            <pc:sldMk cId="1175821773" sldId="258"/>
            <ac:spMk id="2083" creationId="{FC3BC105-E90D-4F64-8F45-EFFBEB3A47EA}"/>
          </ac:spMkLst>
        </pc:spChg>
        <pc:spChg chg="mod">
          <ac:chgData name="SERGIO SPANO'" userId="3abdd0b9-513e-40ac-aad4-56920065037d" providerId="ADAL" clId="{2DCFDF45-1F6B-4A47-892B-C9094FDD5642}" dt="2022-03-21T11:08:19.259" v="1310" actId="27803"/>
          <ac:spMkLst>
            <pc:docMk/>
            <pc:sldMk cId="1175821773" sldId="258"/>
            <ac:spMk id="2084" creationId="{65EFC1D2-B075-4932-9479-D8B6D1322737}"/>
          </ac:spMkLst>
        </pc:spChg>
        <pc:spChg chg="mod">
          <ac:chgData name="SERGIO SPANO'" userId="3abdd0b9-513e-40ac-aad4-56920065037d" providerId="ADAL" clId="{2DCFDF45-1F6B-4A47-892B-C9094FDD5642}" dt="2022-03-21T11:08:19.259" v="1310" actId="27803"/>
          <ac:spMkLst>
            <pc:docMk/>
            <pc:sldMk cId="1175821773" sldId="258"/>
            <ac:spMk id="2085" creationId="{8C242864-41DA-4287-8684-4C9B64ECA70F}"/>
          </ac:spMkLst>
        </pc:spChg>
        <pc:spChg chg="mod">
          <ac:chgData name="SERGIO SPANO'" userId="3abdd0b9-513e-40ac-aad4-56920065037d" providerId="ADAL" clId="{2DCFDF45-1F6B-4A47-892B-C9094FDD5642}" dt="2022-03-21T11:08:19.259" v="1310" actId="27803"/>
          <ac:spMkLst>
            <pc:docMk/>
            <pc:sldMk cId="1175821773" sldId="258"/>
            <ac:spMk id="2086" creationId="{D3D8B21C-7F25-4F21-960D-162E690FC48A}"/>
          </ac:spMkLst>
        </pc:spChg>
        <pc:spChg chg="mod">
          <ac:chgData name="SERGIO SPANO'" userId="3abdd0b9-513e-40ac-aad4-56920065037d" providerId="ADAL" clId="{2DCFDF45-1F6B-4A47-892B-C9094FDD5642}" dt="2022-03-21T11:08:19.259" v="1310" actId="27803"/>
          <ac:spMkLst>
            <pc:docMk/>
            <pc:sldMk cId="1175821773" sldId="258"/>
            <ac:spMk id="2087" creationId="{10F7DB46-F47E-4D01-A628-40298BF7DC0A}"/>
          </ac:spMkLst>
        </pc:spChg>
        <pc:spChg chg="mod">
          <ac:chgData name="SERGIO SPANO'" userId="3abdd0b9-513e-40ac-aad4-56920065037d" providerId="ADAL" clId="{2DCFDF45-1F6B-4A47-892B-C9094FDD5642}" dt="2022-03-21T11:08:19.259" v="1310" actId="27803"/>
          <ac:spMkLst>
            <pc:docMk/>
            <pc:sldMk cId="1175821773" sldId="258"/>
            <ac:spMk id="2088" creationId="{3DAFF81F-205C-46BF-83C0-63DBC3873D57}"/>
          </ac:spMkLst>
        </pc:spChg>
        <pc:spChg chg="mod">
          <ac:chgData name="SERGIO SPANO'" userId="3abdd0b9-513e-40ac-aad4-56920065037d" providerId="ADAL" clId="{2DCFDF45-1F6B-4A47-892B-C9094FDD5642}" dt="2022-03-21T11:08:19.259" v="1310" actId="27803"/>
          <ac:spMkLst>
            <pc:docMk/>
            <pc:sldMk cId="1175821773" sldId="258"/>
            <ac:spMk id="2089" creationId="{FB7D2BAE-DE1B-490A-980E-9FE9A49C3F22}"/>
          </ac:spMkLst>
        </pc:spChg>
        <pc:spChg chg="mod">
          <ac:chgData name="SERGIO SPANO'" userId="3abdd0b9-513e-40ac-aad4-56920065037d" providerId="ADAL" clId="{2DCFDF45-1F6B-4A47-892B-C9094FDD5642}" dt="2022-03-21T11:08:19.259" v="1310" actId="27803"/>
          <ac:spMkLst>
            <pc:docMk/>
            <pc:sldMk cId="1175821773" sldId="258"/>
            <ac:spMk id="2090" creationId="{5109BF5C-0447-44E3-8B93-7445C0BEFDC9}"/>
          </ac:spMkLst>
        </pc:spChg>
        <pc:spChg chg="mod">
          <ac:chgData name="SERGIO SPANO'" userId="3abdd0b9-513e-40ac-aad4-56920065037d" providerId="ADAL" clId="{2DCFDF45-1F6B-4A47-892B-C9094FDD5642}" dt="2022-03-21T11:08:19.259" v="1310" actId="27803"/>
          <ac:spMkLst>
            <pc:docMk/>
            <pc:sldMk cId="1175821773" sldId="258"/>
            <ac:spMk id="2091" creationId="{0090C648-39DF-4136-B5F9-46F64478FA2E}"/>
          </ac:spMkLst>
        </pc:spChg>
        <pc:spChg chg="mod">
          <ac:chgData name="SERGIO SPANO'" userId="3abdd0b9-513e-40ac-aad4-56920065037d" providerId="ADAL" clId="{2DCFDF45-1F6B-4A47-892B-C9094FDD5642}" dt="2022-03-21T11:08:19.259" v="1310" actId="27803"/>
          <ac:spMkLst>
            <pc:docMk/>
            <pc:sldMk cId="1175821773" sldId="258"/>
            <ac:spMk id="2092" creationId="{A84EAB6B-25BD-4633-AC2A-8D359B022147}"/>
          </ac:spMkLst>
        </pc:spChg>
        <pc:spChg chg="mod">
          <ac:chgData name="SERGIO SPANO'" userId="3abdd0b9-513e-40ac-aad4-56920065037d" providerId="ADAL" clId="{2DCFDF45-1F6B-4A47-892B-C9094FDD5642}" dt="2022-03-21T11:08:19.259" v="1310" actId="27803"/>
          <ac:spMkLst>
            <pc:docMk/>
            <pc:sldMk cId="1175821773" sldId="258"/>
            <ac:spMk id="2093" creationId="{08B903DC-38BC-4B58-8A43-D57FB05582E4}"/>
          </ac:spMkLst>
        </pc:spChg>
        <pc:spChg chg="mod">
          <ac:chgData name="SERGIO SPANO'" userId="3abdd0b9-513e-40ac-aad4-56920065037d" providerId="ADAL" clId="{2DCFDF45-1F6B-4A47-892B-C9094FDD5642}" dt="2022-03-21T11:08:19.259" v="1310" actId="27803"/>
          <ac:spMkLst>
            <pc:docMk/>
            <pc:sldMk cId="1175821773" sldId="258"/>
            <ac:spMk id="2094" creationId="{BB3174EB-F87E-4357-B8FE-F7E678D2AB10}"/>
          </ac:spMkLst>
        </pc:spChg>
        <pc:spChg chg="mod">
          <ac:chgData name="SERGIO SPANO'" userId="3abdd0b9-513e-40ac-aad4-56920065037d" providerId="ADAL" clId="{2DCFDF45-1F6B-4A47-892B-C9094FDD5642}" dt="2022-03-21T11:08:19.259" v="1310" actId="27803"/>
          <ac:spMkLst>
            <pc:docMk/>
            <pc:sldMk cId="1175821773" sldId="258"/>
            <ac:spMk id="2095" creationId="{7AD95C32-EB4D-4820-99EA-79F3BFD6D145}"/>
          </ac:spMkLst>
        </pc:spChg>
        <pc:spChg chg="mod">
          <ac:chgData name="SERGIO SPANO'" userId="3abdd0b9-513e-40ac-aad4-56920065037d" providerId="ADAL" clId="{2DCFDF45-1F6B-4A47-892B-C9094FDD5642}" dt="2022-03-21T11:08:19.259" v="1310" actId="27803"/>
          <ac:spMkLst>
            <pc:docMk/>
            <pc:sldMk cId="1175821773" sldId="258"/>
            <ac:spMk id="2096" creationId="{0174B797-AB4F-4A86-AF6E-EDEA914D1C2E}"/>
          </ac:spMkLst>
        </pc:spChg>
        <pc:spChg chg="mod">
          <ac:chgData name="SERGIO SPANO'" userId="3abdd0b9-513e-40ac-aad4-56920065037d" providerId="ADAL" clId="{2DCFDF45-1F6B-4A47-892B-C9094FDD5642}" dt="2022-03-21T11:08:19.259" v="1310" actId="27803"/>
          <ac:spMkLst>
            <pc:docMk/>
            <pc:sldMk cId="1175821773" sldId="258"/>
            <ac:spMk id="2097" creationId="{CF337A5E-C97D-4743-94A9-28F3F9631874}"/>
          </ac:spMkLst>
        </pc:spChg>
        <pc:spChg chg="mod">
          <ac:chgData name="SERGIO SPANO'" userId="3abdd0b9-513e-40ac-aad4-56920065037d" providerId="ADAL" clId="{2DCFDF45-1F6B-4A47-892B-C9094FDD5642}" dt="2022-03-21T11:08:19.259" v="1310" actId="27803"/>
          <ac:spMkLst>
            <pc:docMk/>
            <pc:sldMk cId="1175821773" sldId="258"/>
            <ac:spMk id="2098" creationId="{BD097656-40AB-4407-91FA-D542BF493C62}"/>
          </ac:spMkLst>
        </pc:spChg>
        <pc:spChg chg="mod">
          <ac:chgData name="SERGIO SPANO'" userId="3abdd0b9-513e-40ac-aad4-56920065037d" providerId="ADAL" clId="{2DCFDF45-1F6B-4A47-892B-C9094FDD5642}" dt="2022-03-21T11:08:19.259" v="1310" actId="27803"/>
          <ac:spMkLst>
            <pc:docMk/>
            <pc:sldMk cId="1175821773" sldId="258"/>
            <ac:spMk id="2099" creationId="{2ED88F40-8A8E-49E6-A5B5-DCC5A2BCC381}"/>
          </ac:spMkLst>
        </pc:spChg>
        <pc:spChg chg="mod">
          <ac:chgData name="SERGIO SPANO'" userId="3abdd0b9-513e-40ac-aad4-56920065037d" providerId="ADAL" clId="{2DCFDF45-1F6B-4A47-892B-C9094FDD5642}" dt="2022-03-21T11:08:19.259" v="1310" actId="27803"/>
          <ac:spMkLst>
            <pc:docMk/>
            <pc:sldMk cId="1175821773" sldId="258"/>
            <ac:spMk id="2100" creationId="{EC2E8452-6BA3-4C88-BC9C-382D0C5BA966}"/>
          </ac:spMkLst>
        </pc:spChg>
        <pc:spChg chg="mod">
          <ac:chgData name="SERGIO SPANO'" userId="3abdd0b9-513e-40ac-aad4-56920065037d" providerId="ADAL" clId="{2DCFDF45-1F6B-4A47-892B-C9094FDD5642}" dt="2022-03-21T11:08:19.259" v="1310" actId="27803"/>
          <ac:spMkLst>
            <pc:docMk/>
            <pc:sldMk cId="1175821773" sldId="258"/>
            <ac:spMk id="2101" creationId="{5BFF2F9E-6984-4F75-93EA-C24605A72A2F}"/>
          </ac:spMkLst>
        </pc:spChg>
        <pc:spChg chg="mod">
          <ac:chgData name="SERGIO SPANO'" userId="3abdd0b9-513e-40ac-aad4-56920065037d" providerId="ADAL" clId="{2DCFDF45-1F6B-4A47-892B-C9094FDD5642}" dt="2022-03-21T11:08:19.259" v="1310" actId="27803"/>
          <ac:spMkLst>
            <pc:docMk/>
            <pc:sldMk cId="1175821773" sldId="258"/>
            <ac:spMk id="2102" creationId="{33A89AA6-600B-4A64-8B7A-FE339DE090B0}"/>
          </ac:spMkLst>
        </pc:spChg>
        <pc:spChg chg="mod">
          <ac:chgData name="SERGIO SPANO'" userId="3abdd0b9-513e-40ac-aad4-56920065037d" providerId="ADAL" clId="{2DCFDF45-1F6B-4A47-892B-C9094FDD5642}" dt="2022-03-21T11:08:19.259" v="1310" actId="27803"/>
          <ac:spMkLst>
            <pc:docMk/>
            <pc:sldMk cId="1175821773" sldId="258"/>
            <ac:spMk id="2103" creationId="{744B400B-C86A-4315-9330-357C2F4EBDFA}"/>
          </ac:spMkLst>
        </pc:spChg>
        <pc:spChg chg="mod">
          <ac:chgData name="SERGIO SPANO'" userId="3abdd0b9-513e-40ac-aad4-56920065037d" providerId="ADAL" clId="{2DCFDF45-1F6B-4A47-892B-C9094FDD5642}" dt="2022-03-21T11:08:19.259" v="1310" actId="27803"/>
          <ac:spMkLst>
            <pc:docMk/>
            <pc:sldMk cId="1175821773" sldId="258"/>
            <ac:spMk id="2104" creationId="{FDA22AB4-6465-40C4-8F4B-6E8E6958099D}"/>
          </ac:spMkLst>
        </pc:spChg>
        <pc:spChg chg="mod">
          <ac:chgData name="SERGIO SPANO'" userId="3abdd0b9-513e-40ac-aad4-56920065037d" providerId="ADAL" clId="{2DCFDF45-1F6B-4A47-892B-C9094FDD5642}" dt="2022-03-21T11:08:19.259" v="1310" actId="27803"/>
          <ac:spMkLst>
            <pc:docMk/>
            <pc:sldMk cId="1175821773" sldId="258"/>
            <ac:spMk id="2105" creationId="{E4AF883E-8D2A-435A-81B9-A0685EA4E192}"/>
          </ac:spMkLst>
        </pc:spChg>
        <pc:spChg chg="mod">
          <ac:chgData name="SERGIO SPANO'" userId="3abdd0b9-513e-40ac-aad4-56920065037d" providerId="ADAL" clId="{2DCFDF45-1F6B-4A47-892B-C9094FDD5642}" dt="2022-03-21T11:08:19.259" v="1310" actId="27803"/>
          <ac:spMkLst>
            <pc:docMk/>
            <pc:sldMk cId="1175821773" sldId="258"/>
            <ac:spMk id="2106" creationId="{93AB7393-D59B-42A2-9C22-3B3BDF2819DD}"/>
          </ac:spMkLst>
        </pc:spChg>
        <pc:spChg chg="mod">
          <ac:chgData name="SERGIO SPANO'" userId="3abdd0b9-513e-40ac-aad4-56920065037d" providerId="ADAL" clId="{2DCFDF45-1F6B-4A47-892B-C9094FDD5642}" dt="2022-03-21T11:08:19.259" v="1310" actId="27803"/>
          <ac:spMkLst>
            <pc:docMk/>
            <pc:sldMk cId="1175821773" sldId="258"/>
            <ac:spMk id="2107" creationId="{6EF6FB9D-E7FB-47ED-BA20-660B9E061EE3}"/>
          </ac:spMkLst>
        </pc:spChg>
        <pc:spChg chg="mod">
          <ac:chgData name="SERGIO SPANO'" userId="3abdd0b9-513e-40ac-aad4-56920065037d" providerId="ADAL" clId="{2DCFDF45-1F6B-4A47-892B-C9094FDD5642}" dt="2022-03-21T11:08:19.259" v="1310" actId="27803"/>
          <ac:spMkLst>
            <pc:docMk/>
            <pc:sldMk cId="1175821773" sldId="258"/>
            <ac:spMk id="2108" creationId="{197453A5-0FF9-4239-A93B-90F539BE3469}"/>
          </ac:spMkLst>
        </pc:spChg>
        <pc:spChg chg="mod">
          <ac:chgData name="SERGIO SPANO'" userId="3abdd0b9-513e-40ac-aad4-56920065037d" providerId="ADAL" clId="{2DCFDF45-1F6B-4A47-892B-C9094FDD5642}" dt="2022-03-21T11:08:19.259" v="1310" actId="27803"/>
          <ac:spMkLst>
            <pc:docMk/>
            <pc:sldMk cId="1175821773" sldId="258"/>
            <ac:spMk id="2109" creationId="{36D57406-A508-4C9F-812C-46A44415135F}"/>
          </ac:spMkLst>
        </pc:spChg>
        <pc:spChg chg="mod">
          <ac:chgData name="SERGIO SPANO'" userId="3abdd0b9-513e-40ac-aad4-56920065037d" providerId="ADAL" clId="{2DCFDF45-1F6B-4A47-892B-C9094FDD5642}" dt="2022-03-21T11:08:19.259" v="1310" actId="27803"/>
          <ac:spMkLst>
            <pc:docMk/>
            <pc:sldMk cId="1175821773" sldId="258"/>
            <ac:spMk id="2110" creationId="{EEF85E7E-CCB3-4F2E-AC18-0E7A43168279}"/>
          </ac:spMkLst>
        </pc:spChg>
        <pc:spChg chg="mod">
          <ac:chgData name="SERGIO SPANO'" userId="3abdd0b9-513e-40ac-aad4-56920065037d" providerId="ADAL" clId="{2DCFDF45-1F6B-4A47-892B-C9094FDD5642}" dt="2022-03-21T11:08:19.259" v="1310" actId="27803"/>
          <ac:spMkLst>
            <pc:docMk/>
            <pc:sldMk cId="1175821773" sldId="258"/>
            <ac:spMk id="2111" creationId="{7DD5F83C-AEC5-453C-B672-E91877332547}"/>
          </ac:spMkLst>
        </pc:spChg>
        <pc:spChg chg="mod">
          <ac:chgData name="SERGIO SPANO'" userId="3abdd0b9-513e-40ac-aad4-56920065037d" providerId="ADAL" clId="{2DCFDF45-1F6B-4A47-892B-C9094FDD5642}" dt="2022-03-21T11:08:19.259" v="1310" actId="27803"/>
          <ac:spMkLst>
            <pc:docMk/>
            <pc:sldMk cId="1175821773" sldId="258"/>
            <ac:spMk id="2112" creationId="{EAF79DDD-3DA8-4538-8A88-5194A329C83B}"/>
          </ac:spMkLst>
        </pc:spChg>
        <pc:spChg chg="mod">
          <ac:chgData name="SERGIO SPANO'" userId="3abdd0b9-513e-40ac-aad4-56920065037d" providerId="ADAL" clId="{2DCFDF45-1F6B-4A47-892B-C9094FDD5642}" dt="2022-03-21T11:08:19.259" v="1310" actId="27803"/>
          <ac:spMkLst>
            <pc:docMk/>
            <pc:sldMk cId="1175821773" sldId="258"/>
            <ac:spMk id="2113" creationId="{C47B7515-8D31-40DC-AC91-1AD483A40D0C}"/>
          </ac:spMkLst>
        </pc:spChg>
        <pc:spChg chg="mod">
          <ac:chgData name="SERGIO SPANO'" userId="3abdd0b9-513e-40ac-aad4-56920065037d" providerId="ADAL" clId="{2DCFDF45-1F6B-4A47-892B-C9094FDD5642}" dt="2022-03-21T11:08:19.259" v="1310" actId="27803"/>
          <ac:spMkLst>
            <pc:docMk/>
            <pc:sldMk cId="1175821773" sldId="258"/>
            <ac:spMk id="2114" creationId="{CD19A4BE-7450-4BF4-9E21-100F4DEF0C79}"/>
          </ac:spMkLst>
        </pc:spChg>
        <pc:spChg chg="mod">
          <ac:chgData name="SERGIO SPANO'" userId="3abdd0b9-513e-40ac-aad4-56920065037d" providerId="ADAL" clId="{2DCFDF45-1F6B-4A47-892B-C9094FDD5642}" dt="2022-03-21T11:08:19.259" v="1310" actId="27803"/>
          <ac:spMkLst>
            <pc:docMk/>
            <pc:sldMk cId="1175821773" sldId="258"/>
            <ac:spMk id="2115" creationId="{D3D5C231-8C64-4F79-80B6-1DBEF7336C4E}"/>
          </ac:spMkLst>
        </pc:spChg>
        <pc:spChg chg="mod">
          <ac:chgData name="SERGIO SPANO'" userId="3abdd0b9-513e-40ac-aad4-56920065037d" providerId="ADAL" clId="{2DCFDF45-1F6B-4A47-892B-C9094FDD5642}" dt="2022-03-21T11:08:19.259" v="1310" actId="27803"/>
          <ac:spMkLst>
            <pc:docMk/>
            <pc:sldMk cId="1175821773" sldId="258"/>
            <ac:spMk id="2116" creationId="{4C95294C-E767-4951-A743-32975613C043}"/>
          </ac:spMkLst>
        </pc:spChg>
        <pc:spChg chg="mod">
          <ac:chgData name="SERGIO SPANO'" userId="3abdd0b9-513e-40ac-aad4-56920065037d" providerId="ADAL" clId="{2DCFDF45-1F6B-4A47-892B-C9094FDD5642}" dt="2022-03-21T11:08:19.259" v="1310" actId="27803"/>
          <ac:spMkLst>
            <pc:docMk/>
            <pc:sldMk cId="1175821773" sldId="258"/>
            <ac:spMk id="2117" creationId="{F11BE133-3E13-4678-B84E-22AFB34E1C3C}"/>
          </ac:spMkLst>
        </pc:spChg>
        <pc:spChg chg="mod">
          <ac:chgData name="SERGIO SPANO'" userId="3abdd0b9-513e-40ac-aad4-56920065037d" providerId="ADAL" clId="{2DCFDF45-1F6B-4A47-892B-C9094FDD5642}" dt="2022-03-21T11:08:19.259" v="1310" actId="27803"/>
          <ac:spMkLst>
            <pc:docMk/>
            <pc:sldMk cId="1175821773" sldId="258"/>
            <ac:spMk id="2118" creationId="{D1CB2B20-F518-41DF-8214-4A6D83F629A5}"/>
          </ac:spMkLst>
        </pc:spChg>
        <pc:spChg chg="mod">
          <ac:chgData name="SERGIO SPANO'" userId="3abdd0b9-513e-40ac-aad4-56920065037d" providerId="ADAL" clId="{2DCFDF45-1F6B-4A47-892B-C9094FDD5642}" dt="2022-03-21T11:08:19.259" v="1310" actId="27803"/>
          <ac:spMkLst>
            <pc:docMk/>
            <pc:sldMk cId="1175821773" sldId="258"/>
            <ac:spMk id="2119" creationId="{3ED0EA06-CF1C-4FE2-A71D-3756E5586120}"/>
          </ac:spMkLst>
        </pc:spChg>
        <pc:spChg chg="mod">
          <ac:chgData name="SERGIO SPANO'" userId="3abdd0b9-513e-40ac-aad4-56920065037d" providerId="ADAL" clId="{2DCFDF45-1F6B-4A47-892B-C9094FDD5642}" dt="2022-03-21T11:08:19.259" v="1310" actId="27803"/>
          <ac:spMkLst>
            <pc:docMk/>
            <pc:sldMk cId="1175821773" sldId="258"/>
            <ac:spMk id="2120" creationId="{9BCED7F1-24B2-41F7-9D4F-17840CEB7DA7}"/>
          </ac:spMkLst>
        </pc:spChg>
        <pc:spChg chg="mod">
          <ac:chgData name="SERGIO SPANO'" userId="3abdd0b9-513e-40ac-aad4-56920065037d" providerId="ADAL" clId="{2DCFDF45-1F6B-4A47-892B-C9094FDD5642}" dt="2022-03-21T11:08:19.259" v="1310" actId="27803"/>
          <ac:spMkLst>
            <pc:docMk/>
            <pc:sldMk cId="1175821773" sldId="258"/>
            <ac:spMk id="2121" creationId="{F7110341-6515-473C-AC82-A46339555196}"/>
          </ac:spMkLst>
        </pc:spChg>
        <pc:spChg chg="mod">
          <ac:chgData name="SERGIO SPANO'" userId="3abdd0b9-513e-40ac-aad4-56920065037d" providerId="ADAL" clId="{2DCFDF45-1F6B-4A47-892B-C9094FDD5642}" dt="2022-03-21T11:08:19.259" v="1310" actId="27803"/>
          <ac:spMkLst>
            <pc:docMk/>
            <pc:sldMk cId="1175821773" sldId="258"/>
            <ac:spMk id="2122" creationId="{07F85BBA-AE14-42E0-8CF4-EFB2BF91B3CB}"/>
          </ac:spMkLst>
        </pc:spChg>
        <pc:spChg chg="mod">
          <ac:chgData name="SERGIO SPANO'" userId="3abdd0b9-513e-40ac-aad4-56920065037d" providerId="ADAL" clId="{2DCFDF45-1F6B-4A47-892B-C9094FDD5642}" dt="2022-03-21T11:08:19.259" v="1310" actId="27803"/>
          <ac:spMkLst>
            <pc:docMk/>
            <pc:sldMk cId="1175821773" sldId="258"/>
            <ac:spMk id="2123" creationId="{91D77821-94AA-4816-B971-C584829990E9}"/>
          </ac:spMkLst>
        </pc:spChg>
        <pc:spChg chg="mod">
          <ac:chgData name="SERGIO SPANO'" userId="3abdd0b9-513e-40ac-aad4-56920065037d" providerId="ADAL" clId="{2DCFDF45-1F6B-4A47-892B-C9094FDD5642}" dt="2022-03-21T11:08:19.259" v="1310" actId="27803"/>
          <ac:spMkLst>
            <pc:docMk/>
            <pc:sldMk cId="1175821773" sldId="258"/>
            <ac:spMk id="2124" creationId="{1D3966DD-E567-4187-A4B7-8ECE76468A34}"/>
          </ac:spMkLst>
        </pc:spChg>
        <pc:spChg chg="mod">
          <ac:chgData name="SERGIO SPANO'" userId="3abdd0b9-513e-40ac-aad4-56920065037d" providerId="ADAL" clId="{2DCFDF45-1F6B-4A47-892B-C9094FDD5642}" dt="2022-03-21T11:08:19.259" v="1310" actId="27803"/>
          <ac:spMkLst>
            <pc:docMk/>
            <pc:sldMk cId="1175821773" sldId="258"/>
            <ac:spMk id="2125" creationId="{B5800D10-50BE-409F-941D-4A26EC3EFC5D}"/>
          </ac:spMkLst>
        </pc:spChg>
        <pc:spChg chg="mod">
          <ac:chgData name="SERGIO SPANO'" userId="3abdd0b9-513e-40ac-aad4-56920065037d" providerId="ADAL" clId="{2DCFDF45-1F6B-4A47-892B-C9094FDD5642}" dt="2022-03-21T11:08:19.259" v="1310" actId="27803"/>
          <ac:spMkLst>
            <pc:docMk/>
            <pc:sldMk cId="1175821773" sldId="258"/>
            <ac:spMk id="2126" creationId="{D58C1E0E-2025-4E75-868D-48D578B9CFB4}"/>
          </ac:spMkLst>
        </pc:spChg>
        <pc:spChg chg="mod">
          <ac:chgData name="SERGIO SPANO'" userId="3abdd0b9-513e-40ac-aad4-56920065037d" providerId="ADAL" clId="{2DCFDF45-1F6B-4A47-892B-C9094FDD5642}" dt="2022-03-21T11:08:19.259" v="1310" actId="27803"/>
          <ac:spMkLst>
            <pc:docMk/>
            <pc:sldMk cId="1175821773" sldId="258"/>
            <ac:spMk id="2127" creationId="{64264764-A598-4550-A198-71A43D60C29A}"/>
          </ac:spMkLst>
        </pc:spChg>
        <pc:spChg chg="mod">
          <ac:chgData name="SERGIO SPANO'" userId="3abdd0b9-513e-40ac-aad4-56920065037d" providerId="ADAL" clId="{2DCFDF45-1F6B-4A47-892B-C9094FDD5642}" dt="2022-03-21T11:08:19.259" v="1310" actId="27803"/>
          <ac:spMkLst>
            <pc:docMk/>
            <pc:sldMk cId="1175821773" sldId="258"/>
            <ac:spMk id="2128" creationId="{C51ADD4D-D873-4F75-8473-99C8691EB4CD}"/>
          </ac:spMkLst>
        </pc:spChg>
        <pc:spChg chg="mod">
          <ac:chgData name="SERGIO SPANO'" userId="3abdd0b9-513e-40ac-aad4-56920065037d" providerId="ADAL" clId="{2DCFDF45-1F6B-4A47-892B-C9094FDD5642}" dt="2022-03-21T11:08:19.259" v="1310" actId="27803"/>
          <ac:spMkLst>
            <pc:docMk/>
            <pc:sldMk cId="1175821773" sldId="258"/>
            <ac:spMk id="2129" creationId="{39119C15-8987-40B9-A12D-DE88C2A96C68}"/>
          </ac:spMkLst>
        </pc:spChg>
        <pc:spChg chg="mod">
          <ac:chgData name="SERGIO SPANO'" userId="3abdd0b9-513e-40ac-aad4-56920065037d" providerId="ADAL" clId="{2DCFDF45-1F6B-4A47-892B-C9094FDD5642}" dt="2022-03-21T11:08:19.259" v="1310" actId="27803"/>
          <ac:spMkLst>
            <pc:docMk/>
            <pc:sldMk cId="1175821773" sldId="258"/>
            <ac:spMk id="2130" creationId="{B45B988C-8CB8-4FE5-B69B-F48BCABA6849}"/>
          </ac:spMkLst>
        </pc:spChg>
        <pc:spChg chg="mod">
          <ac:chgData name="SERGIO SPANO'" userId="3abdd0b9-513e-40ac-aad4-56920065037d" providerId="ADAL" clId="{2DCFDF45-1F6B-4A47-892B-C9094FDD5642}" dt="2022-03-21T11:08:19.259" v="1310" actId="27803"/>
          <ac:spMkLst>
            <pc:docMk/>
            <pc:sldMk cId="1175821773" sldId="258"/>
            <ac:spMk id="2131" creationId="{DC4C1EC6-36E6-4942-9A2F-DC2C4B3FD561}"/>
          </ac:spMkLst>
        </pc:spChg>
        <pc:spChg chg="mod">
          <ac:chgData name="SERGIO SPANO'" userId="3abdd0b9-513e-40ac-aad4-56920065037d" providerId="ADAL" clId="{2DCFDF45-1F6B-4A47-892B-C9094FDD5642}" dt="2022-03-21T11:08:19.259" v="1310" actId="27803"/>
          <ac:spMkLst>
            <pc:docMk/>
            <pc:sldMk cId="1175821773" sldId="258"/>
            <ac:spMk id="2132" creationId="{DA2F843C-383D-4E1D-A900-D10E02F42F8E}"/>
          </ac:spMkLst>
        </pc:spChg>
        <pc:spChg chg="mod">
          <ac:chgData name="SERGIO SPANO'" userId="3abdd0b9-513e-40ac-aad4-56920065037d" providerId="ADAL" clId="{2DCFDF45-1F6B-4A47-892B-C9094FDD5642}" dt="2022-03-21T11:08:19.259" v="1310" actId="27803"/>
          <ac:spMkLst>
            <pc:docMk/>
            <pc:sldMk cId="1175821773" sldId="258"/>
            <ac:spMk id="2133" creationId="{85D42927-8175-409E-B106-C06291358E1C}"/>
          </ac:spMkLst>
        </pc:spChg>
        <pc:spChg chg="mod">
          <ac:chgData name="SERGIO SPANO'" userId="3abdd0b9-513e-40ac-aad4-56920065037d" providerId="ADAL" clId="{2DCFDF45-1F6B-4A47-892B-C9094FDD5642}" dt="2022-03-21T11:08:19.259" v="1310" actId="27803"/>
          <ac:spMkLst>
            <pc:docMk/>
            <pc:sldMk cId="1175821773" sldId="258"/>
            <ac:spMk id="2134" creationId="{34346826-35F5-4A78-A09B-EEF3AF8CBFF8}"/>
          </ac:spMkLst>
        </pc:spChg>
        <pc:spChg chg="mod">
          <ac:chgData name="SERGIO SPANO'" userId="3abdd0b9-513e-40ac-aad4-56920065037d" providerId="ADAL" clId="{2DCFDF45-1F6B-4A47-892B-C9094FDD5642}" dt="2022-03-21T11:08:19.259" v="1310" actId="27803"/>
          <ac:spMkLst>
            <pc:docMk/>
            <pc:sldMk cId="1175821773" sldId="258"/>
            <ac:spMk id="2135" creationId="{CEAB7D0A-F83E-4D94-AC6A-860EBA1C12B2}"/>
          </ac:spMkLst>
        </pc:spChg>
        <pc:spChg chg="mod">
          <ac:chgData name="SERGIO SPANO'" userId="3abdd0b9-513e-40ac-aad4-56920065037d" providerId="ADAL" clId="{2DCFDF45-1F6B-4A47-892B-C9094FDD5642}" dt="2022-03-21T11:08:19.259" v="1310" actId="27803"/>
          <ac:spMkLst>
            <pc:docMk/>
            <pc:sldMk cId="1175821773" sldId="258"/>
            <ac:spMk id="2136" creationId="{A51AE242-58A4-49D3-83CA-E41C1E3FF7C4}"/>
          </ac:spMkLst>
        </pc:spChg>
        <pc:spChg chg="mod">
          <ac:chgData name="SERGIO SPANO'" userId="3abdd0b9-513e-40ac-aad4-56920065037d" providerId="ADAL" clId="{2DCFDF45-1F6B-4A47-892B-C9094FDD5642}" dt="2022-03-21T11:08:19.259" v="1310" actId="27803"/>
          <ac:spMkLst>
            <pc:docMk/>
            <pc:sldMk cId="1175821773" sldId="258"/>
            <ac:spMk id="2137" creationId="{10519243-321E-4B17-A03A-309029D21D73}"/>
          </ac:spMkLst>
        </pc:spChg>
        <pc:spChg chg="mod">
          <ac:chgData name="SERGIO SPANO'" userId="3abdd0b9-513e-40ac-aad4-56920065037d" providerId="ADAL" clId="{2DCFDF45-1F6B-4A47-892B-C9094FDD5642}" dt="2022-03-21T11:08:19.259" v="1310" actId="27803"/>
          <ac:spMkLst>
            <pc:docMk/>
            <pc:sldMk cId="1175821773" sldId="258"/>
            <ac:spMk id="2138" creationId="{4359C8A2-02AB-48F9-AE6D-D8069EDC4EED}"/>
          </ac:spMkLst>
        </pc:spChg>
        <pc:spChg chg="mod">
          <ac:chgData name="SERGIO SPANO'" userId="3abdd0b9-513e-40ac-aad4-56920065037d" providerId="ADAL" clId="{2DCFDF45-1F6B-4A47-892B-C9094FDD5642}" dt="2022-03-21T11:08:19.259" v="1310" actId="27803"/>
          <ac:spMkLst>
            <pc:docMk/>
            <pc:sldMk cId="1175821773" sldId="258"/>
            <ac:spMk id="2139" creationId="{AC5D27B0-10AF-4F5B-8CD2-01ED4E91079C}"/>
          </ac:spMkLst>
        </pc:spChg>
        <pc:spChg chg="mod">
          <ac:chgData name="SERGIO SPANO'" userId="3abdd0b9-513e-40ac-aad4-56920065037d" providerId="ADAL" clId="{2DCFDF45-1F6B-4A47-892B-C9094FDD5642}" dt="2022-03-21T11:08:19.259" v="1310" actId="27803"/>
          <ac:spMkLst>
            <pc:docMk/>
            <pc:sldMk cId="1175821773" sldId="258"/>
            <ac:spMk id="2140" creationId="{2FBFA385-7962-4F68-8AC0-47C1DBE17836}"/>
          </ac:spMkLst>
        </pc:spChg>
        <pc:spChg chg="mod">
          <ac:chgData name="SERGIO SPANO'" userId="3abdd0b9-513e-40ac-aad4-56920065037d" providerId="ADAL" clId="{2DCFDF45-1F6B-4A47-892B-C9094FDD5642}" dt="2022-03-21T11:08:19.259" v="1310" actId="27803"/>
          <ac:spMkLst>
            <pc:docMk/>
            <pc:sldMk cId="1175821773" sldId="258"/>
            <ac:spMk id="2141" creationId="{2593FE3C-944D-4B4B-AB63-02A991D86F04}"/>
          </ac:spMkLst>
        </pc:spChg>
        <pc:spChg chg="mod">
          <ac:chgData name="SERGIO SPANO'" userId="3abdd0b9-513e-40ac-aad4-56920065037d" providerId="ADAL" clId="{2DCFDF45-1F6B-4A47-892B-C9094FDD5642}" dt="2022-03-21T11:08:19.259" v="1310" actId="27803"/>
          <ac:spMkLst>
            <pc:docMk/>
            <pc:sldMk cId="1175821773" sldId="258"/>
            <ac:spMk id="2142" creationId="{D05747E6-83F7-4FA9-A2F2-CF51FB9CC640}"/>
          </ac:spMkLst>
        </pc:spChg>
        <pc:spChg chg="mod">
          <ac:chgData name="SERGIO SPANO'" userId="3abdd0b9-513e-40ac-aad4-56920065037d" providerId="ADAL" clId="{2DCFDF45-1F6B-4A47-892B-C9094FDD5642}" dt="2022-03-21T11:08:19.259" v="1310" actId="27803"/>
          <ac:spMkLst>
            <pc:docMk/>
            <pc:sldMk cId="1175821773" sldId="258"/>
            <ac:spMk id="2143" creationId="{85B612F7-1F53-4D16-A167-1C1E0A50864C}"/>
          </ac:spMkLst>
        </pc:spChg>
        <pc:spChg chg="mod">
          <ac:chgData name="SERGIO SPANO'" userId="3abdd0b9-513e-40ac-aad4-56920065037d" providerId="ADAL" clId="{2DCFDF45-1F6B-4A47-892B-C9094FDD5642}" dt="2022-03-21T11:08:19.259" v="1310" actId="27803"/>
          <ac:spMkLst>
            <pc:docMk/>
            <pc:sldMk cId="1175821773" sldId="258"/>
            <ac:spMk id="2144" creationId="{D11D5CF3-0089-4780-8CAF-25863C213EEB}"/>
          </ac:spMkLst>
        </pc:spChg>
        <pc:spChg chg="mod">
          <ac:chgData name="SERGIO SPANO'" userId="3abdd0b9-513e-40ac-aad4-56920065037d" providerId="ADAL" clId="{2DCFDF45-1F6B-4A47-892B-C9094FDD5642}" dt="2022-03-21T11:08:19.259" v="1310" actId="27803"/>
          <ac:spMkLst>
            <pc:docMk/>
            <pc:sldMk cId="1175821773" sldId="258"/>
            <ac:spMk id="2145" creationId="{853A526C-6D48-4548-A071-D636CDBC6F98}"/>
          </ac:spMkLst>
        </pc:spChg>
        <pc:spChg chg="mod">
          <ac:chgData name="SERGIO SPANO'" userId="3abdd0b9-513e-40ac-aad4-56920065037d" providerId="ADAL" clId="{2DCFDF45-1F6B-4A47-892B-C9094FDD5642}" dt="2022-03-21T11:08:19.259" v="1310" actId="27803"/>
          <ac:spMkLst>
            <pc:docMk/>
            <pc:sldMk cId="1175821773" sldId="258"/>
            <ac:spMk id="2146" creationId="{AC1F2799-BAA9-4F61-85B4-A0B438D4FA7D}"/>
          </ac:spMkLst>
        </pc:spChg>
        <pc:spChg chg="mod">
          <ac:chgData name="SERGIO SPANO'" userId="3abdd0b9-513e-40ac-aad4-56920065037d" providerId="ADAL" clId="{2DCFDF45-1F6B-4A47-892B-C9094FDD5642}" dt="2022-03-21T11:08:19.259" v="1310" actId="27803"/>
          <ac:spMkLst>
            <pc:docMk/>
            <pc:sldMk cId="1175821773" sldId="258"/>
            <ac:spMk id="2147" creationId="{B4CCD802-F1C3-4B23-991A-8AFAAEA54CD5}"/>
          </ac:spMkLst>
        </pc:spChg>
        <pc:spChg chg="mod">
          <ac:chgData name="SERGIO SPANO'" userId="3abdd0b9-513e-40ac-aad4-56920065037d" providerId="ADAL" clId="{2DCFDF45-1F6B-4A47-892B-C9094FDD5642}" dt="2022-03-21T11:08:19.259" v="1310" actId="27803"/>
          <ac:spMkLst>
            <pc:docMk/>
            <pc:sldMk cId="1175821773" sldId="258"/>
            <ac:spMk id="2148" creationId="{E4DE8058-B645-4CB4-BC69-083CCD28B65D}"/>
          </ac:spMkLst>
        </pc:spChg>
        <pc:spChg chg="mod">
          <ac:chgData name="SERGIO SPANO'" userId="3abdd0b9-513e-40ac-aad4-56920065037d" providerId="ADAL" clId="{2DCFDF45-1F6B-4A47-892B-C9094FDD5642}" dt="2022-03-21T11:08:19.259" v="1310" actId="27803"/>
          <ac:spMkLst>
            <pc:docMk/>
            <pc:sldMk cId="1175821773" sldId="258"/>
            <ac:spMk id="2149" creationId="{5ADC5565-D295-40B1-8106-6F1B38C7FC48}"/>
          </ac:spMkLst>
        </pc:spChg>
        <pc:spChg chg="mod">
          <ac:chgData name="SERGIO SPANO'" userId="3abdd0b9-513e-40ac-aad4-56920065037d" providerId="ADAL" clId="{2DCFDF45-1F6B-4A47-892B-C9094FDD5642}" dt="2022-03-21T11:08:19.259" v="1310" actId="27803"/>
          <ac:spMkLst>
            <pc:docMk/>
            <pc:sldMk cId="1175821773" sldId="258"/>
            <ac:spMk id="2150" creationId="{DA48DD83-6EDB-4D2C-AF95-3AFF90616A0E}"/>
          </ac:spMkLst>
        </pc:spChg>
        <pc:spChg chg="mod">
          <ac:chgData name="SERGIO SPANO'" userId="3abdd0b9-513e-40ac-aad4-56920065037d" providerId="ADAL" clId="{2DCFDF45-1F6B-4A47-892B-C9094FDD5642}" dt="2022-03-21T11:08:19.259" v="1310" actId="27803"/>
          <ac:spMkLst>
            <pc:docMk/>
            <pc:sldMk cId="1175821773" sldId="258"/>
            <ac:spMk id="2151" creationId="{B322B8F0-8BF8-4607-951F-1224D23DC5F0}"/>
          </ac:spMkLst>
        </pc:spChg>
        <pc:spChg chg="mod">
          <ac:chgData name="SERGIO SPANO'" userId="3abdd0b9-513e-40ac-aad4-56920065037d" providerId="ADAL" clId="{2DCFDF45-1F6B-4A47-892B-C9094FDD5642}" dt="2022-03-21T11:08:19.259" v="1310" actId="27803"/>
          <ac:spMkLst>
            <pc:docMk/>
            <pc:sldMk cId="1175821773" sldId="258"/>
            <ac:spMk id="2152" creationId="{6C9D889A-5CF5-4865-9C43-0B28A4CAE426}"/>
          </ac:spMkLst>
        </pc:spChg>
        <pc:spChg chg="mod">
          <ac:chgData name="SERGIO SPANO'" userId="3abdd0b9-513e-40ac-aad4-56920065037d" providerId="ADAL" clId="{2DCFDF45-1F6B-4A47-892B-C9094FDD5642}" dt="2022-03-21T11:08:19.259" v="1310" actId="27803"/>
          <ac:spMkLst>
            <pc:docMk/>
            <pc:sldMk cId="1175821773" sldId="258"/>
            <ac:spMk id="2153" creationId="{BEBA9314-5CD3-4D91-A046-18947A1B4918}"/>
          </ac:spMkLst>
        </pc:spChg>
        <pc:spChg chg="mod">
          <ac:chgData name="SERGIO SPANO'" userId="3abdd0b9-513e-40ac-aad4-56920065037d" providerId="ADAL" clId="{2DCFDF45-1F6B-4A47-892B-C9094FDD5642}" dt="2022-03-21T11:08:19.259" v="1310" actId="27803"/>
          <ac:spMkLst>
            <pc:docMk/>
            <pc:sldMk cId="1175821773" sldId="258"/>
            <ac:spMk id="2154" creationId="{5B24A03E-9869-4D09-9B2E-A81ED1BA524E}"/>
          </ac:spMkLst>
        </pc:spChg>
        <pc:spChg chg="mod">
          <ac:chgData name="SERGIO SPANO'" userId="3abdd0b9-513e-40ac-aad4-56920065037d" providerId="ADAL" clId="{2DCFDF45-1F6B-4A47-892B-C9094FDD5642}" dt="2022-03-21T11:08:19.259" v="1310" actId="27803"/>
          <ac:spMkLst>
            <pc:docMk/>
            <pc:sldMk cId="1175821773" sldId="258"/>
            <ac:spMk id="2155" creationId="{A23AD511-4FFA-4B0F-86A8-83A8701DE8D2}"/>
          </ac:spMkLst>
        </pc:spChg>
        <pc:spChg chg="mod">
          <ac:chgData name="SERGIO SPANO'" userId="3abdd0b9-513e-40ac-aad4-56920065037d" providerId="ADAL" clId="{2DCFDF45-1F6B-4A47-892B-C9094FDD5642}" dt="2022-03-21T11:08:19.259" v="1310" actId="27803"/>
          <ac:spMkLst>
            <pc:docMk/>
            <pc:sldMk cId="1175821773" sldId="258"/>
            <ac:spMk id="2156" creationId="{84ED59C4-DD0F-4DA5-9C39-2AB9949E95A7}"/>
          </ac:spMkLst>
        </pc:spChg>
        <pc:spChg chg="mod">
          <ac:chgData name="SERGIO SPANO'" userId="3abdd0b9-513e-40ac-aad4-56920065037d" providerId="ADAL" clId="{2DCFDF45-1F6B-4A47-892B-C9094FDD5642}" dt="2022-03-21T11:08:19.259" v="1310" actId="27803"/>
          <ac:spMkLst>
            <pc:docMk/>
            <pc:sldMk cId="1175821773" sldId="258"/>
            <ac:spMk id="2157" creationId="{92E67F64-C881-409D-90E4-1B456758ABEC}"/>
          </ac:spMkLst>
        </pc:spChg>
        <pc:spChg chg="mod">
          <ac:chgData name="SERGIO SPANO'" userId="3abdd0b9-513e-40ac-aad4-56920065037d" providerId="ADAL" clId="{2DCFDF45-1F6B-4A47-892B-C9094FDD5642}" dt="2022-03-21T11:08:19.259" v="1310" actId="27803"/>
          <ac:spMkLst>
            <pc:docMk/>
            <pc:sldMk cId="1175821773" sldId="258"/>
            <ac:spMk id="2158" creationId="{958FF179-A506-4070-AC47-BDE609036E97}"/>
          </ac:spMkLst>
        </pc:spChg>
        <pc:spChg chg="mod">
          <ac:chgData name="SERGIO SPANO'" userId="3abdd0b9-513e-40ac-aad4-56920065037d" providerId="ADAL" clId="{2DCFDF45-1F6B-4A47-892B-C9094FDD5642}" dt="2022-03-21T11:08:19.259" v="1310" actId="27803"/>
          <ac:spMkLst>
            <pc:docMk/>
            <pc:sldMk cId="1175821773" sldId="258"/>
            <ac:spMk id="2159" creationId="{E75400E8-97DD-4DA7-AA0C-8176043AA01F}"/>
          </ac:spMkLst>
        </pc:spChg>
        <pc:spChg chg="mod">
          <ac:chgData name="SERGIO SPANO'" userId="3abdd0b9-513e-40ac-aad4-56920065037d" providerId="ADAL" clId="{2DCFDF45-1F6B-4A47-892B-C9094FDD5642}" dt="2022-03-21T11:08:19.259" v="1310" actId="27803"/>
          <ac:spMkLst>
            <pc:docMk/>
            <pc:sldMk cId="1175821773" sldId="258"/>
            <ac:spMk id="2160" creationId="{C0CB7363-0686-42A1-9237-4AD003D3F92A}"/>
          </ac:spMkLst>
        </pc:spChg>
        <pc:spChg chg="mod">
          <ac:chgData name="SERGIO SPANO'" userId="3abdd0b9-513e-40ac-aad4-56920065037d" providerId="ADAL" clId="{2DCFDF45-1F6B-4A47-892B-C9094FDD5642}" dt="2022-03-21T11:08:19.259" v="1310" actId="27803"/>
          <ac:spMkLst>
            <pc:docMk/>
            <pc:sldMk cId="1175821773" sldId="258"/>
            <ac:spMk id="2161" creationId="{D4831BA9-C33B-4CE5-A04F-FD6C275AAA2E}"/>
          </ac:spMkLst>
        </pc:spChg>
        <pc:spChg chg="mod">
          <ac:chgData name="SERGIO SPANO'" userId="3abdd0b9-513e-40ac-aad4-56920065037d" providerId="ADAL" clId="{2DCFDF45-1F6B-4A47-892B-C9094FDD5642}" dt="2022-03-21T11:08:19.259" v="1310" actId="27803"/>
          <ac:spMkLst>
            <pc:docMk/>
            <pc:sldMk cId="1175821773" sldId="258"/>
            <ac:spMk id="2162" creationId="{733A91FA-B4B6-4CED-9B13-AA7069B67A65}"/>
          </ac:spMkLst>
        </pc:spChg>
        <pc:spChg chg="mod">
          <ac:chgData name="SERGIO SPANO'" userId="3abdd0b9-513e-40ac-aad4-56920065037d" providerId="ADAL" clId="{2DCFDF45-1F6B-4A47-892B-C9094FDD5642}" dt="2022-03-21T11:08:19.259" v="1310" actId="27803"/>
          <ac:spMkLst>
            <pc:docMk/>
            <pc:sldMk cId="1175821773" sldId="258"/>
            <ac:spMk id="2163" creationId="{50D939C3-D152-4A13-B674-B5904C45207A}"/>
          </ac:spMkLst>
        </pc:spChg>
        <pc:spChg chg="mod">
          <ac:chgData name="SERGIO SPANO'" userId="3abdd0b9-513e-40ac-aad4-56920065037d" providerId="ADAL" clId="{2DCFDF45-1F6B-4A47-892B-C9094FDD5642}" dt="2022-03-21T11:08:19.259" v="1310" actId="27803"/>
          <ac:spMkLst>
            <pc:docMk/>
            <pc:sldMk cId="1175821773" sldId="258"/>
            <ac:spMk id="2164" creationId="{CDF3CEC5-350D-4CBE-A2DB-55236BC4C779}"/>
          </ac:spMkLst>
        </pc:spChg>
        <pc:spChg chg="mod">
          <ac:chgData name="SERGIO SPANO'" userId="3abdd0b9-513e-40ac-aad4-56920065037d" providerId="ADAL" clId="{2DCFDF45-1F6B-4A47-892B-C9094FDD5642}" dt="2022-03-21T11:08:19.259" v="1310" actId="27803"/>
          <ac:spMkLst>
            <pc:docMk/>
            <pc:sldMk cId="1175821773" sldId="258"/>
            <ac:spMk id="2165" creationId="{ED2B4D04-B59E-48AE-A710-1B3FD1A4E925}"/>
          </ac:spMkLst>
        </pc:spChg>
        <pc:spChg chg="mod">
          <ac:chgData name="SERGIO SPANO'" userId="3abdd0b9-513e-40ac-aad4-56920065037d" providerId="ADAL" clId="{2DCFDF45-1F6B-4A47-892B-C9094FDD5642}" dt="2022-03-21T11:08:19.259" v="1310" actId="27803"/>
          <ac:spMkLst>
            <pc:docMk/>
            <pc:sldMk cId="1175821773" sldId="258"/>
            <ac:spMk id="2166" creationId="{09820D8C-2500-4FC3-B772-A0B74CAC4952}"/>
          </ac:spMkLst>
        </pc:spChg>
        <pc:spChg chg="mod">
          <ac:chgData name="SERGIO SPANO'" userId="3abdd0b9-513e-40ac-aad4-56920065037d" providerId="ADAL" clId="{2DCFDF45-1F6B-4A47-892B-C9094FDD5642}" dt="2022-03-21T11:08:19.259" v="1310" actId="27803"/>
          <ac:spMkLst>
            <pc:docMk/>
            <pc:sldMk cId="1175821773" sldId="258"/>
            <ac:spMk id="2167" creationId="{9CB97FCC-D361-44AC-9E66-C62974E7C5EC}"/>
          </ac:spMkLst>
        </pc:spChg>
        <pc:spChg chg="mod">
          <ac:chgData name="SERGIO SPANO'" userId="3abdd0b9-513e-40ac-aad4-56920065037d" providerId="ADAL" clId="{2DCFDF45-1F6B-4A47-892B-C9094FDD5642}" dt="2022-03-21T11:08:19.259" v="1310" actId="27803"/>
          <ac:spMkLst>
            <pc:docMk/>
            <pc:sldMk cId="1175821773" sldId="258"/>
            <ac:spMk id="2168" creationId="{58EAE39E-75C7-4F24-9C4E-FC6154FF4D50}"/>
          </ac:spMkLst>
        </pc:spChg>
        <pc:spChg chg="mod">
          <ac:chgData name="SERGIO SPANO'" userId="3abdd0b9-513e-40ac-aad4-56920065037d" providerId="ADAL" clId="{2DCFDF45-1F6B-4A47-892B-C9094FDD5642}" dt="2022-03-21T11:08:19.259" v="1310" actId="27803"/>
          <ac:spMkLst>
            <pc:docMk/>
            <pc:sldMk cId="1175821773" sldId="258"/>
            <ac:spMk id="2169" creationId="{65D8246C-8252-4CD5-BE95-B73924D352F9}"/>
          </ac:spMkLst>
        </pc:spChg>
        <pc:spChg chg="mod">
          <ac:chgData name="SERGIO SPANO'" userId="3abdd0b9-513e-40ac-aad4-56920065037d" providerId="ADAL" clId="{2DCFDF45-1F6B-4A47-892B-C9094FDD5642}" dt="2022-03-21T11:08:19.259" v="1310" actId="27803"/>
          <ac:spMkLst>
            <pc:docMk/>
            <pc:sldMk cId="1175821773" sldId="258"/>
            <ac:spMk id="2170" creationId="{DA2EF354-1C3D-4039-8922-17337BAC3637}"/>
          </ac:spMkLst>
        </pc:spChg>
        <pc:spChg chg="mod">
          <ac:chgData name="SERGIO SPANO'" userId="3abdd0b9-513e-40ac-aad4-56920065037d" providerId="ADAL" clId="{2DCFDF45-1F6B-4A47-892B-C9094FDD5642}" dt="2022-03-21T11:08:19.259" v="1310" actId="27803"/>
          <ac:spMkLst>
            <pc:docMk/>
            <pc:sldMk cId="1175821773" sldId="258"/>
            <ac:spMk id="2171" creationId="{32507383-F55B-463D-9FE7-7618FF797B5C}"/>
          </ac:spMkLst>
        </pc:spChg>
        <pc:spChg chg="mod">
          <ac:chgData name="SERGIO SPANO'" userId="3abdd0b9-513e-40ac-aad4-56920065037d" providerId="ADAL" clId="{2DCFDF45-1F6B-4A47-892B-C9094FDD5642}" dt="2022-03-21T11:08:19.259" v="1310" actId="27803"/>
          <ac:spMkLst>
            <pc:docMk/>
            <pc:sldMk cId="1175821773" sldId="258"/>
            <ac:spMk id="2172" creationId="{68E18DE4-814A-43C6-9CE6-15E0A3590695}"/>
          </ac:spMkLst>
        </pc:spChg>
        <pc:spChg chg="mod">
          <ac:chgData name="SERGIO SPANO'" userId="3abdd0b9-513e-40ac-aad4-56920065037d" providerId="ADAL" clId="{2DCFDF45-1F6B-4A47-892B-C9094FDD5642}" dt="2022-03-21T11:08:19.259" v="1310" actId="27803"/>
          <ac:spMkLst>
            <pc:docMk/>
            <pc:sldMk cId="1175821773" sldId="258"/>
            <ac:spMk id="2173" creationId="{6DB39EB5-6D81-4563-86DF-6F821C74A0A1}"/>
          </ac:spMkLst>
        </pc:spChg>
        <pc:spChg chg="mod">
          <ac:chgData name="SERGIO SPANO'" userId="3abdd0b9-513e-40ac-aad4-56920065037d" providerId="ADAL" clId="{2DCFDF45-1F6B-4A47-892B-C9094FDD5642}" dt="2022-03-21T11:08:19.259" v="1310" actId="27803"/>
          <ac:spMkLst>
            <pc:docMk/>
            <pc:sldMk cId="1175821773" sldId="258"/>
            <ac:spMk id="2174" creationId="{0C9FC2CF-B54C-48A2-AA11-6C04D2426B32}"/>
          </ac:spMkLst>
        </pc:spChg>
        <pc:spChg chg="mod">
          <ac:chgData name="SERGIO SPANO'" userId="3abdd0b9-513e-40ac-aad4-56920065037d" providerId="ADAL" clId="{2DCFDF45-1F6B-4A47-892B-C9094FDD5642}" dt="2022-03-21T11:08:19.259" v="1310" actId="27803"/>
          <ac:spMkLst>
            <pc:docMk/>
            <pc:sldMk cId="1175821773" sldId="258"/>
            <ac:spMk id="2175" creationId="{03B249F6-2BD1-41FB-9E8E-8021F7561C99}"/>
          </ac:spMkLst>
        </pc:spChg>
        <pc:spChg chg="mod">
          <ac:chgData name="SERGIO SPANO'" userId="3abdd0b9-513e-40ac-aad4-56920065037d" providerId="ADAL" clId="{2DCFDF45-1F6B-4A47-892B-C9094FDD5642}" dt="2022-03-21T11:08:19.259" v="1310" actId="27803"/>
          <ac:spMkLst>
            <pc:docMk/>
            <pc:sldMk cId="1175821773" sldId="258"/>
            <ac:spMk id="2176" creationId="{0FFECB09-9B81-40CB-B68E-71C0AC913361}"/>
          </ac:spMkLst>
        </pc:spChg>
        <pc:spChg chg="mod">
          <ac:chgData name="SERGIO SPANO'" userId="3abdd0b9-513e-40ac-aad4-56920065037d" providerId="ADAL" clId="{2DCFDF45-1F6B-4A47-892B-C9094FDD5642}" dt="2022-03-21T11:08:19.259" v="1310" actId="27803"/>
          <ac:spMkLst>
            <pc:docMk/>
            <pc:sldMk cId="1175821773" sldId="258"/>
            <ac:spMk id="2177" creationId="{0CE04859-530C-4117-A982-B239C1329FF1}"/>
          </ac:spMkLst>
        </pc:spChg>
        <pc:spChg chg="mod">
          <ac:chgData name="SERGIO SPANO'" userId="3abdd0b9-513e-40ac-aad4-56920065037d" providerId="ADAL" clId="{2DCFDF45-1F6B-4A47-892B-C9094FDD5642}" dt="2022-03-21T11:08:19.259" v="1310" actId="27803"/>
          <ac:spMkLst>
            <pc:docMk/>
            <pc:sldMk cId="1175821773" sldId="258"/>
            <ac:spMk id="2178" creationId="{445DF9C1-E9B1-4FD1-8E74-5060D351F703}"/>
          </ac:spMkLst>
        </pc:spChg>
        <pc:spChg chg="mod">
          <ac:chgData name="SERGIO SPANO'" userId="3abdd0b9-513e-40ac-aad4-56920065037d" providerId="ADAL" clId="{2DCFDF45-1F6B-4A47-892B-C9094FDD5642}" dt="2022-03-21T11:08:19.259" v="1310" actId="27803"/>
          <ac:spMkLst>
            <pc:docMk/>
            <pc:sldMk cId="1175821773" sldId="258"/>
            <ac:spMk id="2179" creationId="{692230C6-6A13-4843-8054-E1C0698F5015}"/>
          </ac:spMkLst>
        </pc:spChg>
        <pc:spChg chg="mod">
          <ac:chgData name="SERGIO SPANO'" userId="3abdd0b9-513e-40ac-aad4-56920065037d" providerId="ADAL" clId="{2DCFDF45-1F6B-4A47-892B-C9094FDD5642}" dt="2022-03-21T11:08:19.259" v="1310" actId="27803"/>
          <ac:spMkLst>
            <pc:docMk/>
            <pc:sldMk cId="1175821773" sldId="258"/>
            <ac:spMk id="2180" creationId="{B8A54EB4-4A11-4FD3-995E-1896136F701C}"/>
          </ac:spMkLst>
        </pc:spChg>
        <pc:spChg chg="mod">
          <ac:chgData name="SERGIO SPANO'" userId="3abdd0b9-513e-40ac-aad4-56920065037d" providerId="ADAL" clId="{2DCFDF45-1F6B-4A47-892B-C9094FDD5642}" dt="2022-03-21T11:08:19.259" v="1310" actId="27803"/>
          <ac:spMkLst>
            <pc:docMk/>
            <pc:sldMk cId="1175821773" sldId="258"/>
            <ac:spMk id="2181" creationId="{64B67B3E-C4ED-4E9A-B718-63266D441B19}"/>
          </ac:spMkLst>
        </pc:spChg>
        <pc:spChg chg="mod">
          <ac:chgData name="SERGIO SPANO'" userId="3abdd0b9-513e-40ac-aad4-56920065037d" providerId="ADAL" clId="{2DCFDF45-1F6B-4A47-892B-C9094FDD5642}" dt="2022-03-21T11:08:19.259" v="1310" actId="27803"/>
          <ac:spMkLst>
            <pc:docMk/>
            <pc:sldMk cId="1175821773" sldId="258"/>
            <ac:spMk id="2182" creationId="{25AA7D41-1B40-44CA-84EA-A585A0281621}"/>
          </ac:spMkLst>
        </pc:spChg>
        <pc:spChg chg="mod">
          <ac:chgData name="SERGIO SPANO'" userId="3abdd0b9-513e-40ac-aad4-56920065037d" providerId="ADAL" clId="{2DCFDF45-1F6B-4A47-892B-C9094FDD5642}" dt="2022-03-21T11:08:19.259" v="1310" actId="27803"/>
          <ac:spMkLst>
            <pc:docMk/>
            <pc:sldMk cId="1175821773" sldId="258"/>
            <ac:spMk id="2183" creationId="{3DEA0C37-78E4-4763-8AA2-6214D995FD1D}"/>
          </ac:spMkLst>
        </pc:spChg>
        <pc:spChg chg="mod">
          <ac:chgData name="SERGIO SPANO'" userId="3abdd0b9-513e-40ac-aad4-56920065037d" providerId="ADAL" clId="{2DCFDF45-1F6B-4A47-892B-C9094FDD5642}" dt="2022-03-21T11:08:19.259" v="1310" actId="27803"/>
          <ac:spMkLst>
            <pc:docMk/>
            <pc:sldMk cId="1175821773" sldId="258"/>
            <ac:spMk id="2184" creationId="{04AD2A80-71B8-412B-9505-245DB5EFA2DA}"/>
          </ac:spMkLst>
        </pc:spChg>
        <pc:spChg chg="mod">
          <ac:chgData name="SERGIO SPANO'" userId="3abdd0b9-513e-40ac-aad4-56920065037d" providerId="ADAL" clId="{2DCFDF45-1F6B-4A47-892B-C9094FDD5642}" dt="2022-03-21T11:08:19.259" v="1310" actId="27803"/>
          <ac:spMkLst>
            <pc:docMk/>
            <pc:sldMk cId="1175821773" sldId="258"/>
            <ac:spMk id="2185" creationId="{C261D96B-4A04-4E08-B11A-1A889FF5EE13}"/>
          </ac:spMkLst>
        </pc:spChg>
        <pc:spChg chg="mod">
          <ac:chgData name="SERGIO SPANO'" userId="3abdd0b9-513e-40ac-aad4-56920065037d" providerId="ADAL" clId="{2DCFDF45-1F6B-4A47-892B-C9094FDD5642}" dt="2022-03-21T11:08:19.259" v="1310" actId="27803"/>
          <ac:spMkLst>
            <pc:docMk/>
            <pc:sldMk cId="1175821773" sldId="258"/>
            <ac:spMk id="2186" creationId="{A1ECD3C8-4EDA-4B74-B844-8F3D262603A5}"/>
          </ac:spMkLst>
        </pc:spChg>
        <pc:spChg chg="mod">
          <ac:chgData name="SERGIO SPANO'" userId="3abdd0b9-513e-40ac-aad4-56920065037d" providerId="ADAL" clId="{2DCFDF45-1F6B-4A47-892B-C9094FDD5642}" dt="2022-03-21T11:08:19.259" v="1310" actId="27803"/>
          <ac:spMkLst>
            <pc:docMk/>
            <pc:sldMk cId="1175821773" sldId="258"/>
            <ac:spMk id="2187" creationId="{FF2C41A8-E984-4EFA-9443-F848AC81B9BC}"/>
          </ac:spMkLst>
        </pc:spChg>
        <pc:spChg chg="mod">
          <ac:chgData name="SERGIO SPANO'" userId="3abdd0b9-513e-40ac-aad4-56920065037d" providerId="ADAL" clId="{2DCFDF45-1F6B-4A47-892B-C9094FDD5642}" dt="2022-03-21T11:08:19.259" v="1310" actId="27803"/>
          <ac:spMkLst>
            <pc:docMk/>
            <pc:sldMk cId="1175821773" sldId="258"/>
            <ac:spMk id="2188" creationId="{D6BC2BED-4248-40EC-9B7C-598AD0CBB100}"/>
          </ac:spMkLst>
        </pc:spChg>
        <pc:spChg chg="mod">
          <ac:chgData name="SERGIO SPANO'" userId="3abdd0b9-513e-40ac-aad4-56920065037d" providerId="ADAL" clId="{2DCFDF45-1F6B-4A47-892B-C9094FDD5642}" dt="2022-03-21T11:08:19.259" v="1310" actId="27803"/>
          <ac:spMkLst>
            <pc:docMk/>
            <pc:sldMk cId="1175821773" sldId="258"/>
            <ac:spMk id="2189" creationId="{71815ADB-B6D5-442F-8423-BB6E51119099}"/>
          </ac:spMkLst>
        </pc:spChg>
        <pc:spChg chg="mod">
          <ac:chgData name="SERGIO SPANO'" userId="3abdd0b9-513e-40ac-aad4-56920065037d" providerId="ADAL" clId="{2DCFDF45-1F6B-4A47-892B-C9094FDD5642}" dt="2022-03-21T11:08:19.259" v="1310" actId="27803"/>
          <ac:spMkLst>
            <pc:docMk/>
            <pc:sldMk cId="1175821773" sldId="258"/>
            <ac:spMk id="2190" creationId="{58E6F47C-AE56-449B-AC43-5AAAB3821744}"/>
          </ac:spMkLst>
        </pc:spChg>
        <pc:spChg chg="mod">
          <ac:chgData name="SERGIO SPANO'" userId="3abdd0b9-513e-40ac-aad4-56920065037d" providerId="ADAL" clId="{2DCFDF45-1F6B-4A47-892B-C9094FDD5642}" dt="2022-03-21T11:08:19.259" v="1310" actId="27803"/>
          <ac:spMkLst>
            <pc:docMk/>
            <pc:sldMk cId="1175821773" sldId="258"/>
            <ac:spMk id="2191" creationId="{F2FD0F5A-6BC6-43C7-A057-CE5D8F28073A}"/>
          </ac:spMkLst>
        </pc:spChg>
        <pc:spChg chg="mod">
          <ac:chgData name="SERGIO SPANO'" userId="3abdd0b9-513e-40ac-aad4-56920065037d" providerId="ADAL" clId="{2DCFDF45-1F6B-4A47-892B-C9094FDD5642}" dt="2022-03-21T11:08:19.259" v="1310" actId="27803"/>
          <ac:spMkLst>
            <pc:docMk/>
            <pc:sldMk cId="1175821773" sldId="258"/>
            <ac:spMk id="2192" creationId="{58985F8A-C32A-4467-9966-52EFE43D1BB8}"/>
          </ac:spMkLst>
        </pc:spChg>
        <pc:spChg chg="mod">
          <ac:chgData name="SERGIO SPANO'" userId="3abdd0b9-513e-40ac-aad4-56920065037d" providerId="ADAL" clId="{2DCFDF45-1F6B-4A47-892B-C9094FDD5642}" dt="2022-03-21T11:08:19.259" v="1310" actId="27803"/>
          <ac:spMkLst>
            <pc:docMk/>
            <pc:sldMk cId="1175821773" sldId="258"/>
            <ac:spMk id="2193" creationId="{DC64E811-F809-4245-B4E7-42BFBF3EF1C2}"/>
          </ac:spMkLst>
        </pc:spChg>
        <pc:spChg chg="mod">
          <ac:chgData name="SERGIO SPANO'" userId="3abdd0b9-513e-40ac-aad4-56920065037d" providerId="ADAL" clId="{2DCFDF45-1F6B-4A47-892B-C9094FDD5642}" dt="2022-03-21T11:08:19.259" v="1310" actId="27803"/>
          <ac:spMkLst>
            <pc:docMk/>
            <pc:sldMk cId="1175821773" sldId="258"/>
            <ac:spMk id="2194" creationId="{03123F1B-FF61-445E-8CF6-D1F2F10D2B93}"/>
          </ac:spMkLst>
        </pc:spChg>
        <pc:spChg chg="mod">
          <ac:chgData name="SERGIO SPANO'" userId="3abdd0b9-513e-40ac-aad4-56920065037d" providerId="ADAL" clId="{2DCFDF45-1F6B-4A47-892B-C9094FDD5642}" dt="2022-03-21T11:08:19.259" v="1310" actId="27803"/>
          <ac:spMkLst>
            <pc:docMk/>
            <pc:sldMk cId="1175821773" sldId="258"/>
            <ac:spMk id="2195" creationId="{D122582F-41C8-493A-8698-6D94CEE3A68E}"/>
          </ac:spMkLst>
        </pc:spChg>
        <pc:spChg chg="mod">
          <ac:chgData name="SERGIO SPANO'" userId="3abdd0b9-513e-40ac-aad4-56920065037d" providerId="ADAL" clId="{2DCFDF45-1F6B-4A47-892B-C9094FDD5642}" dt="2022-03-21T11:08:19.259" v="1310" actId="27803"/>
          <ac:spMkLst>
            <pc:docMk/>
            <pc:sldMk cId="1175821773" sldId="258"/>
            <ac:spMk id="2196" creationId="{4C756877-A3F8-4F74-B10D-6EF25E33224C}"/>
          </ac:spMkLst>
        </pc:spChg>
        <pc:spChg chg="mod">
          <ac:chgData name="SERGIO SPANO'" userId="3abdd0b9-513e-40ac-aad4-56920065037d" providerId="ADAL" clId="{2DCFDF45-1F6B-4A47-892B-C9094FDD5642}" dt="2022-03-21T11:08:19.259" v="1310" actId="27803"/>
          <ac:spMkLst>
            <pc:docMk/>
            <pc:sldMk cId="1175821773" sldId="258"/>
            <ac:spMk id="2197" creationId="{57D89A12-CB32-4CE1-842B-D71B44406558}"/>
          </ac:spMkLst>
        </pc:spChg>
        <pc:spChg chg="mod">
          <ac:chgData name="SERGIO SPANO'" userId="3abdd0b9-513e-40ac-aad4-56920065037d" providerId="ADAL" clId="{2DCFDF45-1F6B-4A47-892B-C9094FDD5642}" dt="2022-03-21T11:08:19.259" v="1310" actId="27803"/>
          <ac:spMkLst>
            <pc:docMk/>
            <pc:sldMk cId="1175821773" sldId="258"/>
            <ac:spMk id="2198" creationId="{5EB7465D-A4BE-4F1A-B52C-1900B433FCF2}"/>
          </ac:spMkLst>
        </pc:spChg>
        <pc:spChg chg="mod">
          <ac:chgData name="SERGIO SPANO'" userId="3abdd0b9-513e-40ac-aad4-56920065037d" providerId="ADAL" clId="{2DCFDF45-1F6B-4A47-892B-C9094FDD5642}" dt="2022-03-21T11:08:19.259" v="1310" actId="27803"/>
          <ac:spMkLst>
            <pc:docMk/>
            <pc:sldMk cId="1175821773" sldId="258"/>
            <ac:spMk id="2199" creationId="{4FD53612-880A-4BAF-9A2A-BBB3A5C05B6F}"/>
          </ac:spMkLst>
        </pc:spChg>
        <pc:spChg chg="mod">
          <ac:chgData name="SERGIO SPANO'" userId="3abdd0b9-513e-40ac-aad4-56920065037d" providerId="ADAL" clId="{2DCFDF45-1F6B-4A47-892B-C9094FDD5642}" dt="2022-03-21T11:08:19.259" v="1310" actId="27803"/>
          <ac:spMkLst>
            <pc:docMk/>
            <pc:sldMk cId="1175821773" sldId="258"/>
            <ac:spMk id="2200" creationId="{5F2DDBB8-9B9A-4298-8100-CAC9CD75F687}"/>
          </ac:spMkLst>
        </pc:spChg>
        <pc:spChg chg="mod">
          <ac:chgData name="SERGIO SPANO'" userId="3abdd0b9-513e-40ac-aad4-56920065037d" providerId="ADAL" clId="{2DCFDF45-1F6B-4A47-892B-C9094FDD5642}" dt="2022-03-21T11:08:19.259" v="1310" actId="27803"/>
          <ac:spMkLst>
            <pc:docMk/>
            <pc:sldMk cId="1175821773" sldId="258"/>
            <ac:spMk id="2201" creationId="{DF6E7D90-ADFE-41AE-8D18-B896FBE88967}"/>
          </ac:spMkLst>
        </pc:spChg>
        <pc:spChg chg="mod">
          <ac:chgData name="SERGIO SPANO'" userId="3abdd0b9-513e-40ac-aad4-56920065037d" providerId="ADAL" clId="{2DCFDF45-1F6B-4A47-892B-C9094FDD5642}" dt="2022-03-21T11:08:19.259" v="1310" actId="27803"/>
          <ac:spMkLst>
            <pc:docMk/>
            <pc:sldMk cId="1175821773" sldId="258"/>
            <ac:spMk id="2202" creationId="{9B5A921E-DF53-4F48-9D22-BD5291EFA0F3}"/>
          </ac:spMkLst>
        </pc:spChg>
        <pc:spChg chg="mod">
          <ac:chgData name="SERGIO SPANO'" userId="3abdd0b9-513e-40ac-aad4-56920065037d" providerId="ADAL" clId="{2DCFDF45-1F6B-4A47-892B-C9094FDD5642}" dt="2022-03-21T11:08:19.259" v="1310" actId="27803"/>
          <ac:spMkLst>
            <pc:docMk/>
            <pc:sldMk cId="1175821773" sldId="258"/>
            <ac:spMk id="2203" creationId="{41F26798-17E5-4A0B-B2DA-97E3EA629FDF}"/>
          </ac:spMkLst>
        </pc:spChg>
        <pc:spChg chg="mod">
          <ac:chgData name="SERGIO SPANO'" userId="3abdd0b9-513e-40ac-aad4-56920065037d" providerId="ADAL" clId="{2DCFDF45-1F6B-4A47-892B-C9094FDD5642}" dt="2022-03-21T11:08:19.259" v="1310" actId="27803"/>
          <ac:spMkLst>
            <pc:docMk/>
            <pc:sldMk cId="1175821773" sldId="258"/>
            <ac:spMk id="2204" creationId="{2EFDC9FA-6435-401C-8E6C-FECD56AD3083}"/>
          </ac:spMkLst>
        </pc:spChg>
        <pc:spChg chg="mod">
          <ac:chgData name="SERGIO SPANO'" userId="3abdd0b9-513e-40ac-aad4-56920065037d" providerId="ADAL" clId="{2DCFDF45-1F6B-4A47-892B-C9094FDD5642}" dt="2022-03-21T11:08:19.259" v="1310" actId="27803"/>
          <ac:spMkLst>
            <pc:docMk/>
            <pc:sldMk cId="1175821773" sldId="258"/>
            <ac:spMk id="2205" creationId="{482E8768-353D-41A6-B4AD-FB07E254A680}"/>
          </ac:spMkLst>
        </pc:spChg>
        <pc:spChg chg="mod">
          <ac:chgData name="SERGIO SPANO'" userId="3abdd0b9-513e-40ac-aad4-56920065037d" providerId="ADAL" clId="{2DCFDF45-1F6B-4A47-892B-C9094FDD5642}" dt="2022-03-21T11:08:19.259" v="1310" actId="27803"/>
          <ac:spMkLst>
            <pc:docMk/>
            <pc:sldMk cId="1175821773" sldId="258"/>
            <ac:spMk id="2206" creationId="{BE8C57F2-3304-449D-81D2-A3450C587270}"/>
          </ac:spMkLst>
        </pc:spChg>
        <pc:spChg chg="mod">
          <ac:chgData name="SERGIO SPANO'" userId="3abdd0b9-513e-40ac-aad4-56920065037d" providerId="ADAL" clId="{2DCFDF45-1F6B-4A47-892B-C9094FDD5642}" dt="2022-03-21T11:08:19.259" v="1310" actId="27803"/>
          <ac:spMkLst>
            <pc:docMk/>
            <pc:sldMk cId="1175821773" sldId="258"/>
            <ac:spMk id="2207" creationId="{94132D3C-A323-49FF-AB21-A7A8C56ACCDB}"/>
          </ac:spMkLst>
        </pc:spChg>
        <pc:spChg chg="mod">
          <ac:chgData name="SERGIO SPANO'" userId="3abdd0b9-513e-40ac-aad4-56920065037d" providerId="ADAL" clId="{2DCFDF45-1F6B-4A47-892B-C9094FDD5642}" dt="2022-03-21T11:08:19.259" v="1310" actId="27803"/>
          <ac:spMkLst>
            <pc:docMk/>
            <pc:sldMk cId="1175821773" sldId="258"/>
            <ac:spMk id="2208" creationId="{9B0705C6-301C-481E-80CA-F300FCF1F05C}"/>
          </ac:spMkLst>
        </pc:spChg>
        <pc:spChg chg="mod">
          <ac:chgData name="SERGIO SPANO'" userId="3abdd0b9-513e-40ac-aad4-56920065037d" providerId="ADAL" clId="{2DCFDF45-1F6B-4A47-892B-C9094FDD5642}" dt="2022-03-21T11:08:19.259" v="1310" actId="27803"/>
          <ac:spMkLst>
            <pc:docMk/>
            <pc:sldMk cId="1175821773" sldId="258"/>
            <ac:spMk id="2209" creationId="{87C8E11F-75B0-47DE-BB5C-C2CE31595F7D}"/>
          </ac:spMkLst>
        </pc:spChg>
        <pc:spChg chg="mod">
          <ac:chgData name="SERGIO SPANO'" userId="3abdd0b9-513e-40ac-aad4-56920065037d" providerId="ADAL" clId="{2DCFDF45-1F6B-4A47-892B-C9094FDD5642}" dt="2022-03-21T11:08:19.259" v="1310" actId="27803"/>
          <ac:spMkLst>
            <pc:docMk/>
            <pc:sldMk cId="1175821773" sldId="258"/>
            <ac:spMk id="2210" creationId="{1111F595-2FEA-4737-BF7C-113F8D152856}"/>
          </ac:spMkLst>
        </pc:spChg>
        <pc:spChg chg="mod">
          <ac:chgData name="SERGIO SPANO'" userId="3abdd0b9-513e-40ac-aad4-56920065037d" providerId="ADAL" clId="{2DCFDF45-1F6B-4A47-892B-C9094FDD5642}" dt="2022-03-21T11:08:19.259" v="1310" actId="27803"/>
          <ac:spMkLst>
            <pc:docMk/>
            <pc:sldMk cId="1175821773" sldId="258"/>
            <ac:spMk id="2211" creationId="{2DED125B-845F-4292-AA81-DFFAE1236D64}"/>
          </ac:spMkLst>
        </pc:spChg>
        <pc:spChg chg="mod">
          <ac:chgData name="SERGIO SPANO'" userId="3abdd0b9-513e-40ac-aad4-56920065037d" providerId="ADAL" clId="{2DCFDF45-1F6B-4A47-892B-C9094FDD5642}" dt="2022-03-21T11:08:19.259" v="1310" actId="27803"/>
          <ac:spMkLst>
            <pc:docMk/>
            <pc:sldMk cId="1175821773" sldId="258"/>
            <ac:spMk id="2212" creationId="{85F9D453-3454-4CA7-B8EC-7768899D75D6}"/>
          </ac:spMkLst>
        </pc:spChg>
        <pc:spChg chg="mod">
          <ac:chgData name="SERGIO SPANO'" userId="3abdd0b9-513e-40ac-aad4-56920065037d" providerId="ADAL" clId="{2DCFDF45-1F6B-4A47-892B-C9094FDD5642}" dt="2022-03-21T11:08:19.259" v="1310" actId="27803"/>
          <ac:spMkLst>
            <pc:docMk/>
            <pc:sldMk cId="1175821773" sldId="258"/>
            <ac:spMk id="2213" creationId="{68FE98E9-99CD-4641-B94A-782052CF92C7}"/>
          </ac:spMkLst>
        </pc:spChg>
        <pc:spChg chg="mod">
          <ac:chgData name="SERGIO SPANO'" userId="3abdd0b9-513e-40ac-aad4-56920065037d" providerId="ADAL" clId="{2DCFDF45-1F6B-4A47-892B-C9094FDD5642}" dt="2022-03-21T11:08:19.259" v="1310" actId="27803"/>
          <ac:spMkLst>
            <pc:docMk/>
            <pc:sldMk cId="1175821773" sldId="258"/>
            <ac:spMk id="2214" creationId="{882D1561-3A46-4252-B19F-736D0A3C98A7}"/>
          </ac:spMkLst>
        </pc:spChg>
        <pc:spChg chg="mod">
          <ac:chgData name="SERGIO SPANO'" userId="3abdd0b9-513e-40ac-aad4-56920065037d" providerId="ADAL" clId="{2DCFDF45-1F6B-4A47-892B-C9094FDD5642}" dt="2022-03-21T11:08:19.259" v="1310" actId="27803"/>
          <ac:spMkLst>
            <pc:docMk/>
            <pc:sldMk cId="1175821773" sldId="258"/>
            <ac:spMk id="2215" creationId="{4082C019-98E1-4EB0-B21D-D272375FBBAF}"/>
          </ac:spMkLst>
        </pc:spChg>
        <pc:spChg chg="mod">
          <ac:chgData name="SERGIO SPANO'" userId="3abdd0b9-513e-40ac-aad4-56920065037d" providerId="ADAL" clId="{2DCFDF45-1F6B-4A47-892B-C9094FDD5642}" dt="2022-03-21T11:08:19.259" v="1310" actId="27803"/>
          <ac:spMkLst>
            <pc:docMk/>
            <pc:sldMk cId="1175821773" sldId="258"/>
            <ac:spMk id="2216" creationId="{22B87F4A-6CC7-442C-AC8F-4B182510563E}"/>
          </ac:spMkLst>
        </pc:spChg>
        <pc:spChg chg="mod">
          <ac:chgData name="SERGIO SPANO'" userId="3abdd0b9-513e-40ac-aad4-56920065037d" providerId="ADAL" clId="{2DCFDF45-1F6B-4A47-892B-C9094FDD5642}" dt="2022-03-21T11:08:19.259" v="1310" actId="27803"/>
          <ac:spMkLst>
            <pc:docMk/>
            <pc:sldMk cId="1175821773" sldId="258"/>
            <ac:spMk id="2217" creationId="{8C04D3ED-E6D4-4301-9414-A0123B746BD4}"/>
          </ac:spMkLst>
        </pc:spChg>
        <pc:spChg chg="mod">
          <ac:chgData name="SERGIO SPANO'" userId="3abdd0b9-513e-40ac-aad4-56920065037d" providerId="ADAL" clId="{2DCFDF45-1F6B-4A47-892B-C9094FDD5642}" dt="2022-03-21T11:08:19.259" v="1310" actId="27803"/>
          <ac:spMkLst>
            <pc:docMk/>
            <pc:sldMk cId="1175821773" sldId="258"/>
            <ac:spMk id="2218" creationId="{150B4E71-DEB8-4624-A032-86DE722FB985}"/>
          </ac:spMkLst>
        </pc:spChg>
        <pc:spChg chg="mod">
          <ac:chgData name="SERGIO SPANO'" userId="3abdd0b9-513e-40ac-aad4-56920065037d" providerId="ADAL" clId="{2DCFDF45-1F6B-4A47-892B-C9094FDD5642}" dt="2022-03-21T11:08:19.259" v="1310" actId="27803"/>
          <ac:spMkLst>
            <pc:docMk/>
            <pc:sldMk cId="1175821773" sldId="258"/>
            <ac:spMk id="2219" creationId="{27D80529-DC97-4435-B232-9878416343C9}"/>
          </ac:spMkLst>
        </pc:spChg>
        <pc:spChg chg="mod">
          <ac:chgData name="SERGIO SPANO'" userId="3abdd0b9-513e-40ac-aad4-56920065037d" providerId="ADAL" clId="{2DCFDF45-1F6B-4A47-892B-C9094FDD5642}" dt="2022-03-21T11:08:19.259" v="1310" actId="27803"/>
          <ac:spMkLst>
            <pc:docMk/>
            <pc:sldMk cId="1175821773" sldId="258"/>
            <ac:spMk id="2220" creationId="{1D851C76-F534-4D6B-AC90-172437FEE951}"/>
          </ac:spMkLst>
        </pc:spChg>
        <pc:spChg chg="mod">
          <ac:chgData name="SERGIO SPANO'" userId="3abdd0b9-513e-40ac-aad4-56920065037d" providerId="ADAL" clId="{2DCFDF45-1F6B-4A47-892B-C9094FDD5642}" dt="2022-03-21T11:08:19.259" v="1310" actId="27803"/>
          <ac:spMkLst>
            <pc:docMk/>
            <pc:sldMk cId="1175821773" sldId="258"/>
            <ac:spMk id="2221" creationId="{96235529-355A-4814-A8E8-3E14ADD353BE}"/>
          </ac:spMkLst>
        </pc:spChg>
        <pc:spChg chg="mod">
          <ac:chgData name="SERGIO SPANO'" userId="3abdd0b9-513e-40ac-aad4-56920065037d" providerId="ADAL" clId="{2DCFDF45-1F6B-4A47-892B-C9094FDD5642}" dt="2022-03-21T11:08:19.259" v="1310" actId="27803"/>
          <ac:spMkLst>
            <pc:docMk/>
            <pc:sldMk cId="1175821773" sldId="258"/>
            <ac:spMk id="2222" creationId="{26D7E607-D920-4585-A979-D8A3CA59BEBC}"/>
          </ac:spMkLst>
        </pc:spChg>
        <pc:spChg chg="mod">
          <ac:chgData name="SERGIO SPANO'" userId="3abdd0b9-513e-40ac-aad4-56920065037d" providerId="ADAL" clId="{2DCFDF45-1F6B-4A47-892B-C9094FDD5642}" dt="2022-03-21T11:08:19.259" v="1310" actId="27803"/>
          <ac:spMkLst>
            <pc:docMk/>
            <pc:sldMk cId="1175821773" sldId="258"/>
            <ac:spMk id="2223" creationId="{64B675CB-EB6B-42C6-811E-6DBA2AE4CAE4}"/>
          </ac:spMkLst>
        </pc:spChg>
        <pc:spChg chg="mod">
          <ac:chgData name="SERGIO SPANO'" userId="3abdd0b9-513e-40ac-aad4-56920065037d" providerId="ADAL" clId="{2DCFDF45-1F6B-4A47-892B-C9094FDD5642}" dt="2022-03-21T11:08:19.259" v="1310" actId="27803"/>
          <ac:spMkLst>
            <pc:docMk/>
            <pc:sldMk cId="1175821773" sldId="258"/>
            <ac:spMk id="2224" creationId="{2BC1E4C5-D5D6-4FEB-A346-1B38A7E55D64}"/>
          </ac:spMkLst>
        </pc:spChg>
        <pc:spChg chg="mod">
          <ac:chgData name="SERGIO SPANO'" userId="3abdd0b9-513e-40ac-aad4-56920065037d" providerId="ADAL" clId="{2DCFDF45-1F6B-4A47-892B-C9094FDD5642}" dt="2022-03-21T11:08:19.259" v="1310" actId="27803"/>
          <ac:spMkLst>
            <pc:docMk/>
            <pc:sldMk cId="1175821773" sldId="258"/>
            <ac:spMk id="2225" creationId="{4D7DFE77-1B16-4DC1-A71E-FEC228D53C01}"/>
          </ac:spMkLst>
        </pc:spChg>
        <pc:spChg chg="mod">
          <ac:chgData name="SERGIO SPANO'" userId="3abdd0b9-513e-40ac-aad4-56920065037d" providerId="ADAL" clId="{2DCFDF45-1F6B-4A47-892B-C9094FDD5642}" dt="2022-03-21T11:08:19.259" v="1310" actId="27803"/>
          <ac:spMkLst>
            <pc:docMk/>
            <pc:sldMk cId="1175821773" sldId="258"/>
            <ac:spMk id="2226" creationId="{F39CF1FE-AC75-440E-8F42-50DB3E6352B9}"/>
          </ac:spMkLst>
        </pc:spChg>
        <pc:spChg chg="mod">
          <ac:chgData name="SERGIO SPANO'" userId="3abdd0b9-513e-40ac-aad4-56920065037d" providerId="ADAL" clId="{2DCFDF45-1F6B-4A47-892B-C9094FDD5642}" dt="2022-03-21T11:08:19.259" v="1310" actId="27803"/>
          <ac:spMkLst>
            <pc:docMk/>
            <pc:sldMk cId="1175821773" sldId="258"/>
            <ac:spMk id="2227" creationId="{53270A19-DCB9-4ED1-9881-6DFDAB1EE6FB}"/>
          </ac:spMkLst>
        </pc:spChg>
        <pc:spChg chg="mod">
          <ac:chgData name="SERGIO SPANO'" userId="3abdd0b9-513e-40ac-aad4-56920065037d" providerId="ADAL" clId="{2DCFDF45-1F6B-4A47-892B-C9094FDD5642}" dt="2022-03-21T11:08:19.259" v="1310" actId="27803"/>
          <ac:spMkLst>
            <pc:docMk/>
            <pc:sldMk cId="1175821773" sldId="258"/>
            <ac:spMk id="2228" creationId="{10C50271-AC46-443E-8678-137CA0910851}"/>
          </ac:spMkLst>
        </pc:spChg>
        <pc:spChg chg="mod">
          <ac:chgData name="SERGIO SPANO'" userId="3abdd0b9-513e-40ac-aad4-56920065037d" providerId="ADAL" clId="{2DCFDF45-1F6B-4A47-892B-C9094FDD5642}" dt="2022-03-21T11:08:19.259" v="1310" actId="27803"/>
          <ac:spMkLst>
            <pc:docMk/>
            <pc:sldMk cId="1175821773" sldId="258"/>
            <ac:spMk id="2229" creationId="{6FB1C591-A38C-40BB-93BD-BA8428BAD22B}"/>
          </ac:spMkLst>
        </pc:spChg>
        <pc:spChg chg="mod">
          <ac:chgData name="SERGIO SPANO'" userId="3abdd0b9-513e-40ac-aad4-56920065037d" providerId="ADAL" clId="{2DCFDF45-1F6B-4A47-892B-C9094FDD5642}" dt="2022-03-21T11:08:19.259" v="1310" actId="27803"/>
          <ac:spMkLst>
            <pc:docMk/>
            <pc:sldMk cId="1175821773" sldId="258"/>
            <ac:spMk id="2230" creationId="{86D5B579-3375-493B-BE94-5AF7D9CA36E3}"/>
          </ac:spMkLst>
        </pc:spChg>
        <pc:spChg chg="mod">
          <ac:chgData name="SERGIO SPANO'" userId="3abdd0b9-513e-40ac-aad4-56920065037d" providerId="ADAL" clId="{2DCFDF45-1F6B-4A47-892B-C9094FDD5642}" dt="2022-03-21T11:08:19.259" v="1310" actId="27803"/>
          <ac:spMkLst>
            <pc:docMk/>
            <pc:sldMk cId="1175821773" sldId="258"/>
            <ac:spMk id="2231" creationId="{162AB00A-99AE-4C2E-9A29-81AEC86A8DD7}"/>
          </ac:spMkLst>
        </pc:spChg>
        <pc:spChg chg="mod">
          <ac:chgData name="SERGIO SPANO'" userId="3abdd0b9-513e-40ac-aad4-56920065037d" providerId="ADAL" clId="{2DCFDF45-1F6B-4A47-892B-C9094FDD5642}" dt="2022-03-21T11:08:19.259" v="1310" actId="27803"/>
          <ac:spMkLst>
            <pc:docMk/>
            <pc:sldMk cId="1175821773" sldId="258"/>
            <ac:spMk id="2232" creationId="{8443360B-FCD6-46CA-854F-83DD4CC0DF5D}"/>
          </ac:spMkLst>
        </pc:spChg>
        <pc:spChg chg="mod">
          <ac:chgData name="SERGIO SPANO'" userId="3abdd0b9-513e-40ac-aad4-56920065037d" providerId="ADAL" clId="{2DCFDF45-1F6B-4A47-892B-C9094FDD5642}" dt="2022-03-21T11:08:19.259" v="1310" actId="27803"/>
          <ac:spMkLst>
            <pc:docMk/>
            <pc:sldMk cId="1175821773" sldId="258"/>
            <ac:spMk id="2233" creationId="{5F98E08C-DFF7-4822-AFF0-66DF4BCD17BF}"/>
          </ac:spMkLst>
        </pc:spChg>
        <pc:spChg chg="mod">
          <ac:chgData name="SERGIO SPANO'" userId="3abdd0b9-513e-40ac-aad4-56920065037d" providerId="ADAL" clId="{2DCFDF45-1F6B-4A47-892B-C9094FDD5642}" dt="2022-03-21T11:08:19.259" v="1310" actId="27803"/>
          <ac:spMkLst>
            <pc:docMk/>
            <pc:sldMk cId="1175821773" sldId="258"/>
            <ac:spMk id="2234" creationId="{F62E2F09-70C0-4232-90D3-D5518E1F7EA4}"/>
          </ac:spMkLst>
        </pc:spChg>
        <pc:spChg chg="mod">
          <ac:chgData name="SERGIO SPANO'" userId="3abdd0b9-513e-40ac-aad4-56920065037d" providerId="ADAL" clId="{2DCFDF45-1F6B-4A47-892B-C9094FDD5642}" dt="2022-03-21T11:08:19.259" v="1310" actId="27803"/>
          <ac:spMkLst>
            <pc:docMk/>
            <pc:sldMk cId="1175821773" sldId="258"/>
            <ac:spMk id="2235" creationId="{E40225AE-C42F-42D0-8174-6F1AB7AAD6DE}"/>
          </ac:spMkLst>
        </pc:spChg>
        <pc:spChg chg="mod">
          <ac:chgData name="SERGIO SPANO'" userId="3abdd0b9-513e-40ac-aad4-56920065037d" providerId="ADAL" clId="{2DCFDF45-1F6B-4A47-892B-C9094FDD5642}" dt="2022-03-21T11:08:19.259" v="1310" actId="27803"/>
          <ac:spMkLst>
            <pc:docMk/>
            <pc:sldMk cId="1175821773" sldId="258"/>
            <ac:spMk id="2236" creationId="{75B2D9BD-B6EB-4197-A9A5-6E1E31DE82D7}"/>
          </ac:spMkLst>
        </pc:spChg>
        <pc:spChg chg="mod">
          <ac:chgData name="SERGIO SPANO'" userId="3abdd0b9-513e-40ac-aad4-56920065037d" providerId="ADAL" clId="{2DCFDF45-1F6B-4A47-892B-C9094FDD5642}" dt="2022-03-21T11:08:19.259" v="1310" actId="27803"/>
          <ac:spMkLst>
            <pc:docMk/>
            <pc:sldMk cId="1175821773" sldId="258"/>
            <ac:spMk id="2237" creationId="{A58A16E6-07A8-4B8F-9FA7-0255232B849C}"/>
          </ac:spMkLst>
        </pc:spChg>
        <pc:spChg chg="mod">
          <ac:chgData name="SERGIO SPANO'" userId="3abdd0b9-513e-40ac-aad4-56920065037d" providerId="ADAL" clId="{2DCFDF45-1F6B-4A47-892B-C9094FDD5642}" dt="2022-03-21T11:08:19.259" v="1310" actId="27803"/>
          <ac:spMkLst>
            <pc:docMk/>
            <pc:sldMk cId="1175821773" sldId="258"/>
            <ac:spMk id="2238" creationId="{1DC2D17A-ADA2-45F7-BF9F-42546876491F}"/>
          </ac:spMkLst>
        </pc:spChg>
        <pc:spChg chg="mod">
          <ac:chgData name="SERGIO SPANO'" userId="3abdd0b9-513e-40ac-aad4-56920065037d" providerId="ADAL" clId="{2DCFDF45-1F6B-4A47-892B-C9094FDD5642}" dt="2022-03-21T11:08:19.259" v="1310" actId="27803"/>
          <ac:spMkLst>
            <pc:docMk/>
            <pc:sldMk cId="1175821773" sldId="258"/>
            <ac:spMk id="2239" creationId="{91D13C6F-5543-4C54-A7D6-F751D37BED95}"/>
          </ac:spMkLst>
        </pc:spChg>
        <pc:spChg chg="mod">
          <ac:chgData name="SERGIO SPANO'" userId="3abdd0b9-513e-40ac-aad4-56920065037d" providerId="ADAL" clId="{2DCFDF45-1F6B-4A47-892B-C9094FDD5642}" dt="2022-03-21T11:08:19.259" v="1310" actId="27803"/>
          <ac:spMkLst>
            <pc:docMk/>
            <pc:sldMk cId="1175821773" sldId="258"/>
            <ac:spMk id="2240" creationId="{4D4A73C4-8790-40C9-82E0-5DF3E0908AA0}"/>
          </ac:spMkLst>
        </pc:spChg>
        <pc:spChg chg="mod">
          <ac:chgData name="SERGIO SPANO'" userId="3abdd0b9-513e-40ac-aad4-56920065037d" providerId="ADAL" clId="{2DCFDF45-1F6B-4A47-892B-C9094FDD5642}" dt="2022-03-21T11:08:19.259" v="1310" actId="27803"/>
          <ac:spMkLst>
            <pc:docMk/>
            <pc:sldMk cId="1175821773" sldId="258"/>
            <ac:spMk id="2241" creationId="{7C9224BD-11E4-4359-B0B5-454E381C2056}"/>
          </ac:spMkLst>
        </pc:spChg>
        <pc:spChg chg="mod">
          <ac:chgData name="SERGIO SPANO'" userId="3abdd0b9-513e-40ac-aad4-56920065037d" providerId="ADAL" clId="{2DCFDF45-1F6B-4A47-892B-C9094FDD5642}" dt="2022-03-21T11:08:19.259" v="1310" actId="27803"/>
          <ac:spMkLst>
            <pc:docMk/>
            <pc:sldMk cId="1175821773" sldId="258"/>
            <ac:spMk id="2242" creationId="{56B8B65A-28F8-4564-977C-3C91035816AA}"/>
          </ac:spMkLst>
        </pc:spChg>
        <pc:spChg chg="mod">
          <ac:chgData name="SERGIO SPANO'" userId="3abdd0b9-513e-40ac-aad4-56920065037d" providerId="ADAL" clId="{2DCFDF45-1F6B-4A47-892B-C9094FDD5642}" dt="2022-03-21T11:08:19.259" v="1310" actId="27803"/>
          <ac:spMkLst>
            <pc:docMk/>
            <pc:sldMk cId="1175821773" sldId="258"/>
            <ac:spMk id="2243" creationId="{415D7AC9-D026-420F-B2A2-7E1A42F2EC47}"/>
          </ac:spMkLst>
        </pc:spChg>
        <pc:spChg chg="mod">
          <ac:chgData name="SERGIO SPANO'" userId="3abdd0b9-513e-40ac-aad4-56920065037d" providerId="ADAL" clId="{2DCFDF45-1F6B-4A47-892B-C9094FDD5642}" dt="2022-03-21T11:08:19.259" v="1310" actId="27803"/>
          <ac:spMkLst>
            <pc:docMk/>
            <pc:sldMk cId="1175821773" sldId="258"/>
            <ac:spMk id="2244" creationId="{F0FAC135-9874-47AB-9A76-C0CE436F4D2E}"/>
          </ac:spMkLst>
        </pc:spChg>
        <pc:spChg chg="mod">
          <ac:chgData name="SERGIO SPANO'" userId="3abdd0b9-513e-40ac-aad4-56920065037d" providerId="ADAL" clId="{2DCFDF45-1F6B-4A47-892B-C9094FDD5642}" dt="2022-03-21T11:08:19.259" v="1310" actId="27803"/>
          <ac:spMkLst>
            <pc:docMk/>
            <pc:sldMk cId="1175821773" sldId="258"/>
            <ac:spMk id="2245" creationId="{AF5FC1D3-9E7D-44A6-9BE2-EBEC78F67714}"/>
          </ac:spMkLst>
        </pc:spChg>
        <pc:spChg chg="mod">
          <ac:chgData name="SERGIO SPANO'" userId="3abdd0b9-513e-40ac-aad4-56920065037d" providerId="ADAL" clId="{2DCFDF45-1F6B-4A47-892B-C9094FDD5642}" dt="2022-03-21T11:08:19.259" v="1310" actId="27803"/>
          <ac:spMkLst>
            <pc:docMk/>
            <pc:sldMk cId="1175821773" sldId="258"/>
            <ac:spMk id="2246" creationId="{9706D217-A637-4FFC-9C89-21307B722A5C}"/>
          </ac:spMkLst>
        </pc:spChg>
        <pc:spChg chg="mod">
          <ac:chgData name="SERGIO SPANO'" userId="3abdd0b9-513e-40ac-aad4-56920065037d" providerId="ADAL" clId="{2DCFDF45-1F6B-4A47-892B-C9094FDD5642}" dt="2022-03-21T11:08:19.259" v="1310" actId="27803"/>
          <ac:spMkLst>
            <pc:docMk/>
            <pc:sldMk cId="1175821773" sldId="258"/>
            <ac:spMk id="2247" creationId="{39DD91D8-21FB-4E28-A688-B73D4620C098}"/>
          </ac:spMkLst>
        </pc:spChg>
        <pc:spChg chg="mod">
          <ac:chgData name="SERGIO SPANO'" userId="3abdd0b9-513e-40ac-aad4-56920065037d" providerId="ADAL" clId="{2DCFDF45-1F6B-4A47-892B-C9094FDD5642}" dt="2022-03-21T11:08:19.259" v="1310" actId="27803"/>
          <ac:spMkLst>
            <pc:docMk/>
            <pc:sldMk cId="1175821773" sldId="258"/>
            <ac:spMk id="2248" creationId="{CA396421-909C-40BE-8481-FFE4587D94C7}"/>
          </ac:spMkLst>
        </pc:spChg>
        <pc:spChg chg="mod">
          <ac:chgData name="SERGIO SPANO'" userId="3abdd0b9-513e-40ac-aad4-56920065037d" providerId="ADAL" clId="{2DCFDF45-1F6B-4A47-892B-C9094FDD5642}" dt="2022-03-21T11:08:19.259" v="1310" actId="27803"/>
          <ac:spMkLst>
            <pc:docMk/>
            <pc:sldMk cId="1175821773" sldId="258"/>
            <ac:spMk id="2249" creationId="{36DC570F-99EB-4A29-8B28-2B7805558204}"/>
          </ac:spMkLst>
        </pc:spChg>
        <pc:spChg chg="mod">
          <ac:chgData name="SERGIO SPANO'" userId="3abdd0b9-513e-40ac-aad4-56920065037d" providerId="ADAL" clId="{2DCFDF45-1F6B-4A47-892B-C9094FDD5642}" dt="2022-03-21T11:08:19.259" v="1310" actId="27803"/>
          <ac:spMkLst>
            <pc:docMk/>
            <pc:sldMk cId="1175821773" sldId="258"/>
            <ac:spMk id="2250" creationId="{E69D91A7-F17A-4DBE-AD26-8B92CC437632}"/>
          </ac:spMkLst>
        </pc:spChg>
        <pc:spChg chg="mod">
          <ac:chgData name="SERGIO SPANO'" userId="3abdd0b9-513e-40ac-aad4-56920065037d" providerId="ADAL" clId="{2DCFDF45-1F6B-4A47-892B-C9094FDD5642}" dt="2022-03-21T11:08:19.259" v="1310" actId="27803"/>
          <ac:spMkLst>
            <pc:docMk/>
            <pc:sldMk cId="1175821773" sldId="258"/>
            <ac:spMk id="2251" creationId="{1946D781-7F12-4C47-BEC6-797129D804DE}"/>
          </ac:spMkLst>
        </pc:spChg>
        <pc:spChg chg="mod">
          <ac:chgData name="SERGIO SPANO'" userId="3abdd0b9-513e-40ac-aad4-56920065037d" providerId="ADAL" clId="{2DCFDF45-1F6B-4A47-892B-C9094FDD5642}" dt="2022-03-21T11:08:19.259" v="1310" actId="27803"/>
          <ac:spMkLst>
            <pc:docMk/>
            <pc:sldMk cId="1175821773" sldId="258"/>
            <ac:spMk id="2252" creationId="{27862A71-D487-45EC-805D-6D7F3720B75C}"/>
          </ac:spMkLst>
        </pc:spChg>
        <pc:spChg chg="mod">
          <ac:chgData name="SERGIO SPANO'" userId="3abdd0b9-513e-40ac-aad4-56920065037d" providerId="ADAL" clId="{2DCFDF45-1F6B-4A47-892B-C9094FDD5642}" dt="2022-03-21T11:08:19.259" v="1310" actId="27803"/>
          <ac:spMkLst>
            <pc:docMk/>
            <pc:sldMk cId="1175821773" sldId="258"/>
            <ac:spMk id="2253" creationId="{6BD00ECD-7577-4A81-9188-5298375037CE}"/>
          </ac:spMkLst>
        </pc:spChg>
        <pc:spChg chg="mod">
          <ac:chgData name="SERGIO SPANO'" userId="3abdd0b9-513e-40ac-aad4-56920065037d" providerId="ADAL" clId="{2DCFDF45-1F6B-4A47-892B-C9094FDD5642}" dt="2022-03-21T11:08:19.259" v="1310" actId="27803"/>
          <ac:spMkLst>
            <pc:docMk/>
            <pc:sldMk cId="1175821773" sldId="258"/>
            <ac:spMk id="2254" creationId="{E8F69B0B-F844-4FFD-8530-9E2934F3FEA2}"/>
          </ac:spMkLst>
        </pc:spChg>
        <pc:spChg chg="mod">
          <ac:chgData name="SERGIO SPANO'" userId="3abdd0b9-513e-40ac-aad4-56920065037d" providerId="ADAL" clId="{2DCFDF45-1F6B-4A47-892B-C9094FDD5642}" dt="2022-03-21T11:08:19.259" v="1310" actId="27803"/>
          <ac:spMkLst>
            <pc:docMk/>
            <pc:sldMk cId="1175821773" sldId="258"/>
            <ac:spMk id="2255" creationId="{D390DDF8-66D4-4648-A1C2-F03A99186664}"/>
          </ac:spMkLst>
        </pc:spChg>
        <pc:spChg chg="mod">
          <ac:chgData name="SERGIO SPANO'" userId="3abdd0b9-513e-40ac-aad4-56920065037d" providerId="ADAL" clId="{2DCFDF45-1F6B-4A47-892B-C9094FDD5642}" dt="2022-03-21T11:08:19.259" v="1310" actId="27803"/>
          <ac:spMkLst>
            <pc:docMk/>
            <pc:sldMk cId="1175821773" sldId="258"/>
            <ac:spMk id="2256" creationId="{D8E13C1B-1AE0-4BA9-8BB4-532EB9D35C2E}"/>
          </ac:spMkLst>
        </pc:spChg>
        <pc:spChg chg="mod">
          <ac:chgData name="SERGIO SPANO'" userId="3abdd0b9-513e-40ac-aad4-56920065037d" providerId="ADAL" clId="{2DCFDF45-1F6B-4A47-892B-C9094FDD5642}" dt="2022-03-21T11:08:19.259" v="1310" actId="27803"/>
          <ac:spMkLst>
            <pc:docMk/>
            <pc:sldMk cId="1175821773" sldId="258"/>
            <ac:spMk id="2257" creationId="{A495F542-DD3C-46C5-8937-1E1B6D763FC9}"/>
          </ac:spMkLst>
        </pc:spChg>
        <pc:spChg chg="mod">
          <ac:chgData name="SERGIO SPANO'" userId="3abdd0b9-513e-40ac-aad4-56920065037d" providerId="ADAL" clId="{2DCFDF45-1F6B-4A47-892B-C9094FDD5642}" dt="2022-03-21T11:08:19.259" v="1310" actId="27803"/>
          <ac:spMkLst>
            <pc:docMk/>
            <pc:sldMk cId="1175821773" sldId="258"/>
            <ac:spMk id="2258" creationId="{B885A60B-19C0-4321-9638-0F5FFF4CEF8A}"/>
          </ac:spMkLst>
        </pc:spChg>
        <pc:spChg chg="mod">
          <ac:chgData name="SERGIO SPANO'" userId="3abdd0b9-513e-40ac-aad4-56920065037d" providerId="ADAL" clId="{2DCFDF45-1F6B-4A47-892B-C9094FDD5642}" dt="2022-03-21T11:08:19.259" v="1310" actId="27803"/>
          <ac:spMkLst>
            <pc:docMk/>
            <pc:sldMk cId="1175821773" sldId="258"/>
            <ac:spMk id="2259" creationId="{C31FE500-6B64-425C-8D86-2C508BB44DB8}"/>
          </ac:spMkLst>
        </pc:spChg>
        <pc:spChg chg="mod">
          <ac:chgData name="SERGIO SPANO'" userId="3abdd0b9-513e-40ac-aad4-56920065037d" providerId="ADAL" clId="{2DCFDF45-1F6B-4A47-892B-C9094FDD5642}" dt="2022-03-21T11:08:19.259" v="1310" actId="27803"/>
          <ac:spMkLst>
            <pc:docMk/>
            <pc:sldMk cId="1175821773" sldId="258"/>
            <ac:spMk id="2260" creationId="{F2C371B6-DB09-41BA-B684-A2C765C51FDC}"/>
          </ac:spMkLst>
        </pc:spChg>
        <pc:spChg chg="mod">
          <ac:chgData name="SERGIO SPANO'" userId="3abdd0b9-513e-40ac-aad4-56920065037d" providerId="ADAL" clId="{2DCFDF45-1F6B-4A47-892B-C9094FDD5642}" dt="2022-03-21T11:08:19.259" v="1310" actId="27803"/>
          <ac:spMkLst>
            <pc:docMk/>
            <pc:sldMk cId="1175821773" sldId="258"/>
            <ac:spMk id="2261" creationId="{7FF73811-3820-400A-8A69-41DB5930BE79}"/>
          </ac:spMkLst>
        </pc:spChg>
        <pc:spChg chg="mod">
          <ac:chgData name="SERGIO SPANO'" userId="3abdd0b9-513e-40ac-aad4-56920065037d" providerId="ADAL" clId="{2DCFDF45-1F6B-4A47-892B-C9094FDD5642}" dt="2022-03-21T11:08:19.259" v="1310" actId="27803"/>
          <ac:spMkLst>
            <pc:docMk/>
            <pc:sldMk cId="1175821773" sldId="258"/>
            <ac:spMk id="2262" creationId="{C465793B-4EB4-439D-B4D5-98AD46F6A9BC}"/>
          </ac:spMkLst>
        </pc:spChg>
        <pc:spChg chg="mod">
          <ac:chgData name="SERGIO SPANO'" userId="3abdd0b9-513e-40ac-aad4-56920065037d" providerId="ADAL" clId="{2DCFDF45-1F6B-4A47-892B-C9094FDD5642}" dt="2022-03-21T11:08:19.259" v="1310" actId="27803"/>
          <ac:spMkLst>
            <pc:docMk/>
            <pc:sldMk cId="1175821773" sldId="258"/>
            <ac:spMk id="2263" creationId="{BE09D86C-0331-428C-B014-F893326F2CC3}"/>
          </ac:spMkLst>
        </pc:spChg>
        <pc:spChg chg="mod">
          <ac:chgData name="SERGIO SPANO'" userId="3abdd0b9-513e-40ac-aad4-56920065037d" providerId="ADAL" clId="{2DCFDF45-1F6B-4A47-892B-C9094FDD5642}" dt="2022-03-21T11:08:19.259" v="1310" actId="27803"/>
          <ac:spMkLst>
            <pc:docMk/>
            <pc:sldMk cId="1175821773" sldId="258"/>
            <ac:spMk id="2264" creationId="{78CF07ED-C31E-400F-B1F8-0CA379AC689C}"/>
          </ac:spMkLst>
        </pc:spChg>
        <pc:spChg chg="mod">
          <ac:chgData name="SERGIO SPANO'" userId="3abdd0b9-513e-40ac-aad4-56920065037d" providerId="ADAL" clId="{2DCFDF45-1F6B-4A47-892B-C9094FDD5642}" dt="2022-03-21T11:08:19.259" v="1310" actId="27803"/>
          <ac:spMkLst>
            <pc:docMk/>
            <pc:sldMk cId="1175821773" sldId="258"/>
            <ac:spMk id="2265" creationId="{A7006011-FC63-4AD6-8D2E-A3F0435DE788}"/>
          </ac:spMkLst>
        </pc:spChg>
        <pc:spChg chg="mod">
          <ac:chgData name="SERGIO SPANO'" userId="3abdd0b9-513e-40ac-aad4-56920065037d" providerId="ADAL" clId="{2DCFDF45-1F6B-4A47-892B-C9094FDD5642}" dt="2022-03-21T11:08:19.259" v="1310" actId="27803"/>
          <ac:spMkLst>
            <pc:docMk/>
            <pc:sldMk cId="1175821773" sldId="258"/>
            <ac:spMk id="2266" creationId="{419928FD-17BE-4349-8E84-2D9F52821359}"/>
          </ac:spMkLst>
        </pc:spChg>
        <pc:spChg chg="mod">
          <ac:chgData name="SERGIO SPANO'" userId="3abdd0b9-513e-40ac-aad4-56920065037d" providerId="ADAL" clId="{2DCFDF45-1F6B-4A47-892B-C9094FDD5642}" dt="2022-03-21T11:08:19.259" v="1310" actId="27803"/>
          <ac:spMkLst>
            <pc:docMk/>
            <pc:sldMk cId="1175821773" sldId="258"/>
            <ac:spMk id="2267" creationId="{3767D7BA-E6B1-4494-B8D5-6E1276D71DB8}"/>
          </ac:spMkLst>
        </pc:spChg>
        <pc:spChg chg="mod">
          <ac:chgData name="SERGIO SPANO'" userId="3abdd0b9-513e-40ac-aad4-56920065037d" providerId="ADAL" clId="{2DCFDF45-1F6B-4A47-892B-C9094FDD5642}" dt="2022-03-21T11:08:19.259" v="1310" actId="27803"/>
          <ac:spMkLst>
            <pc:docMk/>
            <pc:sldMk cId="1175821773" sldId="258"/>
            <ac:spMk id="2268" creationId="{7CDEBDCC-325B-4825-8DD5-66EAA7DD5093}"/>
          </ac:spMkLst>
        </pc:spChg>
        <pc:spChg chg="mod">
          <ac:chgData name="SERGIO SPANO'" userId="3abdd0b9-513e-40ac-aad4-56920065037d" providerId="ADAL" clId="{2DCFDF45-1F6B-4A47-892B-C9094FDD5642}" dt="2022-03-21T11:08:19.259" v="1310" actId="27803"/>
          <ac:spMkLst>
            <pc:docMk/>
            <pc:sldMk cId="1175821773" sldId="258"/>
            <ac:spMk id="2269" creationId="{22432974-FC33-443C-98E2-31D24FB63E3B}"/>
          </ac:spMkLst>
        </pc:spChg>
        <pc:spChg chg="mod">
          <ac:chgData name="SERGIO SPANO'" userId="3abdd0b9-513e-40ac-aad4-56920065037d" providerId="ADAL" clId="{2DCFDF45-1F6B-4A47-892B-C9094FDD5642}" dt="2022-03-21T11:08:19.259" v="1310" actId="27803"/>
          <ac:spMkLst>
            <pc:docMk/>
            <pc:sldMk cId="1175821773" sldId="258"/>
            <ac:spMk id="2270" creationId="{C6F34B80-DDFD-4E5C-B9DB-16A309F83271}"/>
          </ac:spMkLst>
        </pc:spChg>
        <pc:spChg chg="mod">
          <ac:chgData name="SERGIO SPANO'" userId="3abdd0b9-513e-40ac-aad4-56920065037d" providerId="ADAL" clId="{2DCFDF45-1F6B-4A47-892B-C9094FDD5642}" dt="2022-03-21T11:08:19.259" v="1310" actId="27803"/>
          <ac:spMkLst>
            <pc:docMk/>
            <pc:sldMk cId="1175821773" sldId="258"/>
            <ac:spMk id="2271" creationId="{994B766B-2ED3-482C-BFF6-F146E3A29D7F}"/>
          </ac:spMkLst>
        </pc:spChg>
        <pc:spChg chg="mod">
          <ac:chgData name="SERGIO SPANO'" userId="3abdd0b9-513e-40ac-aad4-56920065037d" providerId="ADAL" clId="{2DCFDF45-1F6B-4A47-892B-C9094FDD5642}" dt="2022-03-21T11:08:19.259" v="1310" actId="27803"/>
          <ac:spMkLst>
            <pc:docMk/>
            <pc:sldMk cId="1175821773" sldId="258"/>
            <ac:spMk id="2272" creationId="{5CB0F6EF-ECA6-48BF-AD74-020822DE78A2}"/>
          </ac:spMkLst>
        </pc:spChg>
        <pc:spChg chg="mod">
          <ac:chgData name="SERGIO SPANO'" userId="3abdd0b9-513e-40ac-aad4-56920065037d" providerId="ADAL" clId="{2DCFDF45-1F6B-4A47-892B-C9094FDD5642}" dt="2022-03-21T11:08:19.259" v="1310" actId="27803"/>
          <ac:spMkLst>
            <pc:docMk/>
            <pc:sldMk cId="1175821773" sldId="258"/>
            <ac:spMk id="2273" creationId="{5D449DE8-F735-4D4C-8DC1-8619EB277749}"/>
          </ac:spMkLst>
        </pc:spChg>
        <pc:spChg chg="mod">
          <ac:chgData name="SERGIO SPANO'" userId="3abdd0b9-513e-40ac-aad4-56920065037d" providerId="ADAL" clId="{2DCFDF45-1F6B-4A47-892B-C9094FDD5642}" dt="2022-03-21T11:08:19.259" v="1310" actId="27803"/>
          <ac:spMkLst>
            <pc:docMk/>
            <pc:sldMk cId="1175821773" sldId="258"/>
            <ac:spMk id="2274" creationId="{6C27F0B3-FACA-41E6-A56B-ADBE19DEADF9}"/>
          </ac:spMkLst>
        </pc:spChg>
        <pc:spChg chg="mod">
          <ac:chgData name="SERGIO SPANO'" userId="3abdd0b9-513e-40ac-aad4-56920065037d" providerId="ADAL" clId="{2DCFDF45-1F6B-4A47-892B-C9094FDD5642}" dt="2022-03-21T11:08:19.259" v="1310" actId="27803"/>
          <ac:spMkLst>
            <pc:docMk/>
            <pc:sldMk cId="1175821773" sldId="258"/>
            <ac:spMk id="2275" creationId="{70CB062E-2F8B-4F23-B2E6-C6B84E1DDFB0}"/>
          </ac:spMkLst>
        </pc:spChg>
        <pc:spChg chg="mod">
          <ac:chgData name="SERGIO SPANO'" userId="3abdd0b9-513e-40ac-aad4-56920065037d" providerId="ADAL" clId="{2DCFDF45-1F6B-4A47-892B-C9094FDD5642}" dt="2022-03-21T11:08:19.259" v="1310" actId="27803"/>
          <ac:spMkLst>
            <pc:docMk/>
            <pc:sldMk cId="1175821773" sldId="258"/>
            <ac:spMk id="2276" creationId="{655DBCB7-DF67-488E-87DA-F578A70B6F42}"/>
          </ac:spMkLst>
        </pc:spChg>
        <pc:spChg chg="mod">
          <ac:chgData name="SERGIO SPANO'" userId="3abdd0b9-513e-40ac-aad4-56920065037d" providerId="ADAL" clId="{2DCFDF45-1F6B-4A47-892B-C9094FDD5642}" dt="2022-03-21T11:08:19.259" v="1310" actId="27803"/>
          <ac:spMkLst>
            <pc:docMk/>
            <pc:sldMk cId="1175821773" sldId="258"/>
            <ac:spMk id="2277" creationId="{D93D8B6E-DEB7-4DC9-B0D0-25953D9CEAC3}"/>
          </ac:spMkLst>
        </pc:spChg>
        <pc:spChg chg="mod">
          <ac:chgData name="SERGIO SPANO'" userId="3abdd0b9-513e-40ac-aad4-56920065037d" providerId="ADAL" clId="{2DCFDF45-1F6B-4A47-892B-C9094FDD5642}" dt="2022-03-21T11:08:19.259" v="1310" actId="27803"/>
          <ac:spMkLst>
            <pc:docMk/>
            <pc:sldMk cId="1175821773" sldId="258"/>
            <ac:spMk id="2278" creationId="{847AF795-186F-4698-AA3B-FBDD2D8D5D34}"/>
          </ac:spMkLst>
        </pc:spChg>
        <pc:spChg chg="mod">
          <ac:chgData name="SERGIO SPANO'" userId="3abdd0b9-513e-40ac-aad4-56920065037d" providerId="ADAL" clId="{2DCFDF45-1F6B-4A47-892B-C9094FDD5642}" dt="2022-03-21T11:08:19.259" v="1310" actId="27803"/>
          <ac:spMkLst>
            <pc:docMk/>
            <pc:sldMk cId="1175821773" sldId="258"/>
            <ac:spMk id="2279" creationId="{AA3A8662-1C1A-47AD-B12E-BA8533E21824}"/>
          </ac:spMkLst>
        </pc:spChg>
        <pc:spChg chg="mod">
          <ac:chgData name="SERGIO SPANO'" userId="3abdd0b9-513e-40ac-aad4-56920065037d" providerId="ADAL" clId="{2DCFDF45-1F6B-4A47-892B-C9094FDD5642}" dt="2022-03-21T11:08:19.259" v="1310" actId="27803"/>
          <ac:spMkLst>
            <pc:docMk/>
            <pc:sldMk cId="1175821773" sldId="258"/>
            <ac:spMk id="2280" creationId="{F617B497-02A6-45A3-BC07-46AC05F1823E}"/>
          </ac:spMkLst>
        </pc:spChg>
        <pc:spChg chg="mod">
          <ac:chgData name="SERGIO SPANO'" userId="3abdd0b9-513e-40ac-aad4-56920065037d" providerId="ADAL" clId="{2DCFDF45-1F6B-4A47-892B-C9094FDD5642}" dt="2022-03-21T11:08:19.259" v="1310" actId="27803"/>
          <ac:spMkLst>
            <pc:docMk/>
            <pc:sldMk cId="1175821773" sldId="258"/>
            <ac:spMk id="2281" creationId="{65C0C74E-E350-40C2-987D-9D1B1435AE6B}"/>
          </ac:spMkLst>
        </pc:spChg>
        <pc:spChg chg="mod">
          <ac:chgData name="SERGIO SPANO'" userId="3abdd0b9-513e-40ac-aad4-56920065037d" providerId="ADAL" clId="{2DCFDF45-1F6B-4A47-892B-C9094FDD5642}" dt="2022-03-21T11:08:19.259" v="1310" actId="27803"/>
          <ac:spMkLst>
            <pc:docMk/>
            <pc:sldMk cId="1175821773" sldId="258"/>
            <ac:spMk id="2282" creationId="{0395ACE2-F80A-4B9E-9D53-AECC603F1EE3}"/>
          </ac:spMkLst>
        </pc:spChg>
        <pc:spChg chg="mod">
          <ac:chgData name="SERGIO SPANO'" userId="3abdd0b9-513e-40ac-aad4-56920065037d" providerId="ADAL" clId="{2DCFDF45-1F6B-4A47-892B-C9094FDD5642}" dt="2022-03-21T11:08:19.259" v="1310" actId="27803"/>
          <ac:spMkLst>
            <pc:docMk/>
            <pc:sldMk cId="1175821773" sldId="258"/>
            <ac:spMk id="2283" creationId="{FCF2883C-8262-40ED-899B-2F2D84EDD7EB}"/>
          </ac:spMkLst>
        </pc:spChg>
        <pc:spChg chg="mod">
          <ac:chgData name="SERGIO SPANO'" userId="3abdd0b9-513e-40ac-aad4-56920065037d" providerId="ADAL" clId="{2DCFDF45-1F6B-4A47-892B-C9094FDD5642}" dt="2022-03-21T11:08:19.259" v="1310" actId="27803"/>
          <ac:spMkLst>
            <pc:docMk/>
            <pc:sldMk cId="1175821773" sldId="258"/>
            <ac:spMk id="2284" creationId="{B16E56A2-19C6-4EBF-80B9-A1CD94DD9891}"/>
          </ac:spMkLst>
        </pc:spChg>
        <pc:spChg chg="mod">
          <ac:chgData name="SERGIO SPANO'" userId="3abdd0b9-513e-40ac-aad4-56920065037d" providerId="ADAL" clId="{2DCFDF45-1F6B-4A47-892B-C9094FDD5642}" dt="2022-03-21T11:08:19.259" v="1310" actId="27803"/>
          <ac:spMkLst>
            <pc:docMk/>
            <pc:sldMk cId="1175821773" sldId="258"/>
            <ac:spMk id="2285" creationId="{613A45BE-CA14-463C-AEE1-B038B072CC9A}"/>
          </ac:spMkLst>
        </pc:spChg>
        <pc:spChg chg="mod">
          <ac:chgData name="SERGIO SPANO'" userId="3abdd0b9-513e-40ac-aad4-56920065037d" providerId="ADAL" clId="{2DCFDF45-1F6B-4A47-892B-C9094FDD5642}" dt="2022-03-21T11:08:19.259" v="1310" actId="27803"/>
          <ac:spMkLst>
            <pc:docMk/>
            <pc:sldMk cId="1175821773" sldId="258"/>
            <ac:spMk id="2286" creationId="{CF631E11-CAE0-4E03-8F0B-1550A9E15A3B}"/>
          </ac:spMkLst>
        </pc:spChg>
        <pc:spChg chg="mod">
          <ac:chgData name="SERGIO SPANO'" userId="3abdd0b9-513e-40ac-aad4-56920065037d" providerId="ADAL" clId="{2DCFDF45-1F6B-4A47-892B-C9094FDD5642}" dt="2022-03-21T11:08:19.259" v="1310" actId="27803"/>
          <ac:spMkLst>
            <pc:docMk/>
            <pc:sldMk cId="1175821773" sldId="258"/>
            <ac:spMk id="2287" creationId="{E2D2EA27-6586-4D86-BFB5-E9B4F1099A6E}"/>
          </ac:spMkLst>
        </pc:spChg>
        <pc:spChg chg="mod">
          <ac:chgData name="SERGIO SPANO'" userId="3abdd0b9-513e-40ac-aad4-56920065037d" providerId="ADAL" clId="{2DCFDF45-1F6B-4A47-892B-C9094FDD5642}" dt="2022-03-21T11:08:19.259" v="1310" actId="27803"/>
          <ac:spMkLst>
            <pc:docMk/>
            <pc:sldMk cId="1175821773" sldId="258"/>
            <ac:spMk id="2288" creationId="{D058F7E6-ED85-433E-AF45-ECE857BEAEAC}"/>
          </ac:spMkLst>
        </pc:spChg>
        <pc:spChg chg="mod">
          <ac:chgData name="SERGIO SPANO'" userId="3abdd0b9-513e-40ac-aad4-56920065037d" providerId="ADAL" clId="{2DCFDF45-1F6B-4A47-892B-C9094FDD5642}" dt="2022-03-21T11:08:19.259" v="1310" actId="27803"/>
          <ac:spMkLst>
            <pc:docMk/>
            <pc:sldMk cId="1175821773" sldId="258"/>
            <ac:spMk id="2289" creationId="{25AADC6A-B31C-436C-8356-BEF9716EF3A5}"/>
          </ac:spMkLst>
        </pc:spChg>
        <pc:spChg chg="mod">
          <ac:chgData name="SERGIO SPANO'" userId="3abdd0b9-513e-40ac-aad4-56920065037d" providerId="ADAL" clId="{2DCFDF45-1F6B-4A47-892B-C9094FDD5642}" dt="2022-03-21T11:08:19.259" v="1310" actId="27803"/>
          <ac:spMkLst>
            <pc:docMk/>
            <pc:sldMk cId="1175821773" sldId="258"/>
            <ac:spMk id="2290" creationId="{242C26A8-B60B-4BEF-88A7-B8C7084B1DB5}"/>
          </ac:spMkLst>
        </pc:spChg>
        <pc:spChg chg="mod">
          <ac:chgData name="SERGIO SPANO'" userId="3abdd0b9-513e-40ac-aad4-56920065037d" providerId="ADAL" clId="{2DCFDF45-1F6B-4A47-892B-C9094FDD5642}" dt="2022-03-21T11:08:19.259" v="1310" actId="27803"/>
          <ac:spMkLst>
            <pc:docMk/>
            <pc:sldMk cId="1175821773" sldId="258"/>
            <ac:spMk id="2291" creationId="{F09629AE-5543-4CF6-9F9B-125640716869}"/>
          </ac:spMkLst>
        </pc:spChg>
        <pc:spChg chg="mod">
          <ac:chgData name="SERGIO SPANO'" userId="3abdd0b9-513e-40ac-aad4-56920065037d" providerId="ADAL" clId="{2DCFDF45-1F6B-4A47-892B-C9094FDD5642}" dt="2022-03-21T11:08:19.259" v="1310" actId="27803"/>
          <ac:spMkLst>
            <pc:docMk/>
            <pc:sldMk cId="1175821773" sldId="258"/>
            <ac:spMk id="2292" creationId="{3E647495-9C68-4832-A0A2-DB88CE8B6127}"/>
          </ac:spMkLst>
        </pc:spChg>
        <pc:spChg chg="mod">
          <ac:chgData name="SERGIO SPANO'" userId="3abdd0b9-513e-40ac-aad4-56920065037d" providerId="ADAL" clId="{2DCFDF45-1F6B-4A47-892B-C9094FDD5642}" dt="2022-03-21T11:08:19.259" v="1310" actId="27803"/>
          <ac:spMkLst>
            <pc:docMk/>
            <pc:sldMk cId="1175821773" sldId="258"/>
            <ac:spMk id="2293" creationId="{ABA77603-F270-4A8B-A65C-A23366D82192}"/>
          </ac:spMkLst>
        </pc:spChg>
        <pc:spChg chg="mod">
          <ac:chgData name="SERGIO SPANO'" userId="3abdd0b9-513e-40ac-aad4-56920065037d" providerId="ADAL" clId="{2DCFDF45-1F6B-4A47-892B-C9094FDD5642}" dt="2022-03-21T11:08:19.259" v="1310" actId="27803"/>
          <ac:spMkLst>
            <pc:docMk/>
            <pc:sldMk cId="1175821773" sldId="258"/>
            <ac:spMk id="2294" creationId="{31E5D9BE-C80F-4A00-BE54-A57F3A3CFA86}"/>
          </ac:spMkLst>
        </pc:spChg>
        <pc:spChg chg="mod">
          <ac:chgData name="SERGIO SPANO'" userId="3abdd0b9-513e-40ac-aad4-56920065037d" providerId="ADAL" clId="{2DCFDF45-1F6B-4A47-892B-C9094FDD5642}" dt="2022-03-21T11:08:19.259" v="1310" actId="27803"/>
          <ac:spMkLst>
            <pc:docMk/>
            <pc:sldMk cId="1175821773" sldId="258"/>
            <ac:spMk id="2295" creationId="{5FECC87B-A2C5-4A1F-8822-A350BF3AA379}"/>
          </ac:spMkLst>
        </pc:spChg>
        <pc:spChg chg="mod">
          <ac:chgData name="SERGIO SPANO'" userId="3abdd0b9-513e-40ac-aad4-56920065037d" providerId="ADAL" clId="{2DCFDF45-1F6B-4A47-892B-C9094FDD5642}" dt="2022-03-21T11:08:19.259" v="1310" actId="27803"/>
          <ac:spMkLst>
            <pc:docMk/>
            <pc:sldMk cId="1175821773" sldId="258"/>
            <ac:spMk id="2296" creationId="{6735BE7C-5DBB-48FF-9F03-3B4093BF5019}"/>
          </ac:spMkLst>
        </pc:spChg>
        <pc:spChg chg="mod">
          <ac:chgData name="SERGIO SPANO'" userId="3abdd0b9-513e-40ac-aad4-56920065037d" providerId="ADAL" clId="{2DCFDF45-1F6B-4A47-892B-C9094FDD5642}" dt="2022-03-21T11:08:19.259" v="1310" actId="27803"/>
          <ac:spMkLst>
            <pc:docMk/>
            <pc:sldMk cId="1175821773" sldId="258"/>
            <ac:spMk id="2297" creationId="{45573D45-E380-4F28-8F2F-DFF733587407}"/>
          </ac:spMkLst>
        </pc:spChg>
        <pc:spChg chg="mod">
          <ac:chgData name="SERGIO SPANO'" userId="3abdd0b9-513e-40ac-aad4-56920065037d" providerId="ADAL" clId="{2DCFDF45-1F6B-4A47-892B-C9094FDD5642}" dt="2022-03-21T11:08:19.259" v="1310" actId="27803"/>
          <ac:spMkLst>
            <pc:docMk/>
            <pc:sldMk cId="1175821773" sldId="258"/>
            <ac:spMk id="2298" creationId="{5433F5C0-0549-4A99-8B13-DBB172264183}"/>
          </ac:spMkLst>
        </pc:spChg>
        <pc:spChg chg="mod">
          <ac:chgData name="SERGIO SPANO'" userId="3abdd0b9-513e-40ac-aad4-56920065037d" providerId="ADAL" clId="{2DCFDF45-1F6B-4A47-892B-C9094FDD5642}" dt="2022-03-21T11:08:19.259" v="1310" actId="27803"/>
          <ac:spMkLst>
            <pc:docMk/>
            <pc:sldMk cId="1175821773" sldId="258"/>
            <ac:spMk id="2299" creationId="{DDDAA732-8761-432E-8294-2AD6410D7E0A}"/>
          </ac:spMkLst>
        </pc:spChg>
        <pc:spChg chg="mod">
          <ac:chgData name="SERGIO SPANO'" userId="3abdd0b9-513e-40ac-aad4-56920065037d" providerId="ADAL" clId="{2DCFDF45-1F6B-4A47-892B-C9094FDD5642}" dt="2022-03-21T11:08:19.259" v="1310" actId="27803"/>
          <ac:spMkLst>
            <pc:docMk/>
            <pc:sldMk cId="1175821773" sldId="258"/>
            <ac:spMk id="2300" creationId="{69567507-C551-44D0-8131-5A8109C61158}"/>
          </ac:spMkLst>
        </pc:spChg>
        <pc:spChg chg="mod">
          <ac:chgData name="SERGIO SPANO'" userId="3abdd0b9-513e-40ac-aad4-56920065037d" providerId="ADAL" clId="{2DCFDF45-1F6B-4A47-892B-C9094FDD5642}" dt="2022-03-21T11:08:19.259" v="1310" actId="27803"/>
          <ac:spMkLst>
            <pc:docMk/>
            <pc:sldMk cId="1175821773" sldId="258"/>
            <ac:spMk id="2301" creationId="{68F8BA15-A10C-4289-9D0F-4952D0132E06}"/>
          </ac:spMkLst>
        </pc:spChg>
        <pc:spChg chg="mod">
          <ac:chgData name="SERGIO SPANO'" userId="3abdd0b9-513e-40ac-aad4-56920065037d" providerId="ADAL" clId="{2DCFDF45-1F6B-4A47-892B-C9094FDD5642}" dt="2022-03-21T11:08:19.259" v="1310" actId="27803"/>
          <ac:spMkLst>
            <pc:docMk/>
            <pc:sldMk cId="1175821773" sldId="258"/>
            <ac:spMk id="2302" creationId="{FFCABBC0-B86E-466D-B426-775600B56738}"/>
          </ac:spMkLst>
        </pc:spChg>
        <pc:spChg chg="mod">
          <ac:chgData name="SERGIO SPANO'" userId="3abdd0b9-513e-40ac-aad4-56920065037d" providerId="ADAL" clId="{2DCFDF45-1F6B-4A47-892B-C9094FDD5642}" dt="2022-03-21T11:08:19.259" v="1310" actId="27803"/>
          <ac:spMkLst>
            <pc:docMk/>
            <pc:sldMk cId="1175821773" sldId="258"/>
            <ac:spMk id="2303" creationId="{4ACDA822-DAB2-4833-8380-AA0AFFBB9CF2}"/>
          </ac:spMkLst>
        </pc:spChg>
        <pc:spChg chg="mod">
          <ac:chgData name="SERGIO SPANO'" userId="3abdd0b9-513e-40ac-aad4-56920065037d" providerId="ADAL" clId="{2DCFDF45-1F6B-4A47-892B-C9094FDD5642}" dt="2022-03-21T11:08:19.259" v="1310" actId="27803"/>
          <ac:spMkLst>
            <pc:docMk/>
            <pc:sldMk cId="1175821773" sldId="258"/>
            <ac:spMk id="2304" creationId="{19C7C224-5B0E-4F22-8C11-A20F7319D25C}"/>
          </ac:spMkLst>
        </pc:spChg>
        <pc:spChg chg="mod">
          <ac:chgData name="SERGIO SPANO'" userId="3abdd0b9-513e-40ac-aad4-56920065037d" providerId="ADAL" clId="{2DCFDF45-1F6B-4A47-892B-C9094FDD5642}" dt="2022-03-21T11:08:19.259" v="1310" actId="27803"/>
          <ac:spMkLst>
            <pc:docMk/>
            <pc:sldMk cId="1175821773" sldId="258"/>
            <ac:spMk id="2305" creationId="{02F3E972-0EB5-48FA-A766-502450E4543B}"/>
          </ac:spMkLst>
        </pc:spChg>
        <pc:spChg chg="mod">
          <ac:chgData name="SERGIO SPANO'" userId="3abdd0b9-513e-40ac-aad4-56920065037d" providerId="ADAL" clId="{2DCFDF45-1F6B-4A47-892B-C9094FDD5642}" dt="2022-03-21T11:08:19.259" v="1310" actId="27803"/>
          <ac:spMkLst>
            <pc:docMk/>
            <pc:sldMk cId="1175821773" sldId="258"/>
            <ac:spMk id="2306" creationId="{EB6CF76C-2E34-4E87-91FC-71B06ADBE769}"/>
          </ac:spMkLst>
        </pc:spChg>
        <pc:grpChg chg="mod">
          <ac:chgData name="SERGIO SPANO'" userId="3abdd0b9-513e-40ac-aad4-56920065037d" providerId="ADAL" clId="{2DCFDF45-1F6B-4A47-892B-C9094FDD5642}" dt="2022-03-21T11:08:27.106" v="1314" actId="1076"/>
          <ac:grpSpMkLst>
            <pc:docMk/>
            <pc:sldMk cId="1175821773" sldId="258"/>
            <ac:grpSpMk id="10" creationId="{B5C9C4EA-DB05-4593-9102-9336C753FB15}"/>
          </ac:grpSpMkLst>
        </pc:grpChg>
        <pc:picChg chg="add del mod">
          <ac:chgData name="SERGIO SPANO'" userId="3abdd0b9-513e-40ac-aad4-56920065037d" providerId="ADAL" clId="{2DCFDF45-1F6B-4A47-892B-C9094FDD5642}" dt="2022-03-21T11:08:04.214" v="1305" actId="478"/>
          <ac:picMkLst>
            <pc:docMk/>
            <pc:sldMk cId="1175821773" sldId="258"/>
            <ac:picMk id="7" creationId="{96B867D0-A9DD-4BC3-9F06-00C19ECCFBCF}"/>
          </ac:picMkLst>
        </pc:picChg>
        <pc:picChg chg="add del mod">
          <ac:chgData name="SERGIO SPANO'" userId="3abdd0b9-513e-40ac-aad4-56920065037d" providerId="ADAL" clId="{2DCFDF45-1F6B-4A47-892B-C9094FDD5642}" dt="2022-03-21T11:08:34.188" v="1317" actId="478"/>
          <ac:picMkLst>
            <pc:docMk/>
            <pc:sldMk cId="1175821773" sldId="258"/>
            <ac:picMk id="9" creationId="{32410949-B390-44C2-95A3-7643B1A2AF6C}"/>
          </ac:picMkLst>
        </pc:picChg>
        <pc:picChg chg="add del mod modCrop">
          <ac:chgData name="SERGIO SPANO'" userId="3abdd0b9-513e-40ac-aad4-56920065037d" providerId="ADAL" clId="{2DCFDF45-1F6B-4A47-892B-C9094FDD5642}" dt="2022-03-21T11:09:09.846" v="1339" actId="478"/>
          <ac:picMkLst>
            <pc:docMk/>
            <pc:sldMk cId="1175821773" sldId="258"/>
            <ac:picMk id="2307" creationId="{482F84F9-66C0-42B1-AB9D-11643F2B0123}"/>
          </ac:picMkLst>
        </pc:picChg>
      </pc:sldChg>
      <pc:sldChg chg="del">
        <pc:chgData name="SERGIO SPANO'" userId="3abdd0b9-513e-40ac-aad4-56920065037d" providerId="ADAL" clId="{2DCFDF45-1F6B-4A47-892B-C9094FDD5642}" dt="2022-03-18T14:06:56.113" v="281" actId="47"/>
        <pc:sldMkLst>
          <pc:docMk/>
          <pc:sldMk cId="1990872283" sldId="258"/>
        </pc:sldMkLst>
      </pc:sldChg>
      <pc:sldChg chg="del">
        <pc:chgData name="SERGIO SPANO'" userId="3abdd0b9-513e-40ac-aad4-56920065037d" providerId="ADAL" clId="{2DCFDF45-1F6B-4A47-892B-C9094FDD5642}" dt="2022-03-18T14:06:56.605" v="282" actId="47"/>
        <pc:sldMkLst>
          <pc:docMk/>
          <pc:sldMk cId="2819488547" sldId="259"/>
        </pc:sldMkLst>
      </pc:sldChg>
      <pc:sldChg chg="modSp new mod modTransition">
        <pc:chgData name="SERGIO SPANO'" userId="3abdd0b9-513e-40ac-aad4-56920065037d" providerId="ADAL" clId="{2DCFDF45-1F6B-4A47-892B-C9094FDD5642}" dt="2022-03-29T15:09:18.552" v="6977"/>
        <pc:sldMkLst>
          <pc:docMk/>
          <pc:sldMk cId="3996654517" sldId="259"/>
        </pc:sldMkLst>
        <pc:spChg chg="mod">
          <ac:chgData name="SERGIO SPANO'" userId="3abdd0b9-513e-40ac-aad4-56920065037d" providerId="ADAL" clId="{2DCFDF45-1F6B-4A47-892B-C9094FDD5642}" dt="2022-03-21T11:09:34.422" v="1374" actId="20577"/>
          <ac:spMkLst>
            <pc:docMk/>
            <pc:sldMk cId="3996654517" sldId="259"/>
            <ac:spMk id="2" creationId="{50334BCE-AA5B-40B8-B12E-0BD78E1BD1AA}"/>
          </ac:spMkLst>
        </pc:spChg>
        <pc:spChg chg="mod">
          <ac:chgData name="SERGIO SPANO'" userId="3abdd0b9-513e-40ac-aad4-56920065037d" providerId="ADAL" clId="{2DCFDF45-1F6B-4A47-892B-C9094FDD5642}" dt="2022-03-21T11:42:00.318" v="2186" actId="20577"/>
          <ac:spMkLst>
            <pc:docMk/>
            <pc:sldMk cId="3996654517" sldId="259"/>
            <ac:spMk id="3" creationId="{B946C099-BC73-4E37-A4E7-B48403E2D07C}"/>
          </ac:spMkLst>
        </pc:spChg>
      </pc:sldChg>
      <pc:sldChg chg="new del">
        <pc:chgData name="SERGIO SPANO'" userId="3abdd0b9-513e-40ac-aad4-56920065037d" providerId="ADAL" clId="{2DCFDF45-1F6B-4A47-892B-C9094FDD5642}" dt="2022-03-21T11:12:35.058" v="1484" actId="47"/>
        <pc:sldMkLst>
          <pc:docMk/>
          <pc:sldMk cId="3145980277" sldId="260"/>
        </pc:sldMkLst>
      </pc:sldChg>
      <pc:sldChg chg="del">
        <pc:chgData name="SERGIO SPANO'" userId="3abdd0b9-513e-40ac-aad4-56920065037d" providerId="ADAL" clId="{2DCFDF45-1F6B-4A47-892B-C9094FDD5642}" dt="2022-03-18T14:06:56.936" v="283" actId="47"/>
        <pc:sldMkLst>
          <pc:docMk/>
          <pc:sldMk cId="3685782682" sldId="260"/>
        </pc:sldMkLst>
      </pc:sldChg>
      <pc:sldChg chg="del">
        <pc:chgData name="SERGIO SPANO'" userId="3abdd0b9-513e-40ac-aad4-56920065037d" providerId="ADAL" clId="{2DCFDF45-1F6B-4A47-892B-C9094FDD5642}" dt="2022-03-18T14:06:57.287" v="284" actId="47"/>
        <pc:sldMkLst>
          <pc:docMk/>
          <pc:sldMk cId="1863524637" sldId="261"/>
        </pc:sldMkLst>
      </pc:sldChg>
      <pc:sldChg chg="addSp delSp modSp new mod modTransition">
        <pc:chgData name="SERGIO SPANO'" userId="3abdd0b9-513e-40ac-aad4-56920065037d" providerId="ADAL" clId="{2DCFDF45-1F6B-4A47-892B-C9094FDD5642}" dt="2022-03-29T15:09:18.552" v="6977"/>
        <pc:sldMkLst>
          <pc:docMk/>
          <pc:sldMk cId="3576546250" sldId="261"/>
        </pc:sldMkLst>
        <pc:spChg chg="mod">
          <ac:chgData name="SERGIO SPANO'" userId="3abdd0b9-513e-40ac-aad4-56920065037d" providerId="ADAL" clId="{2DCFDF45-1F6B-4A47-892B-C9094FDD5642}" dt="2022-03-21T11:24:21.519" v="1689" actId="20577"/>
          <ac:spMkLst>
            <pc:docMk/>
            <pc:sldMk cId="3576546250" sldId="261"/>
            <ac:spMk id="2" creationId="{2AF05FAE-1F5E-4229-863D-BC8C40B76B2C}"/>
          </ac:spMkLst>
        </pc:spChg>
        <pc:spChg chg="mod">
          <ac:chgData name="SERGIO SPANO'" userId="3abdd0b9-513e-40ac-aad4-56920065037d" providerId="ADAL" clId="{2DCFDF45-1F6B-4A47-892B-C9094FDD5642}" dt="2022-03-21T11:33:43.353" v="1982" actId="20577"/>
          <ac:spMkLst>
            <pc:docMk/>
            <pc:sldMk cId="3576546250" sldId="261"/>
            <ac:spMk id="3" creationId="{6EBB3897-4279-4057-B086-50300B810DB7}"/>
          </ac:spMkLst>
        </pc:spChg>
        <pc:spChg chg="add mod">
          <ac:chgData name="SERGIO SPANO'" userId="3abdd0b9-513e-40ac-aad4-56920065037d" providerId="ADAL" clId="{2DCFDF45-1F6B-4A47-892B-C9094FDD5642}" dt="2022-03-21T11:42:09.158" v="2188" actId="20577"/>
          <ac:spMkLst>
            <pc:docMk/>
            <pc:sldMk cId="3576546250" sldId="261"/>
            <ac:spMk id="6" creationId="{E2361788-5213-43DE-9496-4619BF0380E1}"/>
          </ac:spMkLst>
        </pc:spChg>
        <pc:spChg chg="add mod">
          <ac:chgData name="SERGIO SPANO'" userId="3abdd0b9-513e-40ac-aad4-56920065037d" providerId="ADAL" clId="{2DCFDF45-1F6B-4A47-892B-C9094FDD5642}" dt="2022-03-21T11:46:34.006" v="2244" actId="20577"/>
          <ac:spMkLst>
            <pc:docMk/>
            <pc:sldMk cId="3576546250" sldId="261"/>
            <ac:spMk id="7" creationId="{9009AFDB-F723-4759-83AA-2FCF8AF5BF87}"/>
          </ac:spMkLst>
        </pc:spChg>
        <pc:spChg chg="add mod">
          <ac:chgData name="SERGIO SPANO'" userId="3abdd0b9-513e-40ac-aad4-56920065037d" providerId="ADAL" clId="{2DCFDF45-1F6B-4A47-892B-C9094FDD5642}" dt="2022-03-21T11:29:21.881" v="1795" actId="1036"/>
          <ac:spMkLst>
            <pc:docMk/>
            <pc:sldMk cId="3576546250" sldId="261"/>
            <ac:spMk id="9" creationId="{311F3CF8-5597-423B-BEE2-964DB73C49C7}"/>
          </ac:spMkLst>
        </pc:spChg>
        <pc:spChg chg="add del mod">
          <ac:chgData name="SERGIO SPANO'" userId="3abdd0b9-513e-40ac-aad4-56920065037d" providerId="ADAL" clId="{2DCFDF45-1F6B-4A47-892B-C9094FDD5642}" dt="2022-03-21T11:32:38.443" v="1844" actId="478"/>
          <ac:spMkLst>
            <pc:docMk/>
            <pc:sldMk cId="3576546250" sldId="261"/>
            <ac:spMk id="11" creationId="{51338A6D-22BD-40BD-9DEB-3686E268EC69}"/>
          </ac:spMkLst>
        </pc:spChg>
        <pc:picChg chg="add mod">
          <ac:chgData name="SERGIO SPANO'" userId="3abdd0b9-513e-40ac-aad4-56920065037d" providerId="ADAL" clId="{2DCFDF45-1F6B-4A47-892B-C9094FDD5642}" dt="2022-03-21T11:29:21.881" v="1795" actId="1036"/>
          <ac:picMkLst>
            <pc:docMk/>
            <pc:sldMk cId="3576546250" sldId="261"/>
            <ac:picMk id="8" creationId="{6576A877-5B15-4441-83CA-88438AD19930}"/>
          </ac:picMkLst>
        </pc:picChg>
        <pc:picChg chg="add mod">
          <ac:chgData name="SERGIO SPANO'" userId="3abdd0b9-513e-40ac-aad4-56920065037d" providerId="ADAL" clId="{2DCFDF45-1F6B-4A47-892B-C9094FDD5642}" dt="2022-03-21T11:33:47.407" v="1983" actId="1076"/>
          <ac:picMkLst>
            <pc:docMk/>
            <pc:sldMk cId="3576546250" sldId="261"/>
            <ac:picMk id="10" creationId="{8A9349AF-ED29-4317-BFEC-CC36D730E15E}"/>
          </ac:picMkLst>
        </pc:picChg>
      </pc:sldChg>
      <pc:sldChg chg="del">
        <pc:chgData name="SERGIO SPANO'" userId="3abdd0b9-513e-40ac-aad4-56920065037d" providerId="ADAL" clId="{2DCFDF45-1F6B-4A47-892B-C9094FDD5642}" dt="2022-03-18T14:06:57.694" v="285" actId="47"/>
        <pc:sldMkLst>
          <pc:docMk/>
          <pc:sldMk cId="1970257463" sldId="262"/>
        </pc:sldMkLst>
      </pc:sldChg>
      <pc:sldChg chg="addSp delSp modSp add mod modTransition">
        <pc:chgData name="SERGIO SPANO'" userId="3abdd0b9-513e-40ac-aad4-56920065037d" providerId="ADAL" clId="{2DCFDF45-1F6B-4A47-892B-C9094FDD5642}" dt="2022-03-29T15:09:18.552" v="6977"/>
        <pc:sldMkLst>
          <pc:docMk/>
          <pc:sldMk cId="3844923861" sldId="262"/>
        </pc:sldMkLst>
        <pc:spChg chg="mod">
          <ac:chgData name="SERGIO SPANO'" userId="3abdd0b9-513e-40ac-aad4-56920065037d" providerId="ADAL" clId="{2DCFDF45-1F6B-4A47-892B-C9094FDD5642}" dt="2022-03-21T11:31:29.786" v="1829" actId="20577"/>
          <ac:spMkLst>
            <pc:docMk/>
            <pc:sldMk cId="3844923861" sldId="262"/>
            <ac:spMk id="3" creationId="{6EBB3897-4279-4057-B086-50300B810DB7}"/>
          </ac:spMkLst>
        </pc:spChg>
        <pc:spChg chg="mod">
          <ac:chgData name="SERGIO SPANO'" userId="3abdd0b9-513e-40ac-aad4-56920065037d" providerId="ADAL" clId="{2DCFDF45-1F6B-4A47-892B-C9094FDD5642}" dt="2022-03-21T11:42:06.210" v="2187" actId="20577"/>
          <ac:spMkLst>
            <pc:docMk/>
            <pc:sldMk cId="3844923861" sldId="262"/>
            <ac:spMk id="6" creationId="{E2361788-5213-43DE-9496-4619BF0380E1}"/>
          </ac:spMkLst>
        </pc:spChg>
        <pc:spChg chg="del">
          <ac:chgData name="SERGIO SPANO'" userId="3abdd0b9-513e-40ac-aad4-56920065037d" providerId="ADAL" clId="{2DCFDF45-1F6B-4A47-892B-C9094FDD5642}" dt="2022-03-21T11:46:40.325" v="2245" actId="478"/>
          <ac:spMkLst>
            <pc:docMk/>
            <pc:sldMk cId="3844923861" sldId="262"/>
            <ac:spMk id="7" creationId="{9009AFDB-F723-4759-83AA-2FCF8AF5BF87}"/>
          </ac:spMkLst>
        </pc:spChg>
        <pc:spChg chg="del mod">
          <ac:chgData name="SERGIO SPANO'" userId="3abdd0b9-513e-40ac-aad4-56920065037d" providerId="ADAL" clId="{2DCFDF45-1F6B-4A47-892B-C9094FDD5642}" dt="2022-03-21T11:30:51.204" v="1800" actId="478"/>
          <ac:spMkLst>
            <pc:docMk/>
            <pc:sldMk cId="3844923861" sldId="262"/>
            <ac:spMk id="9" creationId="{311F3CF8-5597-423B-BEE2-964DB73C49C7}"/>
          </ac:spMkLst>
        </pc:spChg>
        <pc:spChg chg="del">
          <ac:chgData name="SERGIO SPANO'" userId="3abdd0b9-513e-40ac-aad4-56920065037d" providerId="ADAL" clId="{2DCFDF45-1F6B-4A47-892B-C9094FDD5642}" dt="2022-03-21T11:31:10.592" v="1805" actId="478"/>
          <ac:spMkLst>
            <pc:docMk/>
            <pc:sldMk cId="3844923861" sldId="262"/>
            <ac:spMk id="11" creationId="{51338A6D-22BD-40BD-9DEB-3686E268EC69}"/>
          </ac:spMkLst>
        </pc:spChg>
        <pc:spChg chg="add mod">
          <ac:chgData name="SERGIO SPANO'" userId="3abdd0b9-513e-40ac-aad4-56920065037d" providerId="ADAL" clId="{2DCFDF45-1F6B-4A47-892B-C9094FDD5642}" dt="2022-03-21T11:31:01.826" v="1803" actId="1076"/>
          <ac:spMkLst>
            <pc:docMk/>
            <pc:sldMk cId="3844923861" sldId="262"/>
            <ac:spMk id="13" creationId="{959E6BC6-C274-436A-B7EC-57DDD3F4D042}"/>
          </ac:spMkLst>
        </pc:spChg>
        <pc:spChg chg="add mod">
          <ac:chgData name="SERGIO SPANO'" userId="3abdd0b9-513e-40ac-aad4-56920065037d" providerId="ADAL" clId="{2DCFDF45-1F6B-4A47-892B-C9094FDD5642}" dt="2022-03-21T11:34:02.380" v="1984" actId="164"/>
          <ac:spMkLst>
            <pc:docMk/>
            <pc:sldMk cId="3844923861" sldId="262"/>
            <ac:spMk id="17" creationId="{8772B95F-D31B-4765-8ADC-9B15D7A1546B}"/>
          </ac:spMkLst>
        </pc:spChg>
        <pc:spChg chg="add mod">
          <ac:chgData name="SERGIO SPANO'" userId="3abdd0b9-513e-40ac-aad4-56920065037d" providerId="ADAL" clId="{2DCFDF45-1F6B-4A47-892B-C9094FDD5642}" dt="2022-03-21T11:34:32.048" v="2038" actId="1076"/>
          <ac:spMkLst>
            <pc:docMk/>
            <pc:sldMk cId="3844923861" sldId="262"/>
            <ac:spMk id="19" creationId="{964A3819-90F5-423C-A116-E2BF1E403AC3}"/>
          </ac:spMkLst>
        </pc:spChg>
        <pc:spChg chg="add mod">
          <ac:chgData name="SERGIO SPANO'" userId="3abdd0b9-513e-40ac-aad4-56920065037d" providerId="ADAL" clId="{2DCFDF45-1F6B-4A47-892B-C9094FDD5642}" dt="2022-03-21T11:35:07.099" v="2075" actId="20577"/>
          <ac:spMkLst>
            <pc:docMk/>
            <pc:sldMk cId="3844923861" sldId="262"/>
            <ac:spMk id="20" creationId="{8922A28D-1E0C-4686-BADB-E6AAF476920E}"/>
          </ac:spMkLst>
        </pc:spChg>
        <pc:spChg chg="add mod">
          <ac:chgData name="SERGIO SPANO'" userId="3abdd0b9-513e-40ac-aad4-56920065037d" providerId="ADAL" clId="{2DCFDF45-1F6B-4A47-892B-C9094FDD5642}" dt="2022-03-21T11:46:40.595" v="2246"/>
          <ac:spMkLst>
            <pc:docMk/>
            <pc:sldMk cId="3844923861" sldId="262"/>
            <ac:spMk id="21" creationId="{657C4A13-605A-4817-8ACC-3701E2D36DEB}"/>
          </ac:spMkLst>
        </pc:spChg>
        <pc:grpChg chg="add mod">
          <ac:chgData name="SERGIO SPANO'" userId="3abdd0b9-513e-40ac-aad4-56920065037d" providerId="ADAL" clId="{2DCFDF45-1F6B-4A47-892B-C9094FDD5642}" dt="2022-03-21T11:34:04.869" v="1995" actId="1036"/>
          <ac:grpSpMkLst>
            <pc:docMk/>
            <pc:sldMk cId="3844923861" sldId="262"/>
            <ac:grpSpMk id="18" creationId="{E5EF8458-1814-4D14-B59B-82FEF045F570}"/>
          </ac:grpSpMkLst>
        </pc:grpChg>
        <pc:picChg chg="del">
          <ac:chgData name="SERGIO SPANO'" userId="3abdd0b9-513e-40ac-aad4-56920065037d" providerId="ADAL" clId="{2DCFDF45-1F6B-4A47-892B-C9094FDD5642}" dt="2022-03-21T11:30:49.284" v="1798" actId="478"/>
          <ac:picMkLst>
            <pc:docMk/>
            <pc:sldMk cId="3844923861" sldId="262"/>
            <ac:picMk id="8" creationId="{6576A877-5B15-4441-83CA-88438AD19930}"/>
          </ac:picMkLst>
        </pc:picChg>
        <pc:picChg chg="mod">
          <ac:chgData name="SERGIO SPANO'" userId="3abdd0b9-513e-40ac-aad4-56920065037d" providerId="ADAL" clId="{2DCFDF45-1F6B-4A47-892B-C9094FDD5642}" dt="2022-03-21T11:31:19.162" v="1809" actId="1076"/>
          <ac:picMkLst>
            <pc:docMk/>
            <pc:sldMk cId="3844923861" sldId="262"/>
            <ac:picMk id="10" creationId="{8A9349AF-ED29-4317-BFEC-CC36D730E15E}"/>
          </ac:picMkLst>
        </pc:picChg>
        <pc:picChg chg="add mod">
          <ac:chgData name="SERGIO SPANO'" userId="3abdd0b9-513e-40ac-aad4-56920065037d" providerId="ADAL" clId="{2DCFDF45-1F6B-4A47-892B-C9094FDD5642}" dt="2022-03-21T11:31:01.826" v="1803" actId="1076"/>
          <ac:picMkLst>
            <pc:docMk/>
            <pc:sldMk cId="3844923861" sldId="262"/>
            <ac:picMk id="12" creationId="{274CC4D8-35B6-4350-B9F2-A9C006A996C5}"/>
          </ac:picMkLst>
        </pc:picChg>
        <pc:picChg chg="add mod">
          <ac:chgData name="SERGIO SPANO'" userId="3abdd0b9-513e-40ac-aad4-56920065037d" providerId="ADAL" clId="{2DCFDF45-1F6B-4A47-892B-C9094FDD5642}" dt="2022-03-21T11:31:44.825" v="1834" actId="14100"/>
          <ac:picMkLst>
            <pc:docMk/>
            <pc:sldMk cId="3844923861" sldId="262"/>
            <ac:picMk id="14" creationId="{5BB1F8C8-AABB-444A-B7C8-4CA16F10A44C}"/>
          </ac:picMkLst>
        </pc:picChg>
        <pc:picChg chg="add mod">
          <ac:chgData name="SERGIO SPANO'" userId="3abdd0b9-513e-40ac-aad4-56920065037d" providerId="ADAL" clId="{2DCFDF45-1F6B-4A47-892B-C9094FDD5642}" dt="2022-03-21T11:34:06.944" v="2006" actId="1036"/>
          <ac:picMkLst>
            <pc:docMk/>
            <pc:sldMk cId="3844923861" sldId="262"/>
            <ac:picMk id="15" creationId="{B8110BED-BBF7-4BE8-A684-F72461C1FB49}"/>
          </ac:picMkLst>
        </pc:picChg>
        <pc:picChg chg="add mod">
          <ac:chgData name="SERGIO SPANO'" userId="3abdd0b9-513e-40ac-aad4-56920065037d" providerId="ADAL" clId="{2DCFDF45-1F6B-4A47-892B-C9094FDD5642}" dt="2022-03-21T11:34:02.380" v="1984" actId="164"/>
          <ac:picMkLst>
            <pc:docMk/>
            <pc:sldMk cId="3844923861" sldId="262"/>
            <ac:picMk id="16" creationId="{68C05971-233C-41D4-AC1B-85C6D1A91AC6}"/>
          </ac:picMkLst>
        </pc:picChg>
      </pc:sldChg>
      <pc:sldChg chg="addSp delSp modSp add mod modTransition">
        <pc:chgData name="SERGIO SPANO'" userId="3abdd0b9-513e-40ac-aad4-56920065037d" providerId="ADAL" clId="{2DCFDF45-1F6B-4A47-892B-C9094FDD5642}" dt="2022-03-29T15:09:18.552" v="6977"/>
        <pc:sldMkLst>
          <pc:docMk/>
          <pc:sldMk cId="3302770588" sldId="263"/>
        </pc:sldMkLst>
        <pc:spChg chg="del">
          <ac:chgData name="SERGIO SPANO'" userId="3abdd0b9-513e-40ac-aad4-56920065037d" providerId="ADAL" clId="{2DCFDF45-1F6B-4A47-892B-C9094FDD5642}" dt="2022-03-21T11:37:16.437" v="2077" actId="478"/>
          <ac:spMkLst>
            <pc:docMk/>
            <pc:sldMk cId="3302770588" sldId="263"/>
            <ac:spMk id="3" creationId="{6EBB3897-4279-4057-B086-50300B810DB7}"/>
          </ac:spMkLst>
        </pc:spChg>
        <pc:spChg chg="mod">
          <ac:chgData name="SERGIO SPANO'" userId="3abdd0b9-513e-40ac-aad4-56920065037d" providerId="ADAL" clId="{2DCFDF45-1F6B-4A47-892B-C9094FDD5642}" dt="2022-03-21T11:41:51.558" v="2185" actId="20577"/>
          <ac:spMkLst>
            <pc:docMk/>
            <pc:sldMk cId="3302770588" sldId="263"/>
            <ac:spMk id="6" creationId="{E2361788-5213-43DE-9496-4619BF0380E1}"/>
          </ac:spMkLst>
        </pc:spChg>
        <pc:spChg chg="del">
          <ac:chgData name="SERGIO SPANO'" userId="3abdd0b9-513e-40ac-aad4-56920065037d" providerId="ADAL" clId="{2DCFDF45-1F6B-4A47-892B-C9094FDD5642}" dt="2022-03-21T11:46:45.763" v="2247" actId="478"/>
          <ac:spMkLst>
            <pc:docMk/>
            <pc:sldMk cId="3302770588" sldId="263"/>
            <ac:spMk id="7" creationId="{9009AFDB-F723-4759-83AA-2FCF8AF5BF87}"/>
          </ac:spMkLst>
        </pc:spChg>
        <pc:spChg chg="add del mod">
          <ac:chgData name="SERGIO SPANO'" userId="3abdd0b9-513e-40ac-aad4-56920065037d" providerId="ADAL" clId="{2DCFDF45-1F6B-4A47-892B-C9094FDD5642}" dt="2022-03-21T11:37:17.595" v="2078" actId="478"/>
          <ac:spMkLst>
            <pc:docMk/>
            <pc:sldMk cId="3302770588" sldId="263"/>
            <ac:spMk id="9" creationId="{C614D0DD-DB37-426E-A0EE-DBF780F38FCE}"/>
          </ac:spMkLst>
        </pc:spChg>
        <pc:spChg chg="del">
          <ac:chgData name="SERGIO SPANO'" userId="3abdd0b9-513e-40ac-aad4-56920065037d" providerId="ADAL" clId="{2DCFDF45-1F6B-4A47-892B-C9094FDD5642}" dt="2022-03-21T11:37:20.356" v="2080" actId="478"/>
          <ac:spMkLst>
            <pc:docMk/>
            <pc:sldMk cId="3302770588" sldId="263"/>
            <ac:spMk id="13" creationId="{959E6BC6-C274-436A-B7EC-57DDD3F4D042}"/>
          </ac:spMkLst>
        </pc:spChg>
        <pc:spChg chg="del">
          <ac:chgData name="SERGIO SPANO'" userId="3abdd0b9-513e-40ac-aad4-56920065037d" providerId="ADAL" clId="{2DCFDF45-1F6B-4A47-892B-C9094FDD5642}" dt="2022-03-21T11:37:20.356" v="2080" actId="478"/>
          <ac:spMkLst>
            <pc:docMk/>
            <pc:sldMk cId="3302770588" sldId="263"/>
            <ac:spMk id="19" creationId="{964A3819-90F5-423C-A116-E2BF1E403AC3}"/>
          </ac:spMkLst>
        </pc:spChg>
        <pc:spChg chg="del">
          <ac:chgData name="SERGIO SPANO'" userId="3abdd0b9-513e-40ac-aad4-56920065037d" providerId="ADAL" clId="{2DCFDF45-1F6B-4A47-892B-C9094FDD5642}" dt="2022-03-21T11:37:20.356" v="2080" actId="478"/>
          <ac:spMkLst>
            <pc:docMk/>
            <pc:sldMk cId="3302770588" sldId="263"/>
            <ac:spMk id="20" creationId="{8922A28D-1E0C-4686-BADB-E6AAF476920E}"/>
          </ac:spMkLst>
        </pc:spChg>
        <pc:spChg chg="add mod">
          <ac:chgData name="SERGIO SPANO'" userId="3abdd0b9-513e-40ac-aad4-56920065037d" providerId="ADAL" clId="{2DCFDF45-1F6B-4A47-892B-C9094FDD5642}" dt="2022-03-25T15:25:41.537" v="6904" actId="20577"/>
          <ac:spMkLst>
            <pc:docMk/>
            <pc:sldMk cId="3302770588" sldId="263"/>
            <ac:spMk id="21" creationId="{06C77AF7-FC2F-46E4-8114-764682F8AC4A}"/>
          </ac:spMkLst>
        </pc:spChg>
        <pc:spChg chg="add mod">
          <ac:chgData name="SERGIO SPANO'" userId="3abdd0b9-513e-40ac-aad4-56920065037d" providerId="ADAL" clId="{2DCFDF45-1F6B-4A47-892B-C9094FDD5642}" dt="2022-03-21T11:39:58.724" v="2181" actId="1076"/>
          <ac:spMkLst>
            <pc:docMk/>
            <pc:sldMk cId="3302770588" sldId="263"/>
            <ac:spMk id="22" creationId="{BFC47AE0-DE5F-477D-982E-F7845AA827B0}"/>
          </ac:spMkLst>
        </pc:spChg>
        <pc:spChg chg="add mod">
          <ac:chgData name="SERGIO SPANO'" userId="3abdd0b9-513e-40ac-aad4-56920065037d" providerId="ADAL" clId="{2DCFDF45-1F6B-4A47-892B-C9094FDD5642}" dt="2022-03-21T11:46:46.213" v="2248"/>
          <ac:spMkLst>
            <pc:docMk/>
            <pc:sldMk cId="3302770588" sldId="263"/>
            <ac:spMk id="25" creationId="{7EE5D279-1E8D-4580-805A-EF7956830860}"/>
          </ac:spMkLst>
        </pc:spChg>
        <pc:grpChg chg="del">
          <ac:chgData name="SERGIO SPANO'" userId="3abdd0b9-513e-40ac-aad4-56920065037d" providerId="ADAL" clId="{2DCFDF45-1F6B-4A47-892B-C9094FDD5642}" dt="2022-03-21T11:37:20.356" v="2080" actId="478"/>
          <ac:grpSpMkLst>
            <pc:docMk/>
            <pc:sldMk cId="3302770588" sldId="263"/>
            <ac:grpSpMk id="18" creationId="{E5EF8458-1814-4D14-B59B-82FEF045F570}"/>
          </ac:grpSpMkLst>
        </pc:grpChg>
        <pc:picChg chg="del">
          <ac:chgData name="SERGIO SPANO'" userId="3abdd0b9-513e-40ac-aad4-56920065037d" providerId="ADAL" clId="{2DCFDF45-1F6B-4A47-892B-C9094FDD5642}" dt="2022-03-21T11:37:20.356" v="2080" actId="478"/>
          <ac:picMkLst>
            <pc:docMk/>
            <pc:sldMk cId="3302770588" sldId="263"/>
            <ac:picMk id="10" creationId="{8A9349AF-ED29-4317-BFEC-CC36D730E15E}"/>
          </ac:picMkLst>
        </pc:picChg>
        <pc:picChg chg="del">
          <ac:chgData name="SERGIO SPANO'" userId="3abdd0b9-513e-40ac-aad4-56920065037d" providerId="ADAL" clId="{2DCFDF45-1F6B-4A47-892B-C9094FDD5642}" dt="2022-03-21T11:37:17.980" v="2079" actId="478"/>
          <ac:picMkLst>
            <pc:docMk/>
            <pc:sldMk cId="3302770588" sldId="263"/>
            <ac:picMk id="12" creationId="{274CC4D8-35B6-4350-B9F2-A9C006A996C5}"/>
          </ac:picMkLst>
        </pc:picChg>
        <pc:picChg chg="del">
          <ac:chgData name="SERGIO SPANO'" userId="3abdd0b9-513e-40ac-aad4-56920065037d" providerId="ADAL" clId="{2DCFDF45-1F6B-4A47-892B-C9094FDD5642}" dt="2022-03-21T11:37:20.356" v="2080" actId="478"/>
          <ac:picMkLst>
            <pc:docMk/>
            <pc:sldMk cId="3302770588" sldId="263"/>
            <ac:picMk id="14" creationId="{5BB1F8C8-AABB-444A-B7C8-4CA16F10A44C}"/>
          </ac:picMkLst>
        </pc:picChg>
        <pc:picChg chg="del">
          <ac:chgData name="SERGIO SPANO'" userId="3abdd0b9-513e-40ac-aad4-56920065037d" providerId="ADAL" clId="{2DCFDF45-1F6B-4A47-892B-C9094FDD5642}" dt="2022-03-21T11:37:20.356" v="2080" actId="478"/>
          <ac:picMkLst>
            <pc:docMk/>
            <pc:sldMk cId="3302770588" sldId="263"/>
            <ac:picMk id="15" creationId="{B8110BED-BBF7-4BE8-A684-F72461C1FB49}"/>
          </ac:picMkLst>
        </pc:picChg>
        <pc:picChg chg="add mod">
          <ac:chgData name="SERGIO SPANO'" userId="3abdd0b9-513e-40ac-aad4-56920065037d" providerId="ADAL" clId="{2DCFDF45-1F6B-4A47-892B-C9094FDD5642}" dt="2022-03-21T11:39:55.169" v="2179" actId="1076"/>
          <ac:picMkLst>
            <pc:docMk/>
            <pc:sldMk cId="3302770588" sldId="263"/>
            <ac:picMk id="23" creationId="{A66DBFBA-5172-4BDD-9CE8-910C48E493A2}"/>
          </ac:picMkLst>
        </pc:picChg>
        <pc:picChg chg="add mod">
          <ac:chgData name="SERGIO SPANO'" userId="3abdd0b9-513e-40ac-aad4-56920065037d" providerId="ADAL" clId="{2DCFDF45-1F6B-4A47-892B-C9094FDD5642}" dt="2022-03-21T11:40:02.032" v="2183" actId="1076"/>
          <ac:picMkLst>
            <pc:docMk/>
            <pc:sldMk cId="3302770588" sldId="263"/>
            <ac:picMk id="24" creationId="{D42CE7B4-F696-4DFB-A9E9-99D0CEF28011}"/>
          </ac:picMkLst>
        </pc:picChg>
      </pc:sldChg>
      <pc:sldChg chg="add del">
        <pc:chgData name="SERGIO SPANO'" userId="3abdd0b9-513e-40ac-aad4-56920065037d" providerId="ADAL" clId="{2DCFDF45-1F6B-4A47-892B-C9094FDD5642}" dt="2022-03-18T14:07:32.728" v="312" actId="47"/>
        <pc:sldMkLst>
          <pc:docMk/>
          <pc:sldMk cId="3652673721" sldId="263"/>
        </pc:sldMkLst>
      </pc:sldChg>
      <pc:sldChg chg="new del">
        <pc:chgData name="SERGIO SPANO'" userId="3abdd0b9-513e-40ac-aad4-56920065037d" providerId="ADAL" clId="{2DCFDF45-1F6B-4A47-892B-C9094FDD5642}" dt="2022-03-18T14:06:18.690" v="277" actId="47"/>
        <pc:sldMkLst>
          <pc:docMk/>
          <pc:sldMk cId="89197750" sldId="264"/>
        </pc:sldMkLst>
      </pc:sldChg>
      <pc:sldChg chg="new del">
        <pc:chgData name="SERGIO SPANO'" userId="3abdd0b9-513e-40ac-aad4-56920065037d" providerId="ADAL" clId="{2DCFDF45-1F6B-4A47-892B-C9094FDD5642}" dt="2022-03-21T11:42:35.152" v="2190" actId="680"/>
        <pc:sldMkLst>
          <pc:docMk/>
          <pc:sldMk cId="523670029" sldId="264"/>
        </pc:sldMkLst>
      </pc:sldChg>
      <pc:sldChg chg="modSp new mod modTransition">
        <pc:chgData name="SERGIO SPANO'" userId="3abdd0b9-513e-40ac-aad4-56920065037d" providerId="ADAL" clId="{2DCFDF45-1F6B-4A47-892B-C9094FDD5642}" dt="2022-03-29T15:09:18.552" v="6977"/>
        <pc:sldMkLst>
          <pc:docMk/>
          <pc:sldMk cId="2266823141" sldId="264"/>
        </pc:sldMkLst>
        <pc:spChg chg="mod">
          <ac:chgData name="SERGIO SPANO'" userId="3abdd0b9-513e-40ac-aad4-56920065037d" providerId="ADAL" clId="{2DCFDF45-1F6B-4A47-892B-C9094FDD5642}" dt="2022-03-21T11:42:52.663" v="2205" actId="20577"/>
          <ac:spMkLst>
            <pc:docMk/>
            <pc:sldMk cId="2266823141" sldId="264"/>
            <ac:spMk id="2" creationId="{E8E8A4D5-4AC9-46C2-89A6-63A87CEE33C9}"/>
          </ac:spMkLst>
        </pc:spChg>
        <pc:spChg chg="mod">
          <ac:chgData name="SERGIO SPANO'" userId="3abdd0b9-513e-40ac-aad4-56920065037d" providerId="ADAL" clId="{2DCFDF45-1F6B-4A47-892B-C9094FDD5642}" dt="2022-03-21T11:42:58.472" v="2226" actId="20577"/>
          <ac:spMkLst>
            <pc:docMk/>
            <pc:sldMk cId="2266823141" sldId="264"/>
            <ac:spMk id="3" creationId="{D75E5B11-7BFA-4F66-A2B7-08479C97060D}"/>
          </ac:spMkLst>
        </pc:spChg>
      </pc:sldChg>
      <pc:sldChg chg="addSp delSp modSp add mod modTransition">
        <pc:chgData name="SERGIO SPANO'" userId="3abdd0b9-513e-40ac-aad4-56920065037d" providerId="ADAL" clId="{2DCFDF45-1F6B-4A47-892B-C9094FDD5642}" dt="2022-03-29T15:09:18.552" v="6977"/>
        <pc:sldMkLst>
          <pc:docMk/>
          <pc:sldMk cId="424410503" sldId="265"/>
        </pc:sldMkLst>
        <pc:spChg chg="mod">
          <ac:chgData name="SERGIO SPANO'" userId="3abdd0b9-513e-40ac-aad4-56920065037d" providerId="ADAL" clId="{2DCFDF45-1F6B-4A47-892B-C9094FDD5642}" dt="2022-03-21T14:24:32.449" v="3383" actId="255"/>
          <ac:spMkLst>
            <pc:docMk/>
            <pc:sldMk cId="424410503" sldId="265"/>
            <ac:spMk id="2" creationId="{2AF05FAE-1F5E-4229-863D-BC8C40B76B2C}"/>
          </ac:spMkLst>
        </pc:spChg>
        <pc:spChg chg="mod">
          <ac:chgData name="SERGIO SPANO'" userId="3abdd0b9-513e-40ac-aad4-56920065037d" providerId="ADAL" clId="{2DCFDF45-1F6B-4A47-892B-C9094FDD5642}" dt="2022-03-25T15:27:26.119" v="6910" actId="20577"/>
          <ac:spMkLst>
            <pc:docMk/>
            <pc:sldMk cId="424410503" sldId="265"/>
            <ac:spMk id="3" creationId="{6EBB3897-4279-4057-B086-50300B810DB7}"/>
          </ac:spMkLst>
        </pc:spChg>
        <pc:spChg chg="mod">
          <ac:chgData name="SERGIO SPANO'" userId="3abdd0b9-513e-40ac-aad4-56920065037d" providerId="ADAL" clId="{2DCFDF45-1F6B-4A47-892B-C9094FDD5642}" dt="2022-03-21T11:45:36.183" v="2232" actId="20577"/>
          <ac:spMkLst>
            <pc:docMk/>
            <pc:sldMk cId="424410503" sldId="265"/>
            <ac:spMk id="6" creationId="{E2361788-5213-43DE-9496-4619BF0380E1}"/>
          </ac:spMkLst>
        </pc:spChg>
        <pc:spChg chg="mod">
          <ac:chgData name="SERGIO SPANO'" userId="3abdd0b9-513e-40ac-aad4-56920065037d" providerId="ADAL" clId="{2DCFDF45-1F6B-4A47-892B-C9094FDD5642}" dt="2022-03-21T11:47:14.754" v="2262" actId="20577"/>
          <ac:spMkLst>
            <pc:docMk/>
            <pc:sldMk cId="424410503" sldId="265"/>
            <ac:spMk id="7" creationId="{9009AFDB-F723-4759-83AA-2FCF8AF5BF87}"/>
          </ac:spMkLst>
        </pc:spChg>
        <pc:spChg chg="del">
          <ac:chgData name="SERGIO SPANO'" userId="3abdd0b9-513e-40ac-aad4-56920065037d" providerId="ADAL" clId="{2DCFDF45-1F6B-4A47-892B-C9094FDD5642}" dt="2022-03-21T12:04:46.432" v="2272" actId="478"/>
          <ac:spMkLst>
            <pc:docMk/>
            <pc:sldMk cId="424410503" sldId="265"/>
            <ac:spMk id="9" creationId="{311F3CF8-5597-423B-BEE2-964DB73C49C7}"/>
          </ac:spMkLst>
        </pc:spChg>
        <pc:spChg chg="add del">
          <ac:chgData name="SERGIO SPANO'" userId="3abdd0b9-513e-40ac-aad4-56920065037d" providerId="ADAL" clId="{2DCFDF45-1F6B-4A47-892B-C9094FDD5642}" dt="2022-03-21T12:19:48.847" v="2686"/>
          <ac:spMkLst>
            <pc:docMk/>
            <pc:sldMk cId="424410503" sldId="265"/>
            <ac:spMk id="16" creationId="{8C04ABD6-2F66-4184-A71F-DB689865924A}"/>
          </ac:spMkLst>
        </pc:spChg>
        <pc:spChg chg="add mod">
          <ac:chgData name="SERGIO SPANO'" userId="3abdd0b9-513e-40ac-aad4-56920065037d" providerId="ADAL" clId="{2DCFDF45-1F6B-4A47-892B-C9094FDD5642}" dt="2022-03-21T13:54:17.734" v="3058" actId="20577"/>
          <ac:spMkLst>
            <pc:docMk/>
            <pc:sldMk cId="424410503" sldId="265"/>
            <ac:spMk id="17" creationId="{4C93B4CA-806E-4070-ABAB-73DD9CB35AB2}"/>
          </ac:spMkLst>
        </pc:spChg>
        <pc:spChg chg="add mod">
          <ac:chgData name="SERGIO SPANO'" userId="3abdd0b9-513e-40ac-aad4-56920065037d" providerId="ADAL" clId="{2DCFDF45-1F6B-4A47-892B-C9094FDD5642}" dt="2022-03-21T12:20:16.030" v="2697" actId="1076"/>
          <ac:spMkLst>
            <pc:docMk/>
            <pc:sldMk cId="424410503" sldId="265"/>
            <ac:spMk id="22" creationId="{3FDA1FD4-BA39-4EDC-8689-8892F4604BFB}"/>
          </ac:spMkLst>
        </pc:spChg>
        <pc:picChg chg="del">
          <ac:chgData name="SERGIO SPANO'" userId="3abdd0b9-513e-40ac-aad4-56920065037d" providerId="ADAL" clId="{2DCFDF45-1F6B-4A47-892B-C9094FDD5642}" dt="2022-03-21T12:04:45.793" v="2271" actId="478"/>
          <ac:picMkLst>
            <pc:docMk/>
            <pc:sldMk cId="424410503" sldId="265"/>
            <ac:picMk id="8" creationId="{6576A877-5B15-4441-83CA-88438AD19930}"/>
          </ac:picMkLst>
        </pc:picChg>
        <pc:picChg chg="del">
          <ac:chgData name="SERGIO SPANO'" userId="3abdd0b9-513e-40ac-aad4-56920065037d" providerId="ADAL" clId="{2DCFDF45-1F6B-4A47-892B-C9094FDD5642}" dt="2022-03-21T12:04:56.814" v="2273" actId="478"/>
          <ac:picMkLst>
            <pc:docMk/>
            <pc:sldMk cId="424410503" sldId="265"/>
            <ac:picMk id="10" creationId="{8A9349AF-ED29-4317-BFEC-CC36D730E15E}"/>
          </ac:picMkLst>
        </pc:picChg>
        <pc:picChg chg="add mod">
          <ac:chgData name="SERGIO SPANO'" userId="3abdd0b9-513e-40ac-aad4-56920065037d" providerId="ADAL" clId="{2DCFDF45-1F6B-4A47-892B-C9094FDD5642}" dt="2022-03-21T13:50:39.287" v="2976" actId="1076"/>
          <ac:picMkLst>
            <pc:docMk/>
            <pc:sldMk cId="424410503" sldId="265"/>
            <ac:picMk id="12" creationId="{42480D47-4558-48FE-8F23-8C8B1F6EC9D7}"/>
          </ac:picMkLst>
        </pc:picChg>
        <pc:picChg chg="add mod">
          <ac:chgData name="SERGIO SPANO'" userId="3abdd0b9-513e-40ac-aad4-56920065037d" providerId="ADAL" clId="{2DCFDF45-1F6B-4A47-892B-C9094FDD5642}" dt="2022-03-21T13:50:39.287" v="2976" actId="1076"/>
          <ac:picMkLst>
            <pc:docMk/>
            <pc:sldMk cId="424410503" sldId="265"/>
            <ac:picMk id="14" creationId="{7F2CD5C8-2272-4884-8507-FB63AD1A604A}"/>
          </ac:picMkLst>
        </pc:picChg>
        <pc:picChg chg="add mod">
          <ac:chgData name="SERGIO SPANO'" userId="3abdd0b9-513e-40ac-aad4-56920065037d" providerId="ADAL" clId="{2DCFDF45-1F6B-4A47-892B-C9094FDD5642}" dt="2022-03-21T13:50:39.287" v="2976" actId="1076"/>
          <ac:picMkLst>
            <pc:docMk/>
            <pc:sldMk cId="424410503" sldId="265"/>
            <ac:picMk id="1026" creationId="{D0C797E4-6D4C-4146-B1BD-EC24841002C9}"/>
          </ac:picMkLst>
        </pc:picChg>
        <pc:picChg chg="add del mod">
          <ac:chgData name="SERGIO SPANO'" userId="3abdd0b9-513e-40ac-aad4-56920065037d" providerId="ADAL" clId="{2DCFDF45-1F6B-4A47-892B-C9094FDD5642}" dt="2022-03-21T12:18:51.972" v="2669" actId="478"/>
          <ac:picMkLst>
            <pc:docMk/>
            <pc:sldMk cId="424410503" sldId="265"/>
            <ac:picMk id="1028" creationId="{01C91C26-2DC3-4FA5-92CF-9020759DB3F7}"/>
          </ac:picMkLst>
        </pc:picChg>
        <pc:picChg chg="add mod">
          <ac:chgData name="SERGIO SPANO'" userId="3abdd0b9-513e-40ac-aad4-56920065037d" providerId="ADAL" clId="{2DCFDF45-1F6B-4A47-892B-C9094FDD5642}" dt="2022-03-21T12:20:18.641" v="2698" actId="1076"/>
          <ac:picMkLst>
            <pc:docMk/>
            <pc:sldMk cId="424410503" sldId="265"/>
            <ac:picMk id="1030" creationId="{14E78B98-467C-414E-AA45-62EEA7613A29}"/>
          </ac:picMkLst>
        </pc:picChg>
      </pc:sldChg>
      <pc:sldChg chg="addSp delSp modSp add mod modTransition">
        <pc:chgData name="SERGIO SPANO'" userId="3abdd0b9-513e-40ac-aad4-56920065037d" providerId="ADAL" clId="{2DCFDF45-1F6B-4A47-892B-C9094FDD5642}" dt="2022-03-29T15:09:18.552" v="6977"/>
        <pc:sldMkLst>
          <pc:docMk/>
          <pc:sldMk cId="1798020056" sldId="266"/>
        </pc:sldMkLst>
        <pc:spChg chg="mod">
          <ac:chgData name="SERGIO SPANO'" userId="3abdd0b9-513e-40ac-aad4-56920065037d" providerId="ADAL" clId="{2DCFDF45-1F6B-4A47-892B-C9094FDD5642}" dt="2022-03-21T14:24:37.958" v="3384" actId="255"/>
          <ac:spMkLst>
            <pc:docMk/>
            <pc:sldMk cId="1798020056" sldId="266"/>
            <ac:spMk id="2" creationId="{2AF05FAE-1F5E-4229-863D-BC8C40B76B2C}"/>
          </ac:spMkLst>
        </pc:spChg>
        <pc:spChg chg="mod">
          <ac:chgData name="SERGIO SPANO'" userId="3abdd0b9-513e-40ac-aad4-56920065037d" providerId="ADAL" clId="{2DCFDF45-1F6B-4A47-892B-C9094FDD5642}" dt="2022-03-23T10:53:59.089" v="6736" actId="20577"/>
          <ac:spMkLst>
            <pc:docMk/>
            <pc:sldMk cId="1798020056" sldId="266"/>
            <ac:spMk id="3" creationId="{6EBB3897-4279-4057-B086-50300B810DB7}"/>
          </ac:spMkLst>
        </pc:spChg>
        <pc:spChg chg="add del">
          <ac:chgData name="SERGIO SPANO'" userId="3abdd0b9-513e-40ac-aad4-56920065037d" providerId="ADAL" clId="{2DCFDF45-1F6B-4A47-892B-C9094FDD5642}" dt="2022-03-21T13:52:16.885" v="3017"/>
          <ac:spMkLst>
            <pc:docMk/>
            <pc:sldMk cId="1798020056" sldId="266"/>
            <ac:spMk id="8" creationId="{157467BD-2204-4DB7-B959-5D6D4597C017}"/>
          </ac:spMkLst>
        </pc:spChg>
        <pc:spChg chg="add mod">
          <ac:chgData name="SERGIO SPANO'" userId="3abdd0b9-513e-40ac-aad4-56920065037d" providerId="ADAL" clId="{2DCFDF45-1F6B-4A47-892B-C9094FDD5642}" dt="2022-03-21T13:53:00.890" v="3037" actId="1076"/>
          <ac:spMkLst>
            <pc:docMk/>
            <pc:sldMk cId="1798020056" sldId="266"/>
            <ac:spMk id="15" creationId="{EFFEA656-8F90-4953-BAF3-50D6CAC18BA7}"/>
          </ac:spMkLst>
        </pc:spChg>
        <pc:spChg chg="del">
          <ac:chgData name="SERGIO SPANO'" userId="3abdd0b9-513e-40ac-aad4-56920065037d" providerId="ADAL" clId="{2DCFDF45-1F6B-4A47-892B-C9094FDD5642}" dt="2022-03-21T13:31:23.234" v="2705" actId="478"/>
          <ac:spMkLst>
            <pc:docMk/>
            <pc:sldMk cId="1798020056" sldId="266"/>
            <ac:spMk id="17" creationId="{4C93B4CA-806E-4070-ABAB-73DD9CB35AB2}"/>
          </ac:spMkLst>
        </pc:spChg>
        <pc:spChg chg="add del mod">
          <ac:chgData name="SERGIO SPANO'" userId="3abdd0b9-513e-40ac-aad4-56920065037d" providerId="ADAL" clId="{2DCFDF45-1F6B-4A47-892B-C9094FDD5642}" dt="2022-03-21T13:52:47.987" v="3031" actId="478"/>
          <ac:spMkLst>
            <pc:docMk/>
            <pc:sldMk cId="1798020056" sldId="266"/>
            <ac:spMk id="19" creationId="{25273581-E4A4-4DA5-9E8F-19855D122740}"/>
          </ac:spMkLst>
        </pc:spChg>
        <pc:spChg chg="del">
          <ac:chgData name="SERGIO SPANO'" userId="3abdd0b9-513e-40ac-aad4-56920065037d" providerId="ADAL" clId="{2DCFDF45-1F6B-4A47-892B-C9094FDD5642}" dt="2022-03-21T13:31:16.853" v="2701" actId="478"/>
          <ac:spMkLst>
            <pc:docMk/>
            <pc:sldMk cId="1798020056" sldId="266"/>
            <ac:spMk id="22" creationId="{3FDA1FD4-BA39-4EDC-8689-8892F4604BFB}"/>
          </ac:spMkLst>
        </pc:spChg>
        <pc:picChg chg="del">
          <ac:chgData name="SERGIO SPANO'" userId="3abdd0b9-513e-40ac-aad4-56920065037d" providerId="ADAL" clId="{2DCFDF45-1F6B-4A47-892B-C9094FDD5642}" dt="2022-03-21T13:31:19.645" v="2703" actId="478"/>
          <ac:picMkLst>
            <pc:docMk/>
            <pc:sldMk cId="1798020056" sldId="266"/>
            <ac:picMk id="12" creationId="{42480D47-4558-48FE-8F23-8C8B1F6EC9D7}"/>
          </ac:picMkLst>
        </pc:picChg>
        <pc:picChg chg="del">
          <ac:chgData name="SERGIO SPANO'" userId="3abdd0b9-513e-40ac-aad4-56920065037d" providerId="ADAL" clId="{2DCFDF45-1F6B-4A47-892B-C9094FDD5642}" dt="2022-03-21T13:31:21.172" v="2704" actId="478"/>
          <ac:picMkLst>
            <pc:docMk/>
            <pc:sldMk cId="1798020056" sldId="266"/>
            <ac:picMk id="14" creationId="{7F2CD5C8-2272-4884-8507-FB63AD1A604A}"/>
          </ac:picMkLst>
        </pc:picChg>
        <pc:picChg chg="del">
          <ac:chgData name="SERGIO SPANO'" userId="3abdd0b9-513e-40ac-aad4-56920065037d" providerId="ADAL" clId="{2DCFDF45-1F6B-4A47-892B-C9094FDD5642}" dt="2022-03-21T13:31:18.382" v="2702" actId="478"/>
          <ac:picMkLst>
            <pc:docMk/>
            <pc:sldMk cId="1798020056" sldId="266"/>
            <ac:picMk id="1026" creationId="{D0C797E4-6D4C-4146-B1BD-EC24841002C9}"/>
          </ac:picMkLst>
        </pc:picChg>
        <pc:picChg chg="del">
          <ac:chgData name="SERGIO SPANO'" userId="3abdd0b9-513e-40ac-aad4-56920065037d" providerId="ADAL" clId="{2DCFDF45-1F6B-4A47-892B-C9094FDD5642}" dt="2022-03-21T13:31:14.750" v="2700" actId="478"/>
          <ac:picMkLst>
            <pc:docMk/>
            <pc:sldMk cId="1798020056" sldId="266"/>
            <ac:picMk id="1030" creationId="{14E78B98-467C-414E-AA45-62EEA7613A29}"/>
          </ac:picMkLst>
        </pc:picChg>
        <pc:picChg chg="add mod">
          <ac:chgData name="SERGIO SPANO'" userId="3abdd0b9-513e-40ac-aad4-56920065037d" providerId="ADAL" clId="{2DCFDF45-1F6B-4A47-892B-C9094FDD5642}" dt="2022-03-21T13:52:59.226" v="3036" actId="1076"/>
          <ac:picMkLst>
            <pc:docMk/>
            <pc:sldMk cId="1798020056" sldId="266"/>
            <ac:picMk id="2050" creationId="{AB144677-CAB5-4E86-B090-4935E075F06D}"/>
          </ac:picMkLst>
        </pc:picChg>
        <pc:picChg chg="add del mod">
          <ac:chgData name="SERGIO SPANO'" userId="3abdd0b9-513e-40ac-aad4-56920065037d" providerId="ADAL" clId="{2DCFDF45-1F6B-4A47-892B-C9094FDD5642}" dt="2022-03-21T13:52:47.355" v="3030" actId="478"/>
          <ac:picMkLst>
            <pc:docMk/>
            <pc:sldMk cId="1798020056" sldId="266"/>
            <ac:picMk id="2052" creationId="{3D6900B0-17D7-491D-BE5D-06560EABF71D}"/>
          </ac:picMkLst>
        </pc:picChg>
      </pc:sldChg>
      <pc:sldChg chg="addSp delSp modSp add mod modTransition chgLayout">
        <pc:chgData name="SERGIO SPANO'" userId="3abdd0b9-513e-40ac-aad4-56920065037d" providerId="ADAL" clId="{2DCFDF45-1F6B-4A47-892B-C9094FDD5642}" dt="2022-03-29T15:09:18.552" v="6977"/>
        <pc:sldMkLst>
          <pc:docMk/>
          <pc:sldMk cId="3634457305" sldId="267"/>
        </pc:sldMkLst>
        <pc:spChg chg="mod ord">
          <ac:chgData name="SERGIO SPANO'" userId="3abdd0b9-513e-40ac-aad4-56920065037d" providerId="ADAL" clId="{2DCFDF45-1F6B-4A47-892B-C9094FDD5642}" dt="2022-03-21T14:24:44.293" v="3385" actId="255"/>
          <ac:spMkLst>
            <pc:docMk/>
            <pc:sldMk cId="3634457305" sldId="267"/>
            <ac:spMk id="2" creationId="{2AF05FAE-1F5E-4229-863D-BC8C40B76B2C}"/>
          </ac:spMkLst>
        </pc:spChg>
        <pc:spChg chg="del">
          <ac:chgData name="SERGIO SPANO'" userId="3abdd0b9-513e-40ac-aad4-56920065037d" providerId="ADAL" clId="{2DCFDF45-1F6B-4A47-892B-C9094FDD5642}" dt="2022-03-21T13:56:49.095" v="3136" actId="478"/>
          <ac:spMkLst>
            <pc:docMk/>
            <pc:sldMk cId="3634457305" sldId="267"/>
            <ac:spMk id="3" creationId="{6EBB3897-4279-4057-B086-50300B810DB7}"/>
          </ac:spMkLst>
        </pc:spChg>
        <pc:spChg chg="mod ord">
          <ac:chgData name="SERGIO SPANO'" userId="3abdd0b9-513e-40ac-aad4-56920065037d" providerId="ADAL" clId="{2DCFDF45-1F6B-4A47-892B-C9094FDD5642}" dt="2022-03-21T13:58:27.547" v="3187" actId="700"/>
          <ac:spMkLst>
            <pc:docMk/>
            <pc:sldMk cId="3634457305" sldId="267"/>
            <ac:spMk id="4" creationId="{355DDF7D-5875-4E92-90E5-00A3C5BB81D1}"/>
          </ac:spMkLst>
        </pc:spChg>
        <pc:spChg chg="mod ord">
          <ac:chgData name="SERGIO SPANO'" userId="3abdd0b9-513e-40ac-aad4-56920065037d" providerId="ADAL" clId="{2DCFDF45-1F6B-4A47-892B-C9094FDD5642}" dt="2022-03-21T13:58:27.547" v="3187" actId="700"/>
          <ac:spMkLst>
            <pc:docMk/>
            <pc:sldMk cId="3634457305" sldId="267"/>
            <ac:spMk id="5" creationId="{E5BCDBC7-8058-43A8-8293-39778DA77FC9}"/>
          </ac:spMkLst>
        </pc:spChg>
        <pc:spChg chg="add del">
          <ac:chgData name="SERGIO SPANO'" userId="3abdd0b9-513e-40ac-aad4-56920065037d" providerId="ADAL" clId="{2DCFDF45-1F6B-4A47-892B-C9094FDD5642}" dt="2022-03-21T13:56:20.899" v="3125"/>
          <ac:spMkLst>
            <pc:docMk/>
            <pc:sldMk cId="3634457305" sldId="267"/>
            <ac:spMk id="8" creationId="{DA929CF7-073F-43EC-B7D0-A8BAE5E1B129}"/>
          </ac:spMkLst>
        </pc:spChg>
        <pc:spChg chg="add del mod">
          <ac:chgData name="SERGIO SPANO'" userId="3abdd0b9-513e-40ac-aad4-56920065037d" providerId="ADAL" clId="{2DCFDF45-1F6B-4A47-892B-C9094FDD5642}" dt="2022-03-21T13:56:57.916" v="3138" actId="478"/>
          <ac:spMkLst>
            <pc:docMk/>
            <pc:sldMk cId="3634457305" sldId="267"/>
            <ac:spMk id="9" creationId="{54D0701F-A7B5-48B8-81CC-5C90D978AF7D}"/>
          </ac:spMkLst>
        </pc:spChg>
        <pc:spChg chg="add del mod">
          <ac:chgData name="SERGIO SPANO'" userId="3abdd0b9-513e-40ac-aad4-56920065037d" providerId="ADAL" clId="{2DCFDF45-1F6B-4A47-892B-C9094FDD5642}" dt="2022-03-21T13:57:00.308" v="3140" actId="478"/>
          <ac:spMkLst>
            <pc:docMk/>
            <pc:sldMk cId="3634457305" sldId="267"/>
            <ac:spMk id="10" creationId="{540B2BF8-E84D-4185-9CB6-79702435329C}"/>
          </ac:spMkLst>
        </pc:spChg>
        <pc:spChg chg="add del mod">
          <ac:chgData name="SERGIO SPANO'" userId="3abdd0b9-513e-40ac-aad4-56920065037d" providerId="ADAL" clId="{2DCFDF45-1F6B-4A47-892B-C9094FDD5642}" dt="2022-03-21T13:57:01.459" v="3141" actId="478"/>
          <ac:spMkLst>
            <pc:docMk/>
            <pc:sldMk cId="3634457305" sldId="267"/>
            <ac:spMk id="11" creationId="{83249A11-EE24-436F-87D6-7B2D35556F3C}"/>
          </ac:spMkLst>
        </pc:spChg>
        <pc:spChg chg="add del mod">
          <ac:chgData name="SERGIO SPANO'" userId="3abdd0b9-513e-40ac-aad4-56920065037d" providerId="ADAL" clId="{2DCFDF45-1F6B-4A47-892B-C9094FDD5642}" dt="2022-03-21T13:57:05.253" v="3142" actId="478"/>
          <ac:spMkLst>
            <pc:docMk/>
            <pc:sldMk cId="3634457305" sldId="267"/>
            <ac:spMk id="13" creationId="{A6350559-8C0E-4196-8AD6-70F9192EB81C}"/>
          </ac:spMkLst>
        </pc:spChg>
        <pc:spChg chg="add del">
          <ac:chgData name="SERGIO SPANO'" userId="3abdd0b9-513e-40ac-aad4-56920065037d" providerId="ADAL" clId="{2DCFDF45-1F6B-4A47-892B-C9094FDD5642}" dt="2022-03-21T13:57:49.506" v="3150"/>
          <ac:spMkLst>
            <pc:docMk/>
            <pc:sldMk cId="3634457305" sldId="267"/>
            <ac:spMk id="14" creationId="{CE6E533D-80B9-44DD-B7C2-EBDB24794E70}"/>
          </ac:spMkLst>
        </pc:spChg>
        <pc:spChg chg="mod">
          <ac:chgData name="SERGIO SPANO'" userId="3abdd0b9-513e-40ac-aad4-56920065037d" providerId="ADAL" clId="{2DCFDF45-1F6B-4A47-892B-C9094FDD5642}" dt="2022-03-21T13:58:50.972" v="3207" actId="1036"/>
          <ac:spMkLst>
            <pc:docMk/>
            <pc:sldMk cId="3634457305" sldId="267"/>
            <ac:spMk id="15" creationId="{EFFEA656-8F90-4953-BAF3-50D6CAC18BA7}"/>
          </ac:spMkLst>
        </pc:spChg>
        <pc:spChg chg="add mod ord">
          <ac:chgData name="SERGIO SPANO'" userId="3abdd0b9-513e-40ac-aad4-56920065037d" providerId="ADAL" clId="{2DCFDF45-1F6B-4A47-892B-C9094FDD5642}" dt="2022-03-21T13:58:46.173" v="3196" actId="403"/>
          <ac:spMkLst>
            <pc:docMk/>
            <pc:sldMk cId="3634457305" sldId="267"/>
            <ac:spMk id="17" creationId="{40304416-CF78-4F56-90CE-9CDFA2D0A1D6}"/>
          </ac:spMkLst>
        </pc:spChg>
        <pc:spChg chg="add mod">
          <ac:chgData name="SERGIO SPANO'" userId="3abdd0b9-513e-40ac-aad4-56920065037d" providerId="ADAL" clId="{2DCFDF45-1F6B-4A47-892B-C9094FDD5642}" dt="2022-03-21T13:58:50.972" v="3207" actId="1036"/>
          <ac:spMkLst>
            <pc:docMk/>
            <pc:sldMk cId="3634457305" sldId="267"/>
            <ac:spMk id="20" creationId="{705C8625-7564-4B26-AEFB-66AAC5711B51}"/>
          </ac:spMkLst>
        </pc:spChg>
        <pc:picChg chg="del">
          <ac:chgData name="SERGIO SPANO'" userId="3abdd0b9-513e-40ac-aad4-56920065037d" providerId="ADAL" clId="{2DCFDF45-1F6B-4A47-892B-C9094FDD5642}" dt="2022-03-21T13:56:08.554" v="3122" actId="478"/>
          <ac:picMkLst>
            <pc:docMk/>
            <pc:sldMk cId="3634457305" sldId="267"/>
            <ac:picMk id="2050" creationId="{AB144677-CAB5-4E86-B090-4935E075F06D}"/>
          </ac:picMkLst>
        </pc:picChg>
        <pc:picChg chg="add mod">
          <ac:chgData name="SERGIO SPANO'" userId="3abdd0b9-513e-40ac-aad4-56920065037d" providerId="ADAL" clId="{2DCFDF45-1F6B-4A47-892B-C9094FDD5642}" dt="2022-03-21T13:58:50.972" v="3207" actId="1036"/>
          <ac:picMkLst>
            <pc:docMk/>
            <pc:sldMk cId="3634457305" sldId="267"/>
            <ac:picMk id="3074" creationId="{F6807339-7A06-4F9C-887A-AEC93DC0C61E}"/>
          </ac:picMkLst>
        </pc:picChg>
        <pc:picChg chg="add mod">
          <ac:chgData name="SERGIO SPANO'" userId="3abdd0b9-513e-40ac-aad4-56920065037d" providerId="ADAL" clId="{2DCFDF45-1F6B-4A47-892B-C9094FDD5642}" dt="2022-03-21T13:58:50.972" v="3207" actId="1036"/>
          <ac:picMkLst>
            <pc:docMk/>
            <pc:sldMk cId="3634457305" sldId="267"/>
            <ac:picMk id="3080" creationId="{303F34D1-9C73-48C6-8CD3-27864E7166E8}"/>
          </ac:picMkLst>
        </pc:picChg>
      </pc:sldChg>
      <pc:sldChg chg="add del">
        <pc:chgData name="SERGIO SPANO'" userId="3abdd0b9-513e-40ac-aad4-56920065037d" providerId="ADAL" clId="{2DCFDF45-1F6B-4A47-892B-C9094FDD5642}" dt="2022-03-21T14:01:21.151" v="3209" actId="47"/>
        <pc:sldMkLst>
          <pc:docMk/>
          <pc:sldMk cId="1136965289" sldId="268"/>
        </pc:sldMkLst>
      </pc:sldChg>
      <pc:sldChg chg="addSp delSp modSp add mod modTransition">
        <pc:chgData name="SERGIO SPANO'" userId="3abdd0b9-513e-40ac-aad4-56920065037d" providerId="ADAL" clId="{2DCFDF45-1F6B-4A47-892B-C9094FDD5642}" dt="2022-03-29T15:09:18.552" v="6977"/>
        <pc:sldMkLst>
          <pc:docMk/>
          <pc:sldMk cId="3735658554" sldId="268"/>
        </pc:sldMkLst>
        <pc:spChg chg="mod">
          <ac:chgData name="SERGIO SPANO'" userId="3abdd0b9-513e-40ac-aad4-56920065037d" providerId="ADAL" clId="{2DCFDF45-1F6B-4A47-892B-C9094FDD5642}" dt="2022-03-21T14:01:46.809" v="3217" actId="403"/>
          <ac:spMkLst>
            <pc:docMk/>
            <pc:sldMk cId="3735658554" sldId="268"/>
            <ac:spMk id="2" creationId="{2AF05FAE-1F5E-4229-863D-BC8C40B76B2C}"/>
          </ac:spMkLst>
        </pc:spChg>
        <pc:spChg chg="mod">
          <ac:chgData name="SERGIO SPANO'" userId="3abdd0b9-513e-40ac-aad4-56920065037d" providerId="ADAL" clId="{2DCFDF45-1F6B-4A47-892B-C9094FDD5642}" dt="2022-03-21T14:04:40.934" v="3281" actId="14100"/>
          <ac:spMkLst>
            <pc:docMk/>
            <pc:sldMk cId="3735658554" sldId="268"/>
            <ac:spMk id="3" creationId="{6EBB3897-4279-4057-B086-50300B810DB7}"/>
          </ac:spMkLst>
        </pc:spChg>
        <pc:spChg chg="mod">
          <ac:chgData name="SERGIO SPANO'" userId="3abdd0b9-513e-40ac-aad4-56920065037d" providerId="ADAL" clId="{2DCFDF45-1F6B-4A47-892B-C9094FDD5642}" dt="2022-03-21T14:02:49.913" v="3240" actId="6549"/>
          <ac:spMkLst>
            <pc:docMk/>
            <pc:sldMk cId="3735658554" sldId="268"/>
            <ac:spMk id="7" creationId="{9009AFDB-F723-4759-83AA-2FCF8AF5BF87}"/>
          </ac:spMkLst>
        </pc:spChg>
        <pc:spChg chg="add mod">
          <ac:chgData name="SERGIO SPANO'" userId="3abdd0b9-513e-40ac-aad4-56920065037d" providerId="ADAL" clId="{2DCFDF45-1F6B-4A47-892B-C9094FDD5642}" dt="2022-03-21T14:04:46.605" v="3282" actId="1076"/>
          <ac:spMkLst>
            <pc:docMk/>
            <pc:sldMk cId="3735658554" sldId="268"/>
            <ac:spMk id="15" creationId="{26F194E5-EB19-4B52-850B-A08C7A93F8C5}"/>
          </ac:spMkLst>
        </pc:spChg>
        <pc:spChg chg="add mod">
          <ac:chgData name="SERGIO SPANO'" userId="3abdd0b9-513e-40ac-aad4-56920065037d" providerId="ADAL" clId="{2DCFDF45-1F6B-4A47-892B-C9094FDD5642}" dt="2022-03-21T14:04:46.605" v="3282" actId="1076"/>
          <ac:spMkLst>
            <pc:docMk/>
            <pc:sldMk cId="3735658554" sldId="268"/>
            <ac:spMk id="16" creationId="{79800921-7AD7-419A-A88D-14F321A1AEB0}"/>
          </ac:spMkLst>
        </pc:spChg>
        <pc:spChg chg="del mod">
          <ac:chgData name="SERGIO SPANO'" userId="3abdd0b9-513e-40ac-aad4-56920065037d" providerId="ADAL" clId="{2DCFDF45-1F6B-4A47-892B-C9094FDD5642}" dt="2022-03-21T14:01:54.820" v="3225" actId="478"/>
          <ac:spMkLst>
            <pc:docMk/>
            <pc:sldMk cId="3735658554" sldId="268"/>
            <ac:spMk id="17" creationId="{4C93B4CA-806E-4070-ABAB-73DD9CB35AB2}"/>
          </ac:spMkLst>
        </pc:spChg>
        <pc:spChg chg="add mod">
          <ac:chgData name="SERGIO SPANO'" userId="3abdd0b9-513e-40ac-aad4-56920065037d" providerId="ADAL" clId="{2DCFDF45-1F6B-4A47-892B-C9094FDD5642}" dt="2022-03-25T15:30:26.189" v="6943" actId="20577"/>
          <ac:spMkLst>
            <pc:docMk/>
            <pc:sldMk cId="3735658554" sldId="268"/>
            <ac:spMk id="18" creationId="{BEFA9EAD-FEE3-4510-A4E6-BC9664ED231B}"/>
          </ac:spMkLst>
        </pc:spChg>
        <pc:spChg chg="add mod">
          <ac:chgData name="SERGIO SPANO'" userId="3abdd0b9-513e-40ac-aad4-56920065037d" providerId="ADAL" clId="{2DCFDF45-1F6B-4A47-892B-C9094FDD5642}" dt="2022-03-21T14:04:24.596" v="3275" actId="20577"/>
          <ac:spMkLst>
            <pc:docMk/>
            <pc:sldMk cId="3735658554" sldId="268"/>
            <ac:spMk id="19" creationId="{5398B05F-7BA5-43E3-B705-C205511A7D32}"/>
          </ac:spMkLst>
        </pc:spChg>
        <pc:spChg chg="add mod">
          <ac:chgData name="SERGIO SPANO'" userId="3abdd0b9-513e-40ac-aad4-56920065037d" providerId="ADAL" clId="{2DCFDF45-1F6B-4A47-892B-C9094FDD5642}" dt="2022-03-21T14:04:18.350" v="3271" actId="1036"/>
          <ac:spMkLst>
            <pc:docMk/>
            <pc:sldMk cId="3735658554" sldId="268"/>
            <ac:spMk id="20" creationId="{DE3F1EC3-7266-4A67-8FA5-E752068926E8}"/>
          </ac:spMkLst>
        </pc:spChg>
        <pc:spChg chg="add mod">
          <ac:chgData name="SERGIO SPANO'" userId="3abdd0b9-513e-40ac-aad4-56920065037d" providerId="ADAL" clId="{2DCFDF45-1F6B-4A47-892B-C9094FDD5642}" dt="2022-03-21T14:04:18.350" v="3271" actId="1036"/>
          <ac:spMkLst>
            <pc:docMk/>
            <pc:sldMk cId="3735658554" sldId="268"/>
            <ac:spMk id="21" creationId="{02CE504A-4FC0-478B-BA60-3149ABE03A6C}"/>
          </ac:spMkLst>
        </pc:spChg>
        <pc:spChg chg="del">
          <ac:chgData name="SERGIO SPANO'" userId="3abdd0b9-513e-40ac-aad4-56920065037d" providerId="ADAL" clId="{2DCFDF45-1F6B-4A47-892B-C9094FDD5642}" dt="2022-03-21T14:01:51.745" v="3219" actId="478"/>
          <ac:spMkLst>
            <pc:docMk/>
            <pc:sldMk cId="3735658554" sldId="268"/>
            <ac:spMk id="22" creationId="{3FDA1FD4-BA39-4EDC-8689-8892F4604BFB}"/>
          </ac:spMkLst>
        </pc:spChg>
        <pc:spChg chg="add mod">
          <ac:chgData name="SERGIO SPANO'" userId="3abdd0b9-513e-40ac-aad4-56920065037d" providerId="ADAL" clId="{2DCFDF45-1F6B-4A47-892B-C9094FDD5642}" dt="2022-03-21T14:04:18.350" v="3271" actId="1036"/>
          <ac:spMkLst>
            <pc:docMk/>
            <pc:sldMk cId="3735658554" sldId="268"/>
            <ac:spMk id="23" creationId="{F8E3AE1B-FDDC-4754-B185-852ABA5F42EE}"/>
          </ac:spMkLst>
        </pc:spChg>
        <pc:spChg chg="add mod">
          <ac:chgData name="SERGIO SPANO'" userId="3abdd0b9-513e-40ac-aad4-56920065037d" providerId="ADAL" clId="{2DCFDF45-1F6B-4A47-892B-C9094FDD5642}" dt="2022-03-21T14:04:18.350" v="3271" actId="1036"/>
          <ac:spMkLst>
            <pc:docMk/>
            <pc:sldMk cId="3735658554" sldId="268"/>
            <ac:spMk id="24" creationId="{9A78B392-31AB-49D7-A4BB-28348B1522CD}"/>
          </ac:spMkLst>
        </pc:spChg>
        <pc:picChg chg="del">
          <ac:chgData name="SERGIO SPANO'" userId="3abdd0b9-513e-40ac-aad4-56920065037d" providerId="ADAL" clId="{2DCFDF45-1F6B-4A47-892B-C9094FDD5642}" dt="2022-03-21T14:01:53.345" v="3222" actId="478"/>
          <ac:picMkLst>
            <pc:docMk/>
            <pc:sldMk cId="3735658554" sldId="268"/>
            <ac:picMk id="12" creationId="{42480D47-4558-48FE-8F23-8C8B1F6EC9D7}"/>
          </ac:picMkLst>
        </pc:picChg>
        <pc:picChg chg="del">
          <ac:chgData name="SERGIO SPANO'" userId="3abdd0b9-513e-40ac-aad4-56920065037d" providerId="ADAL" clId="{2DCFDF45-1F6B-4A47-892B-C9094FDD5642}" dt="2022-03-21T14:01:54.076" v="3223" actId="478"/>
          <ac:picMkLst>
            <pc:docMk/>
            <pc:sldMk cId="3735658554" sldId="268"/>
            <ac:picMk id="14" creationId="{7F2CD5C8-2272-4884-8507-FB63AD1A604A}"/>
          </ac:picMkLst>
        </pc:picChg>
        <pc:picChg chg="del">
          <ac:chgData name="SERGIO SPANO'" userId="3abdd0b9-513e-40ac-aad4-56920065037d" providerId="ADAL" clId="{2DCFDF45-1F6B-4A47-892B-C9094FDD5642}" dt="2022-03-21T14:01:52.154" v="3220" actId="478"/>
          <ac:picMkLst>
            <pc:docMk/>
            <pc:sldMk cId="3735658554" sldId="268"/>
            <ac:picMk id="1026" creationId="{D0C797E4-6D4C-4146-B1BD-EC24841002C9}"/>
          </ac:picMkLst>
        </pc:picChg>
        <pc:picChg chg="del">
          <ac:chgData name="SERGIO SPANO'" userId="3abdd0b9-513e-40ac-aad4-56920065037d" providerId="ADAL" clId="{2DCFDF45-1F6B-4A47-892B-C9094FDD5642}" dt="2022-03-21T14:01:50.503" v="3218" actId="478"/>
          <ac:picMkLst>
            <pc:docMk/>
            <pc:sldMk cId="3735658554" sldId="268"/>
            <ac:picMk id="1030" creationId="{14E78B98-467C-414E-AA45-62EEA7613A29}"/>
          </ac:picMkLst>
        </pc:picChg>
      </pc:sldChg>
      <pc:sldChg chg="addSp delSp modSp add mod modTransition">
        <pc:chgData name="SERGIO SPANO'" userId="3abdd0b9-513e-40ac-aad4-56920065037d" providerId="ADAL" clId="{2DCFDF45-1F6B-4A47-892B-C9094FDD5642}" dt="2022-03-29T15:09:18.552" v="6977"/>
        <pc:sldMkLst>
          <pc:docMk/>
          <pc:sldMk cId="3292532312" sldId="269"/>
        </pc:sldMkLst>
        <pc:spChg chg="mod">
          <ac:chgData name="SERGIO SPANO'" userId="3abdd0b9-513e-40ac-aad4-56920065037d" providerId="ADAL" clId="{2DCFDF45-1F6B-4A47-892B-C9094FDD5642}" dt="2022-03-21T14:10:55.264" v="3287" actId="14100"/>
          <ac:spMkLst>
            <pc:docMk/>
            <pc:sldMk cId="3292532312" sldId="269"/>
            <ac:spMk id="3" creationId="{6EBB3897-4279-4057-B086-50300B810DB7}"/>
          </ac:spMkLst>
        </pc:spChg>
        <pc:spChg chg="del">
          <ac:chgData name="SERGIO SPANO'" userId="3abdd0b9-513e-40ac-aad4-56920065037d" providerId="ADAL" clId="{2DCFDF45-1F6B-4A47-892B-C9094FDD5642}" dt="2022-03-21T14:10:57.090" v="3288" actId="478"/>
          <ac:spMkLst>
            <pc:docMk/>
            <pc:sldMk cId="3292532312" sldId="269"/>
            <ac:spMk id="15" creationId="{26F194E5-EB19-4B52-850B-A08C7A93F8C5}"/>
          </ac:spMkLst>
        </pc:spChg>
        <pc:spChg chg="del">
          <ac:chgData name="SERGIO SPANO'" userId="3abdd0b9-513e-40ac-aad4-56920065037d" providerId="ADAL" clId="{2DCFDF45-1F6B-4A47-892B-C9094FDD5642}" dt="2022-03-21T14:10:57.941" v="3289" actId="478"/>
          <ac:spMkLst>
            <pc:docMk/>
            <pc:sldMk cId="3292532312" sldId="269"/>
            <ac:spMk id="16" creationId="{79800921-7AD7-419A-A88D-14F321A1AEB0}"/>
          </ac:spMkLst>
        </pc:spChg>
        <pc:spChg chg="del">
          <ac:chgData name="SERGIO SPANO'" userId="3abdd0b9-513e-40ac-aad4-56920065037d" providerId="ADAL" clId="{2DCFDF45-1F6B-4A47-892B-C9094FDD5642}" dt="2022-03-21T14:11:00.323" v="3290" actId="478"/>
          <ac:spMkLst>
            <pc:docMk/>
            <pc:sldMk cId="3292532312" sldId="269"/>
            <ac:spMk id="18" creationId="{BEFA9EAD-FEE3-4510-A4E6-BC9664ED231B}"/>
          </ac:spMkLst>
        </pc:spChg>
        <pc:spChg chg="del">
          <ac:chgData name="SERGIO SPANO'" userId="3abdd0b9-513e-40ac-aad4-56920065037d" providerId="ADAL" clId="{2DCFDF45-1F6B-4A47-892B-C9094FDD5642}" dt="2022-03-21T14:11:00.323" v="3290" actId="478"/>
          <ac:spMkLst>
            <pc:docMk/>
            <pc:sldMk cId="3292532312" sldId="269"/>
            <ac:spMk id="19" creationId="{5398B05F-7BA5-43E3-B705-C205511A7D32}"/>
          </ac:spMkLst>
        </pc:spChg>
        <pc:spChg chg="del">
          <ac:chgData name="SERGIO SPANO'" userId="3abdd0b9-513e-40ac-aad4-56920065037d" providerId="ADAL" clId="{2DCFDF45-1F6B-4A47-892B-C9094FDD5642}" dt="2022-03-21T14:11:00.323" v="3290" actId="478"/>
          <ac:spMkLst>
            <pc:docMk/>
            <pc:sldMk cId="3292532312" sldId="269"/>
            <ac:spMk id="20" creationId="{DE3F1EC3-7266-4A67-8FA5-E752068926E8}"/>
          </ac:spMkLst>
        </pc:spChg>
        <pc:spChg chg="del">
          <ac:chgData name="SERGIO SPANO'" userId="3abdd0b9-513e-40ac-aad4-56920065037d" providerId="ADAL" clId="{2DCFDF45-1F6B-4A47-892B-C9094FDD5642}" dt="2022-03-21T14:11:00.323" v="3290" actId="478"/>
          <ac:spMkLst>
            <pc:docMk/>
            <pc:sldMk cId="3292532312" sldId="269"/>
            <ac:spMk id="21" creationId="{02CE504A-4FC0-478B-BA60-3149ABE03A6C}"/>
          </ac:spMkLst>
        </pc:spChg>
        <pc:spChg chg="mod">
          <ac:chgData name="SERGIO SPANO'" userId="3abdd0b9-513e-40ac-aad4-56920065037d" providerId="ADAL" clId="{2DCFDF45-1F6B-4A47-892B-C9094FDD5642}" dt="2022-03-21T14:11:13.627" v="3291"/>
          <ac:spMkLst>
            <pc:docMk/>
            <pc:sldMk cId="3292532312" sldId="269"/>
            <ac:spMk id="22" creationId="{A850C2BD-0310-4930-B4F1-C5BED15E8323}"/>
          </ac:spMkLst>
        </pc:spChg>
        <pc:spChg chg="del">
          <ac:chgData name="SERGIO SPANO'" userId="3abdd0b9-513e-40ac-aad4-56920065037d" providerId="ADAL" clId="{2DCFDF45-1F6B-4A47-892B-C9094FDD5642}" dt="2022-03-21T14:11:00.323" v="3290" actId="478"/>
          <ac:spMkLst>
            <pc:docMk/>
            <pc:sldMk cId="3292532312" sldId="269"/>
            <ac:spMk id="23" creationId="{F8E3AE1B-FDDC-4754-B185-852ABA5F42EE}"/>
          </ac:spMkLst>
        </pc:spChg>
        <pc:spChg chg="del">
          <ac:chgData name="SERGIO SPANO'" userId="3abdd0b9-513e-40ac-aad4-56920065037d" providerId="ADAL" clId="{2DCFDF45-1F6B-4A47-892B-C9094FDD5642}" dt="2022-03-21T14:11:00.323" v="3290" actId="478"/>
          <ac:spMkLst>
            <pc:docMk/>
            <pc:sldMk cId="3292532312" sldId="269"/>
            <ac:spMk id="24" creationId="{9A78B392-31AB-49D7-A4BB-28348B1522CD}"/>
          </ac:spMkLst>
        </pc:spChg>
        <pc:spChg chg="mod">
          <ac:chgData name="SERGIO SPANO'" userId="3abdd0b9-513e-40ac-aad4-56920065037d" providerId="ADAL" clId="{2DCFDF45-1F6B-4A47-892B-C9094FDD5642}" dt="2022-03-21T14:11:13.627" v="3291"/>
          <ac:spMkLst>
            <pc:docMk/>
            <pc:sldMk cId="3292532312" sldId="269"/>
            <ac:spMk id="25" creationId="{76A5FF59-5753-4C88-8833-B65C8C86B879}"/>
          </ac:spMkLst>
        </pc:spChg>
        <pc:spChg chg="mod">
          <ac:chgData name="SERGIO SPANO'" userId="3abdd0b9-513e-40ac-aad4-56920065037d" providerId="ADAL" clId="{2DCFDF45-1F6B-4A47-892B-C9094FDD5642}" dt="2022-03-21T14:11:13.627" v="3291"/>
          <ac:spMkLst>
            <pc:docMk/>
            <pc:sldMk cId="3292532312" sldId="269"/>
            <ac:spMk id="26" creationId="{9A1BD233-747E-4A18-A387-91F1244741A5}"/>
          </ac:spMkLst>
        </pc:spChg>
        <pc:spChg chg="mod">
          <ac:chgData name="SERGIO SPANO'" userId="3abdd0b9-513e-40ac-aad4-56920065037d" providerId="ADAL" clId="{2DCFDF45-1F6B-4A47-892B-C9094FDD5642}" dt="2022-03-21T14:11:13.627" v="3291"/>
          <ac:spMkLst>
            <pc:docMk/>
            <pc:sldMk cId="3292532312" sldId="269"/>
            <ac:spMk id="27" creationId="{E47A39AA-CDDC-4C8F-B6BA-056B4EE37B2E}"/>
          </ac:spMkLst>
        </pc:spChg>
        <pc:spChg chg="add mod">
          <ac:chgData name="SERGIO SPANO'" userId="3abdd0b9-513e-40ac-aad4-56920065037d" providerId="ADAL" clId="{2DCFDF45-1F6B-4A47-892B-C9094FDD5642}" dt="2022-03-21T14:11:13.627" v="3291"/>
          <ac:spMkLst>
            <pc:docMk/>
            <pc:sldMk cId="3292532312" sldId="269"/>
            <ac:spMk id="29" creationId="{1DA658B7-C37D-493E-A6D2-C029C49506DB}"/>
          </ac:spMkLst>
        </pc:spChg>
        <pc:spChg chg="add mod">
          <ac:chgData name="SERGIO SPANO'" userId="3abdd0b9-513e-40ac-aad4-56920065037d" providerId="ADAL" clId="{2DCFDF45-1F6B-4A47-892B-C9094FDD5642}" dt="2022-03-21T14:11:29.036" v="3294" actId="255"/>
          <ac:spMkLst>
            <pc:docMk/>
            <pc:sldMk cId="3292532312" sldId="269"/>
            <ac:spMk id="31" creationId="{B554C075-B4AF-4324-8CB7-22CA07F448D3}"/>
          </ac:spMkLst>
        </pc:spChg>
        <pc:spChg chg="add mod">
          <ac:chgData name="SERGIO SPANO'" userId="3abdd0b9-513e-40ac-aad4-56920065037d" providerId="ADAL" clId="{2DCFDF45-1F6B-4A47-892B-C9094FDD5642}" dt="2022-03-21T14:11:51.760" v="3301" actId="1076"/>
          <ac:spMkLst>
            <pc:docMk/>
            <pc:sldMk cId="3292532312" sldId="269"/>
            <ac:spMk id="32" creationId="{D1734F1B-A5F8-4030-BA24-57EDC1041AC0}"/>
          </ac:spMkLst>
        </pc:spChg>
        <pc:grpChg chg="add mod">
          <ac:chgData name="SERGIO SPANO'" userId="3abdd0b9-513e-40ac-aad4-56920065037d" providerId="ADAL" clId="{2DCFDF45-1F6B-4A47-892B-C9094FDD5642}" dt="2022-03-21T14:11:56.035" v="3302" actId="1076"/>
          <ac:grpSpMkLst>
            <pc:docMk/>
            <pc:sldMk cId="3292532312" sldId="269"/>
            <ac:grpSpMk id="17" creationId="{D1492A9A-425F-4278-BC3B-73A0DA5A2E62}"/>
          </ac:grpSpMkLst>
        </pc:grpChg>
        <pc:picChg chg="add mod">
          <ac:chgData name="SERGIO SPANO'" userId="3abdd0b9-513e-40ac-aad4-56920065037d" providerId="ADAL" clId="{2DCFDF45-1F6B-4A47-892B-C9094FDD5642}" dt="2022-03-21T14:11:13.627" v="3291"/>
          <ac:picMkLst>
            <pc:docMk/>
            <pc:sldMk cId="3292532312" sldId="269"/>
            <ac:picMk id="28" creationId="{F9A9347C-2866-4764-A1EF-650C1559DF4E}"/>
          </ac:picMkLst>
        </pc:picChg>
        <pc:picChg chg="add mod">
          <ac:chgData name="SERGIO SPANO'" userId="3abdd0b9-513e-40ac-aad4-56920065037d" providerId="ADAL" clId="{2DCFDF45-1F6B-4A47-892B-C9094FDD5642}" dt="2022-03-21T14:11:51.760" v="3301" actId="1076"/>
          <ac:picMkLst>
            <pc:docMk/>
            <pc:sldMk cId="3292532312" sldId="269"/>
            <ac:picMk id="30" creationId="{659542C0-2368-419D-9CDB-72A7DE97DB40}"/>
          </ac:picMkLst>
        </pc:picChg>
      </pc:sldChg>
      <pc:sldChg chg="addSp delSp modSp add mod modTransition">
        <pc:chgData name="SERGIO SPANO'" userId="3abdd0b9-513e-40ac-aad4-56920065037d" providerId="ADAL" clId="{2DCFDF45-1F6B-4A47-892B-C9094FDD5642}" dt="2022-03-29T15:09:18.552" v="6977"/>
        <pc:sldMkLst>
          <pc:docMk/>
          <pc:sldMk cId="2345880812" sldId="270"/>
        </pc:sldMkLst>
        <pc:spChg chg="del">
          <ac:chgData name="SERGIO SPANO'" userId="3abdd0b9-513e-40ac-aad4-56920065037d" providerId="ADAL" clId="{2DCFDF45-1F6B-4A47-892B-C9094FDD5642}" dt="2022-03-21T14:20:51.555" v="3304" actId="478"/>
          <ac:spMkLst>
            <pc:docMk/>
            <pc:sldMk cId="2345880812" sldId="270"/>
            <ac:spMk id="3" creationId="{6EBB3897-4279-4057-B086-50300B810DB7}"/>
          </ac:spMkLst>
        </pc:spChg>
        <pc:spChg chg="del">
          <ac:chgData name="SERGIO SPANO'" userId="3abdd0b9-513e-40ac-aad4-56920065037d" providerId="ADAL" clId="{2DCFDF45-1F6B-4A47-892B-C9094FDD5642}" dt="2022-03-21T14:20:51.555" v="3304" actId="478"/>
          <ac:spMkLst>
            <pc:docMk/>
            <pc:sldMk cId="2345880812" sldId="270"/>
            <ac:spMk id="7" creationId="{9009AFDB-F723-4759-83AA-2FCF8AF5BF87}"/>
          </ac:spMkLst>
        </pc:spChg>
        <pc:spChg chg="add del mod">
          <ac:chgData name="SERGIO SPANO'" userId="3abdd0b9-513e-40ac-aad4-56920065037d" providerId="ADAL" clId="{2DCFDF45-1F6B-4A47-892B-C9094FDD5642}" dt="2022-03-21T14:20:53.517" v="3305" actId="478"/>
          <ac:spMkLst>
            <pc:docMk/>
            <pc:sldMk cId="2345880812" sldId="270"/>
            <ac:spMk id="9" creationId="{F855A04A-E4C5-4469-BB35-CB66A9086BEC}"/>
          </ac:spMkLst>
        </pc:spChg>
        <pc:spChg chg="del">
          <ac:chgData name="SERGIO SPANO'" userId="3abdd0b9-513e-40ac-aad4-56920065037d" providerId="ADAL" clId="{2DCFDF45-1F6B-4A47-892B-C9094FDD5642}" dt="2022-03-21T14:20:51.555" v="3304" actId="478"/>
          <ac:spMkLst>
            <pc:docMk/>
            <pc:sldMk cId="2345880812" sldId="270"/>
            <ac:spMk id="29" creationId="{1DA658B7-C37D-493E-A6D2-C029C49506DB}"/>
          </ac:spMkLst>
        </pc:spChg>
        <pc:spChg chg="del">
          <ac:chgData name="SERGIO SPANO'" userId="3abdd0b9-513e-40ac-aad4-56920065037d" providerId="ADAL" clId="{2DCFDF45-1F6B-4A47-892B-C9094FDD5642}" dt="2022-03-21T14:20:51.555" v="3304" actId="478"/>
          <ac:spMkLst>
            <pc:docMk/>
            <pc:sldMk cId="2345880812" sldId="270"/>
            <ac:spMk id="31" creationId="{B554C075-B4AF-4324-8CB7-22CA07F448D3}"/>
          </ac:spMkLst>
        </pc:spChg>
        <pc:spChg chg="del">
          <ac:chgData name="SERGIO SPANO'" userId="3abdd0b9-513e-40ac-aad4-56920065037d" providerId="ADAL" clId="{2DCFDF45-1F6B-4A47-892B-C9094FDD5642}" dt="2022-03-21T14:20:51.555" v="3304" actId="478"/>
          <ac:spMkLst>
            <pc:docMk/>
            <pc:sldMk cId="2345880812" sldId="270"/>
            <ac:spMk id="32" creationId="{D1734F1B-A5F8-4030-BA24-57EDC1041AC0}"/>
          </ac:spMkLst>
        </pc:spChg>
        <pc:spChg chg="mod">
          <ac:chgData name="SERGIO SPANO'" userId="3abdd0b9-513e-40ac-aad4-56920065037d" providerId="ADAL" clId="{2DCFDF45-1F6B-4A47-892B-C9094FDD5642}" dt="2022-03-21T14:20:59.746" v="3306"/>
          <ac:spMkLst>
            <pc:docMk/>
            <pc:sldMk cId="2345880812" sldId="270"/>
            <ac:spMk id="33" creationId="{B5810714-BB01-416D-BC22-C32B17DD9720}"/>
          </ac:spMkLst>
        </pc:spChg>
        <pc:spChg chg="mod">
          <ac:chgData name="SERGIO SPANO'" userId="3abdd0b9-513e-40ac-aad4-56920065037d" providerId="ADAL" clId="{2DCFDF45-1F6B-4A47-892B-C9094FDD5642}" dt="2022-03-21T14:20:59.746" v="3306"/>
          <ac:spMkLst>
            <pc:docMk/>
            <pc:sldMk cId="2345880812" sldId="270"/>
            <ac:spMk id="34" creationId="{E6E0E66F-CA17-41A6-A8C6-1FFDD4ABBE0E}"/>
          </ac:spMkLst>
        </pc:spChg>
        <pc:spChg chg="mod">
          <ac:chgData name="SERGIO SPANO'" userId="3abdd0b9-513e-40ac-aad4-56920065037d" providerId="ADAL" clId="{2DCFDF45-1F6B-4A47-892B-C9094FDD5642}" dt="2022-03-21T14:20:59.746" v="3306"/>
          <ac:spMkLst>
            <pc:docMk/>
            <pc:sldMk cId="2345880812" sldId="270"/>
            <ac:spMk id="35" creationId="{8C7D96D9-1473-493F-8575-352CB81111AF}"/>
          </ac:spMkLst>
        </pc:spChg>
        <pc:spChg chg="mod">
          <ac:chgData name="SERGIO SPANO'" userId="3abdd0b9-513e-40ac-aad4-56920065037d" providerId="ADAL" clId="{2DCFDF45-1F6B-4A47-892B-C9094FDD5642}" dt="2022-03-21T14:20:59.746" v="3306"/>
          <ac:spMkLst>
            <pc:docMk/>
            <pc:sldMk cId="2345880812" sldId="270"/>
            <ac:spMk id="38" creationId="{30511609-C374-428E-8ADF-506506AF8C8A}"/>
          </ac:spMkLst>
        </pc:spChg>
        <pc:spChg chg="mod">
          <ac:chgData name="SERGIO SPANO'" userId="3abdd0b9-513e-40ac-aad4-56920065037d" providerId="ADAL" clId="{2DCFDF45-1F6B-4A47-892B-C9094FDD5642}" dt="2022-03-21T14:20:59.746" v="3306"/>
          <ac:spMkLst>
            <pc:docMk/>
            <pc:sldMk cId="2345880812" sldId="270"/>
            <ac:spMk id="39" creationId="{068E8CB2-7143-499B-BCA4-1A2D944FF241}"/>
          </ac:spMkLst>
        </pc:spChg>
        <pc:spChg chg="mod">
          <ac:chgData name="SERGIO SPANO'" userId="3abdd0b9-513e-40ac-aad4-56920065037d" providerId="ADAL" clId="{2DCFDF45-1F6B-4A47-892B-C9094FDD5642}" dt="2022-03-21T14:20:59.746" v="3306"/>
          <ac:spMkLst>
            <pc:docMk/>
            <pc:sldMk cId="2345880812" sldId="270"/>
            <ac:spMk id="40" creationId="{7E767744-F576-4EF9-A028-1203FF9FB9A0}"/>
          </ac:spMkLst>
        </pc:spChg>
        <pc:spChg chg="add mod">
          <ac:chgData name="SERGIO SPANO'" userId="3abdd0b9-513e-40ac-aad4-56920065037d" providerId="ADAL" clId="{2DCFDF45-1F6B-4A47-892B-C9094FDD5642}" dt="2022-03-21T14:22:22.081" v="3370" actId="1038"/>
          <ac:spMkLst>
            <pc:docMk/>
            <pc:sldMk cId="2345880812" sldId="270"/>
            <ac:spMk id="43" creationId="{1D7EB16A-FB62-401B-A828-5D100348528F}"/>
          </ac:spMkLst>
        </pc:spChg>
        <pc:spChg chg="add mod">
          <ac:chgData name="SERGIO SPANO'" userId="3abdd0b9-513e-40ac-aad4-56920065037d" providerId="ADAL" clId="{2DCFDF45-1F6B-4A47-892B-C9094FDD5642}" dt="2022-03-21T14:22:22.081" v="3370" actId="1038"/>
          <ac:spMkLst>
            <pc:docMk/>
            <pc:sldMk cId="2345880812" sldId="270"/>
            <ac:spMk id="44" creationId="{06AE430C-AF97-4AB2-B9EA-1265B20ADABA}"/>
          </ac:spMkLst>
        </pc:spChg>
        <pc:spChg chg="add mod">
          <ac:chgData name="SERGIO SPANO'" userId="3abdd0b9-513e-40ac-aad4-56920065037d" providerId="ADAL" clId="{2DCFDF45-1F6B-4A47-892B-C9094FDD5642}" dt="2022-03-21T14:22:10.784" v="3349" actId="1035"/>
          <ac:spMkLst>
            <pc:docMk/>
            <pc:sldMk cId="2345880812" sldId="270"/>
            <ac:spMk id="45" creationId="{5AE35511-B648-4835-936C-0BF1F9772AB1}"/>
          </ac:spMkLst>
        </pc:spChg>
        <pc:spChg chg="add mod">
          <ac:chgData name="SERGIO SPANO'" userId="3abdd0b9-513e-40ac-aad4-56920065037d" providerId="ADAL" clId="{2DCFDF45-1F6B-4A47-892B-C9094FDD5642}" dt="2022-03-21T14:22:22.081" v="3370" actId="1038"/>
          <ac:spMkLst>
            <pc:docMk/>
            <pc:sldMk cId="2345880812" sldId="270"/>
            <ac:spMk id="46" creationId="{06015026-7E04-4002-89C3-0C62EEB0045F}"/>
          </ac:spMkLst>
        </pc:spChg>
        <pc:spChg chg="add mod">
          <ac:chgData name="SERGIO SPANO'" userId="3abdd0b9-513e-40ac-aad4-56920065037d" providerId="ADAL" clId="{2DCFDF45-1F6B-4A47-892B-C9094FDD5642}" dt="2022-03-21T14:21:41.998" v="3336"/>
          <ac:spMkLst>
            <pc:docMk/>
            <pc:sldMk cId="2345880812" sldId="270"/>
            <ac:spMk id="47" creationId="{0DFEC5CC-C382-4D31-BE4E-64B37F126358}"/>
          </ac:spMkLst>
        </pc:spChg>
        <pc:spChg chg="add mod">
          <ac:chgData name="SERGIO SPANO'" userId="3abdd0b9-513e-40ac-aad4-56920065037d" providerId="ADAL" clId="{2DCFDF45-1F6B-4A47-892B-C9094FDD5642}" dt="2022-03-21T14:21:54.713" v="3339" actId="14100"/>
          <ac:spMkLst>
            <pc:docMk/>
            <pc:sldMk cId="2345880812" sldId="270"/>
            <ac:spMk id="48" creationId="{BD2C9029-6654-4ABD-89AE-F3112DED6292}"/>
          </ac:spMkLst>
        </pc:spChg>
        <pc:grpChg chg="del">
          <ac:chgData name="SERGIO SPANO'" userId="3abdd0b9-513e-40ac-aad4-56920065037d" providerId="ADAL" clId="{2DCFDF45-1F6B-4A47-892B-C9094FDD5642}" dt="2022-03-21T14:20:51.555" v="3304" actId="478"/>
          <ac:grpSpMkLst>
            <pc:docMk/>
            <pc:sldMk cId="2345880812" sldId="270"/>
            <ac:grpSpMk id="17" creationId="{D1492A9A-425F-4278-BC3B-73A0DA5A2E62}"/>
          </ac:grpSpMkLst>
        </pc:grpChg>
        <pc:grpChg chg="add mod">
          <ac:chgData name="SERGIO SPANO'" userId="3abdd0b9-513e-40ac-aad4-56920065037d" providerId="ADAL" clId="{2DCFDF45-1F6B-4A47-892B-C9094FDD5642}" dt="2022-03-21T14:22:22.081" v="3370" actId="1038"/>
          <ac:grpSpMkLst>
            <pc:docMk/>
            <pc:sldMk cId="2345880812" sldId="270"/>
            <ac:grpSpMk id="23" creationId="{3E0ADCB6-7BF3-4AAE-BAB9-9FEF05EA6896}"/>
          </ac:grpSpMkLst>
        </pc:grpChg>
        <pc:grpChg chg="add mod">
          <ac:chgData name="SERGIO SPANO'" userId="3abdd0b9-513e-40ac-aad4-56920065037d" providerId="ADAL" clId="{2DCFDF45-1F6B-4A47-892B-C9094FDD5642}" dt="2022-03-21T14:22:22.081" v="3370" actId="1038"/>
          <ac:grpSpMkLst>
            <pc:docMk/>
            <pc:sldMk cId="2345880812" sldId="270"/>
            <ac:grpSpMk id="36" creationId="{DAA68764-826E-4F1E-AADC-F0333591FE09}"/>
          </ac:grpSpMkLst>
        </pc:grpChg>
        <pc:grpChg chg="mod">
          <ac:chgData name="SERGIO SPANO'" userId="3abdd0b9-513e-40ac-aad4-56920065037d" providerId="ADAL" clId="{2DCFDF45-1F6B-4A47-892B-C9094FDD5642}" dt="2022-03-21T14:20:59.746" v="3306"/>
          <ac:grpSpMkLst>
            <pc:docMk/>
            <pc:sldMk cId="2345880812" sldId="270"/>
            <ac:grpSpMk id="37" creationId="{692DF64E-3D0D-4CA1-AD7D-BD06E703C3FC}"/>
          </ac:grpSpMkLst>
        </pc:grpChg>
        <pc:graphicFrameChg chg="add mod modGraphic">
          <ac:chgData name="SERGIO SPANO'" userId="3abdd0b9-513e-40ac-aad4-56920065037d" providerId="ADAL" clId="{2DCFDF45-1F6B-4A47-892B-C9094FDD5642}" dt="2022-03-21T14:22:38.371" v="3372" actId="14734"/>
          <ac:graphicFrameMkLst>
            <pc:docMk/>
            <pc:sldMk cId="2345880812" sldId="270"/>
            <ac:graphicFrameMk id="20" creationId="{B852885C-85D1-4375-BF23-1D1E7EE14A2C}"/>
          </ac:graphicFrameMkLst>
        </pc:graphicFrameChg>
        <pc:graphicFrameChg chg="add mod">
          <ac:chgData name="SERGIO SPANO'" userId="3abdd0b9-513e-40ac-aad4-56920065037d" providerId="ADAL" clId="{2DCFDF45-1F6B-4A47-892B-C9094FDD5642}" dt="2022-03-21T14:22:10.784" v="3349" actId="1035"/>
          <ac:graphicFrameMkLst>
            <pc:docMk/>
            <pc:sldMk cId="2345880812" sldId="270"/>
            <ac:graphicFrameMk id="21" creationId="{93FBF40F-196D-43BD-8FD9-1C3526E04FD0}"/>
          </ac:graphicFrameMkLst>
        </pc:graphicFrameChg>
        <pc:picChg chg="mod">
          <ac:chgData name="SERGIO SPANO'" userId="3abdd0b9-513e-40ac-aad4-56920065037d" providerId="ADAL" clId="{2DCFDF45-1F6B-4A47-892B-C9094FDD5642}" dt="2022-03-21T14:20:59.746" v="3306"/>
          <ac:picMkLst>
            <pc:docMk/>
            <pc:sldMk cId="2345880812" sldId="270"/>
            <ac:picMk id="24" creationId="{ADAEC4A8-BA1F-4CCF-8D7D-902CCA0BA299}"/>
          </ac:picMkLst>
        </pc:picChg>
        <pc:picChg chg="del">
          <ac:chgData name="SERGIO SPANO'" userId="3abdd0b9-513e-40ac-aad4-56920065037d" providerId="ADAL" clId="{2DCFDF45-1F6B-4A47-892B-C9094FDD5642}" dt="2022-03-21T14:20:51.555" v="3304" actId="478"/>
          <ac:picMkLst>
            <pc:docMk/>
            <pc:sldMk cId="2345880812" sldId="270"/>
            <ac:picMk id="28" creationId="{F9A9347C-2866-4764-A1EF-650C1559DF4E}"/>
          </ac:picMkLst>
        </pc:picChg>
        <pc:picChg chg="del">
          <ac:chgData name="SERGIO SPANO'" userId="3abdd0b9-513e-40ac-aad4-56920065037d" providerId="ADAL" clId="{2DCFDF45-1F6B-4A47-892B-C9094FDD5642}" dt="2022-03-21T14:20:51.555" v="3304" actId="478"/>
          <ac:picMkLst>
            <pc:docMk/>
            <pc:sldMk cId="2345880812" sldId="270"/>
            <ac:picMk id="30" creationId="{659542C0-2368-419D-9CDB-72A7DE97DB40}"/>
          </ac:picMkLst>
        </pc:picChg>
        <pc:picChg chg="mod">
          <ac:chgData name="SERGIO SPANO'" userId="3abdd0b9-513e-40ac-aad4-56920065037d" providerId="ADAL" clId="{2DCFDF45-1F6B-4A47-892B-C9094FDD5642}" dt="2022-03-21T14:20:59.746" v="3306"/>
          <ac:picMkLst>
            <pc:docMk/>
            <pc:sldMk cId="2345880812" sldId="270"/>
            <ac:picMk id="41" creationId="{CA326928-F1FF-4EE5-A137-077D9D1EE697}"/>
          </ac:picMkLst>
        </pc:picChg>
        <pc:picChg chg="mod">
          <ac:chgData name="SERGIO SPANO'" userId="3abdd0b9-513e-40ac-aad4-56920065037d" providerId="ADAL" clId="{2DCFDF45-1F6B-4A47-892B-C9094FDD5642}" dt="2022-03-21T14:20:59.746" v="3306"/>
          <ac:picMkLst>
            <pc:docMk/>
            <pc:sldMk cId="2345880812" sldId="270"/>
            <ac:picMk id="42" creationId="{8D0D56DA-DB2E-4C31-BC72-86A40A1F193B}"/>
          </ac:picMkLst>
        </pc:picChg>
      </pc:sldChg>
      <pc:sldChg chg="addSp delSp modSp mod modTransition">
        <pc:chgData name="SERGIO SPANO'" userId="3abdd0b9-513e-40ac-aad4-56920065037d" providerId="ADAL" clId="{2DCFDF45-1F6B-4A47-892B-C9094FDD5642}" dt="2022-03-29T15:09:18.552" v="6977"/>
        <pc:sldMkLst>
          <pc:docMk/>
          <pc:sldMk cId="2932842921" sldId="271"/>
        </pc:sldMkLst>
        <pc:spChg chg="mod">
          <ac:chgData name="SERGIO SPANO'" userId="3abdd0b9-513e-40ac-aad4-56920065037d" providerId="ADAL" clId="{2DCFDF45-1F6B-4A47-892B-C9094FDD5642}" dt="2022-03-21T14:24:55.558" v="3386" actId="255"/>
          <ac:spMkLst>
            <pc:docMk/>
            <pc:sldMk cId="2932842921" sldId="271"/>
            <ac:spMk id="2" creationId="{2AF05FAE-1F5E-4229-863D-BC8C40B76B2C}"/>
          </ac:spMkLst>
        </pc:spChg>
        <pc:spChg chg="mod">
          <ac:chgData name="SERGIO SPANO'" userId="3abdd0b9-513e-40ac-aad4-56920065037d" providerId="ADAL" clId="{2DCFDF45-1F6B-4A47-892B-C9094FDD5642}" dt="2022-03-21T14:33:19.782" v="3643" actId="1035"/>
          <ac:spMkLst>
            <pc:docMk/>
            <pc:sldMk cId="2932842921" sldId="271"/>
            <ac:spMk id="3" creationId="{6EBB3897-4279-4057-B086-50300B810DB7}"/>
          </ac:spMkLst>
        </pc:spChg>
        <pc:spChg chg="mod">
          <ac:chgData name="SERGIO SPANO'" userId="3abdd0b9-513e-40ac-aad4-56920065037d" providerId="ADAL" clId="{2DCFDF45-1F6B-4A47-892B-C9094FDD5642}" dt="2022-03-21T14:33:37.046" v="3654" actId="123"/>
          <ac:spMkLst>
            <pc:docMk/>
            <pc:sldMk cId="2932842921" sldId="271"/>
            <ac:spMk id="7" creationId="{9009AFDB-F723-4759-83AA-2FCF8AF5BF87}"/>
          </ac:spMkLst>
        </pc:spChg>
        <pc:spChg chg="add mod">
          <ac:chgData name="SERGIO SPANO'" userId="3abdd0b9-513e-40ac-aad4-56920065037d" providerId="ADAL" clId="{2DCFDF45-1F6B-4A47-892B-C9094FDD5642}" dt="2022-03-21T14:33:19.782" v="3643" actId="1035"/>
          <ac:spMkLst>
            <pc:docMk/>
            <pc:sldMk cId="2932842921" sldId="271"/>
            <ac:spMk id="8" creationId="{EDAD7B32-1E06-4521-AFC9-7DE2EC26095E}"/>
          </ac:spMkLst>
        </pc:spChg>
        <pc:spChg chg="del">
          <ac:chgData name="SERGIO SPANO'" userId="3abdd0b9-513e-40ac-aad4-56920065037d" providerId="ADAL" clId="{2DCFDF45-1F6B-4A47-892B-C9094FDD5642}" dt="2022-03-21T14:25:07.491" v="3387" actId="478"/>
          <ac:spMkLst>
            <pc:docMk/>
            <pc:sldMk cId="2932842921" sldId="271"/>
            <ac:spMk id="15" creationId="{26F194E5-EB19-4B52-850B-A08C7A93F8C5}"/>
          </ac:spMkLst>
        </pc:spChg>
        <pc:spChg chg="del">
          <ac:chgData name="SERGIO SPANO'" userId="3abdd0b9-513e-40ac-aad4-56920065037d" providerId="ADAL" clId="{2DCFDF45-1F6B-4A47-892B-C9094FDD5642}" dt="2022-03-21T14:25:09.087" v="3388" actId="478"/>
          <ac:spMkLst>
            <pc:docMk/>
            <pc:sldMk cId="2932842921" sldId="271"/>
            <ac:spMk id="16" creationId="{79800921-7AD7-419A-A88D-14F321A1AEB0}"/>
          </ac:spMkLst>
        </pc:spChg>
        <pc:spChg chg="add mod">
          <ac:chgData name="SERGIO SPANO'" userId="3abdd0b9-513e-40ac-aad4-56920065037d" providerId="ADAL" clId="{2DCFDF45-1F6B-4A47-892B-C9094FDD5642}" dt="2022-03-21T14:33:19.782" v="3643" actId="1035"/>
          <ac:spMkLst>
            <pc:docMk/>
            <pc:sldMk cId="2932842921" sldId="271"/>
            <ac:spMk id="17" creationId="{C41ACDC2-66C8-4A6F-BC7E-A46D4E12E26C}"/>
          </ac:spMkLst>
        </pc:spChg>
        <pc:spChg chg="del">
          <ac:chgData name="SERGIO SPANO'" userId="3abdd0b9-513e-40ac-aad4-56920065037d" providerId="ADAL" clId="{2DCFDF45-1F6B-4A47-892B-C9094FDD5642}" dt="2022-03-21T14:25:10.737" v="3389" actId="478"/>
          <ac:spMkLst>
            <pc:docMk/>
            <pc:sldMk cId="2932842921" sldId="271"/>
            <ac:spMk id="18" creationId="{BEFA9EAD-FEE3-4510-A4E6-BC9664ED231B}"/>
          </ac:spMkLst>
        </pc:spChg>
        <pc:spChg chg="del">
          <ac:chgData name="SERGIO SPANO'" userId="3abdd0b9-513e-40ac-aad4-56920065037d" providerId="ADAL" clId="{2DCFDF45-1F6B-4A47-892B-C9094FDD5642}" dt="2022-03-21T14:25:10.737" v="3389" actId="478"/>
          <ac:spMkLst>
            <pc:docMk/>
            <pc:sldMk cId="2932842921" sldId="271"/>
            <ac:spMk id="19" creationId="{5398B05F-7BA5-43E3-B705-C205511A7D32}"/>
          </ac:spMkLst>
        </pc:spChg>
        <pc:spChg chg="del">
          <ac:chgData name="SERGIO SPANO'" userId="3abdd0b9-513e-40ac-aad4-56920065037d" providerId="ADAL" clId="{2DCFDF45-1F6B-4A47-892B-C9094FDD5642}" dt="2022-03-21T14:25:10.737" v="3389" actId="478"/>
          <ac:spMkLst>
            <pc:docMk/>
            <pc:sldMk cId="2932842921" sldId="271"/>
            <ac:spMk id="20" creationId="{DE3F1EC3-7266-4A67-8FA5-E752068926E8}"/>
          </ac:spMkLst>
        </pc:spChg>
        <pc:spChg chg="del">
          <ac:chgData name="SERGIO SPANO'" userId="3abdd0b9-513e-40ac-aad4-56920065037d" providerId="ADAL" clId="{2DCFDF45-1F6B-4A47-892B-C9094FDD5642}" dt="2022-03-21T14:25:10.737" v="3389" actId="478"/>
          <ac:spMkLst>
            <pc:docMk/>
            <pc:sldMk cId="2932842921" sldId="271"/>
            <ac:spMk id="21" creationId="{02CE504A-4FC0-478B-BA60-3149ABE03A6C}"/>
          </ac:spMkLst>
        </pc:spChg>
        <pc:spChg chg="add mod">
          <ac:chgData name="SERGIO SPANO'" userId="3abdd0b9-513e-40ac-aad4-56920065037d" providerId="ADAL" clId="{2DCFDF45-1F6B-4A47-892B-C9094FDD5642}" dt="2022-03-21T14:33:19.782" v="3643" actId="1035"/>
          <ac:spMkLst>
            <pc:docMk/>
            <pc:sldMk cId="2932842921" sldId="271"/>
            <ac:spMk id="22" creationId="{E575780B-0471-4A6F-AA79-FA0599DAC15B}"/>
          </ac:spMkLst>
        </pc:spChg>
        <pc:spChg chg="del">
          <ac:chgData name="SERGIO SPANO'" userId="3abdd0b9-513e-40ac-aad4-56920065037d" providerId="ADAL" clId="{2DCFDF45-1F6B-4A47-892B-C9094FDD5642}" dt="2022-03-21T14:25:10.737" v="3389" actId="478"/>
          <ac:spMkLst>
            <pc:docMk/>
            <pc:sldMk cId="2932842921" sldId="271"/>
            <ac:spMk id="23" creationId="{F8E3AE1B-FDDC-4754-B185-852ABA5F42EE}"/>
          </ac:spMkLst>
        </pc:spChg>
        <pc:spChg chg="del">
          <ac:chgData name="SERGIO SPANO'" userId="3abdd0b9-513e-40ac-aad4-56920065037d" providerId="ADAL" clId="{2DCFDF45-1F6B-4A47-892B-C9094FDD5642}" dt="2022-03-21T14:25:10.737" v="3389" actId="478"/>
          <ac:spMkLst>
            <pc:docMk/>
            <pc:sldMk cId="2932842921" sldId="271"/>
            <ac:spMk id="24" creationId="{9A78B392-31AB-49D7-A4BB-28348B1522CD}"/>
          </ac:spMkLst>
        </pc:spChg>
        <pc:spChg chg="add mod">
          <ac:chgData name="SERGIO SPANO'" userId="3abdd0b9-513e-40ac-aad4-56920065037d" providerId="ADAL" clId="{2DCFDF45-1F6B-4A47-892B-C9094FDD5642}" dt="2022-03-21T14:39:54.937" v="3783" actId="11"/>
          <ac:spMkLst>
            <pc:docMk/>
            <pc:sldMk cId="2932842921" sldId="271"/>
            <ac:spMk id="25" creationId="{8BCEDA91-87F1-4A52-AA23-DA675D8FBE33}"/>
          </ac:spMkLst>
        </pc:spChg>
        <pc:spChg chg="add del mod">
          <ac:chgData name="SERGIO SPANO'" userId="3abdd0b9-513e-40ac-aad4-56920065037d" providerId="ADAL" clId="{2DCFDF45-1F6B-4A47-892B-C9094FDD5642}" dt="2022-03-21T14:36:21.690" v="3703" actId="21"/>
          <ac:spMkLst>
            <pc:docMk/>
            <pc:sldMk cId="2932842921" sldId="271"/>
            <ac:spMk id="26" creationId="{BF06AA42-77C8-408D-B0D6-DA35A0C89BD2}"/>
          </ac:spMkLst>
        </pc:spChg>
        <pc:spChg chg="add mod">
          <ac:chgData name="SERGIO SPANO'" userId="3abdd0b9-513e-40ac-aad4-56920065037d" providerId="ADAL" clId="{2DCFDF45-1F6B-4A47-892B-C9094FDD5642}" dt="2022-03-21T14:37:41.170" v="3768" actId="1035"/>
          <ac:spMkLst>
            <pc:docMk/>
            <pc:sldMk cId="2932842921" sldId="271"/>
            <ac:spMk id="27" creationId="{A7A854EF-4C5C-4B14-878A-24FAEEC3E1F2}"/>
          </ac:spMkLst>
        </pc:spChg>
        <pc:picChg chg="add mod modCrop">
          <ac:chgData name="SERGIO SPANO'" userId="3abdd0b9-513e-40ac-aad4-56920065037d" providerId="ADAL" clId="{2DCFDF45-1F6B-4A47-892B-C9094FDD5642}" dt="2022-03-21T14:37:41.170" v="3768" actId="1035"/>
          <ac:picMkLst>
            <pc:docMk/>
            <pc:sldMk cId="2932842921" sldId="271"/>
            <ac:picMk id="9" creationId="{38D6BC55-6F65-43A6-8293-8C8636A6B1D1}"/>
          </ac:picMkLst>
        </pc:picChg>
      </pc:sldChg>
      <pc:sldChg chg="addSp delSp modSp add mod modTransition">
        <pc:chgData name="SERGIO SPANO'" userId="3abdd0b9-513e-40ac-aad4-56920065037d" providerId="ADAL" clId="{2DCFDF45-1F6B-4A47-892B-C9094FDD5642}" dt="2022-03-29T15:09:18.552" v="6977"/>
        <pc:sldMkLst>
          <pc:docMk/>
          <pc:sldMk cId="2459133886" sldId="272"/>
        </pc:sldMkLst>
        <pc:spChg chg="del">
          <ac:chgData name="SERGIO SPANO'" userId="3abdd0b9-513e-40ac-aad4-56920065037d" providerId="ADAL" clId="{2DCFDF45-1F6B-4A47-892B-C9094FDD5642}" dt="2022-03-21T14:27:19.883" v="3433" actId="478"/>
          <ac:spMkLst>
            <pc:docMk/>
            <pc:sldMk cId="2459133886" sldId="272"/>
            <ac:spMk id="3" creationId="{6EBB3897-4279-4057-B086-50300B810DB7}"/>
          </ac:spMkLst>
        </pc:spChg>
        <pc:spChg chg="del">
          <ac:chgData name="SERGIO SPANO'" userId="3abdd0b9-513e-40ac-aad4-56920065037d" providerId="ADAL" clId="{2DCFDF45-1F6B-4A47-892B-C9094FDD5642}" dt="2022-03-21T14:33:25.387" v="3644" actId="478"/>
          <ac:spMkLst>
            <pc:docMk/>
            <pc:sldMk cId="2459133886" sldId="272"/>
            <ac:spMk id="7" creationId="{9009AFDB-F723-4759-83AA-2FCF8AF5BF87}"/>
          </ac:spMkLst>
        </pc:spChg>
        <pc:spChg chg="del">
          <ac:chgData name="SERGIO SPANO'" userId="3abdd0b9-513e-40ac-aad4-56920065037d" providerId="ADAL" clId="{2DCFDF45-1F6B-4A47-892B-C9094FDD5642}" dt="2022-03-21T14:27:27.063" v="3434" actId="478"/>
          <ac:spMkLst>
            <pc:docMk/>
            <pc:sldMk cId="2459133886" sldId="272"/>
            <ac:spMk id="8" creationId="{EDAD7B32-1E06-4521-AFC9-7DE2EC26095E}"/>
          </ac:spMkLst>
        </pc:spChg>
        <pc:spChg chg="add del mod">
          <ac:chgData name="SERGIO SPANO'" userId="3abdd0b9-513e-40ac-aad4-56920065037d" providerId="ADAL" clId="{2DCFDF45-1F6B-4A47-892B-C9094FDD5642}" dt="2022-03-21T14:27:29.376" v="3435" actId="478"/>
          <ac:spMkLst>
            <pc:docMk/>
            <pc:sldMk cId="2459133886" sldId="272"/>
            <ac:spMk id="10" creationId="{EC5FEB82-8A18-4183-8DA2-6C68C9EBAD93}"/>
          </ac:spMkLst>
        </pc:spChg>
        <pc:spChg chg="add mod">
          <ac:chgData name="SERGIO SPANO'" userId="3abdd0b9-513e-40ac-aad4-56920065037d" providerId="ADAL" clId="{2DCFDF45-1F6B-4A47-892B-C9094FDD5642}" dt="2022-03-21T14:31:50.188" v="3587" actId="1076"/>
          <ac:spMkLst>
            <pc:docMk/>
            <pc:sldMk cId="2459133886" sldId="272"/>
            <ac:spMk id="11" creationId="{0121F7CB-8757-4B4D-A062-6F78052D56D8}"/>
          </ac:spMkLst>
        </pc:spChg>
        <pc:spChg chg="add mod">
          <ac:chgData name="SERGIO SPANO'" userId="3abdd0b9-513e-40ac-aad4-56920065037d" providerId="ADAL" clId="{2DCFDF45-1F6B-4A47-892B-C9094FDD5642}" dt="2022-03-21T14:31:53.196" v="3588" actId="1076"/>
          <ac:spMkLst>
            <pc:docMk/>
            <pc:sldMk cId="2459133886" sldId="272"/>
            <ac:spMk id="16" creationId="{274A0802-AF52-42C1-BD45-5F6E177FAFD0}"/>
          </ac:spMkLst>
        </pc:spChg>
        <pc:spChg chg="del">
          <ac:chgData name="SERGIO SPANO'" userId="3abdd0b9-513e-40ac-aad4-56920065037d" providerId="ADAL" clId="{2DCFDF45-1F6B-4A47-892B-C9094FDD5642}" dt="2022-03-21T14:27:31.964" v="3436" actId="478"/>
          <ac:spMkLst>
            <pc:docMk/>
            <pc:sldMk cId="2459133886" sldId="272"/>
            <ac:spMk id="17" creationId="{C41ACDC2-66C8-4A6F-BC7E-A46D4E12E26C}"/>
          </ac:spMkLst>
        </pc:spChg>
        <pc:spChg chg="add mod">
          <ac:chgData name="SERGIO SPANO'" userId="3abdd0b9-513e-40ac-aad4-56920065037d" providerId="ADAL" clId="{2DCFDF45-1F6B-4A47-892B-C9094FDD5642}" dt="2022-03-21T14:34:06.709" v="3655" actId="1076"/>
          <ac:spMkLst>
            <pc:docMk/>
            <pc:sldMk cId="2459133886" sldId="272"/>
            <ac:spMk id="18" creationId="{9AE1E77B-58F8-4448-90A9-4DDBAEBB32C9}"/>
          </ac:spMkLst>
        </pc:spChg>
        <pc:spChg chg="add mod">
          <ac:chgData name="SERGIO SPANO'" userId="3abdd0b9-513e-40ac-aad4-56920065037d" providerId="ADAL" clId="{2DCFDF45-1F6B-4A47-892B-C9094FDD5642}" dt="2022-03-21T14:33:33.964" v="3653" actId="123"/>
          <ac:spMkLst>
            <pc:docMk/>
            <pc:sldMk cId="2459133886" sldId="272"/>
            <ac:spMk id="19" creationId="{87A41B68-315D-4008-AE1F-BAAED0A7BBDB}"/>
          </ac:spMkLst>
        </pc:spChg>
        <pc:spChg chg="add mod">
          <ac:chgData name="SERGIO SPANO'" userId="3abdd0b9-513e-40ac-aad4-56920065037d" providerId="ADAL" clId="{2DCFDF45-1F6B-4A47-892B-C9094FDD5642}" dt="2022-03-21T14:35:14.202" v="3700" actId="20577"/>
          <ac:spMkLst>
            <pc:docMk/>
            <pc:sldMk cId="2459133886" sldId="272"/>
            <ac:spMk id="21" creationId="{FA2D564E-3E69-4C93-85D2-66DAEC043FAB}"/>
          </ac:spMkLst>
        </pc:spChg>
        <pc:spChg chg="del">
          <ac:chgData name="SERGIO SPANO'" userId="3abdd0b9-513e-40ac-aad4-56920065037d" providerId="ADAL" clId="{2DCFDF45-1F6B-4A47-892B-C9094FDD5642}" dt="2022-03-21T14:27:27.063" v="3434" actId="478"/>
          <ac:spMkLst>
            <pc:docMk/>
            <pc:sldMk cId="2459133886" sldId="272"/>
            <ac:spMk id="22" creationId="{E575780B-0471-4A6F-AA79-FA0599DAC15B}"/>
          </ac:spMkLst>
        </pc:spChg>
        <pc:spChg chg="del">
          <ac:chgData name="SERGIO SPANO'" userId="3abdd0b9-513e-40ac-aad4-56920065037d" providerId="ADAL" clId="{2DCFDF45-1F6B-4A47-892B-C9094FDD5642}" dt="2022-03-21T14:27:27.063" v="3434" actId="478"/>
          <ac:spMkLst>
            <pc:docMk/>
            <pc:sldMk cId="2459133886" sldId="272"/>
            <ac:spMk id="25" creationId="{8BCEDA91-87F1-4A52-AA23-DA675D8FBE33}"/>
          </ac:spMkLst>
        </pc:spChg>
        <pc:picChg chg="add mod">
          <ac:chgData name="SERGIO SPANO'" userId="3abdd0b9-513e-40ac-aad4-56920065037d" providerId="ADAL" clId="{2DCFDF45-1F6B-4A47-892B-C9094FDD5642}" dt="2022-03-21T14:31:50.188" v="3587" actId="1076"/>
          <ac:picMkLst>
            <pc:docMk/>
            <pc:sldMk cId="2459133886" sldId="272"/>
            <ac:picMk id="14" creationId="{6A899EEF-C8B8-4FBC-818B-4D156791610B}"/>
          </ac:picMkLst>
        </pc:picChg>
        <pc:picChg chg="add mod">
          <ac:chgData name="SERGIO SPANO'" userId="3abdd0b9-513e-40ac-aad4-56920065037d" providerId="ADAL" clId="{2DCFDF45-1F6B-4A47-892B-C9094FDD5642}" dt="2022-03-21T14:34:06.709" v="3655" actId="1076"/>
          <ac:picMkLst>
            <pc:docMk/>
            <pc:sldMk cId="2459133886" sldId="272"/>
            <ac:picMk id="15" creationId="{536E6018-DB93-4A19-82CF-8C25032BF30B}"/>
          </ac:picMkLst>
        </pc:picChg>
        <pc:picChg chg="add mod">
          <ac:chgData name="SERGIO SPANO'" userId="3abdd0b9-513e-40ac-aad4-56920065037d" providerId="ADAL" clId="{2DCFDF45-1F6B-4A47-892B-C9094FDD5642}" dt="2022-03-21T14:34:18.060" v="3659" actId="1076"/>
          <ac:picMkLst>
            <pc:docMk/>
            <pc:sldMk cId="2459133886" sldId="272"/>
            <ac:picMk id="4098" creationId="{5308CCD6-6443-4819-9E9C-824E0FEECCA8}"/>
          </ac:picMkLst>
        </pc:picChg>
      </pc:sldChg>
      <pc:sldChg chg="addSp delSp modSp add mod modTransition">
        <pc:chgData name="SERGIO SPANO'" userId="3abdd0b9-513e-40ac-aad4-56920065037d" providerId="ADAL" clId="{2DCFDF45-1F6B-4A47-892B-C9094FDD5642}" dt="2022-03-29T15:09:18.552" v="6977"/>
        <pc:sldMkLst>
          <pc:docMk/>
          <pc:sldMk cId="1591051637" sldId="273"/>
        </pc:sldMkLst>
        <pc:spChg chg="mod">
          <ac:chgData name="SERGIO SPANO'" userId="3abdd0b9-513e-40ac-aad4-56920065037d" providerId="ADAL" clId="{2DCFDF45-1F6B-4A47-892B-C9094FDD5642}" dt="2022-03-21T15:36:33.741" v="4100" actId="403"/>
          <ac:spMkLst>
            <pc:docMk/>
            <pc:sldMk cId="1591051637" sldId="273"/>
            <ac:spMk id="3" creationId="{6EBB3897-4279-4057-B086-50300B810DB7}"/>
          </ac:spMkLst>
        </pc:spChg>
        <pc:spChg chg="del mod">
          <ac:chgData name="SERGIO SPANO'" userId="3abdd0b9-513e-40ac-aad4-56920065037d" providerId="ADAL" clId="{2DCFDF45-1F6B-4A47-892B-C9094FDD5642}" dt="2022-03-21T14:40:57.863" v="3787" actId="478"/>
          <ac:spMkLst>
            <pc:docMk/>
            <pc:sldMk cId="1591051637" sldId="273"/>
            <ac:spMk id="8" creationId="{EDAD7B32-1E06-4521-AFC9-7DE2EC26095E}"/>
          </ac:spMkLst>
        </pc:spChg>
        <pc:spChg chg="add mod">
          <ac:chgData name="SERGIO SPANO'" userId="3abdd0b9-513e-40ac-aad4-56920065037d" providerId="ADAL" clId="{2DCFDF45-1F6B-4A47-892B-C9094FDD5642}" dt="2022-03-21T15:38:41.055" v="4244" actId="1076"/>
          <ac:spMkLst>
            <pc:docMk/>
            <pc:sldMk cId="1591051637" sldId="273"/>
            <ac:spMk id="12" creationId="{ECC1B7B5-5FC0-49AF-8812-2E7E77928435}"/>
          </ac:spMkLst>
        </pc:spChg>
        <pc:spChg chg="add mod">
          <ac:chgData name="SERGIO SPANO'" userId="3abdd0b9-513e-40ac-aad4-56920065037d" providerId="ADAL" clId="{2DCFDF45-1F6B-4A47-892B-C9094FDD5642}" dt="2022-03-21T15:37:46.883" v="4143" actId="1076"/>
          <ac:spMkLst>
            <pc:docMk/>
            <pc:sldMk cId="1591051637" sldId="273"/>
            <ac:spMk id="16" creationId="{9D41F349-E598-4196-9C88-133164A03F5A}"/>
          </ac:spMkLst>
        </pc:spChg>
        <pc:spChg chg="del">
          <ac:chgData name="SERGIO SPANO'" userId="3abdd0b9-513e-40ac-aad4-56920065037d" providerId="ADAL" clId="{2DCFDF45-1F6B-4A47-892B-C9094FDD5642}" dt="2022-03-21T14:40:50.774" v="3785" actId="478"/>
          <ac:spMkLst>
            <pc:docMk/>
            <pc:sldMk cId="1591051637" sldId="273"/>
            <ac:spMk id="17" creationId="{C41ACDC2-66C8-4A6F-BC7E-A46D4E12E26C}"/>
          </ac:spMkLst>
        </pc:spChg>
        <pc:spChg chg="add mod">
          <ac:chgData name="SERGIO SPANO'" userId="3abdd0b9-513e-40ac-aad4-56920065037d" providerId="ADAL" clId="{2DCFDF45-1F6B-4A47-892B-C9094FDD5642}" dt="2022-03-21T15:37:46.883" v="4143" actId="1076"/>
          <ac:spMkLst>
            <pc:docMk/>
            <pc:sldMk cId="1591051637" sldId="273"/>
            <ac:spMk id="19" creationId="{C924851F-E2DC-419A-A0BA-732823F62035}"/>
          </ac:spMkLst>
        </pc:spChg>
        <pc:spChg chg="add mod">
          <ac:chgData name="SERGIO SPANO'" userId="3abdd0b9-513e-40ac-aad4-56920065037d" providerId="ADAL" clId="{2DCFDF45-1F6B-4A47-892B-C9094FDD5642}" dt="2022-03-21T15:36:15.804" v="4096" actId="1076"/>
          <ac:spMkLst>
            <pc:docMk/>
            <pc:sldMk cId="1591051637" sldId="273"/>
            <ac:spMk id="21" creationId="{EF268E31-3B56-4C47-9FEF-F79D4E71E7A0}"/>
          </ac:spMkLst>
        </pc:spChg>
        <pc:spChg chg="del">
          <ac:chgData name="SERGIO SPANO'" userId="3abdd0b9-513e-40ac-aad4-56920065037d" providerId="ADAL" clId="{2DCFDF45-1F6B-4A47-892B-C9094FDD5642}" dt="2022-03-21T14:40:57.863" v="3787" actId="478"/>
          <ac:spMkLst>
            <pc:docMk/>
            <pc:sldMk cId="1591051637" sldId="273"/>
            <ac:spMk id="22" creationId="{E575780B-0471-4A6F-AA79-FA0599DAC15B}"/>
          </ac:spMkLst>
        </pc:spChg>
        <pc:spChg chg="add mod">
          <ac:chgData name="SERGIO SPANO'" userId="3abdd0b9-513e-40ac-aad4-56920065037d" providerId="ADAL" clId="{2DCFDF45-1F6B-4A47-892B-C9094FDD5642}" dt="2022-03-21T15:35:41.702" v="4077" actId="1076"/>
          <ac:spMkLst>
            <pc:docMk/>
            <pc:sldMk cId="1591051637" sldId="273"/>
            <ac:spMk id="23" creationId="{1582EFBC-0E29-426E-A982-F11F68814E13}"/>
          </ac:spMkLst>
        </pc:spChg>
        <pc:spChg chg="add del mod">
          <ac:chgData name="SERGIO SPANO'" userId="3abdd0b9-513e-40ac-aad4-56920065037d" providerId="ADAL" clId="{2DCFDF45-1F6B-4A47-892B-C9094FDD5642}" dt="2022-03-21T15:34:30.037" v="4016" actId="478"/>
          <ac:spMkLst>
            <pc:docMk/>
            <pc:sldMk cId="1591051637" sldId="273"/>
            <ac:spMk id="24" creationId="{97DDC78C-6BC7-4AB6-AA0A-6875AB702887}"/>
          </ac:spMkLst>
        </pc:spChg>
        <pc:spChg chg="del">
          <ac:chgData name="SERGIO SPANO'" userId="3abdd0b9-513e-40ac-aad4-56920065037d" providerId="ADAL" clId="{2DCFDF45-1F6B-4A47-892B-C9094FDD5642}" dt="2022-03-21T14:40:57.863" v="3787" actId="478"/>
          <ac:spMkLst>
            <pc:docMk/>
            <pc:sldMk cId="1591051637" sldId="273"/>
            <ac:spMk id="25" creationId="{8BCEDA91-87F1-4A52-AA23-DA675D8FBE33}"/>
          </ac:spMkLst>
        </pc:spChg>
        <pc:spChg chg="add mod">
          <ac:chgData name="SERGIO SPANO'" userId="3abdd0b9-513e-40ac-aad4-56920065037d" providerId="ADAL" clId="{2DCFDF45-1F6B-4A47-892B-C9094FDD5642}" dt="2022-03-21T15:34:52.866" v="4020" actId="1076"/>
          <ac:spMkLst>
            <pc:docMk/>
            <pc:sldMk cId="1591051637" sldId="273"/>
            <ac:spMk id="26" creationId="{E464D40D-702D-4B9A-8527-31DA34B87088}"/>
          </ac:spMkLst>
        </pc:spChg>
        <pc:spChg chg="del">
          <ac:chgData name="SERGIO SPANO'" userId="3abdd0b9-513e-40ac-aad4-56920065037d" providerId="ADAL" clId="{2DCFDF45-1F6B-4A47-892B-C9094FDD5642}" dt="2022-03-21T14:40:57.863" v="3787" actId="478"/>
          <ac:spMkLst>
            <pc:docMk/>
            <pc:sldMk cId="1591051637" sldId="273"/>
            <ac:spMk id="27" creationId="{A7A854EF-4C5C-4B14-878A-24FAEEC3E1F2}"/>
          </ac:spMkLst>
        </pc:spChg>
        <pc:spChg chg="add mod">
          <ac:chgData name="SERGIO SPANO'" userId="3abdd0b9-513e-40ac-aad4-56920065037d" providerId="ADAL" clId="{2DCFDF45-1F6B-4A47-892B-C9094FDD5642}" dt="2022-03-21T15:36:11.324" v="4093" actId="1076"/>
          <ac:spMkLst>
            <pc:docMk/>
            <pc:sldMk cId="1591051637" sldId="273"/>
            <ac:spMk id="28" creationId="{05773ACD-080C-4F9A-85B3-18D05AB3E2E4}"/>
          </ac:spMkLst>
        </pc:spChg>
        <pc:spChg chg="add mod">
          <ac:chgData name="SERGIO SPANO'" userId="3abdd0b9-513e-40ac-aad4-56920065037d" providerId="ADAL" clId="{2DCFDF45-1F6B-4A47-892B-C9094FDD5642}" dt="2022-03-21T15:36:26.072" v="4099" actId="1076"/>
          <ac:spMkLst>
            <pc:docMk/>
            <pc:sldMk cId="1591051637" sldId="273"/>
            <ac:spMk id="29" creationId="{6A370AB8-01A6-4DFC-9BCC-55B760677326}"/>
          </ac:spMkLst>
        </pc:spChg>
        <pc:spChg chg="add mod">
          <ac:chgData name="SERGIO SPANO'" userId="3abdd0b9-513e-40ac-aad4-56920065037d" providerId="ADAL" clId="{2DCFDF45-1F6B-4A47-892B-C9094FDD5642}" dt="2022-03-21T15:37:39.474" v="4142" actId="1582"/>
          <ac:spMkLst>
            <pc:docMk/>
            <pc:sldMk cId="1591051637" sldId="273"/>
            <ac:spMk id="30" creationId="{AB9679AB-8305-48EA-950B-600A4491B6F5}"/>
          </ac:spMkLst>
        </pc:spChg>
        <pc:picChg chg="del">
          <ac:chgData name="SERGIO SPANO'" userId="3abdd0b9-513e-40ac-aad4-56920065037d" providerId="ADAL" clId="{2DCFDF45-1F6B-4A47-892B-C9094FDD5642}" dt="2022-03-21T14:40:57.863" v="3787" actId="478"/>
          <ac:picMkLst>
            <pc:docMk/>
            <pc:sldMk cId="1591051637" sldId="273"/>
            <ac:picMk id="9" creationId="{38D6BC55-6F65-43A6-8293-8C8636A6B1D1}"/>
          </ac:picMkLst>
        </pc:picChg>
        <pc:picChg chg="add mod">
          <ac:chgData name="SERGIO SPANO'" userId="3abdd0b9-513e-40ac-aad4-56920065037d" providerId="ADAL" clId="{2DCFDF45-1F6B-4A47-892B-C9094FDD5642}" dt="2022-03-21T15:37:46.883" v="4143" actId="1076"/>
          <ac:picMkLst>
            <pc:docMk/>
            <pc:sldMk cId="1591051637" sldId="273"/>
            <ac:picMk id="14" creationId="{2D0DA756-2EA6-49D0-963A-FCE092BF9862}"/>
          </ac:picMkLst>
        </pc:picChg>
        <pc:picChg chg="add mod">
          <ac:chgData name="SERGIO SPANO'" userId="3abdd0b9-513e-40ac-aad4-56920065037d" providerId="ADAL" clId="{2DCFDF45-1F6B-4A47-892B-C9094FDD5642}" dt="2022-03-21T15:37:46.883" v="4143" actId="1076"/>
          <ac:picMkLst>
            <pc:docMk/>
            <pc:sldMk cId="1591051637" sldId="273"/>
            <ac:picMk id="15" creationId="{E1C9679E-6A3C-4C2B-9699-8616B9D34C22}"/>
          </ac:picMkLst>
        </pc:picChg>
        <pc:picChg chg="add mod">
          <ac:chgData name="SERGIO SPANO'" userId="3abdd0b9-513e-40ac-aad4-56920065037d" providerId="ADAL" clId="{2DCFDF45-1F6B-4A47-892B-C9094FDD5642}" dt="2022-03-21T15:37:46.883" v="4143" actId="1076"/>
          <ac:picMkLst>
            <pc:docMk/>
            <pc:sldMk cId="1591051637" sldId="273"/>
            <ac:picMk id="18" creationId="{D814ABC9-2C1C-497F-A899-6519FE3BCA22}"/>
          </ac:picMkLst>
        </pc:picChg>
        <pc:picChg chg="add del mod">
          <ac:chgData name="SERGIO SPANO'" userId="3abdd0b9-513e-40ac-aad4-56920065037d" providerId="ADAL" clId="{2DCFDF45-1F6B-4A47-892B-C9094FDD5642}" dt="2022-03-21T14:42:17.373" v="3796" actId="478"/>
          <ac:picMkLst>
            <pc:docMk/>
            <pc:sldMk cId="1591051637" sldId="273"/>
            <ac:picMk id="20" creationId="{EFCCC8F2-619B-48F9-B783-4543645C228E}"/>
          </ac:picMkLst>
        </pc:picChg>
      </pc:sldChg>
      <pc:sldChg chg="modSp new mod modTransition">
        <pc:chgData name="SERGIO SPANO'" userId="3abdd0b9-513e-40ac-aad4-56920065037d" providerId="ADAL" clId="{2DCFDF45-1F6B-4A47-892B-C9094FDD5642}" dt="2022-03-29T15:09:18.552" v="6977"/>
        <pc:sldMkLst>
          <pc:docMk/>
          <pc:sldMk cId="305149232" sldId="274"/>
        </pc:sldMkLst>
        <pc:spChg chg="mod">
          <ac:chgData name="SERGIO SPANO'" userId="3abdd0b9-513e-40ac-aad4-56920065037d" providerId="ADAL" clId="{2DCFDF45-1F6B-4A47-892B-C9094FDD5642}" dt="2022-03-21T15:39:45.553" v="4253" actId="20577"/>
          <ac:spMkLst>
            <pc:docMk/>
            <pc:sldMk cId="305149232" sldId="274"/>
            <ac:spMk id="2" creationId="{44B2BAAC-3029-40C3-BA84-7A306583099E}"/>
          </ac:spMkLst>
        </pc:spChg>
        <pc:spChg chg="mod">
          <ac:chgData name="SERGIO SPANO'" userId="3abdd0b9-513e-40ac-aad4-56920065037d" providerId="ADAL" clId="{2DCFDF45-1F6B-4A47-892B-C9094FDD5642}" dt="2022-03-21T15:39:51.803" v="4281" actId="20577"/>
          <ac:spMkLst>
            <pc:docMk/>
            <pc:sldMk cId="305149232" sldId="274"/>
            <ac:spMk id="3" creationId="{E5CF1083-8DC4-4C52-B594-2650F4EA96A2}"/>
          </ac:spMkLst>
        </pc:spChg>
      </pc:sldChg>
      <pc:sldChg chg="addSp delSp modSp add mod modTransition">
        <pc:chgData name="SERGIO SPANO'" userId="3abdd0b9-513e-40ac-aad4-56920065037d" providerId="ADAL" clId="{2DCFDF45-1F6B-4A47-892B-C9094FDD5642}" dt="2022-03-29T15:09:18.552" v="6977"/>
        <pc:sldMkLst>
          <pc:docMk/>
          <pc:sldMk cId="3677888286" sldId="275"/>
        </pc:sldMkLst>
        <pc:spChg chg="del mod">
          <ac:chgData name="SERGIO SPANO'" userId="3abdd0b9-513e-40ac-aad4-56920065037d" providerId="ADAL" clId="{2DCFDF45-1F6B-4A47-892B-C9094FDD5642}" dt="2022-03-29T15:04:32.289" v="6944" actId="478"/>
          <ac:spMkLst>
            <pc:docMk/>
            <pc:sldMk cId="3677888286" sldId="275"/>
            <ac:spMk id="2" creationId="{2AF05FAE-1F5E-4229-863D-BC8C40B76B2C}"/>
          </ac:spMkLst>
        </pc:spChg>
        <pc:spChg chg="del">
          <ac:chgData name="SERGIO SPANO'" userId="3abdd0b9-513e-40ac-aad4-56920065037d" providerId="ADAL" clId="{2DCFDF45-1F6B-4A47-892B-C9094FDD5642}" dt="2022-03-21T15:43:37.285" v="4317" actId="478"/>
          <ac:spMkLst>
            <pc:docMk/>
            <pc:sldMk cId="3677888286" sldId="275"/>
            <ac:spMk id="3" creationId="{6EBB3897-4279-4057-B086-50300B810DB7}"/>
          </ac:spMkLst>
        </pc:spChg>
        <pc:spChg chg="mod">
          <ac:chgData name="SERGIO SPANO'" userId="3abdd0b9-513e-40ac-aad4-56920065037d" providerId="ADAL" clId="{2DCFDF45-1F6B-4A47-892B-C9094FDD5642}" dt="2022-03-21T15:41:07.690" v="4297" actId="20577"/>
          <ac:spMkLst>
            <pc:docMk/>
            <pc:sldMk cId="3677888286" sldId="275"/>
            <ac:spMk id="6" creationId="{E2361788-5213-43DE-9496-4619BF0380E1}"/>
          </ac:spMkLst>
        </pc:spChg>
        <pc:spChg chg="add del mod">
          <ac:chgData name="SERGIO SPANO'" userId="3abdd0b9-513e-40ac-aad4-56920065037d" providerId="ADAL" clId="{2DCFDF45-1F6B-4A47-892B-C9094FDD5642}" dt="2022-03-29T15:04:34.446" v="6946" actId="478"/>
          <ac:spMkLst>
            <pc:docMk/>
            <pc:sldMk cId="3677888286" sldId="275"/>
            <ac:spMk id="7" creationId="{1715EB49-554D-4C50-A6A5-F2254596721A}"/>
          </ac:spMkLst>
        </pc:spChg>
        <pc:spChg chg="del mod">
          <ac:chgData name="SERGIO SPANO'" userId="3abdd0b9-513e-40ac-aad4-56920065037d" providerId="ADAL" clId="{2DCFDF45-1F6B-4A47-892B-C9094FDD5642}" dt="2022-03-21T15:43:37.285" v="4317" actId="478"/>
          <ac:spMkLst>
            <pc:docMk/>
            <pc:sldMk cId="3677888286" sldId="275"/>
            <ac:spMk id="7" creationId="{9009AFDB-F723-4759-83AA-2FCF8AF5BF87}"/>
          </ac:spMkLst>
        </pc:spChg>
        <pc:spChg chg="del">
          <ac:chgData name="SERGIO SPANO'" userId="3abdd0b9-513e-40ac-aad4-56920065037d" providerId="ADAL" clId="{2DCFDF45-1F6B-4A47-892B-C9094FDD5642}" dt="2022-03-21T15:43:37.285" v="4317" actId="478"/>
          <ac:spMkLst>
            <pc:docMk/>
            <pc:sldMk cId="3677888286" sldId="275"/>
            <ac:spMk id="9" creationId="{311F3CF8-5597-423B-BEE2-964DB73C49C7}"/>
          </ac:spMkLst>
        </pc:spChg>
        <pc:spChg chg="add del mod">
          <ac:chgData name="SERGIO SPANO'" userId="3abdd0b9-513e-40ac-aad4-56920065037d" providerId="ADAL" clId="{2DCFDF45-1F6B-4A47-892B-C9094FDD5642}" dt="2022-03-29T15:04:57.655" v="6971" actId="478"/>
          <ac:spMkLst>
            <pc:docMk/>
            <pc:sldMk cId="3677888286" sldId="275"/>
            <ac:spMk id="10" creationId="{9B5CFF2C-4438-4760-911F-B83D106B30DF}"/>
          </ac:spMkLst>
        </pc:spChg>
        <pc:spChg chg="add del mod">
          <ac:chgData name="SERGIO SPANO'" userId="3abdd0b9-513e-40ac-aad4-56920065037d" providerId="ADAL" clId="{2DCFDF45-1F6B-4A47-892B-C9094FDD5642}" dt="2022-03-21T15:44:45.234" v="4318" actId="478"/>
          <ac:spMkLst>
            <pc:docMk/>
            <pc:sldMk cId="3677888286" sldId="275"/>
            <ac:spMk id="12" creationId="{06781699-9892-4857-A6FC-9FEBDE46D265}"/>
          </ac:spMkLst>
        </pc:spChg>
        <pc:spChg chg="add mod">
          <ac:chgData name="SERGIO SPANO'" userId="3abdd0b9-513e-40ac-aad4-56920065037d" providerId="ADAL" clId="{2DCFDF45-1F6B-4A47-892B-C9094FDD5642}" dt="2022-03-29T15:04:41.461" v="6970" actId="1036"/>
          <ac:spMkLst>
            <pc:docMk/>
            <pc:sldMk cId="3677888286" sldId="275"/>
            <ac:spMk id="13" creationId="{0737B4B0-D8D1-4DD6-B372-01BA18F20DC8}"/>
          </ac:spMkLst>
        </pc:spChg>
        <pc:spChg chg="mod">
          <ac:chgData name="SERGIO SPANO'" userId="3abdd0b9-513e-40ac-aad4-56920065037d" providerId="ADAL" clId="{2DCFDF45-1F6B-4A47-892B-C9094FDD5642}" dt="2022-03-21T15:45:08.783" v="4325" actId="1076"/>
          <ac:spMkLst>
            <pc:docMk/>
            <pc:sldMk cId="3677888286" sldId="275"/>
            <ac:spMk id="16" creationId="{3207DF9E-A93D-4C60-B435-2296542828C2}"/>
          </ac:spMkLst>
        </pc:spChg>
        <pc:grpChg chg="add mod">
          <ac:chgData name="SERGIO SPANO'" userId="3abdd0b9-513e-40ac-aad4-56920065037d" providerId="ADAL" clId="{2DCFDF45-1F6B-4A47-892B-C9094FDD5642}" dt="2022-03-29T15:04:41.461" v="6970" actId="1036"/>
          <ac:grpSpMkLst>
            <pc:docMk/>
            <pc:sldMk cId="3677888286" sldId="275"/>
            <ac:grpSpMk id="14" creationId="{3D2DEFD0-6F4B-4177-953A-6ECC4B3D1596}"/>
          </ac:grpSpMkLst>
        </pc:grpChg>
        <pc:picChg chg="del">
          <ac:chgData name="SERGIO SPANO'" userId="3abdd0b9-513e-40ac-aad4-56920065037d" providerId="ADAL" clId="{2DCFDF45-1F6B-4A47-892B-C9094FDD5642}" dt="2022-03-21T15:43:37.285" v="4317" actId="478"/>
          <ac:picMkLst>
            <pc:docMk/>
            <pc:sldMk cId="3677888286" sldId="275"/>
            <ac:picMk id="8" creationId="{6576A877-5B15-4441-83CA-88438AD19930}"/>
          </ac:picMkLst>
        </pc:picChg>
        <pc:picChg chg="del">
          <ac:chgData name="SERGIO SPANO'" userId="3abdd0b9-513e-40ac-aad4-56920065037d" providerId="ADAL" clId="{2DCFDF45-1F6B-4A47-892B-C9094FDD5642}" dt="2022-03-21T15:43:37.285" v="4317" actId="478"/>
          <ac:picMkLst>
            <pc:docMk/>
            <pc:sldMk cId="3677888286" sldId="275"/>
            <ac:picMk id="10" creationId="{8A9349AF-ED29-4317-BFEC-CC36D730E15E}"/>
          </ac:picMkLst>
        </pc:picChg>
        <pc:picChg chg="mod">
          <ac:chgData name="SERGIO SPANO'" userId="3abdd0b9-513e-40ac-aad4-56920065037d" providerId="ADAL" clId="{2DCFDF45-1F6B-4A47-892B-C9094FDD5642}" dt="2022-03-21T15:44:45.566" v="4319"/>
          <ac:picMkLst>
            <pc:docMk/>
            <pc:sldMk cId="3677888286" sldId="275"/>
            <ac:picMk id="15" creationId="{91043C62-B1F5-4072-84DC-5669C1073EC3}"/>
          </ac:picMkLst>
        </pc:picChg>
      </pc:sldChg>
      <pc:sldChg chg="addSp delSp modSp add mod modTransition">
        <pc:chgData name="SERGIO SPANO'" userId="3abdd0b9-513e-40ac-aad4-56920065037d" providerId="ADAL" clId="{2DCFDF45-1F6B-4A47-892B-C9094FDD5642}" dt="2022-03-29T15:09:18.552" v="6977"/>
        <pc:sldMkLst>
          <pc:docMk/>
          <pc:sldMk cId="4001204634" sldId="276"/>
        </pc:sldMkLst>
        <pc:spChg chg="add del mod">
          <ac:chgData name="SERGIO SPANO'" userId="3abdd0b9-513e-40ac-aad4-56920065037d" providerId="ADAL" clId="{2DCFDF45-1F6B-4A47-892B-C9094FDD5642}" dt="2022-03-21T15:44:59.697" v="4322" actId="478"/>
          <ac:spMkLst>
            <pc:docMk/>
            <pc:sldMk cId="4001204634" sldId="276"/>
            <ac:spMk id="7" creationId="{CEE97141-4F2E-4CC1-BFC8-055C347D6552}"/>
          </ac:spMkLst>
        </pc:spChg>
        <pc:spChg chg="add mod">
          <ac:chgData name="SERGIO SPANO'" userId="3abdd0b9-513e-40ac-aad4-56920065037d" providerId="ADAL" clId="{2DCFDF45-1F6B-4A47-892B-C9094FDD5642}" dt="2022-03-21T15:45:20.160" v="4327"/>
          <ac:spMkLst>
            <pc:docMk/>
            <pc:sldMk cId="4001204634" sldId="276"/>
            <ac:spMk id="12" creationId="{F228EDD8-5446-46AA-BC73-3569540B1E52}"/>
          </ac:spMkLst>
        </pc:spChg>
        <pc:spChg chg="del">
          <ac:chgData name="SERGIO SPANO'" userId="3abdd0b9-513e-40ac-aad4-56920065037d" providerId="ADAL" clId="{2DCFDF45-1F6B-4A47-892B-C9094FDD5642}" dt="2022-03-21T15:44:58.001" v="4321" actId="478"/>
          <ac:spMkLst>
            <pc:docMk/>
            <pc:sldMk cId="4001204634" sldId="276"/>
            <ac:spMk id="13" creationId="{0737B4B0-D8D1-4DD6-B372-01BA18F20DC8}"/>
          </ac:spMkLst>
        </pc:spChg>
        <pc:spChg chg="add mod">
          <ac:chgData name="SERGIO SPANO'" userId="3abdd0b9-513e-40ac-aad4-56920065037d" providerId="ADAL" clId="{2DCFDF45-1F6B-4A47-892B-C9094FDD5642}" dt="2022-03-21T15:59:22.168" v="4554"/>
          <ac:spMkLst>
            <pc:docMk/>
            <pc:sldMk cId="4001204634" sldId="276"/>
            <ac:spMk id="14" creationId="{692A5E35-22FF-4077-A5FD-A096409F7167}"/>
          </ac:spMkLst>
        </pc:spChg>
        <pc:spChg chg="mod">
          <ac:chgData name="SERGIO SPANO'" userId="3abdd0b9-513e-40ac-aad4-56920065037d" providerId="ADAL" clId="{2DCFDF45-1F6B-4A47-892B-C9094FDD5642}" dt="2022-03-21T15:45:38.001" v="4333" actId="1076"/>
          <ac:spMkLst>
            <pc:docMk/>
            <pc:sldMk cId="4001204634" sldId="276"/>
            <ac:spMk id="19" creationId="{DC54CC5F-C1F0-4F88-A0CC-41E3B5CE87DA}"/>
          </ac:spMkLst>
        </pc:spChg>
        <pc:spChg chg="add mod">
          <ac:chgData name="SERGIO SPANO'" userId="3abdd0b9-513e-40ac-aad4-56920065037d" providerId="ADAL" clId="{2DCFDF45-1F6B-4A47-892B-C9094FDD5642}" dt="2022-03-21T15:45:20.160" v="4327"/>
          <ac:spMkLst>
            <pc:docMk/>
            <pc:sldMk cId="4001204634" sldId="276"/>
            <ac:spMk id="20" creationId="{0A601635-D1E1-45E3-AB9E-CAD440C44B6D}"/>
          </ac:spMkLst>
        </pc:spChg>
        <pc:spChg chg="mod">
          <ac:chgData name="SERGIO SPANO'" userId="3abdd0b9-513e-40ac-aad4-56920065037d" providerId="ADAL" clId="{2DCFDF45-1F6B-4A47-892B-C9094FDD5642}" dt="2022-03-21T15:45:20.160" v="4327"/>
          <ac:spMkLst>
            <pc:docMk/>
            <pc:sldMk cId="4001204634" sldId="276"/>
            <ac:spMk id="22" creationId="{F640AB68-A70B-4017-9591-0870F3790C78}"/>
          </ac:spMkLst>
        </pc:spChg>
        <pc:spChg chg="mod">
          <ac:chgData name="SERGIO SPANO'" userId="3abdd0b9-513e-40ac-aad4-56920065037d" providerId="ADAL" clId="{2DCFDF45-1F6B-4A47-892B-C9094FDD5642}" dt="2022-03-21T15:45:20.160" v="4327"/>
          <ac:spMkLst>
            <pc:docMk/>
            <pc:sldMk cId="4001204634" sldId="276"/>
            <ac:spMk id="23" creationId="{4159F88F-8C10-4E31-A71E-68075F83A014}"/>
          </ac:spMkLst>
        </pc:spChg>
        <pc:grpChg chg="del">
          <ac:chgData name="SERGIO SPANO'" userId="3abdd0b9-513e-40ac-aad4-56920065037d" providerId="ADAL" clId="{2DCFDF45-1F6B-4A47-892B-C9094FDD5642}" dt="2022-03-21T15:45:00.921" v="4323" actId="478"/>
          <ac:grpSpMkLst>
            <pc:docMk/>
            <pc:sldMk cId="4001204634" sldId="276"/>
            <ac:grpSpMk id="14" creationId="{3D2DEFD0-6F4B-4177-953A-6ECC4B3D1596}"/>
          </ac:grpSpMkLst>
        </pc:grpChg>
        <pc:grpChg chg="add mod">
          <ac:chgData name="SERGIO SPANO'" userId="3abdd0b9-513e-40ac-aad4-56920065037d" providerId="ADAL" clId="{2DCFDF45-1F6B-4A47-892B-C9094FDD5642}" dt="2022-03-21T15:45:38.001" v="4333" actId="1076"/>
          <ac:grpSpMkLst>
            <pc:docMk/>
            <pc:sldMk cId="4001204634" sldId="276"/>
            <ac:grpSpMk id="17" creationId="{431971E2-20D1-4FB5-A5BE-FA1274C41141}"/>
          </ac:grpSpMkLst>
        </pc:grpChg>
        <pc:grpChg chg="add mod">
          <ac:chgData name="SERGIO SPANO'" userId="3abdd0b9-513e-40ac-aad4-56920065037d" providerId="ADAL" clId="{2DCFDF45-1F6B-4A47-892B-C9094FDD5642}" dt="2022-03-21T15:45:20.160" v="4327"/>
          <ac:grpSpMkLst>
            <pc:docMk/>
            <pc:sldMk cId="4001204634" sldId="276"/>
            <ac:grpSpMk id="21" creationId="{D1CAFF60-824E-4DD2-84FB-902B24F32443}"/>
          </ac:grpSpMkLst>
        </pc:grpChg>
        <pc:picChg chg="mod">
          <ac:chgData name="SERGIO SPANO'" userId="3abdd0b9-513e-40ac-aad4-56920065037d" providerId="ADAL" clId="{2DCFDF45-1F6B-4A47-892B-C9094FDD5642}" dt="2022-03-21T15:45:38.001" v="4333" actId="1076"/>
          <ac:picMkLst>
            <pc:docMk/>
            <pc:sldMk cId="4001204634" sldId="276"/>
            <ac:picMk id="18" creationId="{B6356672-E21C-4FAE-9A1A-261C7F2C54F6}"/>
          </ac:picMkLst>
        </pc:picChg>
      </pc:sldChg>
      <pc:sldChg chg="addSp delSp modSp add mod modTransition">
        <pc:chgData name="SERGIO SPANO'" userId="3abdd0b9-513e-40ac-aad4-56920065037d" providerId="ADAL" clId="{2DCFDF45-1F6B-4A47-892B-C9094FDD5642}" dt="2022-03-29T15:09:18.552" v="6977"/>
        <pc:sldMkLst>
          <pc:docMk/>
          <pc:sldMk cId="3143984764" sldId="277"/>
        </pc:sldMkLst>
        <pc:spChg chg="add del mod">
          <ac:chgData name="SERGIO SPANO'" userId="3abdd0b9-513e-40ac-aad4-56920065037d" providerId="ADAL" clId="{2DCFDF45-1F6B-4A47-892B-C9094FDD5642}" dt="2022-03-21T15:45:51.047" v="4336" actId="478"/>
          <ac:spMkLst>
            <pc:docMk/>
            <pc:sldMk cId="3143984764" sldId="277"/>
            <ac:spMk id="7" creationId="{60096A3E-996B-4AF4-9F7D-5DD29D01B605}"/>
          </ac:spMkLst>
        </pc:spChg>
        <pc:spChg chg="add mod">
          <ac:chgData name="SERGIO SPANO'" userId="3abdd0b9-513e-40ac-aad4-56920065037d" providerId="ADAL" clId="{2DCFDF45-1F6B-4A47-892B-C9094FDD5642}" dt="2022-03-21T15:59:23.329" v="4555"/>
          <ac:spMkLst>
            <pc:docMk/>
            <pc:sldMk cId="3143984764" sldId="277"/>
            <ac:spMk id="11" creationId="{B8C7FC8C-B2EE-43E7-8138-1C73B3C94736}"/>
          </ac:spMkLst>
        </pc:spChg>
        <pc:spChg chg="del">
          <ac:chgData name="SERGIO SPANO'" userId="3abdd0b9-513e-40ac-aad4-56920065037d" providerId="ADAL" clId="{2DCFDF45-1F6B-4A47-892B-C9094FDD5642}" dt="2022-03-21T15:45:48.454" v="4335" actId="478"/>
          <ac:spMkLst>
            <pc:docMk/>
            <pc:sldMk cId="3143984764" sldId="277"/>
            <ac:spMk id="12" creationId="{F228EDD8-5446-46AA-BC73-3569540B1E52}"/>
          </ac:spMkLst>
        </pc:spChg>
        <pc:spChg chg="del mod">
          <ac:chgData name="SERGIO SPANO'" userId="3abdd0b9-513e-40ac-aad4-56920065037d" providerId="ADAL" clId="{2DCFDF45-1F6B-4A47-892B-C9094FDD5642}" dt="2022-03-21T15:45:52.469" v="4339" actId="478"/>
          <ac:spMkLst>
            <pc:docMk/>
            <pc:sldMk cId="3143984764" sldId="277"/>
            <ac:spMk id="20" creationId="{0A601635-D1E1-45E3-AB9E-CAD440C44B6D}"/>
          </ac:spMkLst>
        </pc:spChg>
        <pc:spChg chg="add mod">
          <ac:chgData name="SERGIO SPANO'" userId="3abdd0b9-513e-40ac-aad4-56920065037d" providerId="ADAL" clId="{2DCFDF45-1F6B-4A47-892B-C9094FDD5642}" dt="2022-03-22T09:05:17.290" v="4650" actId="20577"/>
          <ac:spMkLst>
            <pc:docMk/>
            <pc:sldMk cId="3143984764" sldId="277"/>
            <ac:spMk id="25" creationId="{D3964213-A370-4348-8A22-590F9020016F}"/>
          </ac:spMkLst>
        </pc:spChg>
        <pc:spChg chg="add mod">
          <ac:chgData name="SERGIO SPANO'" userId="3abdd0b9-513e-40ac-aad4-56920065037d" providerId="ADAL" clId="{2DCFDF45-1F6B-4A47-892B-C9094FDD5642}" dt="2022-03-21T15:51:05.166" v="4433" actId="6549"/>
          <ac:spMkLst>
            <pc:docMk/>
            <pc:sldMk cId="3143984764" sldId="277"/>
            <ac:spMk id="26" creationId="{9970E323-8D4C-4DCD-A50E-4A20C17EB772}"/>
          </ac:spMkLst>
        </pc:spChg>
        <pc:spChg chg="add mod">
          <ac:chgData name="SERGIO SPANO'" userId="3abdd0b9-513e-40ac-aad4-56920065037d" providerId="ADAL" clId="{2DCFDF45-1F6B-4A47-892B-C9094FDD5642}" dt="2022-03-21T15:50:33.837" v="4426" actId="1076"/>
          <ac:spMkLst>
            <pc:docMk/>
            <pc:sldMk cId="3143984764" sldId="277"/>
            <ac:spMk id="27" creationId="{DD0DC279-3FFE-47D2-B887-2639A2609346}"/>
          </ac:spMkLst>
        </pc:spChg>
        <pc:grpChg chg="del">
          <ac:chgData name="SERGIO SPANO'" userId="3abdd0b9-513e-40ac-aad4-56920065037d" providerId="ADAL" clId="{2DCFDF45-1F6B-4A47-892B-C9094FDD5642}" dt="2022-03-21T15:45:51.542" v="4337" actId="478"/>
          <ac:grpSpMkLst>
            <pc:docMk/>
            <pc:sldMk cId="3143984764" sldId="277"/>
            <ac:grpSpMk id="17" creationId="{431971E2-20D1-4FB5-A5BE-FA1274C41141}"/>
          </ac:grpSpMkLst>
        </pc:grpChg>
        <pc:grpChg chg="del">
          <ac:chgData name="SERGIO SPANO'" userId="3abdd0b9-513e-40ac-aad4-56920065037d" providerId="ADAL" clId="{2DCFDF45-1F6B-4A47-892B-C9094FDD5642}" dt="2022-03-21T15:45:53.575" v="4340" actId="478"/>
          <ac:grpSpMkLst>
            <pc:docMk/>
            <pc:sldMk cId="3143984764" sldId="277"/>
            <ac:grpSpMk id="21" creationId="{D1CAFF60-824E-4DD2-84FB-902B24F32443}"/>
          </ac:grpSpMkLst>
        </pc:grpChg>
        <pc:picChg chg="add mod">
          <ac:chgData name="SERGIO SPANO'" userId="3abdd0b9-513e-40ac-aad4-56920065037d" providerId="ADAL" clId="{2DCFDF45-1F6B-4A47-892B-C9094FDD5642}" dt="2022-03-21T15:45:58.779" v="4342" actId="1076"/>
          <ac:picMkLst>
            <pc:docMk/>
            <pc:sldMk cId="3143984764" sldId="277"/>
            <ac:picMk id="16" creationId="{3F3E1BE7-5B3F-4B00-BE19-1D517F7CD225}"/>
          </ac:picMkLst>
        </pc:picChg>
        <pc:picChg chg="add mod">
          <ac:chgData name="SERGIO SPANO'" userId="3abdd0b9-513e-40ac-aad4-56920065037d" providerId="ADAL" clId="{2DCFDF45-1F6B-4A47-892B-C9094FDD5642}" dt="2022-03-21T15:50:34.749" v="4427" actId="1076"/>
          <ac:picMkLst>
            <pc:docMk/>
            <pc:sldMk cId="3143984764" sldId="277"/>
            <ac:picMk id="24" creationId="{27BDE9E3-44EE-47A6-902F-7ECB3FD702FB}"/>
          </ac:picMkLst>
        </pc:picChg>
      </pc:sldChg>
      <pc:sldChg chg="addSp delSp modSp add mod modTransition">
        <pc:chgData name="SERGIO SPANO'" userId="3abdd0b9-513e-40ac-aad4-56920065037d" providerId="ADAL" clId="{2DCFDF45-1F6B-4A47-892B-C9094FDD5642}" dt="2022-03-29T15:09:18.552" v="6977"/>
        <pc:sldMkLst>
          <pc:docMk/>
          <pc:sldMk cId="128687951" sldId="278"/>
        </pc:sldMkLst>
        <pc:spChg chg="add mod">
          <ac:chgData name="SERGIO SPANO'" userId="3abdd0b9-513e-40ac-aad4-56920065037d" providerId="ADAL" clId="{2DCFDF45-1F6B-4A47-892B-C9094FDD5642}" dt="2022-03-21T16:03:39.372" v="4646" actId="1035"/>
          <ac:spMkLst>
            <pc:docMk/>
            <pc:sldMk cId="128687951" sldId="278"/>
            <ac:spMk id="13" creationId="{5AB491D4-2421-463E-AF7A-93CAA72583AC}"/>
          </ac:spMkLst>
        </pc:spChg>
        <pc:spChg chg="add mod">
          <ac:chgData name="SERGIO SPANO'" userId="3abdd0b9-513e-40ac-aad4-56920065037d" providerId="ADAL" clId="{2DCFDF45-1F6B-4A47-892B-C9094FDD5642}" dt="2022-03-22T10:34:09.434" v="6732" actId="207"/>
          <ac:spMkLst>
            <pc:docMk/>
            <pc:sldMk cId="128687951" sldId="278"/>
            <ac:spMk id="14" creationId="{286D7161-DF69-49A6-86D4-683CE3C154C6}"/>
          </ac:spMkLst>
        </pc:spChg>
        <pc:spChg chg="add mod">
          <ac:chgData name="SERGIO SPANO'" userId="3abdd0b9-513e-40ac-aad4-56920065037d" providerId="ADAL" clId="{2DCFDF45-1F6B-4A47-892B-C9094FDD5642}" dt="2022-03-21T15:59:23.952" v="4556"/>
          <ac:spMkLst>
            <pc:docMk/>
            <pc:sldMk cId="128687951" sldId="278"/>
            <ac:spMk id="15" creationId="{741FA5E8-9712-4046-B86A-9BA1B33A76EC}"/>
          </ac:spMkLst>
        </pc:spChg>
        <pc:spChg chg="add mod">
          <ac:chgData name="SERGIO SPANO'" userId="3abdd0b9-513e-40ac-aad4-56920065037d" providerId="ADAL" clId="{2DCFDF45-1F6B-4A47-892B-C9094FDD5642}" dt="2022-03-21T16:02:22.048" v="4624" actId="1076"/>
          <ac:spMkLst>
            <pc:docMk/>
            <pc:sldMk cId="128687951" sldId="278"/>
            <ac:spMk id="19" creationId="{14358FEA-7F6C-4A6C-AA91-A36091722F3A}"/>
          </ac:spMkLst>
        </pc:spChg>
        <pc:spChg chg="add mod">
          <ac:chgData name="SERGIO SPANO'" userId="3abdd0b9-513e-40ac-aad4-56920065037d" providerId="ADAL" clId="{2DCFDF45-1F6B-4A47-892B-C9094FDD5642}" dt="2022-03-21T16:03:31.622" v="4638" actId="1076"/>
          <ac:spMkLst>
            <pc:docMk/>
            <pc:sldMk cId="128687951" sldId="278"/>
            <ac:spMk id="21" creationId="{7182BA01-172C-4A98-AD1C-E03381ED7865}"/>
          </ac:spMkLst>
        </pc:spChg>
        <pc:spChg chg="del">
          <ac:chgData name="SERGIO SPANO'" userId="3abdd0b9-513e-40ac-aad4-56920065037d" providerId="ADAL" clId="{2DCFDF45-1F6B-4A47-892B-C9094FDD5642}" dt="2022-03-21T15:57:12.445" v="4437" actId="478"/>
          <ac:spMkLst>
            <pc:docMk/>
            <pc:sldMk cId="128687951" sldId="278"/>
            <ac:spMk id="25" creationId="{D3964213-A370-4348-8A22-590F9020016F}"/>
          </ac:spMkLst>
        </pc:spChg>
        <pc:spChg chg="del">
          <ac:chgData name="SERGIO SPANO'" userId="3abdd0b9-513e-40ac-aad4-56920065037d" providerId="ADAL" clId="{2DCFDF45-1F6B-4A47-892B-C9094FDD5642}" dt="2022-03-21T15:57:12.445" v="4437" actId="478"/>
          <ac:spMkLst>
            <pc:docMk/>
            <pc:sldMk cId="128687951" sldId="278"/>
            <ac:spMk id="26" creationId="{9970E323-8D4C-4DCD-A50E-4A20C17EB772}"/>
          </ac:spMkLst>
        </pc:spChg>
        <pc:spChg chg="del">
          <ac:chgData name="SERGIO SPANO'" userId="3abdd0b9-513e-40ac-aad4-56920065037d" providerId="ADAL" clId="{2DCFDF45-1F6B-4A47-892B-C9094FDD5642}" dt="2022-03-21T15:57:13.149" v="4438" actId="478"/>
          <ac:spMkLst>
            <pc:docMk/>
            <pc:sldMk cId="128687951" sldId="278"/>
            <ac:spMk id="27" creationId="{DD0DC279-3FFE-47D2-B887-2639A2609346}"/>
          </ac:spMkLst>
        </pc:spChg>
        <pc:picChg chg="add mod">
          <ac:chgData name="SERGIO SPANO'" userId="3abdd0b9-513e-40ac-aad4-56920065037d" providerId="ADAL" clId="{2DCFDF45-1F6B-4A47-892B-C9094FDD5642}" dt="2022-03-21T16:03:39.372" v="4646" actId="1035"/>
          <ac:picMkLst>
            <pc:docMk/>
            <pc:sldMk cId="128687951" sldId="278"/>
            <ac:picMk id="11" creationId="{E48C769E-B577-4392-B6D5-FBEEFA72BFC1}"/>
          </ac:picMkLst>
        </pc:picChg>
        <pc:picChg chg="add mod">
          <ac:chgData name="SERGIO SPANO'" userId="3abdd0b9-513e-40ac-aad4-56920065037d" providerId="ADAL" clId="{2DCFDF45-1F6B-4A47-892B-C9094FDD5642}" dt="2022-03-21T16:03:39.372" v="4646" actId="1035"/>
          <ac:picMkLst>
            <pc:docMk/>
            <pc:sldMk cId="128687951" sldId="278"/>
            <ac:picMk id="12" creationId="{9B4BA5EB-2993-48D2-B45C-37C3252EFD1B}"/>
          </ac:picMkLst>
        </pc:picChg>
        <pc:picChg chg="del">
          <ac:chgData name="SERGIO SPANO'" userId="3abdd0b9-513e-40ac-aad4-56920065037d" providerId="ADAL" clId="{2DCFDF45-1F6B-4A47-892B-C9094FDD5642}" dt="2022-03-21T15:57:10.637" v="4435" actId="478"/>
          <ac:picMkLst>
            <pc:docMk/>
            <pc:sldMk cId="128687951" sldId="278"/>
            <ac:picMk id="16" creationId="{3F3E1BE7-5B3F-4B00-BE19-1D517F7CD225}"/>
          </ac:picMkLst>
        </pc:picChg>
        <pc:picChg chg="del">
          <ac:chgData name="SERGIO SPANO'" userId="3abdd0b9-513e-40ac-aad4-56920065037d" providerId="ADAL" clId="{2DCFDF45-1F6B-4A47-892B-C9094FDD5642}" dt="2022-03-21T15:57:10.992" v="4436" actId="478"/>
          <ac:picMkLst>
            <pc:docMk/>
            <pc:sldMk cId="128687951" sldId="278"/>
            <ac:picMk id="24" creationId="{27BDE9E3-44EE-47A6-902F-7ECB3FD702FB}"/>
          </ac:picMkLst>
        </pc:picChg>
        <pc:picChg chg="add del mod">
          <ac:chgData name="SERGIO SPANO'" userId="3abdd0b9-513e-40ac-aad4-56920065037d" providerId="ADAL" clId="{2DCFDF45-1F6B-4A47-892B-C9094FDD5642}" dt="2022-03-21T16:00:47.166" v="4563" actId="478"/>
          <ac:picMkLst>
            <pc:docMk/>
            <pc:sldMk cId="128687951" sldId="278"/>
            <ac:picMk id="1026" creationId="{82035520-E326-41D1-850B-26077114580A}"/>
          </ac:picMkLst>
        </pc:picChg>
        <pc:picChg chg="add mod">
          <ac:chgData name="SERGIO SPANO'" userId="3abdd0b9-513e-40ac-aad4-56920065037d" providerId="ADAL" clId="{2DCFDF45-1F6B-4A47-892B-C9094FDD5642}" dt="2022-03-21T16:02:26.502" v="4627" actId="1076"/>
          <ac:picMkLst>
            <pc:docMk/>
            <pc:sldMk cId="128687951" sldId="278"/>
            <ac:picMk id="1028" creationId="{369F4586-A5EB-4416-8345-BF672B9BE833}"/>
          </ac:picMkLst>
        </pc:picChg>
        <pc:picChg chg="add mod">
          <ac:chgData name="SERGIO SPANO'" userId="3abdd0b9-513e-40ac-aad4-56920065037d" providerId="ADAL" clId="{2DCFDF45-1F6B-4A47-892B-C9094FDD5642}" dt="2022-03-21T16:02:24.488" v="4626" actId="1076"/>
          <ac:picMkLst>
            <pc:docMk/>
            <pc:sldMk cId="128687951" sldId="278"/>
            <ac:picMk id="1030" creationId="{DB2F0F3E-3431-48E2-A0FE-76D990B2E69A}"/>
          </ac:picMkLst>
        </pc:picChg>
      </pc:sldChg>
      <pc:sldChg chg="addSp delSp modSp add mod modTransition chgLayout">
        <pc:chgData name="SERGIO SPANO'" userId="3abdd0b9-513e-40ac-aad4-56920065037d" providerId="ADAL" clId="{2DCFDF45-1F6B-4A47-892B-C9094FDD5642}" dt="2022-03-29T15:09:18.552" v="6977"/>
        <pc:sldMkLst>
          <pc:docMk/>
          <pc:sldMk cId="3853571047" sldId="279"/>
        </pc:sldMkLst>
        <pc:spChg chg="mod ord">
          <ac:chgData name="SERGIO SPANO'" userId="3abdd0b9-513e-40ac-aad4-56920065037d" providerId="ADAL" clId="{2DCFDF45-1F6B-4A47-892B-C9094FDD5642}" dt="2022-03-22T09:10:05.887" v="4684" actId="700"/>
          <ac:spMkLst>
            <pc:docMk/>
            <pc:sldMk cId="3853571047" sldId="279"/>
            <ac:spMk id="2" creationId="{2AF05FAE-1F5E-4229-863D-BC8C40B76B2C}"/>
          </ac:spMkLst>
        </pc:spChg>
        <pc:spChg chg="add mod ord">
          <ac:chgData name="SERGIO SPANO'" userId="3abdd0b9-513e-40ac-aad4-56920065037d" providerId="ADAL" clId="{2DCFDF45-1F6B-4A47-892B-C9094FDD5642}" dt="2022-03-22T09:42:05.922" v="5218" actId="20577"/>
          <ac:spMkLst>
            <pc:docMk/>
            <pc:sldMk cId="3853571047" sldId="279"/>
            <ac:spMk id="3" creationId="{C555F03E-A0BB-4F7F-876E-E3229C24E868}"/>
          </ac:spMkLst>
        </pc:spChg>
        <pc:spChg chg="mod ord">
          <ac:chgData name="SERGIO SPANO'" userId="3abdd0b9-513e-40ac-aad4-56920065037d" providerId="ADAL" clId="{2DCFDF45-1F6B-4A47-892B-C9094FDD5642}" dt="2022-03-22T09:10:05.887" v="4684" actId="700"/>
          <ac:spMkLst>
            <pc:docMk/>
            <pc:sldMk cId="3853571047" sldId="279"/>
            <ac:spMk id="4" creationId="{355DDF7D-5875-4E92-90E5-00A3C5BB81D1}"/>
          </ac:spMkLst>
        </pc:spChg>
        <pc:spChg chg="mod ord">
          <ac:chgData name="SERGIO SPANO'" userId="3abdd0b9-513e-40ac-aad4-56920065037d" providerId="ADAL" clId="{2DCFDF45-1F6B-4A47-892B-C9094FDD5642}" dt="2022-03-22T09:10:05.887" v="4684" actId="700"/>
          <ac:spMkLst>
            <pc:docMk/>
            <pc:sldMk cId="3853571047" sldId="279"/>
            <ac:spMk id="5" creationId="{E5BCDBC7-8058-43A8-8293-39778DA77FC9}"/>
          </ac:spMkLst>
        </pc:spChg>
        <pc:spChg chg="del mod">
          <ac:chgData name="SERGIO SPANO'" userId="3abdd0b9-513e-40ac-aad4-56920065037d" providerId="ADAL" clId="{2DCFDF45-1F6B-4A47-892B-C9094FDD5642}" dt="2022-03-22T09:09:58.024" v="4677" actId="478"/>
          <ac:spMkLst>
            <pc:docMk/>
            <pc:sldMk cId="3853571047" sldId="279"/>
            <ac:spMk id="13" creationId="{5AB491D4-2421-463E-AF7A-93CAA72583AC}"/>
          </ac:spMkLst>
        </pc:spChg>
        <pc:spChg chg="del mod">
          <ac:chgData name="SERGIO SPANO'" userId="3abdd0b9-513e-40ac-aad4-56920065037d" providerId="ADAL" clId="{2DCFDF45-1F6B-4A47-892B-C9094FDD5642}" dt="2022-03-22T09:10:01.437" v="4681" actId="478"/>
          <ac:spMkLst>
            <pc:docMk/>
            <pc:sldMk cId="3853571047" sldId="279"/>
            <ac:spMk id="14" creationId="{286D7161-DF69-49A6-86D4-683CE3C154C6}"/>
          </ac:spMkLst>
        </pc:spChg>
        <pc:spChg chg="mod">
          <ac:chgData name="SERGIO SPANO'" userId="3abdd0b9-513e-40ac-aad4-56920065037d" providerId="ADAL" clId="{2DCFDF45-1F6B-4A47-892B-C9094FDD5642}" dt="2022-03-22T09:09:50.272" v="4673" actId="20577"/>
          <ac:spMkLst>
            <pc:docMk/>
            <pc:sldMk cId="3853571047" sldId="279"/>
            <ac:spMk id="15" creationId="{741FA5E8-9712-4046-B86A-9BA1B33A76EC}"/>
          </ac:spMkLst>
        </pc:spChg>
        <pc:spChg chg="add mod">
          <ac:chgData name="SERGIO SPANO'" userId="3abdd0b9-513e-40ac-aad4-56920065037d" providerId="ADAL" clId="{2DCFDF45-1F6B-4A47-892B-C9094FDD5642}" dt="2022-03-22T09:42:11.391" v="5220" actId="1076"/>
          <ac:spMkLst>
            <pc:docMk/>
            <pc:sldMk cId="3853571047" sldId="279"/>
            <ac:spMk id="18" creationId="{015038D2-88DA-4ACD-826F-04D0F5D8D3C5}"/>
          </ac:spMkLst>
        </pc:spChg>
        <pc:spChg chg="del">
          <ac:chgData name="SERGIO SPANO'" userId="3abdd0b9-513e-40ac-aad4-56920065037d" providerId="ADAL" clId="{2DCFDF45-1F6B-4A47-892B-C9094FDD5642}" dt="2022-03-22T09:10:02.800" v="4682" actId="478"/>
          <ac:spMkLst>
            <pc:docMk/>
            <pc:sldMk cId="3853571047" sldId="279"/>
            <ac:spMk id="19" creationId="{14358FEA-7F6C-4A6C-AA91-A36091722F3A}"/>
          </ac:spMkLst>
        </pc:spChg>
        <pc:spChg chg="del">
          <ac:chgData name="SERGIO SPANO'" userId="3abdd0b9-513e-40ac-aad4-56920065037d" providerId="ADAL" clId="{2DCFDF45-1F6B-4A47-892B-C9094FDD5642}" dt="2022-03-22T09:10:03.622" v="4683" actId="478"/>
          <ac:spMkLst>
            <pc:docMk/>
            <pc:sldMk cId="3853571047" sldId="279"/>
            <ac:spMk id="21" creationId="{7182BA01-172C-4A98-AD1C-E03381ED7865}"/>
          </ac:spMkLst>
        </pc:spChg>
        <pc:spChg chg="add mod">
          <ac:chgData name="SERGIO SPANO'" userId="3abdd0b9-513e-40ac-aad4-56920065037d" providerId="ADAL" clId="{2DCFDF45-1F6B-4A47-892B-C9094FDD5642}" dt="2022-03-22T09:27:34.531" v="4879" actId="164"/>
          <ac:spMkLst>
            <pc:docMk/>
            <pc:sldMk cId="3853571047" sldId="279"/>
            <ac:spMk id="22" creationId="{4221193B-5F6C-4818-9EF9-FE729456C6C5}"/>
          </ac:spMkLst>
        </pc:spChg>
        <pc:spChg chg="add mod">
          <ac:chgData name="SERGIO SPANO'" userId="3abdd0b9-513e-40ac-aad4-56920065037d" providerId="ADAL" clId="{2DCFDF45-1F6B-4A47-892B-C9094FDD5642}" dt="2022-03-22T09:27:34.531" v="4879" actId="164"/>
          <ac:spMkLst>
            <pc:docMk/>
            <pc:sldMk cId="3853571047" sldId="279"/>
            <ac:spMk id="23" creationId="{D6BBD973-D9B3-46AD-971B-ABACB1F537F1}"/>
          </ac:spMkLst>
        </pc:spChg>
        <pc:spChg chg="add mod">
          <ac:chgData name="SERGIO SPANO'" userId="3abdd0b9-513e-40ac-aad4-56920065037d" providerId="ADAL" clId="{2DCFDF45-1F6B-4A47-892B-C9094FDD5642}" dt="2022-03-22T09:27:34.531" v="4879" actId="164"/>
          <ac:spMkLst>
            <pc:docMk/>
            <pc:sldMk cId="3853571047" sldId="279"/>
            <ac:spMk id="25" creationId="{91A573F1-FDE2-46B6-B0C7-2567178F6DFE}"/>
          </ac:spMkLst>
        </pc:spChg>
        <pc:spChg chg="add mod">
          <ac:chgData name="SERGIO SPANO'" userId="3abdd0b9-513e-40ac-aad4-56920065037d" providerId="ADAL" clId="{2DCFDF45-1F6B-4A47-892B-C9094FDD5642}" dt="2022-03-22T09:19:27.627" v="4816" actId="1036"/>
          <ac:spMkLst>
            <pc:docMk/>
            <pc:sldMk cId="3853571047" sldId="279"/>
            <ac:spMk id="27" creationId="{D8FF50C2-59AB-4BE6-AFA4-7985B6BBEB03}"/>
          </ac:spMkLst>
        </pc:spChg>
        <pc:spChg chg="add mod">
          <ac:chgData name="SERGIO SPANO'" userId="3abdd0b9-513e-40ac-aad4-56920065037d" providerId="ADAL" clId="{2DCFDF45-1F6B-4A47-892B-C9094FDD5642}" dt="2022-03-22T09:42:14.282" v="5221" actId="1076"/>
          <ac:spMkLst>
            <pc:docMk/>
            <pc:sldMk cId="3853571047" sldId="279"/>
            <ac:spMk id="28" creationId="{C15FB347-C3D1-41B7-8695-396B40AAE73C}"/>
          </ac:spMkLst>
        </pc:spChg>
        <pc:spChg chg="add del mod">
          <ac:chgData name="SERGIO SPANO'" userId="3abdd0b9-513e-40ac-aad4-56920065037d" providerId="ADAL" clId="{2DCFDF45-1F6B-4A47-892B-C9094FDD5642}" dt="2022-03-22T09:38:02.566" v="4927" actId="478"/>
          <ac:spMkLst>
            <pc:docMk/>
            <pc:sldMk cId="3853571047" sldId="279"/>
            <ac:spMk id="33" creationId="{5683200A-9435-4625-ACC8-49ED1D413AC8}"/>
          </ac:spMkLst>
        </pc:spChg>
        <pc:spChg chg="add del">
          <ac:chgData name="SERGIO SPANO'" userId="3abdd0b9-513e-40ac-aad4-56920065037d" providerId="ADAL" clId="{2DCFDF45-1F6B-4A47-892B-C9094FDD5642}" dt="2022-03-22T09:38:13.658" v="4930" actId="22"/>
          <ac:spMkLst>
            <pc:docMk/>
            <pc:sldMk cId="3853571047" sldId="279"/>
            <ac:spMk id="35" creationId="{26112EBC-D787-4A8D-ADF9-4CA525161BA5}"/>
          </ac:spMkLst>
        </pc:spChg>
        <pc:spChg chg="add mod">
          <ac:chgData name="SERGIO SPANO'" userId="3abdd0b9-513e-40ac-aad4-56920065037d" providerId="ADAL" clId="{2DCFDF45-1F6B-4A47-892B-C9094FDD5642}" dt="2022-03-22T09:39:15.944" v="5086" actId="1076"/>
          <ac:spMkLst>
            <pc:docMk/>
            <pc:sldMk cId="3853571047" sldId="279"/>
            <ac:spMk id="36" creationId="{B88FA66B-78A5-4440-AFCA-A88FC01570DE}"/>
          </ac:spMkLst>
        </pc:spChg>
        <pc:grpChg chg="add mod">
          <ac:chgData name="SERGIO SPANO'" userId="3abdd0b9-513e-40ac-aad4-56920065037d" providerId="ADAL" clId="{2DCFDF45-1F6B-4A47-892B-C9094FDD5642}" dt="2022-03-22T09:36:53.402" v="4886" actId="1076"/>
          <ac:grpSpMkLst>
            <pc:docMk/>
            <pc:sldMk cId="3853571047" sldId="279"/>
            <ac:grpSpMk id="17" creationId="{2B7FE361-4690-4098-92FB-53852E6387A2}"/>
          </ac:grpSpMkLst>
        </pc:grpChg>
        <pc:picChg chg="add mod">
          <ac:chgData name="SERGIO SPANO'" userId="3abdd0b9-513e-40ac-aad4-56920065037d" providerId="ADAL" clId="{2DCFDF45-1F6B-4A47-892B-C9094FDD5642}" dt="2022-03-22T09:19:27.627" v="4816" actId="1036"/>
          <ac:picMkLst>
            <pc:docMk/>
            <pc:sldMk cId="3853571047" sldId="279"/>
            <ac:picMk id="8" creationId="{81131D43-6810-47DB-9330-85E4600B3F0F}"/>
          </ac:picMkLst>
        </pc:picChg>
        <pc:picChg chg="del">
          <ac:chgData name="SERGIO SPANO'" userId="3abdd0b9-513e-40ac-aad4-56920065037d" providerId="ADAL" clId="{2DCFDF45-1F6B-4A47-892B-C9094FDD5642}" dt="2022-03-22T09:09:56.639" v="4675" actId="478"/>
          <ac:picMkLst>
            <pc:docMk/>
            <pc:sldMk cId="3853571047" sldId="279"/>
            <ac:picMk id="11" creationId="{E48C769E-B577-4392-B6D5-FBEEFA72BFC1}"/>
          </ac:picMkLst>
        </pc:picChg>
        <pc:picChg chg="del">
          <ac:chgData name="SERGIO SPANO'" userId="3abdd0b9-513e-40ac-aad4-56920065037d" providerId="ADAL" clId="{2DCFDF45-1F6B-4A47-892B-C9094FDD5642}" dt="2022-03-22T09:09:56.189" v="4674" actId="478"/>
          <ac:picMkLst>
            <pc:docMk/>
            <pc:sldMk cId="3853571047" sldId="279"/>
            <ac:picMk id="12" creationId="{9B4BA5EB-2993-48D2-B45C-37C3252EFD1B}"/>
          </ac:picMkLst>
        </pc:picChg>
        <pc:picChg chg="add mod">
          <ac:chgData name="SERGIO SPANO'" userId="3abdd0b9-513e-40ac-aad4-56920065037d" providerId="ADAL" clId="{2DCFDF45-1F6B-4A47-892B-C9094FDD5642}" dt="2022-03-22T09:46:13.423" v="5277" actId="1076"/>
          <ac:picMkLst>
            <pc:docMk/>
            <pc:sldMk cId="3853571047" sldId="279"/>
            <ac:picMk id="16" creationId="{C545B012-9626-49A6-9700-1DE6CD02B86C}"/>
          </ac:picMkLst>
        </pc:picChg>
        <pc:picChg chg="add mod">
          <ac:chgData name="SERGIO SPANO'" userId="3abdd0b9-513e-40ac-aad4-56920065037d" providerId="ADAL" clId="{2DCFDF45-1F6B-4A47-892B-C9094FDD5642}" dt="2022-03-22T09:27:34.531" v="4879" actId="164"/>
          <ac:picMkLst>
            <pc:docMk/>
            <pc:sldMk cId="3853571047" sldId="279"/>
            <ac:picMk id="20" creationId="{59B7E75D-67F5-4B58-96BA-2FD5D2D849E2}"/>
          </ac:picMkLst>
        </pc:picChg>
        <pc:picChg chg="add del mod">
          <ac:chgData name="SERGIO SPANO'" userId="3abdd0b9-513e-40ac-aad4-56920065037d" providerId="ADAL" clId="{2DCFDF45-1F6B-4A47-892B-C9094FDD5642}" dt="2022-03-22T09:38:01.568" v="4926" actId="478"/>
          <ac:picMkLst>
            <pc:docMk/>
            <pc:sldMk cId="3853571047" sldId="279"/>
            <ac:picMk id="29" creationId="{07D7230B-5AF0-41A2-ABBD-A2528BAD3F95}"/>
          </ac:picMkLst>
        </pc:picChg>
        <pc:picChg chg="add del mod">
          <ac:chgData name="SERGIO SPANO'" userId="3abdd0b9-513e-40ac-aad4-56920065037d" providerId="ADAL" clId="{2DCFDF45-1F6B-4A47-892B-C9094FDD5642}" dt="2022-03-22T09:18:24.257" v="4744" actId="478"/>
          <ac:picMkLst>
            <pc:docMk/>
            <pc:sldMk cId="3853571047" sldId="279"/>
            <ac:picMk id="1026" creationId="{3B79CDA5-4F3A-474B-BDE7-8354E68456E9}"/>
          </ac:picMkLst>
        </pc:picChg>
        <pc:picChg chg="del">
          <ac:chgData name="SERGIO SPANO'" userId="3abdd0b9-513e-40ac-aad4-56920065037d" providerId="ADAL" clId="{2DCFDF45-1F6B-4A47-892B-C9094FDD5642}" dt="2022-03-22T09:09:59.164" v="4679" actId="478"/>
          <ac:picMkLst>
            <pc:docMk/>
            <pc:sldMk cId="3853571047" sldId="279"/>
            <ac:picMk id="1028" creationId="{369F4586-A5EB-4416-8345-BF672B9BE833}"/>
          </ac:picMkLst>
        </pc:picChg>
        <pc:picChg chg="del">
          <ac:chgData name="SERGIO SPANO'" userId="3abdd0b9-513e-40ac-aad4-56920065037d" providerId="ADAL" clId="{2DCFDF45-1F6B-4A47-892B-C9094FDD5642}" dt="2022-03-22T09:09:58.688" v="4678" actId="478"/>
          <ac:picMkLst>
            <pc:docMk/>
            <pc:sldMk cId="3853571047" sldId="279"/>
            <ac:picMk id="1030" creationId="{DB2F0F3E-3431-48E2-A0FE-76D990B2E69A}"/>
          </ac:picMkLst>
        </pc:picChg>
        <pc:cxnChg chg="add mod">
          <ac:chgData name="SERGIO SPANO'" userId="3abdd0b9-513e-40ac-aad4-56920065037d" providerId="ADAL" clId="{2DCFDF45-1F6B-4A47-892B-C9094FDD5642}" dt="2022-03-22T09:27:34.531" v="4879" actId="164"/>
          <ac:cxnSpMkLst>
            <pc:docMk/>
            <pc:sldMk cId="3853571047" sldId="279"/>
            <ac:cxnSpMk id="24" creationId="{7246239A-DB00-462A-8CA8-C87A7D2C2082}"/>
          </ac:cxnSpMkLst>
        </pc:cxnChg>
        <pc:cxnChg chg="add mod">
          <ac:chgData name="SERGIO SPANO'" userId="3abdd0b9-513e-40ac-aad4-56920065037d" providerId="ADAL" clId="{2DCFDF45-1F6B-4A47-892B-C9094FDD5642}" dt="2022-03-22T09:27:34.531" v="4879" actId="164"/>
          <ac:cxnSpMkLst>
            <pc:docMk/>
            <pc:sldMk cId="3853571047" sldId="279"/>
            <ac:cxnSpMk id="26" creationId="{FC8E9FB7-35A3-428A-87CA-E4DE58031D23}"/>
          </ac:cxnSpMkLst>
        </pc:cxnChg>
      </pc:sldChg>
      <pc:sldChg chg="addSp delSp modSp add mod modTransition">
        <pc:chgData name="SERGIO SPANO'" userId="3abdd0b9-513e-40ac-aad4-56920065037d" providerId="ADAL" clId="{2DCFDF45-1F6B-4A47-892B-C9094FDD5642}" dt="2022-03-29T15:09:18.552" v="6977"/>
        <pc:sldMkLst>
          <pc:docMk/>
          <pc:sldMk cId="2849533706" sldId="280"/>
        </pc:sldMkLst>
        <pc:spChg chg="del mod">
          <ac:chgData name="SERGIO SPANO'" userId="3abdd0b9-513e-40ac-aad4-56920065037d" providerId="ADAL" clId="{2DCFDF45-1F6B-4A47-892B-C9094FDD5642}" dt="2022-03-22T09:39:33.996" v="5105" actId="478"/>
          <ac:spMkLst>
            <pc:docMk/>
            <pc:sldMk cId="2849533706" sldId="280"/>
            <ac:spMk id="3" creationId="{C555F03E-A0BB-4F7F-876E-E3229C24E868}"/>
          </ac:spMkLst>
        </pc:spChg>
        <pc:spChg chg="add del mod">
          <ac:chgData name="SERGIO SPANO'" userId="3abdd0b9-513e-40ac-aad4-56920065037d" providerId="ADAL" clId="{2DCFDF45-1F6B-4A47-892B-C9094FDD5642}" dt="2022-03-22T09:39:39.733" v="5108" actId="478"/>
          <ac:spMkLst>
            <pc:docMk/>
            <pc:sldMk cId="2849533706" sldId="280"/>
            <ac:spMk id="9" creationId="{FC7F0329-FAA1-45C7-A6FA-027A93DCA401}"/>
          </ac:spMkLst>
        </pc:spChg>
        <pc:spChg chg="del">
          <ac:chgData name="SERGIO SPANO'" userId="3abdd0b9-513e-40ac-aad4-56920065037d" providerId="ADAL" clId="{2DCFDF45-1F6B-4A47-892B-C9094FDD5642}" dt="2022-03-22T09:39:36.847" v="5106" actId="478"/>
          <ac:spMkLst>
            <pc:docMk/>
            <pc:sldMk cId="2849533706" sldId="280"/>
            <ac:spMk id="18" creationId="{015038D2-88DA-4ACD-826F-04D0F5D8D3C5}"/>
          </ac:spMkLst>
        </pc:spChg>
        <pc:spChg chg="mod">
          <ac:chgData name="SERGIO SPANO'" userId="3abdd0b9-513e-40ac-aad4-56920065037d" providerId="ADAL" clId="{2DCFDF45-1F6B-4A47-892B-C9094FDD5642}" dt="2022-03-22T09:39:40.621" v="5109" actId="6549"/>
          <ac:spMkLst>
            <pc:docMk/>
            <pc:sldMk cId="2849533706" sldId="280"/>
            <ac:spMk id="25" creationId="{91A573F1-FDE2-46B6-B0C7-2567178F6DFE}"/>
          </ac:spMkLst>
        </pc:spChg>
        <pc:spChg chg="del">
          <ac:chgData name="SERGIO SPANO'" userId="3abdd0b9-513e-40ac-aad4-56920065037d" providerId="ADAL" clId="{2DCFDF45-1F6B-4A47-892B-C9094FDD5642}" dt="2022-03-22T09:39:43.924" v="5111" actId="478"/>
          <ac:spMkLst>
            <pc:docMk/>
            <pc:sldMk cId="2849533706" sldId="280"/>
            <ac:spMk id="27" creationId="{D8FF50C2-59AB-4BE6-AFA4-7985B6BBEB03}"/>
          </ac:spMkLst>
        </pc:spChg>
        <pc:spChg chg="del">
          <ac:chgData name="SERGIO SPANO'" userId="3abdd0b9-513e-40ac-aad4-56920065037d" providerId="ADAL" clId="{2DCFDF45-1F6B-4A47-892B-C9094FDD5642}" dt="2022-03-22T09:39:36.847" v="5106" actId="478"/>
          <ac:spMkLst>
            <pc:docMk/>
            <pc:sldMk cId="2849533706" sldId="280"/>
            <ac:spMk id="28" creationId="{C15FB347-C3D1-41B7-8695-396B40AAE73C}"/>
          </ac:spMkLst>
        </pc:spChg>
        <pc:spChg chg="del">
          <ac:chgData name="SERGIO SPANO'" userId="3abdd0b9-513e-40ac-aad4-56920065037d" providerId="ADAL" clId="{2DCFDF45-1F6B-4A47-892B-C9094FDD5642}" dt="2022-03-22T09:39:36.847" v="5106" actId="478"/>
          <ac:spMkLst>
            <pc:docMk/>
            <pc:sldMk cId="2849533706" sldId="280"/>
            <ac:spMk id="36" creationId="{B88FA66B-78A5-4440-AFCA-A88FC01570DE}"/>
          </ac:spMkLst>
        </pc:spChg>
        <pc:grpChg chg="del">
          <ac:chgData name="SERGIO SPANO'" userId="3abdd0b9-513e-40ac-aad4-56920065037d" providerId="ADAL" clId="{2DCFDF45-1F6B-4A47-892B-C9094FDD5642}" dt="2022-03-22T09:39:41.374" v="5110" actId="478"/>
          <ac:grpSpMkLst>
            <pc:docMk/>
            <pc:sldMk cId="2849533706" sldId="280"/>
            <ac:grpSpMk id="17" creationId="{2B7FE361-4690-4098-92FB-53852E6387A2}"/>
          </ac:grpSpMkLst>
        </pc:grpChg>
        <pc:picChg chg="del">
          <ac:chgData name="SERGIO SPANO'" userId="3abdd0b9-513e-40ac-aad4-56920065037d" providerId="ADAL" clId="{2DCFDF45-1F6B-4A47-892B-C9094FDD5642}" dt="2022-03-22T09:39:36.847" v="5106" actId="478"/>
          <ac:picMkLst>
            <pc:docMk/>
            <pc:sldMk cId="2849533706" sldId="280"/>
            <ac:picMk id="8" creationId="{81131D43-6810-47DB-9330-85E4600B3F0F}"/>
          </ac:picMkLst>
        </pc:picChg>
        <pc:picChg chg="add mod">
          <ac:chgData name="SERGIO SPANO'" userId="3abdd0b9-513e-40ac-aad4-56920065037d" providerId="ADAL" clId="{2DCFDF45-1F6B-4A47-892B-C9094FDD5642}" dt="2022-03-22T09:44:25.760" v="5247" actId="1076"/>
          <ac:picMkLst>
            <pc:docMk/>
            <pc:sldMk cId="2849533706" sldId="280"/>
            <ac:picMk id="11" creationId="{6E8DF4DB-F4CD-460F-B30E-8F0DADAE4E17}"/>
          </ac:picMkLst>
        </pc:picChg>
        <pc:picChg chg="add mod">
          <ac:chgData name="SERGIO SPANO'" userId="3abdd0b9-513e-40ac-aad4-56920065037d" providerId="ADAL" clId="{2DCFDF45-1F6B-4A47-892B-C9094FDD5642}" dt="2022-03-22T09:44:22.193" v="5245" actId="1076"/>
          <ac:picMkLst>
            <pc:docMk/>
            <pc:sldMk cId="2849533706" sldId="280"/>
            <ac:picMk id="13" creationId="{C1F3BE76-1F7A-4B89-880C-25F4604DFA76}"/>
          </ac:picMkLst>
        </pc:picChg>
        <pc:picChg chg="del">
          <ac:chgData name="SERGIO SPANO'" userId="3abdd0b9-513e-40ac-aad4-56920065037d" providerId="ADAL" clId="{2DCFDF45-1F6B-4A47-892B-C9094FDD5642}" dt="2022-03-22T09:39:32.389" v="5104" actId="478"/>
          <ac:picMkLst>
            <pc:docMk/>
            <pc:sldMk cId="2849533706" sldId="280"/>
            <ac:picMk id="16" creationId="{C545B012-9626-49A6-9700-1DE6CD02B86C}"/>
          </ac:picMkLst>
        </pc:picChg>
        <pc:picChg chg="add mod">
          <ac:chgData name="SERGIO SPANO'" userId="3abdd0b9-513e-40ac-aad4-56920065037d" providerId="ADAL" clId="{2DCFDF45-1F6B-4A47-892B-C9094FDD5642}" dt="2022-03-22T09:44:33.139" v="5251" actId="1076"/>
          <ac:picMkLst>
            <pc:docMk/>
            <pc:sldMk cId="2849533706" sldId="280"/>
            <ac:picMk id="2050" creationId="{BBD66855-1B4E-4225-8CE8-7D52F63AE40B}"/>
          </ac:picMkLst>
        </pc:picChg>
        <pc:picChg chg="add mod">
          <ac:chgData name="SERGIO SPANO'" userId="3abdd0b9-513e-40ac-aad4-56920065037d" providerId="ADAL" clId="{2DCFDF45-1F6B-4A47-892B-C9094FDD5642}" dt="2022-03-22T09:44:29.393" v="5249" actId="1076"/>
          <ac:picMkLst>
            <pc:docMk/>
            <pc:sldMk cId="2849533706" sldId="280"/>
            <ac:picMk id="2052" creationId="{6C20F3C9-A579-4480-857C-722C8A6170DB}"/>
          </ac:picMkLst>
        </pc:picChg>
        <pc:picChg chg="add mod">
          <ac:chgData name="SERGIO SPANO'" userId="3abdd0b9-513e-40ac-aad4-56920065037d" providerId="ADAL" clId="{2DCFDF45-1F6B-4A47-892B-C9094FDD5642}" dt="2022-03-22T09:44:23.599" v="5246" actId="1076"/>
          <ac:picMkLst>
            <pc:docMk/>
            <pc:sldMk cId="2849533706" sldId="280"/>
            <ac:picMk id="2054" creationId="{3856E80C-C9D9-49EB-AAF7-75FE96F5BFA6}"/>
          </ac:picMkLst>
        </pc:picChg>
        <pc:picChg chg="add mod">
          <ac:chgData name="SERGIO SPANO'" userId="3abdd0b9-513e-40ac-aad4-56920065037d" providerId="ADAL" clId="{2DCFDF45-1F6B-4A47-892B-C9094FDD5642}" dt="2022-03-22T09:44:20.539" v="5244" actId="1076"/>
          <ac:picMkLst>
            <pc:docMk/>
            <pc:sldMk cId="2849533706" sldId="280"/>
            <ac:picMk id="2056" creationId="{C221F12C-DBF0-473E-A4D3-A5B9A47B3A3B}"/>
          </ac:picMkLst>
        </pc:picChg>
        <pc:picChg chg="add del mod">
          <ac:chgData name="SERGIO SPANO'" userId="3abdd0b9-513e-40ac-aad4-56920065037d" providerId="ADAL" clId="{2DCFDF45-1F6B-4A47-892B-C9094FDD5642}" dt="2022-03-22T09:44:10.666" v="5243" actId="478"/>
          <ac:picMkLst>
            <pc:docMk/>
            <pc:sldMk cId="2849533706" sldId="280"/>
            <ac:picMk id="2058" creationId="{CF69186A-6FCE-43FF-B3BD-CBFE0995193E}"/>
          </ac:picMkLst>
        </pc:picChg>
        <pc:cxnChg chg="add mod">
          <ac:chgData name="SERGIO SPANO'" userId="3abdd0b9-513e-40ac-aad4-56920065037d" providerId="ADAL" clId="{2DCFDF45-1F6B-4A47-892B-C9094FDD5642}" dt="2022-03-22T09:45:04.067" v="5261" actId="14100"/>
          <ac:cxnSpMkLst>
            <pc:docMk/>
            <pc:sldMk cId="2849533706" sldId="280"/>
            <ac:cxnSpMk id="19" creationId="{0C481168-D914-4A29-9EBC-7FF883DAE18E}"/>
          </ac:cxnSpMkLst>
        </pc:cxnChg>
        <pc:cxnChg chg="mod">
          <ac:chgData name="SERGIO SPANO'" userId="3abdd0b9-513e-40ac-aad4-56920065037d" providerId="ADAL" clId="{2DCFDF45-1F6B-4A47-892B-C9094FDD5642}" dt="2022-03-22T09:39:41.374" v="5110" actId="478"/>
          <ac:cxnSpMkLst>
            <pc:docMk/>
            <pc:sldMk cId="2849533706" sldId="280"/>
            <ac:cxnSpMk id="24" creationId="{7246239A-DB00-462A-8CA8-C87A7D2C2082}"/>
          </ac:cxnSpMkLst>
        </pc:cxnChg>
        <pc:cxnChg chg="add mod">
          <ac:chgData name="SERGIO SPANO'" userId="3abdd0b9-513e-40ac-aad4-56920065037d" providerId="ADAL" clId="{2DCFDF45-1F6B-4A47-892B-C9094FDD5642}" dt="2022-03-22T09:45:06.902" v="5262" actId="14100"/>
          <ac:cxnSpMkLst>
            <pc:docMk/>
            <pc:sldMk cId="2849533706" sldId="280"/>
            <ac:cxnSpMk id="37" creationId="{DB9D5A1B-715E-404A-910E-95EC22307974}"/>
          </ac:cxnSpMkLst>
        </pc:cxnChg>
      </pc:sldChg>
      <pc:sldChg chg="addSp delSp modSp add mod modTransition">
        <pc:chgData name="SERGIO SPANO'" userId="3abdd0b9-513e-40ac-aad4-56920065037d" providerId="ADAL" clId="{2DCFDF45-1F6B-4A47-892B-C9094FDD5642}" dt="2022-03-29T15:09:18.552" v="6977"/>
        <pc:sldMkLst>
          <pc:docMk/>
          <pc:sldMk cId="1574026564" sldId="281"/>
        </pc:sldMkLst>
        <pc:spChg chg="add mod">
          <ac:chgData name="SERGIO SPANO'" userId="3abdd0b9-513e-40ac-aad4-56920065037d" providerId="ADAL" clId="{2DCFDF45-1F6B-4A47-892B-C9094FDD5642}" dt="2022-03-22T09:48:29.360" v="5365" actId="20577"/>
          <ac:spMkLst>
            <pc:docMk/>
            <pc:sldMk cId="1574026564" sldId="281"/>
            <ac:spMk id="16" creationId="{AF3279C9-10FD-41DC-B551-5905388976EE}"/>
          </ac:spMkLst>
        </pc:spChg>
        <pc:spChg chg="add mod">
          <ac:chgData name="SERGIO SPANO'" userId="3abdd0b9-513e-40ac-aad4-56920065037d" providerId="ADAL" clId="{2DCFDF45-1F6B-4A47-892B-C9094FDD5642}" dt="2022-03-22T09:48:01.199" v="5363" actId="1076"/>
          <ac:spMkLst>
            <pc:docMk/>
            <pc:sldMk cId="1574026564" sldId="281"/>
            <ac:spMk id="20" creationId="{7CDBBC2F-D431-4322-B343-BA17D020F381}"/>
          </ac:spMkLst>
        </pc:spChg>
        <pc:spChg chg="add mod">
          <ac:chgData name="SERGIO SPANO'" userId="3abdd0b9-513e-40ac-aad4-56920065037d" providerId="ADAL" clId="{2DCFDF45-1F6B-4A47-892B-C9094FDD5642}" dt="2022-03-22T09:49:34.239" v="5431" actId="1076"/>
          <ac:spMkLst>
            <pc:docMk/>
            <pc:sldMk cId="1574026564" sldId="281"/>
            <ac:spMk id="21" creationId="{F11D51CE-9378-46EB-8FAB-9B4D68FFE60A}"/>
          </ac:spMkLst>
        </pc:spChg>
        <pc:picChg chg="del">
          <ac:chgData name="SERGIO SPANO'" userId="3abdd0b9-513e-40ac-aad4-56920065037d" providerId="ADAL" clId="{2DCFDF45-1F6B-4A47-892B-C9094FDD5642}" dt="2022-03-22T09:45:42.732" v="5270" actId="478"/>
          <ac:picMkLst>
            <pc:docMk/>
            <pc:sldMk cId="1574026564" sldId="281"/>
            <ac:picMk id="11" creationId="{6E8DF4DB-F4CD-460F-B30E-8F0DADAE4E17}"/>
          </ac:picMkLst>
        </pc:picChg>
        <pc:picChg chg="del">
          <ac:chgData name="SERGIO SPANO'" userId="3abdd0b9-513e-40ac-aad4-56920065037d" providerId="ADAL" clId="{2DCFDF45-1F6B-4A47-892B-C9094FDD5642}" dt="2022-03-22T09:45:36.969" v="5265" actId="478"/>
          <ac:picMkLst>
            <pc:docMk/>
            <pc:sldMk cId="1574026564" sldId="281"/>
            <ac:picMk id="13" creationId="{C1F3BE76-1F7A-4B89-880C-25F4604DFA76}"/>
          </ac:picMkLst>
        </pc:picChg>
        <pc:picChg chg="del">
          <ac:chgData name="SERGIO SPANO'" userId="3abdd0b9-513e-40ac-aad4-56920065037d" providerId="ADAL" clId="{2DCFDF45-1F6B-4A47-892B-C9094FDD5642}" dt="2022-03-22T09:45:36.475" v="5264" actId="478"/>
          <ac:picMkLst>
            <pc:docMk/>
            <pc:sldMk cId="1574026564" sldId="281"/>
            <ac:picMk id="2050" creationId="{BBD66855-1B4E-4225-8CE8-7D52F63AE40B}"/>
          </ac:picMkLst>
        </pc:picChg>
        <pc:picChg chg="del mod">
          <ac:chgData name="SERGIO SPANO'" userId="3abdd0b9-513e-40ac-aad4-56920065037d" providerId="ADAL" clId="{2DCFDF45-1F6B-4A47-892B-C9094FDD5642}" dt="2022-03-22T09:45:43.158" v="5272" actId="478"/>
          <ac:picMkLst>
            <pc:docMk/>
            <pc:sldMk cId="1574026564" sldId="281"/>
            <ac:picMk id="2052" creationId="{6C20F3C9-A579-4480-857C-722C8A6170DB}"/>
          </ac:picMkLst>
        </pc:picChg>
        <pc:picChg chg="del">
          <ac:chgData name="SERGIO SPANO'" userId="3abdd0b9-513e-40ac-aad4-56920065037d" providerId="ADAL" clId="{2DCFDF45-1F6B-4A47-892B-C9094FDD5642}" dt="2022-03-22T09:45:42.145" v="5269" actId="478"/>
          <ac:picMkLst>
            <pc:docMk/>
            <pc:sldMk cId="1574026564" sldId="281"/>
            <ac:picMk id="2054" creationId="{3856E80C-C9D9-49EB-AAF7-75FE96F5BFA6}"/>
          </ac:picMkLst>
        </pc:picChg>
        <pc:picChg chg="del">
          <ac:chgData name="SERGIO SPANO'" userId="3abdd0b9-513e-40ac-aad4-56920065037d" providerId="ADAL" clId="{2DCFDF45-1F6B-4A47-892B-C9094FDD5642}" dt="2022-03-22T09:45:41.269" v="5268" actId="478"/>
          <ac:picMkLst>
            <pc:docMk/>
            <pc:sldMk cId="1574026564" sldId="281"/>
            <ac:picMk id="2056" creationId="{C221F12C-DBF0-473E-A4D3-A5B9A47B3A3B}"/>
          </ac:picMkLst>
        </pc:picChg>
        <pc:picChg chg="add mod">
          <ac:chgData name="SERGIO SPANO'" userId="3abdd0b9-513e-40ac-aad4-56920065037d" providerId="ADAL" clId="{2DCFDF45-1F6B-4A47-892B-C9094FDD5642}" dt="2022-03-22T09:48:10.875" v="5364" actId="1076"/>
          <ac:picMkLst>
            <pc:docMk/>
            <pc:sldMk cId="1574026564" sldId="281"/>
            <ac:picMk id="3074" creationId="{253799D8-2677-4074-8923-845AF4F829E0}"/>
          </ac:picMkLst>
        </pc:picChg>
        <pc:picChg chg="add mod">
          <ac:chgData name="SERGIO SPANO'" userId="3abdd0b9-513e-40ac-aad4-56920065037d" providerId="ADAL" clId="{2DCFDF45-1F6B-4A47-892B-C9094FDD5642}" dt="2022-03-22T09:49:32.226" v="5430" actId="1076"/>
          <ac:picMkLst>
            <pc:docMk/>
            <pc:sldMk cId="1574026564" sldId="281"/>
            <ac:picMk id="3076" creationId="{8B51047F-553A-40E0-8E72-23B6F4B54A48}"/>
          </ac:picMkLst>
        </pc:picChg>
        <pc:picChg chg="add mod">
          <ac:chgData name="SERGIO SPANO'" userId="3abdd0b9-513e-40ac-aad4-56920065037d" providerId="ADAL" clId="{2DCFDF45-1F6B-4A47-892B-C9094FDD5642}" dt="2022-03-22T09:47:45.258" v="5310" actId="1076"/>
          <ac:picMkLst>
            <pc:docMk/>
            <pc:sldMk cId="1574026564" sldId="281"/>
            <ac:picMk id="3078" creationId="{460BFB21-6F05-43E4-9066-5C626CD576F5}"/>
          </ac:picMkLst>
        </pc:picChg>
        <pc:cxnChg chg="del">
          <ac:chgData name="SERGIO SPANO'" userId="3abdd0b9-513e-40ac-aad4-56920065037d" providerId="ADAL" clId="{2DCFDF45-1F6B-4A47-892B-C9094FDD5642}" dt="2022-03-22T09:45:39.552" v="5266" actId="478"/>
          <ac:cxnSpMkLst>
            <pc:docMk/>
            <pc:sldMk cId="1574026564" sldId="281"/>
            <ac:cxnSpMk id="19" creationId="{0C481168-D914-4A29-9EBC-7FF883DAE18E}"/>
          </ac:cxnSpMkLst>
        </pc:cxnChg>
        <pc:cxnChg chg="del">
          <ac:chgData name="SERGIO SPANO'" userId="3abdd0b9-513e-40ac-aad4-56920065037d" providerId="ADAL" clId="{2DCFDF45-1F6B-4A47-892B-C9094FDD5642}" dt="2022-03-22T09:45:40.794" v="5267" actId="478"/>
          <ac:cxnSpMkLst>
            <pc:docMk/>
            <pc:sldMk cId="1574026564" sldId="281"/>
            <ac:cxnSpMk id="37" creationId="{DB9D5A1B-715E-404A-910E-95EC22307974}"/>
          </ac:cxnSpMkLst>
        </pc:cxnChg>
      </pc:sldChg>
      <pc:sldChg chg="addSp delSp modSp add mod modTransition chgLayout">
        <pc:chgData name="SERGIO SPANO'" userId="3abdd0b9-513e-40ac-aad4-56920065037d" providerId="ADAL" clId="{2DCFDF45-1F6B-4A47-892B-C9094FDD5642}" dt="2022-03-29T15:09:18.552" v="6977"/>
        <pc:sldMkLst>
          <pc:docMk/>
          <pc:sldMk cId="3723104691" sldId="282"/>
        </pc:sldMkLst>
        <pc:spChg chg="mod ord">
          <ac:chgData name="SERGIO SPANO'" userId="3abdd0b9-513e-40ac-aad4-56920065037d" providerId="ADAL" clId="{2DCFDF45-1F6B-4A47-892B-C9094FDD5642}" dt="2022-03-22T09:54:57.693" v="5494" actId="700"/>
          <ac:spMkLst>
            <pc:docMk/>
            <pc:sldMk cId="3723104691" sldId="282"/>
            <ac:spMk id="2" creationId="{2AF05FAE-1F5E-4229-863D-BC8C40B76B2C}"/>
          </ac:spMkLst>
        </pc:spChg>
        <pc:spChg chg="add mod ord">
          <ac:chgData name="SERGIO SPANO'" userId="3abdd0b9-513e-40ac-aad4-56920065037d" providerId="ADAL" clId="{2DCFDF45-1F6B-4A47-892B-C9094FDD5642}" dt="2022-03-22T09:59:30.498" v="5560" actId="20577"/>
          <ac:spMkLst>
            <pc:docMk/>
            <pc:sldMk cId="3723104691" sldId="282"/>
            <ac:spMk id="3" creationId="{2192FCF3-8F3C-4A9A-9EE3-62C6D0A8F6C6}"/>
          </ac:spMkLst>
        </pc:spChg>
        <pc:spChg chg="mod ord">
          <ac:chgData name="SERGIO SPANO'" userId="3abdd0b9-513e-40ac-aad4-56920065037d" providerId="ADAL" clId="{2DCFDF45-1F6B-4A47-892B-C9094FDD5642}" dt="2022-03-22T09:54:57.693" v="5494" actId="700"/>
          <ac:spMkLst>
            <pc:docMk/>
            <pc:sldMk cId="3723104691" sldId="282"/>
            <ac:spMk id="4" creationId="{355DDF7D-5875-4E92-90E5-00A3C5BB81D1}"/>
          </ac:spMkLst>
        </pc:spChg>
        <pc:spChg chg="mod ord">
          <ac:chgData name="SERGIO SPANO'" userId="3abdd0b9-513e-40ac-aad4-56920065037d" providerId="ADAL" clId="{2DCFDF45-1F6B-4A47-892B-C9094FDD5642}" dt="2022-03-22T09:54:57.693" v="5494" actId="700"/>
          <ac:spMkLst>
            <pc:docMk/>
            <pc:sldMk cId="3723104691" sldId="282"/>
            <ac:spMk id="5" creationId="{E5BCDBC7-8058-43A8-8293-39778DA77FC9}"/>
          </ac:spMkLst>
        </pc:spChg>
        <pc:spChg chg="mod">
          <ac:chgData name="SERGIO SPANO'" userId="3abdd0b9-513e-40ac-aad4-56920065037d" providerId="ADAL" clId="{2DCFDF45-1F6B-4A47-892B-C9094FDD5642}" dt="2022-03-22T09:53:00.712" v="5493" actId="1076"/>
          <ac:spMkLst>
            <pc:docMk/>
            <pc:sldMk cId="3723104691" sldId="282"/>
            <ac:spMk id="15" creationId="{741FA5E8-9712-4046-B86A-9BA1B33A76EC}"/>
          </ac:spMkLst>
        </pc:spChg>
        <pc:spChg chg="del">
          <ac:chgData name="SERGIO SPANO'" userId="3abdd0b9-513e-40ac-aad4-56920065037d" providerId="ADAL" clId="{2DCFDF45-1F6B-4A47-892B-C9094FDD5642}" dt="2022-03-22T09:51:27.571" v="5438" actId="478"/>
          <ac:spMkLst>
            <pc:docMk/>
            <pc:sldMk cId="3723104691" sldId="282"/>
            <ac:spMk id="16" creationId="{AF3279C9-10FD-41DC-B551-5905388976EE}"/>
          </ac:spMkLst>
        </pc:spChg>
        <pc:spChg chg="add mod">
          <ac:chgData name="SERGIO SPANO'" userId="3abdd0b9-513e-40ac-aad4-56920065037d" providerId="ADAL" clId="{2DCFDF45-1F6B-4A47-892B-C9094FDD5642}" dt="2022-03-22T10:00:16.881" v="5581" actId="1076"/>
          <ac:spMkLst>
            <pc:docMk/>
            <pc:sldMk cId="3723104691" sldId="282"/>
            <ac:spMk id="17" creationId="{828B9EF5-9C32-4479-998F-E6D8370084F8}"/>
          </ac:spMkLst>
        </pc:spChg>
        <pc:spChg chg="del">
          <ac:chgData name="SERGIO SPANO'" userId="3abdd0b9-513e-40ac-aad4-56920065037d" providerId="ADAL" clId="{2DCFDF45-1F6B-4A47-892B-C9094FDD5642}" dt="2022-03-22T09:51:28.451" v="5439" actId="478"/>
          <ac:spMkLst>
            <pc:docMk/>
            <pc:sldMk cId="3723104691" sldId="282"/>
            <ac:spMk id="20" creationId="{7CDBBC2F-D431-4322-B343-BA17D020F381}"/>
          </ac:spMkLst>
        </pc:spChg>
        <pc:spChg chg="del">
          <ac:chgData name="SERGIO SPANO'" userId="3abdd0b9-513e-40ac-aad4-56920065037d" providerId="ADAL" clId="{2DCFDF45-1F6B-4A47-892B-C9094FDD5642}" dt="2022-03-22T09:51:26.011" v="5436" actId="478"/>
          <ac:spMkLst>
            <pc:docMk/>
            <pc:sldMk cId="3723104691" sldId="282"/>
            <ac:spMk id="21" creationId="{F11D51CE-9378-46EB-8FAB-9B4D68FFE60A}"/>
          </ac:spMkLst>
        </pc:spChg>
        <pc:spChg chg="add mod">
          <ac:chgData name="SERGIO SPANO'" userId="3abdd0b9-513e-40ac-aad4-56920065037d" providerId="ADAL" clId="{2DCFDF45-1F6B-4A47-892B-C9094FDD5642}" dt="2022-03-22T10:02:09.575" v="5598" actId="1076"/>
          <ac:spMkLst>
            <pc:docMk/>
            <pc:sldMk cId="3723104691" sldId="282"/>
            <ac:spMk id="26" creationId="{7D07D2E2-F79B-43A1-8AAB-CB1EBC67CDB3}"/>
          </ac:spMkLst>
        </pc:spChg>
        <pc:picChg chg="add mod">
          <ac:chgData name="SERGIO SPANO'" userId="3abdd0b9-513e-40ac-aad4-56920065037d" providerId="ADAL" clId="{2DCFDF45-1F6B-4A47-892B-C9094FDD5642}" dt="2022-03-22T09:59:55.168" v="5563" actId="1076"/>
          <ac:picMkLst>
            <pc:docMk/>
            <pc:sldMk cId="3723104691" sldId="282"/>
            <ac:picMk id="14" creationId="{809AAD55-261F-4959-B6FE-DD2878F353B8}"/>
          </ac:picMkLst>
        </pc:picChg>
        <pc:picChg chg="add mod">
          <ac:chgData name="SERGIO SPANO'" userId="3abdd0b9-513e-40ac-aad4-56920065037d" providerId="ADAL" clId="{2DCFDF45-1F6B-4A47-892B-C9094FDD5642}" dt="2022-03-22T10:00:48.418" v="5583" actId="1076"/>
          <ac:picMkLst>
            <pc:docMk/>
            <pc:sldMk cId="3723104691" sldId="282"/>
            <ac:picMk id="18" creationId="{6522DC3E-AC4D-449F-AE6E-07D6E74C28C0}"/>
          </ac:picMkLst>
        </pc:picChg>
        <pc:picChg chg="add mod">
          <ac:chgData name="SERGIO SPANO'" userId="3abdd0b9-513e-40ac-aad4-56920065037d" providerId="ADAL" clId="{2DCFDF45-1F6B-4A47-892B-C9094FDD5642}" dt="2022-03-22T10:01:34.430" v="5589" actId="1076"/>
          <ac:picMkLst>
            <pc:docMk/>
            <pc:sldMk cId="3723104691" sldId="282"/>
            <ac:picMk id="22" creationId="{5A2272C1-30F0-4D8E-AF86-2C7BB276337D}"/>
          </ac:picMkLst>
        </pc:picChg>
        <pc:picChg chg="del">
          <ac:chgData name="SERGIO SPANO'" userId="3abdd0b9-513e-40ac-aad4-56920065037d" providerId="ADAL" clId="{2DCFDF45-1F6B-4A47-892B-C9094FDD5642}" dt="2022-03-22T09:51:24.495" v="5434" actId="478"/>
          <ac:picMkLst>
            <pc:docMk/>
            <pc:sldMk cId="3723104691" sldId="282"/>
            <ac:picMk id="3074" creationId="{253799D8-2677-4074-8923-845AF4F829E0}"/>
          </ac:picMkLst>
        </pc:picChg>
        <pc:picChg chg="del">
          <ac:chgData name="SERGIO SPANO'" userId="3abdd0b9-513e-40ac-aad4-56920065037d" providerId="ADAL" clId="{2DCFDF45-1F6B-4A47-892B-C9094FDD5642}" dt="2022-03-22T09:51:24.895" v="5435" actId="478"/>
          <ac:picMkLst>
            <pc:docMk/>
            <pc:sldMk cId="3723104691" sldId="282"/>
            <ac:picMk id="3076" creationId="{8B51047F-553A-40E0-8E72-23B6F4B54A48}"/>
          </ac:picMkLst>
        </pc:picChg>
        <pc:picChg chg="del">
          <ac:chgData name="SERGIO SPANO'" userId="3abdd0b9-513e-40ac-aad4-56920065037d" providerId="ADAL" clId="{2DCFDF45-1F6B-4A47-892B-C9094FDD5642}" dt="2022-03-22T09:51:26.463" v="5437" actId="478"/>
          <ac:picMkLst>
            <pc:docMk/>
            <pc:sldMk cId="3723104691" sldId="282"/>
            <ac:picMk id="3078" creationId="{460BFB21-6F05-43E4-9066-5C626CD576F5}"/>
          </ac:picMkLst>
        </pc:picChg>
        <pc:cxnChg chg="add mod">
          <ac:chgData name="SERGIO SPANO'" userId="3abdd0b9-513e-40ac-aad4-56920065037d" providerId="ADAL" clId="{2DCFDF45-1F6B-4A47-892B-C9094FDD5642}" dt="2022-03-22T10:01:52.046" v="5595" actId="14100"/>
          <ac:cxnSpMkLst>
            <pc:docMk/>
            <pc:sldMk cId="3723104691" sldId="282"/>
            <ac:cxnSpMk id="8" creationId="{0CD525C7-869D-497B-9FD8-CA7FED52B63C}"/>
          </ac:cxnSpMkLst>
        </pc:cxnChg>
        <pc:cxnChg chg="add mod">
          <ac:chgData name="SERGIO SPANO'" userId="3abdd0b9-513e-40ac-aad4-56920065037d" providerId="ADAL" clId="{2DCFDF45-1F6B-4A47-892B-C9094FDD5642}" dt="2022-03-22T10:01:55.488" v="5596" actId="14100"/>
          <ac:cxnSpMkLst>
            <pc:docMk/>
            <pc:sldMk cId="3723104691" sldId="282"/>
            <ac:cxnSpMk id="23" creationId="{3A416F29-618F-4788-9CA9-D9DF13F5DE02}"/>
          </ac:cxnSpMkLst>
        </pc:cxnChg>
      </pc:sldChg>
      <pc:sldChg chg="addSp delSp modSp add mod modTransition">
        <pc:chgData name="SERGIO SPANO'" userId="3abdd0b9-513e-40ac-aad4-56920065037d" providerId="ADAL" clId="{2DCFDF45-1F6B-4A47-892B-C9094FDD5642}" dt="2022-03-29T15:09:18.552" v="6977"/>
        <pc:sldMkLst>
          <pc:docMk/>
          <pc:sldMk cId="3834009282" sldId="283"/>
        </pc:sldMkLst>
        <pc:spChg chg="del">
          <ac:chgData name="SERGIO SPANO'" userId="3abdd0b9-513e-40ac-aad4-56920065037d" providerId="ADAL" clId="{2DCFDF45-1F6B-4A47-892B-C9094FDD5642}" dt="2022-03-22T10:02:35.545" v="5601" actId="478"/>
          <ac:spMkLst>
            <pc:docMk/>
            <pc:sldMk cId="3834009282" sldId="283"/>
            <ac:spMk id="3" creationId="{2192FCF3-8F3C-4A9A-9EE3-62C6D0A8F6C6}"/>
          </ac:spMkLst>
        </pc:spChg>
        <pc:spChg chg="add del mod">
          <ac:chgData name="SERGIO SPANO'" userId="3abdd0b9-513e-40ac-aad4-56920065037d" providerId="ADAL" clId="{2DCFDF45-1F6B-4A47-892B-C9094FDD5642}" dt="2022-03-22T10:02:38.615" v="5602" actId="478"/>
          <ac:spMkLst>
            <pc:docMk/>
            <pc:sldMk cId="3834009282" sldId="283"/>
            <ac:spMk id="9" creationId="{FD27FF32-2973-4D2B-8186-1B02A7C979A8}"/>
          </ac:spMkLst>
        </pc:spChg>
        <pc:spChg chg="del">
          <ac:chgData name="SERGIO SPANO'" userId="3abdd0b9-513e-40ac-aad4-56920065037d" providerId="ADAL" clId="{2DCFDF45-1F6B-4A47-892B-C9094FDD5642}" dt="2022-03-22T10:02:43.777" v="5608" actId="478"/>
          <ac:spMkLst>
            <pc:docMk/>
            <pc:sldMk cId="3834009282" sldId="283"/>
            <ac:spMk id="17" creationId="{828B9EF5-9C32-4479-998F-E6D8370084F8}"/>
          </ac:spMkLst>
        </pc:spChg>
        <pc:spChg chg="add mod">
          <ac:chgData name="SERGIO SPANO'" userId="3abdd0b9-513e-40ac-aad4-56920065037d" providerId="ADAL" clId="{2DCFDF45-1F6B-4A47-892B-C9094FDD5642}" dt="2022-03-22T10:04:05.819" v="5653" actId="1076"/>
          <ac:spMkLst>
            <pc:docMk/>
            <pc:sldMk cId="3834009282" sldId="283"/>
            <ac:spMk id="21" creationId="{508217E1-7E16-4F61-82FD-7A7845715362}"/>
          </ac:spMkLst>
        </pc:spChg>
        <pc:spChg chg="add mod">
          <ac:chgData name="SERGIO SPANO'" userId="3abdd0b9-513e-40ac-aad4-56920065037d" providerId="ADAL" clId="{2DCFDF45-1F6B-4A47-892B-C9094FDD5642}" dt="2022-03-22T10:04:32.966" v="5666" actId="20577"/>
          <ac:spMkLst>
            <pc:docMk/>
            <pc:sldMk cId="3834009282" sldId="283"/>
            <ac:spMk id="24" creationId="{F8ACDDBC-01E5-489C-8183-6D05022C490F}"/>
          </ac:spMkLst>
        </pc:spChg>
        <pc:spChg chg="add mod">
          <ac:chgData name="SERGIO SPANO'" userId="3abdd0b9-513e-40ac-aad4-56920065037d" providerId="ADAL" clId="{2DCFDF45-1F6B-4A47-892B-C9094FDD5642}" dt="2022-03-22T10:06:12.316" v="5760" actId="1076"/>
          <ac:spMkLst>
            <pc:docMk/>
            <pc:sldMk cId="3834009282" sldId="283"/>
            <ac:spMk id="25" creationId="{5B623B3E-65D1-4F13-8820-A60D592BC7DB}"/>
          </ac:spMkLst>
        </pc:spChg>
        <pc:spChg chg="del">
          <ac:chgData name="SERGIO SPANO'" userId="3abdd0b9-513e-40ac-aad4-56920065037d" providerId="ADAL" clId="{2DCFDF45-1F6B-4A47-892B-C9094FDD5642}" dt="2022-03-22T10:02:42.579" v="5607" actId="478"/>
          <ac:spMkLst>
            <pc:docMk/>
            <pc:sldMk cId="3834009282" sldId="283"/>
            <ac:spMk id="26" creationId="{7D07D2E2-F79B-43A1-8AAB-CB1EBC67CDB3}"/>
          </ac:spMkLst>
        </pc:spChg>
        <pc:picChg chg="add mod">
          <ac:chgData name="SERGIO SPANO'" userId="3abdd0b9-513e-40ac-aad4-56920065037d" providerId="ADAL" clId="{2DCFDF45-1F6B-4A47-892B-C9094FDD5642}" dt="2022-03-22T10:04:02.479" v="5651" actId="1076"/>
          <ac:picMkLst>
            <pc:docMk/>
            <pc:sldMk cId="3834009282" sldId="283"/>
            <ac:picMk id="11" creationId="{4889B6C1-DFCF-4F76-9A1A-4C72E922BE3B}"/>
          </ac:picMkLst>
        </pc:picChg>
        <pc:picChg chg="del">
          <ac:chgData name="SERGIO SPANO'" userId="3abdd0b9-513e-40ac-aad4-56920065037d" providerId="ADAL" clId="{2DCFDF45-1F6B-4A47-892B-C9094FDD5642}" dt="2022-03-22T10:02:33.348" v="5600" actId="478"/>
          <ac:picMkLst>
            <pc:docMk/>
            <pc:sldMk cId="3834009282" sldId="283"/>
            <ac:picMk id="14" creationId="{809AAD55-261F-4959-B6FE-DD2878F353B8}"/>
          </ac:picMkLst>
        </pc:picChg>
        <pc:picChg chg="del">
          <ac:chgData name="SERGIO SPANO'" userId="3abdd0b9-513e-40ac-aad4-56920065037d" providerId="ADAL" clId="{2DCFDF45-1F6B-4A47-892B-C9094FDD5642}" dt="2022-03-22T10:02:39.856" v="5603" actId="478"/>
          <ac:picMkLst>
            <pc:docMk/>
            <pc:sldMk cId="3834009282" sldId="283"/>
            <ac:picMk id="18" creationId="{6522DC3E-AC4D-449F-AE6E-07D6E74C28C0}"/>
          </ac:picMkLst>
        </pc:picChg>
        <pc:picChg chg="add mod">
          <ac:chgData name="SERGIO SPANO'" userId="3abdd0b9-513e-40ac-aad4-56920065037d" providerId="ADAL" clId="{2DCFDF45-1F6B-4A47-892B-C9094FDD5642}" dt="2022-03-22T10:04:12.119" v="5656" actId="1076"/>
          <ac:picMkLst>
            <pc:docMk/>
            <pc:sldMk cId="3834009282" sldId="283"/>
            <ac:picMk id="19" creationId="{141209DC-D41F-45B3-8303-0F5F4E43DEBA}"/>
          </ac:picMkLst>
        </pc:picChg>
        <pc:picChg chg="add mod">
          <ac:chgData name="SERGIO SPANO'" userId="3abdd0b9-513e-40ac-aad4-56920065037d" providerId="ADAL" clId="{2DCFDF45-1F6B-4A47-892B-C9094FDD5642}" dt="2022-03-22T10:04:03.267" v="5652" actId="1076"/>
          <ac:picMkLst>
            <pc:docMk/>
            <pc:sldMk cId="3834009282" sldId="283"/>
            <ac:picMk id="20" creationId="{7DB46C86-1065-4A08-8451-CA347E7F5991}"/>
          </ac:picMkLst>
        </pc:picChg>
        <pc:picChg chg="del">
          <ac:chgData name="SERGIO SPANO'" userId="3abdd0b9-513e-40ac-aad4-56920065037d" providerId="ADAL" clId="{2DCFDF45-1F6B-4A47-892B-C9094FDD5642}" dt="2022-03-22T10:02:41.268" v="5605" actId="478"/>
          <ac:picMkLst>
            <pc:docMk/>
            <pc:sldMk cId="3834009282" sldId="283"/>
            <ac:picMk id="22" creationId="{5A2272C1-30F0-4D8E-AF86-2C7BB276337D}"/>
          </ac:picMkLst>
        </pc:picChg>
        <pc:cxnChg chg="del">
          <ac:chgData name="SERGIO SPANO'" userId="3abdd0b9-513e-40ac-aad4-56920065037d" providerId="ADAL" clId="{2DCFDF45-1F6B-4A47-892B-C9094FDD5642}" dt="2022-03-22T10:02:40.732" v="5604" actId="478"/>
          <ac:cxnSpMkLst>
            <pc:docMk/>
            <pc:sldMk cId="3834009282" sldId="283"/>
            <ac:cxnSpMk id="8" creationId="{0CD525C7-869D-497B-9FD8-CA7FED52B63C}"/>
          </ac:cxnSpMkLst>
        </pc:cxnChg>
        <pc:cxnChg chg="del">
          <ac:chgData name="SERGIO SPANO'" userId="3abdd0b9-513e-40ac-aad4-56920065037d" providerId="ADAL" clId="{2DCFDF45-1F6B-4A47-892B-C9094FDD5642}" dt="2022-03-22T10:02:41.996" v="5606" actId="478"/>
          <ac:cxnSpMkLst>
            <pc:docMk/>
            <pc:sldMk cId="3834009282" sldId="283"/>
            <ac:cxnSpMk id="23" creationId="{3A416F29-618F-4788-9CA9-D9DF13F5DE02}"/>
          </ac:cxnSpMkLst>
        </pc:cxnChg>
      </pc:sldChg>
      <pc:sldChg chg="addSp delSp modSp add mod modTransition">
        <pc:chgData name="SERGIO SPANO'" userId="3abdd0b9-513e-40ac-aad4-56920065037d" providerId="ADAL" clId="{2DCFDF45-1F6B-4A47-892B-C9094FDD5642}" dt="2022-03-29T15:09:18.552" v="6977"/>
        <pc:sldMkLst>
          <pc:docMk/>
          <pc:sldMk cId="3548083134" sldId="284"/>
        </pc:sldMkLst>
        <pc:spChg chg="add del mod">
          <ac:chgData name="SERGIO SPANO'" userId="3abdd0b9-513e-40ac-aad4-56920065037d" providerId="ADAL" clId="{2DCFDF45-1F6B-4A47-892B-C9094FDD5642}" dt="2022-03-22T10:08:14.896" v="5766" actId="478"/>
          <ac:spMkLst>
            <pc:docMk/>
            <pc:sldMk cId="3548083134" sldId="284"/>
            <ac:spMk id="7" creationId="{A22AC266-CAAC-436C-8F8D-3CD803E59305}"/>
          </ac:spMkLst>
        </pc:spChg>
        <pc:spChg chg="del">
          <ac:chgData name="SERGIO SPANO'" userId="3abdd0b9-513e-40ac-aad4-56920065037d" providerId="ADAL" clId="{2DCFDF45-1F6B-4A47-892B-C9094FDD5642}" dt="2022-03-22T10:08:06.017" v="5764" actId="478"/>
          <ac:spMkLst>
            <pc:docMk/>
            <pc:sldMk cId="3548083134" sldId="284"/>
            <ac:spMk id="21" creationId="{508217E1-7E16-4F61-82FD-7A7845715362}"/>
          </ac:spMkLst>
        </pc:spChg>
        <pc:spChg chg="add mod">
          <ac:chgData name="SERGIO SPANO'" userId="3abdd0b9-513e-40ac-aad4-56920065037d" providerId="ADAL" clId="{2DCFDF45-1F6B-4A47-892B-C9094FDD5642}" dt="2022-03-22T10:10:08.479" v="5828" actId="1076"/>
          <ac:spMkLst>
            <pc:docMk/>
            <pc:sldMk cId="3548083134" sldId="284"/>
            <ac:spMk id="22" creationId="{AF520F20-0C18-4102-B7A0-E9B0351A2577}"/>
          </ac:spMkLst>
        </pc:spChg>
        <pc:spChg chg="add mod">
          <ac:chgData name="SERGIO SPANO'" userId="3abdd0b9-513e-40ac-aad4-56920065037d" providerId="ADAL" clId="{2DCFDF45-1F6B-4A47-892B-C9094FDD5642}" dt="2022-03-22T10:11:17.175" v="5933" actId="1076"/>
          <ac:spMkLst>
            <pc:docMk/>
            <pc:sldMk cId="3548083134" sldId="284"/>
            <ac:spMk id="23" creationId="{C8F8E1CB-E652-47B4-A833-F7DDBDAA3B0A}"/>
          </ac:spMkLst>
        </pc:spChg>
        <pc:spChg chg="del">
          <ac:chgData name="SERGIO SPANO'" userId="3abdd0b9-513e-40ac-aad4-56920065037d" providerId="ADAL" clId="{2DCFDF45-1F6B-4A47-892B-C9094FDD5642}" dt="2022-03-22T10:08:16.023" v="5767" actId="478"/>
          <ac:spMkLst>
            <pc:docMk/>
            <pc:sldMk cId="3548083134" sldId="284"/>
            <ac:spMk id="24" creationId="{F8ACDDBC-01E5-489C-8183-6D05022C490F}"/>
          </ac:spMkLst>
        </pc:spChg>
        <pc:spChg chg="del">
          <ac:chgData name="SERGIO SPANO'" userId="3abdd0b9-513e-40ac-aad4-56920065037d" providerId="ADAL" clId="{2DCFDF45-1F6B-4A47-892B-C9094FDD5642}" dt="2022-03-22T10:08:07.225" v="5765" actId="478"/>
          <ac:spMkLst>
            <pc:docMk/>
            <pc:sldMk cId="3548083134" sldId="284"/>
            <ac:spMk id="25" creationId="{5B623B3E-65D1-4F13-8820-A60D592BC7DB}"/>
          </ac:spMkLst>
        </pc:spChg>
        <pc:picChg chg="add mod">
          <ac:chgData name="SERGIO SPANO'" userId="3abdd0b9-513e-40ac-aad4-56920065037d" providerId="ADAL" clId="{2DCFDF45-1F6B-4A47-892B-C9094FDD5642}" dt="2022-03-22T10:10:16.859" v="5832" actId="1076"/>
          <ac:picMkLst>
            <pc:docMk/>
            <pc:sldMk cId="3548083134" sldId="284"/>
            <ac:picMk id="9" creationId="{BE485D07-C544-4AF4-8848-95977FB24AF3}"/>
          </ac:picMkLst>
        </pc:picChg>
        <pc:picChg chg="del">
          <ac:chgData name="SERGIO SPANO'" userId="3abdd0b9-513e-40ac-aad4-56920065037d" providerId="ADAL" clId="{2DCFDF45-1F6B-4A47-892B-C9094FDD5642}" dt="2022-03-22T10:08:05.003" v="5762" actId="478"/>
          <ac:picMkLst>
            <pc:docMk/>
            <pc:sldMk cId="3548083134" sldId="284"/>
            <ac:picMk id="11" creationId="{4889B6C1-DFCF-4F76-9A1A-4C72E922BE3B}"/>
          </ac:picMkLst>
        </pc:picChg>
        <pc:picChg chg="add mod">
          <ac:chgData name="SERGIO SPANO'" userId="3abdd0b9-513e-40ac-aad4-56920065037d" providerId="ADAL" clId="{2DCFDF45-1F6B-4A47-892B-C9094FDD5642}" dt="2022-03-22T10:10:18.513" v="5833" actId="1076"/>
          <ac:picMkLst>
            <pc:docMk/>
            <pc:sldMk cId="3548083134" sldId="284"/>
            <ac:picMk id="12" creationId="{F51B14B0-B88A-4D7F-A8D0-814410EB70D8}"/>
          </ac:picMkLst>
        </pc:picChg>
        <pc:picChg chg="add mod">
          <ac:chgData name="SERGIO SPANO'" userId="3abdd0b9-513e-40ac-aad4-56920065037d" providerId="ADAL" clId="{2DCFDF45-1F6B-4A47-892B-C9094FDD5642}" dt="2022-03-22T10:09:30.284" v="5788" actId="1076"/>
          <ac:picMkLst>
            <pc:docMk/>
            <pc:sldMk cId="3548083134" sldId="284"/>
            <ac:picMk id="14" creationId="{12E85EFF-A0BF-46CE-83FB-BF893C5473A6}"/>
          </ac:picMkLst>
        </pc:picChg>
        <pc:picChg chg="del">
          <ac:chgData name="SERGIO SPANO'" userId="3abdd0b9-513e-40ac-aad4-56920065037d" providerId="ADAL" clId="{2DCFDF45-1F6B-4A47-892B-C9094FDD5642}" dt="2022-03-22T10:08:16.565" v="5768" actId="478"/>
          <ac:picMkLst>
            <pc:docMk/>
            <pc:sldMk cId="3548083134" sldId="284"/>
            <ac:picMk id="19" creationId="{141209DC-D41F-45B3-8303-0F5F4E43DEBA}"/>
          </ac:picMkLst>
        </pc:picChg>
        <pc:picChg chg="del">
          <ac:chgData name="SERGIO SPANO'" userId="3abdd0b9-513e-40ac-aad4-56920065037d" providerId="ADAL" clId="{2DCFDF45-1F6B-4A47-892B-C9094FDD5642}" dt="2022-03-22T10:08:05.391" v="5763" actId="478"/>
          <ac:picMkLst>
            <pc:docMk/>
            <pc:sldMk cId="3548083134" sldId="284"/>
            <ac:picMk id="20" creationId="{7DB46C86-1065-4A08-8451-CA347E7F5991}"/>
          </ac:picMkLst>
        </pc:picChg>
      </pc:sldChg>
      <pc:sldChg chg="modSp new mod modTransition">
        <pc:chgData name="SERGIO SPANO'" userId="3abdd0b9-513e-40ac-aad4-56920065037d" providerId="ADAL" clId="{2DCFDF45-1F6B-4A47-892B-C9094FDD5642}" dt="2022-03-29T15:09:18.552" v="6977"/>
        <pc:sldMkLst>
          <pc:docMk/>
          <pc:sldMk cId="2327913782" sldId="285"/>
        </pc:sldMkLst>
        <pc:spChg chg="mod">
          <ac:chgData name="SERGIO SPANO'" userId="3abdd0b9-513e-40ac-aad4-56920065037d" providerId="ADAL" clId="{2DCFDF45-1F6B-4A47-892B-C9094FDD5642}" dt="2022-03-22T10:11:35.230" v="5945" actId="20577"/>
          <ac:spMkLst>
            <pc:docMk/>
            <pc:sldMk cId="2327913782" sldId="285"/>
            <ac:spMk id="2" creationId="{1BC0E471-138B-4C28-9B06-FD585B4AE3C3}"/>
          </ac:spMkLst>
        </pc:spChg>
      </pc:sldChg>
      <pc:sldChg chg="addSp delSp modSp new mod modTransition modClrScheme chgLayout">
        <pc:chgData name="SERGIO SPANO'" userId="3abdd0b9-513e-40ac-aad4-56920065037d" providerId="ADAL" clId="{2DCFDF45-1F6B-4A47-892B-C9094FDD5642}" dt="2022-03-29T15:09:18.552" v="6977"/>
        <pc:sldMkLst>
          <pc:docMk/>
          <pc:sldMk cId="921774571" sldId="286"/>
        </pc:sldMkLst>
        <pc:spChg chg="del mod ord">
          <ac:chgData name="SERGIO SPANO'" userId="3abdd0b9-513e-40ac-aad4-56920065037d" providerId="ADAL" clId="{2DCFDF45-1F6B-4A47-892B-C9094FDD5642}" dt="2022-03-22T10:11:41.575" v="5947" actId="700"/>
          <ac:spMkLst>
            <pc:docMk/>
            <pc:sldMk cId="921774571" sldId="286"/>
            <ac:spMk id="2" creationId="{C2891326-BF93-4BAB-BFBE-DD1D2559CC5C}"/>
          </ac:spMkLst>
        </pc:spChg>
        <pc:spChg chg="del mod ord">
          <ac:chgData name="SERGIO SPANO'" userId="3abdd0b9-513e-40ac-aad4-56920065037d" providerId="ADAL" clId="{2DCFDF45-1F6B-4A47-892B-C9094FDD5642}" dt="2022-03-22T10:11:41.575" v="5947" actId="700"/>
          <ac:spMkLst>
            <pc:docMk/>
            <pc:sldMk cId="921774571" sldId="286"/>
            <ac:spMk id="3" creationId="{EC87FECB-75E2-4A92-85C3-AAAB37611EBF}"/>
          </ac:spMkLst>
        </pc:spChg>
        <pc:spChg chg="mod ord">
          <ac:chgData name="SERGIO SPANO'" userId="3abdd0b9-513e-40ac-aad4-56920065037d" providerId="ADAL" clId="{2DCFDF45-1F6B-4A47-892B-C9094FDD5642}" dt="2022-03-22T10:11:41.575" v="5947" actId="700"/>
          <ac:spMkLst>
            <pc:docMk/>
            <pc:sldMk cId="921774571" sldId="286"/>
            <ac:spMk id="4" creationId="{AA1D6F2E-E827-43AA-826B-3A9FB31A6619}"/>
          </ac:spMkLst>
        </pc:spChg>
        <pc:spChg chg="mod ord">
          <ac:chgData name="SERGIO SPANO'" userId="3abdd0b9-513e-40ac-aad4-56920065037d" providerId="ADAL" clId="{2DCFDF45-1F6B-4A47-892B-C9094FDD5642}" dt="2022-03-22T10:11:41.575" v="5947" actId="700"/>
          <ac:spMkLst>
            <pc:docMk/>
            <pc:sldMk cId="921774571" sldId="286"/>
            <ac:spMk id="5" creationId="{936199A7-D18C-495A-83E5-7EB7E74A06EA}"/>
          </ac:spMkLst>
        </pc:spChg>
        <pc:spChg chg="add mod ord">
          <ac:chgData name="SERGIO SPANO'" userId="3abdd0b9-513e-40ac-aad4-56920065037d" providerId="ADAL" clId="{2DCFDF45-1F6B-4A47-892B-C9094FDD5642}" dt="2022-03-22T10:11:44.043" v="5959" actId="20577"/>
          <ac:spMkLst>
            <pc:docMk/>
            <pc:sldMk cId="921774571" sldId="286"/>
            <ac:spMk id="6" creationId="{004E621A-A2AB-4E46-B354-8D84ABF3AE43}"/>
          </ac:spMkLst>
        </pc:spChg>
        <pc:spChg chg="add mod ord">
          <ac:chgData name="SERGIO SPANO'" userId="3abdd0b9-513e-40ac-aad4-56920065037d" providerId="ADAL" clId="{2DCFDF45-1F6B-4A47-892B-C9094FDD5642}" dt="2022-03-23T10:55:19.455" v="6752" actId="207"/>
          <ac:spMkLst>
            <pc:docMk/>
            <pc:sldMk cId="921774571" sldId="286"/>
            <ac:spMk id="7" creationId="{A0E486A5-8D97-41B5-A61A-560E5A490528}"/>
          </ac:spMkLst>
        </pc:spChg>
      </pc:sldChg>
      <pc:sldChg chg="add modTransition">
        <pc:chgData name="SERGIO SPANO'" userId="3abdd0b9-513e-40ac-aad4-56920065037d" providerId="ADAL" clId="{2DCFDF45-1F6B-4A47-892B-C9094FDD5642}" dt="2022-03-29T15:09:18.552" v="6977"/>
        <pc:sldMkLst>
          <pc:docMk/>
          <pc:sldMk cId="288709285" sldId="287"/>
        </pc:sldMkLst>
      </pc:sldChg>
      <pc:sldMasterChg chg="delSp mod modTransition modSldLayout">
        <pc:chgData name="SERGIO SPANO'" userId="3abdd0b9-513e-40ac-aad4-56920065037d" providerId="ADAL" clId="{2DCFDF45-1F6B-4A47-892B-C9094FDD5642}" dt="2022-03-29T15:09:18.552" v="6977"/>
        <pc:sldMasterMkLst>
          <pc:docMk/>
          <pc:sldMasterMk cId="2117844949" sldId="2147483648"/>
        </pc:sldMasterMkLst>
        <pc:picChg chg="del">
          <ac:chgData name="SERGIO SPANO'" userId="3abdd0b9-513e-40ac-aad4-56920065037d" providerId="ADAL" clId="{2DCFDF45-1F6B-4A47-892B-C9094FDD5642}" dt="2022-03-18T13:54:58.125" v="14" actId="478"/>
          <ac:picMkLst>
            <pc:docMk/>
            <pc:sldMasterMk cId="2117844949" sldId="2147483648"/>
            <ac:picMk id="11" creationId="{691F592A-D320-4879-B8DA-C414E6D36C34}"/>
          </ac:picMkLst>
        </pc:picChg>
        <pc:sldLayoutChg chg="modTransition">
          <pc:chgData name="SERGIO SPANO'" userId="3abdd0b9-513e-40ac-aad4-56920065037d" providerId="ADAL" clId="{2DCFDF45-1F6B-4A47-892B-C9094FDD5642}" dt="2022-03-29T15:09:18.552" v="6977"/>
          <pc:sldLayoutMkLst>
            <pc:docMk/>
            <pc:sldMasterMk cId="2117844949" sldId="2147483648"/>
            <pc:sldLayoutMk cId="638397118" sldId="2147483649"/>
          </pc:sldLayoutMkLst>
        </pc:sldLayoutChg>
        <pc:sldLayoutChg chg="modSp modTransition">
          <pc:chgData name="SERGIO SPANO'" userId="3abdd0b9-513e-40ac-aad4-56920065037d" providerId="ADAL" clId="{2DCFDF45-1F6B-4A47-892B-C9094FDD5642}" dt="2022-03-29T15:09:18.552" v="6977"/>
          <pc:sldLayoutMkLst>
            <pc:docMk/>
            <pc:sldMasterMk cId="2117844949" sldId="2147483648"/>
            <pc:sldLayoutMk cId="1468147844" sldId="2147483650"/>
          </pc:sldLayoutMkLst>
          <pc:spChg chg="mod">
            <ac:chgData name="SERGIO SPANO'" userId="3abdd0b9-513e-40ac-aad4-56920065037d" providerId="ADAL" clId="{2DCFDF45-1F6B-4A47-892B-C9094FDD5642}" dt="2022-03-21T14:24:12.677" v="3381" actId="113"/>
            <ac:spMkLst>
              <pc:docMk/>
              <pc:sldMasterMk cId="2117844949" sldId="2147483648"/>
              <pc:sldLayoutMk cId="1468147844" sldId="2147483650"/>
              <ac:spMk id="2" creationId="{2BE5BC59-9EE5-454B-8731-458C5A4ADF9E}"/>
            </ac:spMkLst>
          </pc:spChg>
        </pc:sldLayoutChg>
        <pc:sldLayoutChg chg="addSp modSp mod modTransition">
          <pc:chgData name="SERGIO SPANO'" userId="3abdd0b9-513e-40ac-aad4-56920065037d" providerId="ADAL" clId="{2DCFDF45-1F6B-4A47-892B-C9094FDD5642}" dt="2022-03-29T15:09:18.552" v="6977"/>
          <pc:sldLayoutMkLst>
            <pc:docMk/>
            <pc:sldMasterMk cId="2117844949" sldId="2147483648"/>
            <pc:sldLayoutMk cId="484314592" sldId="2147483651"/>
          </pc:sldLayoutMkLst>
          <pc:spChg chg="add mod ord">
            <ac:chgData name="SERGIO SPANO'" userId="3abdd0b9-513e-40ac-aad4-56920065037d" providerId="ADAL" clId="{2DCFDF45-1F6B-4A47-892B-C9094FDD5642}" dt="2022-03-21T11:12:12.868" v="1481" actId="14100"/>
            <ac:spMkLst>
              <pc:docMk/>
              <pc:sldMasterMk cId="2117844949" sldId="2147483648"/>
              <pc:sldLayoutMk cId="484314592" sldId="2147483651"/>
              <ac:spMk id="7" creationId="{AF223CD9-C9ED-4CF0-B204-CAF3B15E86E9}"/>
            </ac:spMkLst>
          </pc:spChg>
        </pc:sldLayoutChg>
        <pc:sldLayoutChg chg="modTransition">
          <pc:chgData name="SERGIO SPANO'" userId="3abdd0b9-513e-40ac-aad4-56920065037d" providerId="ADAL" clId="{2DCFDF45-1F6B-4A47-892B-C9094FDD5642}" dt="2022-03-29T15:09:18.552" v="6977"/>
          <pc:sldLayoutMkLst>
            <pc:docMk/>
            <pc:sldMasterMk cId="2117844949" sldId="2147483648"/>
            <pc:sldLayoutMk cId="1127178419" sldId="2147483652"/>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3277322425" sldId="2147483653"/>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2438592927" sldId="2147483654"/>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2338396061" sldId="2147483655"/>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286306287" sldId="2147483656"/>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3515321370" sldId="2147483657"/>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1825112441" sldId="2147483658"/>
          </pc:sldLayoutMkLst>
        </pc:sldLayoutChg>
        <pc:sldLayoutChg chg="modTransition">
          <pc:chgData name="SERGIO SPANO'" userId="3abdd0b9-513e-40ac-aad4-56920065037d" providerId="ADAL" clId="{2DCFDF45-1F6B-4A47-892B-C9094FDD5642}" dt="2022-03-29T15:09:18.552" v="6977"/>
          <pc:sldLayoutMkLst>
            <pc:docMk/>
            <pc:sldMasterMk cId="2117844949" sldId="2147483648"/>
            <pc:sldLayoutMk cId="2943013309" sldId="2147483659"/>
          </pc:sldLayoutMkLst>
        </pc:sldLayoutChg>
      </pc:sldMasterChg>
    </pc:docChg>
  </pc:docChgLst>
  <pc:docChgLst>
    <pc:chgData name="SERGIO SPANO'" userId="3abdd0b9-513e-40ac-aad4-56920065037d" providerId="ADAL" clId="{09EB5671-F274-4581-BF31-7BCFFD0497FA}"/>
    <pc:docChg chg="undo custSel addSld delSld modSld">
      <pc:chgData name="SERGIO SPANO'" userId="3abdd0b9-513e-40ac-aad4-56920065037d" providerId="ADAL" clId="{09EB5671-F274-4581-BF31-7BCFFD0497FA}" dt="2022-04-06T11:21:16.738" v="604" actId="1076"/>
      <pc:docMkLst>
        <pc:docMk/>
      </pc:docMkLst>
      <pc:sldChg chg="modSp add del mod">
        <pc:chgData name="SERGIO SPANO'" userId="3abdd0b9-513e-40ac-aad4-56920065037d" providerId="ADAL" clId="{09EB5671-F274-4581-BF31-7BCFFD0497FA}" dt="2022-04-06T10:50:37.215" v="100" actId="1076"/>
        <pc:sldMkLst>
          <pc:docMk/>
          <pc:sldMk cId="3676927149" sldId="256"/>
        </pc:sldMkLst>
        <pc:spChg chg="mod">
          <ac:chgData name="SERGIO SPANO'" userId="3abdd0b9-513e-40ac-aad4-56920065037d" providerId="ADAL" clId="{09EB5671-F274-4581-BF31-7BCFFD0497FA}" dt="2022-04-06T10:50:37.215" v="100" actId="1076"/>
          <ac:spMkLst>
            <pc:docMk/>
            <pc:sldMk cId="3676927149" sldId="256"/>
            <ac:spMk id="2" creationId="{AE5A0156-FA44-4B5E-AA95-BA26FE319EEF}"/>
          </ac:spMkLst>
        </pc:spChg>
      </pc:sldChg>
      <pc:sldChg chg="addSp delSp modSp new mod">
        <pc:chgData name="SERGIO SPANO'" userId="3abdd0b9-513e-40ac-aad4-56920065037d" providerId="ADAL" clId="{09EB5671-F274-4581-BF31-7BCFFD0497FA}" dt="2022-04-06T10:50:29.509" v="97" actId="6549"/>
        <pc:sldMkLst>
          <pc:docMk/>
          <pc:sldMk cId="1297370464" sldId="257"/>
        </pc:sldMkLst>
        <pc:spChg chg="mod">
          <ac:chgData name="SERGIO SPANO'" userId="3abdd0b9-513e-40ac-aad4-56920065037d" providerId="ADAL" clId="{09EB5671-F274-4581-BF31-7BCFFD0497FA}" dt="2022-04-06T10:50:29.509" v="97" actId="6549"/>
          <ac:spMkLst>
            <pc:docMk/>
            <pc:sldMk cId="1297370464" sldId="257"/>
            <ac:spMk id="2" creationId="{527D9F5C-D2C9-4EDC-8D0D-05D9B07C4002}"/>
          </ac:spMkLst>
        </pc:spChg>
        <pc:spChg chg="mod">
          <ac:chgData name="SERGIO SPANO'" userId="3abdd0b9-513e-40ac-aad4-56920065037d" providerId="ADAL" clId="{09EB5671-F274-4581-BF31-7BCFFD0497FA}" dt="2022-04-06T10:49:27.390" v="71" actId="14100"/>
          <ac:spMkLst>
            <pc:docMk/>
            <pc:sldMk cId="1297370464" sldId="257"/>
            <ac:spMk id="3" creationId="{84946712-5FBA-4E62-871F-9E13862569EC}"/>
          </ac:spMkLst>
        </pc:spChg>
        <pc:spChg chg="mod">
          <ac:chgData name="SERGIO SPANO'" userId="3abdd0b9-513e-40ac-aad4-56920065037d" providerId="ADAL" clId="{09EB5671-F274-4581-BF31-7BCFFD0497FA}" dt="2022-04-06T10:49:07.787" v="63"/>
          <ac:spMkLst>
            <pc:docMk/>
            <pc:sldMk cId="1297370464" sldId="257"/>
            <ac:spMk id="7" creationId="{C4980D47-736F-442B-8BB9-96F6719BE2DE}"/>
          </ac:spMkLst>
        </pc:spChg>
        <pc:spChg chg="mod">
          <ac:chgData name="SERGIO SPANO'" userId="3abdd0b9-513e-40ac-aad4-56920065037d" providerId="ADAL" clId="{09EB5671-F274-4581-BF31-7BCFFD0497FA}" dt="2022-04-06T10:49:07.787" v="63"/>
          <ac:spMkLst>
            <pc:docMk/>
            <pc:sldMk cId="1297370464" sldId="257"/>
            <ac:spMk id="15" creationId="{ABD20B46-C110-4D8D-9E83-FF296FC01904}"/>
          </ac:spMkLst>
        </pc:spChg>
        <pc:spChg chg="mod">
          <ac:chgData name="SERGIO SPANO'" userId="3abdd0b9-513e-40ac-aad4-56920065037d" providerId="ADAL" clId="{09EB5671-F274-4581-BF31-7BCFFD0497FA}" dt="2022-04-06T10:49:07.787" v="63"/>
          <ac:spMkLst>
            <pc:docMk/>
            <pc:sldMk cId="1297370464" sldId="257"/>
            <ac:spMk id="19" creationId="{41DA8E76-AB41-4FD8-A13E-8963503FDB7E}"/>
          </ac:spMkLst>
        </pc:spChg>
        <pc:spChg chg="mod">
          <ac:chgData name="SERGIO SPANO'" userId="3abdd0b9-513e-40ac-aad4-56920065037d" providerId="ADAL" clId="{09EB5671-F274-4581-BF31-7BCFFD0497FA}" dt="2022-04-06T10:49:07.787" v="63"/>
          <ac:spMkLst>
            <pc:docMk/>
            <pc:sldMk cId="1297370464" sldId="257"/>
            <ac:spMk id="20" creationId="{CAD7BFEF-C137-455F-BB40-5B6696CC8A1B}"/>
          </ac:spMkLst>
        </pc:spChg>
        <pc:spChg chg="mod">
          <ac:chgData name="SERGIO SPANO'" userId="3abdd0b9-513e-40ac-aad4-56920065037d" providerId="ADAL" clId="{09EB5671-F274-4581-BF31-7BCFFD0497FA}" dt="2022-04-06T10:49:07.787" v="63"/>
          <ac:spMkLst>
            <pc:docMk/>
            <pc:sldMk cId="1297370464" sldId="257"/>
            <ac:spMk id="21" creationId="{FC889A8F-EB8C-414C-9142-7FC00760899C}"/>
          </ac:spMkLst>
        </pc:spChg>
        <pc:spChg chg="mod">
          <ac:chgData name="SERGIO SPANO'" userId="3abdd0b9-513e-40ac-aad4-56920065037d" providerId="ADAL" clId="{09EB5671-F274-4581-BF31-7BCFFD0497FA}" dt="2022-04-06T10:49:07.787" v="63"/>
          <ac:spMkLst>
            <pc:docMk/>
            <pc:sldMk cId="1297370464" sldId="257"/>
            <ac:spMk id="23" creationId="{7EC68D4B-6667-4889-9632-F5045E6E2980}"/>
          </ac:spMkLst>
        </pc:spChg>
        <pc:spChg chg="mod">
          <ac:chgData name="SERGIO SPANO'" userId="3abdd0b9-513e-40ac-aad4-56920065037d" providerId="ADAL" clId="{09EB5671-F274-4581-BF31-7BCFFD0497FA}" dt="2022-04-06T10:49:07.787" v="63"/>
          <ac:spMkLst>
            <pc:docMk/>
            <pc:sldMk cId="1297370464" sldId="257"/>
            <ac:spMk id="24" creationId="{F51A6490-14CC-4898-BE43-9845E7902F82}"/>
          </ac:spMkLst>
        </pc:spChg>
        <pc:spChg chg="mod">
          <ac:chgData name="SERGIO SPANO'" userId="3abdd0b9-513e-40ac-aad4-56920065037d" providerId="ADAL" clId="{09EB5671-F274-4581-BF31-7BCFFD0497FA}" dt="2022-04-06T10:49:07.787" v="63"/>
          <ac:spMkLst>
            <pc:docMk/>
            <pc:sldMk cId="1297370464" sldId="257"/>
            <ac:spMk id="25" creationId="{75FD0FE7-5B1A-4308-95F8-765F49EA77D8}"/>
          </ac:spMkLst>
        </pc:spChg>
        <pc:spChg chg="mod">
          <ac:chgData name="SERGIO SPANO'" userId="3abdd0b9-513e-40ac-aad4-56920065037d" providerId="ADAL" clId="{09EB5671-F274-4581-BF31-7BCFFD0497FA}" dt="2022-04-06T10:49:07.787" v="63"/>
          <ac:spMkLst>
            <pc:docMk/>
            <pc:sldMk cId="1297370464" sldId="257"/>
            <ac:spMk id="26" creationId="{A7801AA4-E7E8-4A32-A9BD-92DA856FB8CA}"/>
          </ac:spMkLst>
        </pc:spChg>
        <pc:grpChg chg="add del mod">
          <ac:chgData name="SERGIO SPANO'" userId="3abdd0b9-513e-40ac-aad4-56920065037d" providerId="ADAL" clId="{09EB5671-F274-4581-BF31-7BCFFD0497FA}" dt="2022-04-06T10:49:09.230" v="64" actId="21"/>
          <ac:grpSpMkLst>
            <pc:docMk/>
            <pc:sldMk cId="1297370464" sldId="257"/>
            <ac:grpSpMk id="6" creationId="{FC41CDED-7A8B-4582-B522-91DA0382389E}"/>
          </ac:grpSpMkLst>
        </pc:grpChg>
        <pc:grpChg chg="mod">
          <ac:chgData name="SERGIO SPANO'" userId="3abdd0b9-513e-40ac-aad4-56920065037d" providerId="ADAL" clId="{09EB5671-F274-4581-BF31-7BCFFD0497FA}" dt="2022-04-06T10:49:07.787" v="63"/>
          <ac:grpSpMkLst>
            <pc:docMk/>
            <pc:sldMk cId="1297370464" sldId="257"/>
            <ac:grpSpMk id="8" creationId="{0522FC9A-F0E1-4DC7-8D59-FCF810F080E7}"/>
          </ac:grpSpMkLst>
        </pc:grpChg>
        <pc:picChg chg="add del">
          <ac:chgData name="SERGIO SPANO'" userId="3abdd0b9-513e-40ac-aad4-56920065037d" providerId="ADAL" clId="{09EB5671-F274-4581-BF31-7BCFFD0497FA}" dt="2022-04-06T10:49:11.959" v="66"/>
          <ac:picMkLst>
            <pc:docMk/>
            <pc:sldMk cId="1297370464" sldId="257"/>
            <ac:picMk id="27" creationId="{845CA4BB-E52A-4605-A8BB-CED1D1A4DBDF}"/>
          </ac:picMkLst>
        </pc:picChg>
        <pc:picChg chg="add del">
          <ac:chgData name="SERGIO SPANO'" userId="3abdd0b9-513e-40ac-aad4-56920065037d" providerId="ADAL" clId="{09EB5671-F274-4581-BF31-7BCFFD0497FA}" dt="2022-04-06T10:49:19.093" v="68"/>
          <ac:picMkLst>
            <pc:docMk/>
            <pc:sldMk cId="1297370464" sldId="257"/>
            <ac:picMk id="28" creationId="{9DE61D35-54A3-4776-8FEC-89FE9D8A92E8}"/>
          </ac:picMkLst>
        </pc:picChg>
        <pc:picChg chg="add mod">
          <ac:chgData name="SERGIO SPANO'" userId="3abdd0b9-513e-40ac-aad4-56920065037d" providerId="ADAL" clId="{09EB5671-F274-4581-BF31-7BCFFD0497FA}" dt="2022-04-06T10:49:30.607" v="72" actId="14100"/>
          <ac:picMkLst>
            <pc:docMk/>
            <pc:sldMk cId="1297370464" sldId="257"/>
            <ac:picMk id="29" creationId="{08178A3E-7B76-4751-9DF9-BC379835CE1A}"/>
          </ac:picMkLst>
        </pc:picChg>
        <pc:picChg chg="add mod">
          <ac:chgData name="SERGIO SPANO'" userId="3abdd0b9-513e-40ac-aad4-56920065037d" providerId="ADAL" clId="{09EB5671-F274-4581-BF31-7BCFFD0497FA}" dt="2022-04-06T10:50:00.386" v="82" actId="1076"/>
          <ac:picMkLst>
            <pc:docMk/>
            <pc:sldMk cId="1297370464" sldId="257"/>
            <ac:picMk id="30" creationId="{1BB7AAEE-FD20-4647-B6E3-E524AD9348CA}"/>
          </ac:picMkLst>
        </pc:picChg>
        <pc:cxnChg chg="mod">
          <ac:chgData name="SERGIO SPANO'" userId="3abdd0b9-513e-40ac-aad4-56920065037d" providerId="ADAL" clId="{09EB5671-F274-4581-BF31-7BCFFD0497FA}" dt="2022-04-06T10:49:07.787" v="63"/>
          <ac:cxnSpMkLst>
            <pc:docMk/>
            <pc:sldMk cId="1297370464" sldId="257"/>
            <ac:cxnSpMk id="9" creationId="{DCE8D508-9FFE-4808-A1DE-059EB4FB03FF}"/>
          </ac:cxnSpMkLst>
        </pc:cxnChg>
        <pc:cxnChg chg="mod">
          <ac:chgData name="SERGIO SPANO'" userId="3abdd0b9-513e-40ac-aad4-56920065037d" providerId="ADAL" clId="{09EB5671-F274-4581-BF31-7BCFFD0497FA}" dt="2022-04-06T10:49:07.787" v="63"/>
          <ac:cxnSpMkLst>
            <pc:docMk/>
            <pc:sldMk cId="1297370464" sldId="257"/>
            <ac:cxnSpMk id="10" creationId="{0F128E27-5FC5-48EA-A339-42A5A9A87BB3}"/>
          </ac:cxnSpMkLst>
        </pc:cxnChg>
        <pc:cxnChg chg="mod">
          <ac:chgData name="SERGIO SPANO'" userId="3abdd0b9-513e-40ac-aad4-56920065037d" providerId="ADAL" clId="{09EB5671-F274-4581-BF31-7BCFFD0497FA}" dt="2022-04-06T10:49:07.787" v="63"/>
          <ac:cxnSpMkLst>
            <pc:docMk/>
            <pc:sldMk cId="1297370464" sldId="257"/>
            <ac:cxnSpMk id="11" creationId="{8C9A63B7-8E4E-4D52-87DD-A1EBC675017D}"/>
          </ac:cxnSpMkLst>
        </pc:cxnChg>
        <pc:cxnChg chg="mod">
          <ac:chgData name="SERGIO SPANO'" userId="3abdd0b9-513e-40ac-aad4-56920065037d" providerId="ADAL" clId="{09EB5671-F274-4581-BF31-7BCFFD0497FA}" dt="2022-04-06T10:49:07.787" v="63"/>
          <ac:cxnSpMkLst>
            <pc:docMk/>
            <pc:sldMk cId="1297370464" sldId="257"/>
            <ac:cxnSpMk id="12" creationId="{9A5D1220-3DE6-4ED4-97ED-3F0A1F413A35}"/>
          </ac:cxnSpMkLst>
        </pc:cxnChg>
        <pc:cxnChg chg="mod">
          <ac:chgData name="SERGIO SPANO'" userId="3abdd0b9-513e-40ac-aad4-56920065037d" providerId="ADAL" clId="{09EB5671-F274-4581-BF31-7BCFFD0497FA}" dt="2022-04-06T10:49:07.787" v="63"/>
          <ac:cxnSpMkLst>
            <pc:docMk/>
            <pc:sldMk cId="1297370464" sldId="257"/>
            <ac:cxnSpMk id="13" creationId="{CE1FF0A9-D05C-4D8D-80DD-9BA798ED86A1}"/>
          </ac:cxnSpMkLst>
        </pc:cxnChg>
        <pc:cxnChg chg="mod">
          <ac:chgData name="SERGIO SPANO'" userId="3abdd0b9-513e-40ac-aad4-56920065037d" providerId="ADAL" clId="{09EB5671-F274-4581-BF31-7BCFFD0497FA}" dt="2022-04-06T10:49:07.787" v="63"/>
          <ac:cxnSpMkLst>
            <pc:docMk/>
            <pc:sldMk cId="1297370464" sldId="257"/>
            <ac:cxnSpMk id="14" creationId="{E4278365-0C7D-4A1E-928E-F880A147140D}"/>
          </ac:cxnSpMkLst>
        </pc:cxnChg>
        <pc:cxnChg chg="mod">
          <ac:chgData name="SERGIO SPANO'" userId="3abdd0b9-513e-40ac-aad4-56920065037d" providerId="ADAL" clId="{09EB5671-F274-4581-BF31-7BCFFD0497FA}" dt="2022-04-06T10:49:07.787" v="63"/>
          <ac:cxnSpMkLst>
            <pc:docMk/>
            <pc:sldMk cId="1297370464" sldId="257"/>
            <ac:cxnSpMk id="16" creationId="{F5C9CAE3-98CC-437A-B96F-4035EF955170}"/>
          </ac:cxnSpMkLst>
        </pc:cxnChg>
        <pc:cxnChg chg="mod">
          <ac:chgData name="SERGIO SPANO'" userId="3abdd0b9-513e-40ac-aad4-56920065037d" providerId="ADAL" clId="{09EB5671-F274-4581-BF31-7BCFFD0497FA}" dt="2022-04-06T10:49:07.787" v="63"/>
          <ac:cxnSpMkLst>
            <pc:docMk/>
            <pc:sldMk cId="1297370464" sldId="257"/>
            <ac:cxnSpMk id="17" creationId="{F5A264D0-8FA4-434F-BEF0-E619101D332B}"/>
          </ac:cxnSpMkLst>
        </pc:cxnChg>
        <pc:cxnChg chg="mod">
          <ac:chgData name="SERGIO SPANO'" userId="3abdd0b9-513e-40ac-aad4-56920065037d" providerId="ADAL" clId="{09EB5671-F274-4581-BF31-7BCFFD0497FA}" dt="2022-04-06T10:49:07.787" v="63"/>
          <ac:cxnSpMkLst>
            <pc:docMk/>
            <pc:sldMk cId="1297370464" sldId="257"/>
            <ac:cxnSpMk id="18" creationId="{26697D68-5E0C-464E-AC52-C8953606BF3D}"/>
          </ac:cxnSpMkLst>
        </pc:cxnChg>
        <pc:cxnChg chg="mod">
          <ac:chgData name="SERGIO SPANO'" userId="3abdd0b9-513e-40ac-aad4-56920065037d" providerId="ADAL" clId="{09EB5671-F274-4581-BF31-7BCFFD0497FA}" dt="2022-04-06T10:49:07.787" v="63"/>
          <ac:cxnSpMkLst>
            <pc:docMk/>
            <pc:sldMk cId="1297370464" sldId="257"/>
            <ac:cxnSpMk id="22" creationId="{E852DF1F-313B-46A2-A410-12DE9C256806}"/>
          </ac:cxnSpMkLst>
        </pc:cxnChg>
      </pc:sldChg>
      <pc:sldChg chg="new del">
        <pc:chgData name="SERGIO SPANO'" userId="3abdd0b9-513e-40ac-aad4-56920065037d" providerId="ADAL" clId="{09EB5671-F274-4581-BF31-7BCFFD0497FA}" dt="2022-04-06T10:45:29.545" v="48" actId="680"/>
        <pc:sldMkLst>
          <pc:docMk/>
          <pc:sldMk cId="911996854" sldId="258"/>
        </pc:sldMkLst>
      </pc:sldChg>
      <pc:sldChg chg="addSp delSp modSp new mod">
        <pc:chgData name="SERGIO SPANO'" userId="3abdd0b9-513e-40ac-aad4-56920065037d" providerId="ADAL" clId="{09EB5671-F274-4581-BF31-7BCFFD0497FA}" dt="2022-04-06T10:51:05.332" v="104" actId="1076"/>
        <pc:sldMkLst>
          <pc:docMk/>
          <pc:sldMk cId="2876876438" sldId="258"/>
        </pc:sldMkLst>
        <pc:spChg chg="mod">
          <ac:chgData name="SERGIO SPANO'" userId="3abdd0b9-513e-40ac-aad4-56920065037d" providerId="ADAL" clId="{09EB5671-F274-4581-BF31-7BCFFD0497FA}" dt="2022-04-06T10:50:32.851" v="98" actId="6549"/>
          <ac:spMkLst>
            <pc:docMk/>
            <pc:sldMk cId="2876876438" sldId="258"/>
            <ac:spMk id="2" creationId="{DD3F72FC-E824-4F3C-99D4-E496148236F6}"/>
          </ac:spMkLst>
        </pc:spChg>
        <pc:spChg chg="del">
          <ac:chgData name="SERGIO SPANO'" userId="3abdd0b9-513e-40ac-aad4-56920065037d" providerId="ADAL" clId="{09EB5671-F274-4581-BF31-7BCFFD0497FA}" dt="2022-04-06T10:50:56.630" v="101" actId="478"/>
          <ac:spMkLst>
            <pc:docMk/>
            <pc:sldMk cId="2876876438" sldId="258"/>
            <ac:spMk id="3" creationId="{5756A753-8DF8-4DC0-BE0D-4CE0B55C53F2}"/>
          </ac:spMkLst>
        </pc:spChg>
        <pc:picChg chg="add mod">
          <ac:chgData name="SERGIO SPANO'" userId="3abdd0b9-513e-40ac-aad4-56920065037d" providerId="ADAL" clId="{09EB5671-F274-4581-BF31-7BCFFD0497FA}" dt="2022-04-06T10:51:05.332" v="104" actId="1076"/>
          <ac:picMkLst>
            <pc:docMk/>
            <pc:sldMk cId="2876876438" sldId="258"/>
            <ac:picMk id="6" creationId="{7028B4E1-BF07-4919-8D3E-347C26AE344A}"/>
          </ac:picMkLst>
        </pc:picChg>
      </pc:sldChg>
      <pc:sldChg chg="addSp delSp modSp new mod">
        <pc:chgData name="SERGIO SPANO'" userId="3abdd0b9-513e-40ac-aad4-56920065037d" providerId="ADAL" clId="{09EB5671-F274-4581-BF31-7BCFFD0497FA}" dt="2022-04-06T10:52:03.944" v="142" actId="1076"/>
        <pc:sldMkLst>
          <pc:docMk/>
          <pc:sldMk cId="286617629" sldId="259"/>
        </pc:sldMkLst>
        <pc:spChg chg="mod">
          <ac:chgData name="SERGIO SPANO'" userId="3abdd0b9-513e-40ac-aad4-56920065037d" providerId="ADAL" clId="{09EB5671-F274-4581-BF31-7BCFFD0497FA}" dt="2022-04-06T10:51:30.796" v="135" actId="20577"/>
          <ac:spMkLst>
            <pc:docMk/>
            <pc:sldMk cId="286617629" sldId="259"/>
            <ac:spMk id="2" creationId="{B6E82BFA-97F1-43E7-A5C2-57BF1DA04C1A}"/>
          </ac:spMkLst>
        </pc:spChg>
        <pc:spChg chg="del mod">
          <ac:chgData name="SERGIO SPANO'" userId="3abdd0b9-513e-40ac-aad4-56920065037d" providerId="ADAL" clId="{09EB5671-F274-4581-BF31-7BCFFD0497FA}" dt="2022-04-06T10:51:43.769" v="137" actId="478"/>
          <ac:spMkLst>
            <pc:docMk/>
            <pc:sldMk cId="286617629" sldId="259"/>
            <ac:spMk id="3" creationId="{B42B41DE-E15C-4407-875B-D60A552D31D9}"/>
          </ac:spMkLst>
        </pc:spChg>
        <pc:spChg chg="add del mod">
          <ac:chgData name="SERGIO SPANO'" userId="3abdd0b9-513e-40ac-aad4-56920065037d" providerId="ADAL" clId="{09EB5671-F274-4581-BF31-7BCFFD0497FA}" dt="2022-04-06T10:51:46.714" v="138" actId="478"/>
          <ac:spMkLst>
            <pc:docMk/>
            <pc:sldMk cId="286617629" sldId="259"/>
            <ac:spMk id="6" creationId="{42F8E6D0-3B3F-4545-BBBF-87D55C39A3BC}"/>
          </ac:spMkLst>
        </pc:spChg>
        <pc:picChg chg="add mod">
          <ac:chgData name="SERGIO SPANO'" userId="3abdd0b9-513e-40ac-aad4-56920065037d" providerId="ADAL" clId="{09EB5671-F274-4581-BF31-7BCFFD0497FA}" dt="2022-04-06T10:52:03.944" v="142" actId="1076"/>
          <ac:picMkLst>
            <pc:docMk/>
            <pc:sldMk cId="286617629" sldId="259"/>
            <ac:picMk id="7" creationId="{4006742C-053C-421C-B844-B22E7289A045}"/>
          </ac:picMkLst>
        </pc:picChg>
      </pc:sldChg>
      <pc:sldChg chg="addSp modSp new mod">
        <pc:chgData name="SERGIO SPANO'" userId="3abdd0b9-513e-40ac-aad4-56920065037d" providerId="ADAL" clId="{09EB5671-F274-4581-BF31-7BCFFD0497FA}" dt="2022-04-06T10:53:51.990" v="197" actId="14100"/>
        <pc:sldMkLst>
          <pc:docMk/>
          <pc:sldMk cId="2771526278" sldId="260"/>
        </pc:sldMkLst>
        <pc:spChg chg="mod">
          <ac:chgData name="SERGIO SPANO'" userId="3abdd0b9-513e-40ac-aad4-56920065037d" providerId="ADAL" clId="{09EB5671-F274-4581-BF31-7BCFFD0497FA}" dt="2022-04-06T10:52:28.768" v="155" actId="20577"/>
          <ac:spMkLst>
            <pc:docMk/>
            <pc:sldMk cId="2771526278" sldId="260"/>
            <ac:spMk id="2" creationId="{78A18BD7-8F93-41D0-AA32-DECFE7915A49}"/>
          </ac:spMkLst>
        </pc:spChg>
        <pc:spChg chg="mod">
          <ac:chgData name="SERGIO SPANO'" userId="3abdd0b9-513e-40ac-aad4-56920065037d" providerId="ADAL" clId="{09EB5671-F274-4581-BF31-7BCFFD0497FA}" dt="2022-04-06T10:53:37.912" v="188" actId="404"/>
          <ac:spMkLst>
            <pc:docMk/>
            <pc:sldMk cId="2771526278" sldId="260"/>
            <ac:spMk id="3" creationId="{FDB37A47-B7F9-4B72-BB16-DFD0D702C8DC}"/>
          </ac:spMkLst>
        </pc:spChg>
        <pc:picChg chg="add mod">
          <ac:chgData name="SERGIO SPANO'" userId="3abdd0b9-513e-40ac-aad4-56920065037d" providerId="ADAL" clId="{09EB5671-F274-4581-BF31-7BCFFD0497FA}" dt="2022-04-06T10:53:51.990" v="197" actId="14100"/>
          <ac:picMkLst>
            <pc:docMk/>
            <pc:sldMk cId="2771526278" sldId="260"/>
            <ac:picMk id="5" creationId="{0056EC1B-04C2-431B-B148-7E2D0FC15F22}"/>
          </ac:picMkLst>
        </pc:picChg>
        <pc:picChg chg="add mod">
          <ac:chgData name="SERGIO SPANO'" userId="3abdd0b9-513e-40ac-aad4-56920065037d" providerId="ADAL" clId="{09EB5671-F274-4581-BF31-7BCFFD0497FA}" dt="2022-04-06T10:53:49.852" v="195" actId="1076"/>
          <ac:picMkLst>
            <pc:docMk/>
            <pc:sldMk cId="2771526278" sldId="260"/>
            <ac:picMk id="6" creationId="{06A0A736-C0B2-405E-A095-26ABE3C00CAE}"/>
          </ac:picMkLst>
        </pc:picChg>
      </pc:sldChg>
      <pc:sldChg chg="addSp delSp modSp new mod">
        <pc:chgData name="SERGIO SPANO'" userId="3abdd0b9-513e-40ac-aad4-56920065037d" providerId="ADAL" clId="{09EB5671-F274-4581-BF31-7BCFFD0497FA}" dt="2022-04-06T10:55:08.165" v="215" actId="1076"/>
        <pc:sldMkLst>
          <pc:docMk/>
          <pc:sldMk cId="2497065577" sldId="261"/>
        </pc:sldMkLst>
        <pc:spChg chg="mod">
          <ac:chgData name="SERGIO SPANO'" userId="3abdd0b9-513e-40ac-aad4-56920065037d" providerId="ADAL" clId="{09EB5671-F274-4581-BF31-7BCFFD0497FA}" dt="2022-04-06T10:54:55.576" v="210" actId="20577"/>
          <ac:spMkLst>
            <pc:docMk/>
            <pc:sldMk cId="2497065577" sldId="261"/>
            <ac:spMk id="2" creationId="{C99FFCEC-E105-47BA-B237-AB1959F847ED}"/>
          </ac:spMkLst>
        </pc:spChg>
        <pc:spChg chg="del">
          <ac:chgData name="SERGIO SPANO'" userId="3abdd0b9-513e-40ac-aad4-56920065037d" providerId="ADAL" clId="{09EB5671-F274-4581-BF31-7BCFFD0497FA}" dt="2022-04-06T10:54:59.516" v="211" actId="478"/>
          <ac:spMkLst>
            <pc:docMk/>
            <pc:sldMk cId="2497065577" sldId="261"/>
            <ac:spMk id="3" creationId="{555CDDEE-14C9-4A2D-98F8-CD6D6790F68A}"/>
          </ac:spMkLst>
        </pc:spChg>
        <pc:picChg chg="add mod">
          <ac:chgData name="SERGIO SPANO'" userId="3abdd0b9-513e-40ac-aad4-56920065037d" providerId="ADAL" clId="{09EB5671-F274-4581-BF31-7BCFFD0497FA}" dt="2022-04-06T10:55:08.165" v="215" actId="1076"/>
          <ac:picMkLst>
            <pc:docMk/>
            <pc:sldMk cId="2497065577" sldId="261"/>
            <ac:picMk id="5" creationId="{06D8F964-7D73-4CCB-8BD1-9B1D5CD07D52}"/>
          </ac:picMkLst>
        </pc:picChg>
      </pc:sldChg>
      <pc:sldChg chg="addSp delSp modSp new mod">
        <pc:chgData name="SERGIO SPANO'" userId="3abdd0b9-513e-40ac-aad4-56920065037d" providerId="ADAL" clId="{09EB5671-F274-4581-BF31-7BCFFD0497FA}" dt="2022-04-06T10:55:34.906" v="247" actId="1076"/>
        <pc:sldMkLst>
          <pc:docMk/>
          <pc:sldMk cId="1259472102" sldId="262"/>
        </pc:sldMkLst>
        <pc:spChg chg="mod">
          <ac:chgData name="SERGIO SPANO'" userId="3abdd0b9-513e-40ac-aad4-56920065037d" providerId="ADAL" clId="{09EB5671-F274-4581-BF31-7BCFFD0497FA}" dt="2022-04-06T10:55:22.460" v="243" actId="20577"/>
          <ac:spMkLst>
            <pc:docMk/>
            <pc:sldMk cId="1259472102" sldId="262"/>
            <ac:spMk id="2" creationId="{17090538-7502-4A73-9AE6-6506FB61A62E}"/>
          </ac:spMkLst>
        </pc:spChg>
        <pc:spChg chg="del">
          <ac:chgData name="SERGIO SPANO'" userId="3abdd0b9-513e-40ac-aad4-56920065037d" providerId="ADAL" clId="{09EB5671-F274-4581-BF31-7BCFFD0497FA}" dt="2022-04-06T10:55:26.732" v="244" actId="478"/>
          <ac:spMkLst>
            <pc:docMk/>
            <pc:sldMk cId="1259472102" sldId="262"/>
            <ac:spMk id="3" creationId="{D6D1CBD2-417D-412A-ADF0-94330E4C7730}"/>
          </ac:spMkLst>
        </pc:spChg>
        <pc:picChg chg="add mod">
          <ac:chgData name="SERGIO SPANO'" userId="3abdd0b9-513e-40ac-aad4-56920065037d" providerId="ADAL" clId="{09EB5671-F274-4581-BF31-7BCFFD0497FA}" dt="2022-04-06T10:55:34.906" v="247" actId="1076"/>
          <ac:picMkLst>
            <pc:docMk/>
            <pc:sldMk cId="1259472102" sldId="262"/>
            <ac:picMk id="5" creationId="{F24D795E-C258-4214-B93F-CE6E610E1C00}"/>
          </ac:picMkLst>
        </pc:picChg>
      </pc:sldChg>
      <pc:sldChg chg="addSp modSp new mod">
        <pc:chgData name="SERGIO SPANO'" userId="3abdd0b9-513e-40ac-aad4-56920065037d" providerId="ADAL" clId="{09EB5671-F274-4581-BF31-7BCFFD0497FA}" dt="2022-04-06T10:57:32.604" v="285" actId="207"/>
        <pc:sldMkLst>
          <pc:docMk/>
          <pc:sldMk cId="3850036128" sldId="263"/>
        </pc:sldMkLst>
        <pc:spChg chg="mod">
          <ac:chgData name="SERGIO SPANO'" userId="3abdd0b9-513e-40ac-aad4-56920065037d" providerId="ADAL" clId="{09EB5671-F274-4581-BF31-7BCFFD0497FA}" dt="2022-04-06T10:56:29.983" v="269" actId="20577"/>
          <ac:spMkLst>
            <pc:docMk/>
            <pc:sldMk cId="3850036128" sldId="263"/>
            <ac:spMk id="2" creationId="{D1C56B55-1E05-41EA-A355-9E5FBE041E40}"/>
          </ac:spMkLst>
        </pc:spChg>
        <pc:spChg chg="mod">
          <ac:chgData name="SERGIO SPANO'" userId="3abdd0b9-513e-40ac-aad4-56920065037d" providerId="ADAL" clId="{09EB5671-F274-4581-BF31-7BCFFD0497FA}" dt="2022-04-06T10:56:42.804" v="271" actId="15"/>
          <ac:spMkLst>
            <pc:docMk/>
            <pc:sldMk cId="3850036128" sldId="263"/>
            <ac:spMk id="3" creationId="{08CA4FA5-716B-458B-AF09-BFB94BAB8DCE}"/>
          </ac:spMkLst>
        </pc:spChg>
        <pc:spChg chg="add mod">
          <ac:chgData name="SERGIO SPANO'" userId="3abdd0b9-513e-40ac-aad4-56920065037d" providerId="ADAL" clId="{09EB5671-F274-4581-BF31-7BCFFD0497FA}" dt="2022-04-06T10:57:32.604" v="285" actId="207"/>
          <ac:spMkLst>
            <pc:docMk/>
            <pc:sldMk cId="3850036128" sldId="263"/>
            <ac:spMk id="7" creationId="{763EF64C-D383-4B82-AA04-C6B4160E2384}"/>
          </ac:spMkLst>
        </pc:spChg>
        <pc:picChg chg="add mod">
          <ac:chgData name="SERGIO SPANO'" userId="3abdd0b9-513e-40ac-aad4-56920065037d" providerId="ADAL" clId="{09EB5671-F274-4581-BF31-7BCFFD0497FA}" dt="2022-04-06T10:57:22.895" v="282" actId="1076"/>
          <ac:picMkLst>
            <pc:docMk/>
            <pc:sldMk cId="3850036128" sldId="263"/>
            <ac:picMk id="5" creationId="{3804B8B7-D418-4C1A-9BDC-DDF261A87DBE}"/>
          </ac:picMkLst>
        </pc:picChg>
        <pc:picChg chg="add mod">
          <ac:chgData name="SERGIO SPANO'" userId="3abdd0b9-513e-40ac-aad4-56920065037d" providerId="ADAL" clId="{09EB5671-F274-4581-BF31-7BCFFD0497FA}" dt="2022-04-06T10:57:08.180" v="279" actId="1076"/>
          <ac:picMkLst>
            <pc:docMk/>
            <pc:sldMk cId="3850036128" sldId="263"/>
            <ac:picMk id="6" creationId="{95CAE78A-2132-46D7-B812-1C2AFEB909DF}"/>
          </ac:picMkLst>
        </pc:picChg>
      </pc:sldChg>
      <pc:sldChg chg="addSp modSp new mod">
        <pc:chgData name="SERGIO SPANO'" userId="3abdd0b9-513e-40ac-aad4-56920065037d" providerId="ADAL" clId="{09EB5671-F274-4581-BF31-7BCFFD0497FA}" dt="2022-04-06T10:59:07.003" v="323" actId="1076"/>
        <pc:sldMkLst>
          <pc:docMk/>
          <pc:sldMk cId="1824425073" sldId="264"/>
        </pc:sldMkLst>
        <pc:spChg chg="mod">
          <ac:chgData name="SERGIO SPANO'" userId="3abdd0b9-513e-40ac-aad4-56920065037d" providerId="ADAL" clId="{09EB5671-F274-4581-BF31-7BCFFD0497FA}" dt="2022-04-06T10:58:51.389" v="318" actId="20577"/>
          <ac:spMkLst>
            <pc:docMk/>
            <pc:sldMk cId="1824425073" sldId="264"/>
            <ac:spMk id="2" creationId="{B04F27EB-F335-48D5-A0B5-AC3BA77D001B}"/>
          </ac:spMkLst>
        </pc:spChg>
        <pc:spChg chg="mod">
          <ac:chgData name="SERGIO SPANO'" userId="3abdd0b9-513e-40ac-aad4-56920065037d" providerId="ADAL" clId="{09EB5671-F274-4581-BF31-7BCFFD0497FA}" dt="2022-04-06T10:58:55.451" v="319"/>
          <ac:spMkLst>
            <pc:docMk/>
            <pc:sldMk cId="1824425073" sldId="264"/>
            <ac:spMk id="3" creationId="{1E43AD0A-0A46-49A2-B077-CE7F3FB8320C}"/>
          </ac:spMkLst>
        </pc:spChg>
        <pc:picChg chg="add mod">
          <ac:chgData name="SERGIO SPANO'" userId="3abdd0b9-513e-40ac-aad4-56920065037d" providerId="ADAL" clId="{09EB5671-F274-4581-BF31-7BCFFD0497FA}" dt="2022-04-06T10:59:07.003" v="323" actId="1076"/>
          <ac:picMkLst>
            <pc:docMk/>
            <pc:sldMk cId="1824425073" sldId="264"/>
            <ac:picMk id="5" creationId="{C18511A4-06A8-46D7-8183-FD6CAF7DD4BB}"/>
          </ac:picMkLst>
        </pc:picChg>
      </pc:sldChg>
      <pc:sldChg chg="addSp modSp new mod">
        <pc:chgData name="SERGIO SPANO'" userId="3abdd0b9-513e-40ac-aad4-56920065037d" providerId="ADAL" clId="{09EB5671-F274-4581-BF31-7BCFFD0497FA}" dt="2022-04-06T11:08:34.801" v="355" actId="20577"/>
        <pc:sldMkLst>
          <pc:docMk/>
          <pc:sldMk cId="1007591203" sldId="265"/>
        </pc:sldMkLst>
        <pc:spChg chg="mod">
          <ac:chgData name="SERGIO SPANO'" userId="3abdd0b9-513e-40ac-aad4-56920065037d" providerId="ADAL" clId="{09EB5671-F274-4581-BF31-7BCFFD0497FA}" dt="2022-04-06T11:08:34.801" v="355" actId="20577"/>
          <ac:spMkLst>
            <pc:docMk/>
            <pc:sldMk cId="1007591203" sldId="265"/>
            <ac:spMk id="2" creationId="{F6EB6D9E-B0B5-4912-8FB0-F4C4D5964A81}"/>
          </ac:spMkLst>
        </pc:spChg>
        <pc:spChg chg="mod">
          <ac:chgData name="SERGIO SPANO'" userId="3abdd0b9-513e-40ac-aad4-56920065037d" providerId="ADAL" clId="{09EB5671-F274-4581-BF31-7BCFFD0497FA}" dt="2022-04-06T11:08:04.359" v="347" actId="1076"/>
          <ac:spMkLst>
            <pc:docMk/>
            <pc:sldMk cId="1007591203" sldId="265"/>
            <ac:spMk id="3" creationId="{3C5B9A67-4E1B-4309-B9A5-0E22026851CE}"/>
          </ac:spMkLst>
        </pc:spChg>
        <pc:picChg chg="add mod">
          <ac:chgData name="SERGIO SPANO'" userId="3abdd0b9-513e-40ac-aad4-56920065037d" providerId="ADAL" clId="{09EB5671-F274-4581-BF31-7BCFFD0497FA}" dt="2022-04-06T11:08:03.481" v="346" actId="1076"/>
          <ac:picMkLst>
            <pc:docMk/>
            <pc:sldMk cId="1007591203" sldId="265"/>
            <ac:picMk id="5" creationId="{E9614849-0D09-426A-B63B-170B7C3F041E}"/>
          </ac:picMkLst>
        </pc:picChg>
        <pc:picChg chg="add mod">
          <ac:chgData name="SERGIO SPANO'" userId="3abdd0b9-513e-40ac-aad4-56920065037d" providerId="ADAL" clId="{09EB5671-F274-4581-BF31-7BCFFD0497FA}" dt="2022-04-06T11:08:22.224" v="349" actId="1076"/>
          <ac:picMkLst>
            <pc:docMk/>
            <pc:sldMk cId="1007591203" sldId="265"/>
            <ac:picMk id="6" creationId="{C2F05626-67B8-474E-A45F-ECA8B32CB72F}"/>
          </ac:picMkLst>
        </pc:picChg>
      </pc:sldChg>
      <pc:sldChg chg="addSp delSp modSp new mod">
        <pc:chgData name="SERGIO SPANO'" userId="3abdd0b9-513e-40ac-aad4-56920065037d" providerId="ADAL" clId="{09EB5671-F274-4581-BF31-7BCFFD0497FA}" dt="2022-04-06T11:08:50.765" v="376" actId="1076"/>
        <pc:sldMkLst>
          <pc:docMk/>
          <pc:sldMk cId="1112234418" sldId="266"/>
        </pc:sldMkLst>
        <pc:spChg chg="mod">
          <ac:chgData name="SERGIO SPANO'" userId="3abdd0b9-513e-40ac-aad4-56920065037d" providerId="ADAL" clId="{09EB5671-F274-4581-BF31-7BCFFD0497FA}" dt="2022-04-06T11:08:40.744" v="372" actId="20577"/>
          <ac:spMkLst>
            <pc:docMk/>
            <pc:sldMk cId="1112234418" sldId="266"/>
            <ac:spMk id="2" creationId="{2B44DF12-E02F-47E4-B949-FDF57F5B2665}"/>
          </ac:spMkLst>
        </pc:spChg>
        <pc:spChg chg="del">
          <ac:chgData name="SERGIO SPANO'" userId="3abdd0b9-513e-40ac-aad4-56920065037d" providerId="ADAL" clId="{09EB5671-F274-4581-BF31-7BCFFD0497FA}" dt="2022-04-06T11:08:45.157" v="373" actId="478"/>
          <ac:spMkLst>
            <pc:docMk/>
            <pc:sldMk cId="1112234418" sldId="266"/>
            <ac:spMk id="3" creationId="{72015589-A81B-42AE-B01F-F6AEA2FC0E75}"/>
          </ac:spMkLst>
        </pc:spChg>
        <pc:picChg chg="add mod">
          <ac:chgData name="SERGIO SPANO'" userId="3abdd0b9-513e-40ac-aad4-56920065037d" providerId="ADAL" clId="{09EB5671-F274-4581-BF31-7BCFFD0497FA}" dt="2022-04-06T11:08:50.765" v="376" actId="1076"/>
          <ac:picMkLst>
            <pc:docMk/>
            <pc:sldMk cId="1112234418" sldId="266"/>
            <ac:picMk id="5" creationId="{0A851F62-ACB3-4BB8-8AC3-F6AF9B97A96D}"/>
          </ac:picMkLst>
        </pc:picChg>
      </pc:sldChg>
      <pc:sldChg chg="addSp delSp modSp new mod">
        <pc:chgData name="SERGIO SPANO'" userId="3abdd0b9-513e-40ac-aad4-56920065037d" providerId="ADAL" clId="{09EB5671-F274-4581-BF31-7BCFFD0497FA}" dt="2022-04-06T11:09:15.942" v="408" actId="1076"/>
        <pc:sldMkLst>
          <pc:docMk/>
          <pc:sldMk cId="3483132585" sldId="267"/>
        </pc:sldMkLst>
        <pc:spChg chg="mod">
          <ac:chgData name="SERGIO SPANO'" userId="3abdd0b9-513e-40ac-aad4-56920065037d" providerId="ADAL" clId="{09EB5671-F274-4581-BF31-7BCFFD0497FA}" dt="2022-04-06T11:09:07.426" v="404" actId="20577"/>
          <ac:spMkLst>
            <pc:docMk/>
            <pc:sldMk cId="3483132585" sldId="267"/>
            <ac:spMk id="2" creationId="{FB22F282-1D62-4867-8F7F-FBD3905D229C}"/>
          </ac:spMkLst>
        </pc:spChg>
        <pc:spChg chg="del">
          <ac:chgData name="SERGIO SPANO'" userId="3abdd0b9-513e-40ac-aad4-56920065037d" providerId="ADAL" clId="{09EB5671-F274-4581-BF31-7BCFFD0497FA}" dt="2022-04-06T11:09:09.601" v="405" actId="478"/>
          <ac:spMkLst>
            <pc:docMk/>
            <pc:sldMk cId="3483132585" sldId="267"/>
            <ac:spMk id="3" creationId="{728231F1-5C7F-413A-8F94-9DE10273A3A7}"/>
          </ac:spMkLst>
        </pc:spChg>
        <pc:picChg chg="add mod">
          <ac:chgData name="SERGIO SPANO'" userId="3abdd0b9-513e-40ac-aad4-56920065037d" providerId="ADAL" clId="{09EB5671-F274-4581-BF31-7BCFFD0497FA}" dt="2022-04-06T11:09:15.942" v="408" actId="1076"/>
          <ac:picMkLst>
            <pc:docMk/>
            <pc:sldMk cId="3483132585" sldId="267"/>
            <ac:picMk id="5" creationId="{16CB0777-014F-4946-9B03-D90466D08395}"/>
          </ac:picMkLst>
        </pc:picChg>
      </pc:sldChg>
      <pc:sldChg chg="addSp delSp modSp new mod">
        <pc:chgData name="SERGIO SPANO'" userId="3abdd0b9-513e-40ac-aad4-56920065037d" providerId="ADAL" clId="{09EB5671-F274-4581-BF31-7BCFFD0497FA}" dt="2022-04-06T11:10:34.276" v="440" actId="20577"/>
        <pc:sldMkLst>
          <pc:docMk/>
          <pc:sldMk cId="3966974852" sldId="268"/>
        </pc:sldMkLst>
        <pc:spChg chg="mod">
          <ac:chgData name="SERGIO SPANO'" userId="3abdd0b9-513e-40ac-aad4-56920065037d" providerId="ADAL" clId="{09EB5671-F274-4581-BF31-7BCFFD0497FA}" dt="2022-04-06T11:10:34.276" v="440" actId="20577"/>
          <ac:spMkLst>
            <pc:docMk/>
            <pc:sldMk cId="3966974852" sldId="268"/>
            <ac:spMk id="2" creationId="{A2BE848B-AE6F-4A8D-A23D-70D8F97802AC}"/>
          </ac:spMkLst>
        </pc:spChg>
        <pc:spChg chg="del">
          <ac:chgData name="SERGIO SPANO'" userId="3abdd0b9-513e-40ac-aad4-56920065037d" providerId="ADAL" clId="{09EB5671-F274-4581-BF31-7BCFFD0497FA}" dt="2022-04-06T11:09:40.272" v="424"/>
          <ac:spMkLst>
            <pc:docMk/>
            <pc:sldMk cId="3966974852" sldId="268"/>
            <ac:spMk id="3" creationId="{2884446E-DB8E-40AC-8AED-EF7FFC7859AF}"/>
          </ac:spMkLst>
        </pc:spChg>
        <pc:spChg chg="add mod">
          <ac:chgData name="SERGIO SPANO'" userId="3abdd0b9-513e-40ac-aad4-56920065037d" providerId="ADAL" clId="{09EB5671-F274-4581-BF31-7BCFFD0497FA}" dt="2022-04-06T11:09:48.504" v="428" actId="15"/>
          <ac:spMkLst>
            <pc:docMk/>
            <pc:sldMk cId="3966974852" sldId="268"/>
            <ac:spMk id="5" creationId="{0AE97796-96DB-423F-9152-45255A5C6AC1}"/>
          </ac:spMkLst>
        </pc:spChg>
        <pc:picChg chg="add mod">
          <ac:chgData name="SERGIO SPANO'" userId="3abdd0b9-513e-40ac-aad4-56920065037d" providerId="ADAL" clId="{09EB5671-F274-4581-BF31-7BCFFD0497FA}" dt="2022-04-06T11:10:17.828" v="432" actId="1076"/>
          <ac:picMkLst>
            <pc:docMk/>
            <pc:sldMk cId="3966974852" sldId="268"/>
            <ac:picMk id="6" creationId="{6492BA1A-AFC4-4974-B547-45D8A908E5A9}"/>
          </ac:picMkLst>
        </pc:picChg>
        <pc:picChg chg="add mod">
          <ac:chgData name="SERGIO SPANO'" userId="3abdd0b9-513e-40ac-aad4-56920065037d" providerId="ADAL" clId="{09EB5671-F274-4581-BF31-7BCFFD0497FA}" dt="2022-04-06T11:10:28.887" v="436" actId="1076"/>
          <ac:picMkLst>
            <pc:docMk/>
            <pc:sldMk cId="3966974852" sldId="268"/>
            <ac:picMk id="7" creationId="{C4EC07E2-91B3-4AC3-95F3-24E9C23B9567}"/>
          </ac:picMkLst>
        </pc:picChg>
      </pc:sldChg>
      <pc:sldChg chg="addSp delSp modSp new mod">
        <pc:chgData name="SERGIO SPANO'" userId="3abdd0b9-513e-40ac-aad4-56920065037d" providerId="ADAL" clId="{09EB5671-F274-4581-BF31-7BCFFD0497FA}" dt="2022-04-06T11:10:52.051" v="465" actId="1076"/>
        <pc:sldMkLst>
          <pc:docMk/>
          <pc:sldMk cId="999021778" sldId="269"/>
        </pc:sldMkLst>
        <pc:spChg chg="mod">
          <ac:chgData name="SERGIO SPANO'" userId="3abdd0b9-513e-40ac-aad4-56920065037d" providerId="ADAL" clId="{09EB5671-F274-4581-BF31-7BCFFD0497FA}" dt="2022-04-06T11:10:41.691" v="461" actId="20577"/>
          <ac:spMkLst>
            <pc:docMk/>
            <pc:sldMk cId="999021778" sldId="269"/>
            <ac:spMk id="2" creationId="{D9993B03-5B17-4474-94B9-31268C8E489C}"/>
          </ac:spMkLst>
        </pc:spChg>
        <pc:spChg chg="del">
          <ac:chgData name="SERGIO SPANO'" userId="3abdd0b9-513e-40ac-aad4-56920065037d" providerId="ADAL" clId="{09EB5671-F274-4581-BF31-7BCFFD0497FA}" dt="2022-04-06T11:10:46.030" v="462" actId="478"/>
          <ac:spMkLst>
            <pc:docMk/>
            <pc:sldMk cId="999021778" sldId="269"/>
            <ac:spMk id="3" creationId="{A17D4DAC-E671-4539-8784-629CD1DD355F}"/>
          </ac:spMkLst>
        </pc:spChg>
        <pc:picChg chg="add mod">
          <ac:chgData name="SERGIO SPANO'" userId="3abdd0b9-513e-40ac-aad4-56920065037d" providerId="ADAL" clId="{09EB5671-F274-4581-BF31-7BCFFD0497FA}" dt="2022-04-06T11:10:52.051" v="465" actId="1076"/>
          <ac:picMkLst>
            <pc:docMk/>
            <pc:sldMk cId="999021778" sldId="269"/>
            <ac:picMk id="5" creationId="{5F5E3399-D4FD-4CE3-AEDB-E1716ABBAC26}"/>
          </ac:picMkLst>
        </pc:picChg>
      </pc:sldChg>
      <pc:sldChg chg="addSp delSp modSp new mod">
        <pc:chgData name="SERGIO SPANO'" userId="3abdd0b9-513e-40ac-aad4-56920065037d" providerId="ADAL" clId="{09EB5671-F274-4581-BF31-7BCFFD0497FA}" dt="2022-04-06T11:15:57.890" v="482" actId="1076"/>
        <pc:sldMkLst>
          <pc:docMk/>
          <pc:sldMk cId="1089051384" sldId="270"/>
        </pc:sldMkLst>
        <pc:spChg chg="mod">
          <ac:chgData name="SERGIO SPANO'" userId="3abdd0b9-513e-40ac-aad4-56920065037d" providerId="ADAL" clId="{09EB5671-F274-4581-BF31-7BCFFD0497FA}" dt="2022-04-06T11:15:40.421" v="474" actId="20577"/>
          <ac:spMkLst>
            <pc:docMk/>
            <pc:sldMk cId="1089051384" sldId="270"/>
            <ac:spMk id="2" creationId="{FBBCEBF9-9619-48C0-B51E-E98293772946}"/>
          </ac:spMkLst>
        </pc:spChg>
        <pc:spChg chg="del">
          <ac:chgData name="SERGIO SPANO'" userId="3abdd0b9-513e-40ac-aad4-56920065037d" providerId="ADAL" clId="{09EB5671-F274-4581-BF31-7BCFFD0497FA}" dt="2022-04-06T11:15:44.618" v="475" actId="478"/>
          <ac:spMkLst>
            <pc:docMk/>
            <pc:sldMk cId="1089051384" sldId="270"/>
            <ac:spMk id="3" creationId="{EC9C2BB9-669B-4B78-8412-CE37ABD44D82}"/>
          </ac:spMkLst>
        </pc:spChg>
        <pc:picChg chg="add mod">
          <ac:chgData name="SERGIO SPANO'" userId="3abdd0b9-513e-40ac-aad4-56920065037d" providerId="ADAL" clId="{09EB5671-F274-4581-BF31-7BCFFD0497FA}" dt="2022-04-06T11:15:57.890" v="482" actId="1076"/>
          <ac:picMkLst>
            <pc:docMk/>
            <pc:sldMk cId="1089051384" sldId="270"/>
            <ac:picMk id="5" creationId="{A5395276-21D4-4D3F-9B9B-F7803654E80C}"/>
          </ac:picMkLst>
        </pc:picChg>
        <pc:picChg chg="add mod">
          <ac:chgData name="SERGIO SPANO'" userId="3abdd0b9-513e-40ac-aad4-56920065037d" providerId="ADAL" clId="{09EB5671-F274-4581-BF31-7BCFFD0497FA}" dt="2022-04-06T11:15:56.080" v="481" actId="1076"/>
          <ac:picMkLst>
            <pc:docMk/>
            <pc:sldMk cId="1089051384" sldId="270"/>
            <ac:picMk id="6" creationId="{B543A217-E2BB-4D72-A952-1D2EFE45152D}"/>
          </ac:picMkLst>
        </pc:picChg>
      </pc:sldChg>
      <pc:sldChg chg="addSp modSp new mod">
        <pc:chgData name="SERGIO SPANO'" userId="3abdd0b9-513e-40ac-aad4-56920065037d" providerId="ADAL" clId="{09EB5671-F274-4581-BF31-7BCFFD0497FA}" dt="2022-04-06T11:16:26.026" v="498" actId="1076"/>
        <pc:sldMkLst>
          <pc:docMk/>
          <pc:sldMk cId="3269472446" sldId="271"/>
        </pc:sldMkLst>
        <pc:spChg chg="mod">
          <ac:chgData name="SERGIO SPANO'" userId="3abdd0b9-513e-40ac-aad4-56920065037d" providerId="ADAL" clId="{09EB5671-F274-4581-BF31-7BCFFD0497FA}" dt="2022-04-06T11:16:10.776" v="494" actId="20577"/>
          <ac:spMkLst>
            <pc:docMk/>
            <pc:sldMk cId="3269472446" sldId="271"/>
            <ac:spMk id="2" creationId="{E2349FAA-4BC2-4C06-B632-9422D7B86F31}"/>
          </ac:spMkLst>
        </pc:spChg>
        <pc:spChg chg="mod">
          <ac:chgData name="SERGIO SPANO'" userId="3abdd0b9-513e-40ac-aad4-56920065037d" providerId="ADAL" clId="{09EB5671-F274-4581-BF31-7BCFFD0497FA}" dt="2022-04-06T11:16:15.426" v="495"/>
          <ac:spMkLst>
            <pc:docMk/>
            <pc:sldMk cId="3269472446" sldId="271"/>
            <ac:spMk id="3" creationId="{4B9AE829-E20C-4296-A005-C5C1EDC33035}"/>
          </ac:spMkLst>
        </pc:spChg>
        <pc:picChg chg="add mod">
          <ac:chgData name="SERGIO SPANO'" userId="3abdd0b9-513e-40ac-aad4-56920065037d" providerId="ADAL" clId="{09EB5671-F274-4581-BF31-7BCFFD0497FA}" dt="2022-04-06T11:16:26.026" v="498" actId="1076"/>
          <ac:picMkLst>
            <pc:docMk/>
            <pc:sldMk cId="3269472446" sldId="271"/>
            <ac:picMk id="5" creationId="{A58FFC96-14C5-4E70-AE98-8BEB11861FDB}"/>
          </ac:picMkLst>
        </pc:picChg>
      </pc:sldChg>
      <pc:sldChg chg="addSp delSp modSp new mod">
        <pc:chgData name="SERGIO SPANO'" userId="3abdd0b9-513e-40ac-aad4-56920065037d" providerId="ADAL" clId="{09EB5671-F274-4581-BF31-7BCFFD0497FA}" dt="2022-04-06T11:17:25.089" v="522" actId="1076"/>
        <pc:sldMkLst>
          <pc:docMk/>
          <pc:sldMk cId="615134320" sldId="272"/>
        </pc:sldMkLst>
        <pc:spChg chg="mod">
          <ac:chgData name="SERGIO SPANO'" userId="3abdd0b9-513e-40ac-aad4-56920065037d" providerId="ADAL" clId="{09EB5671-F274-4581-BF31-7BCFFD0497FA}" dt="2022-04-06T11:16:38.804" v="510" actId="20577"/>
          <ac:spMkLst>
            <pc:docMk/>
            <pc:sldMk cId="615134320" sldId="272"/>
            <ac:spMk id="2" creationId="{AED4AC82-E1BA-4AD3-A510-B53129CD1314}"/>
          </ac:spMkLst>
        </pc:spChg>
        <pc:spChg chg="mod">
          <ac:chgData name="SERGIO SPANO'" userId="3abdd0b9-513e-40ac-aad4-56920065037d" providerId="ADAL" clId="{09EB5671-F274-4581-BF31-7BCFFD0497FA}" dt="2022-04-06T11:16:42.958" v="511"/>
          <ac:spMkLst>
            <pc:docMk/>
            <pc:sldMk cId="615134320" sldId="272"/>
            <ac:spMk id="3" creationId="{AB3D016D-8E9E-40B5-929E-52A5F46B3E29}"/>
          </ac:spMkLst>
        </pc:spChg>
        <pc:graphicFrameChg chg="add del mod">
          <ac:chgData name="SERGIO SPANO'" userId="3abdd0b9-513e-40ac-aad4-56920065037d" providerId="ADAL" clId="{09EB5671-F274-4581-BF31-7BCFFD0497FA}" dt="2022-04-06T11:17:17.043" v="517"/>
          <ac:graphicFrameMkLst>
            <pc:docMk/>
            <pc:sldMk cId="615134320" sldId="272"/>
            <ac:graphicFrameMk id="6" creationId="{9AFA61D4-3BF5-4B3C-832E-3546AC44CA4A}"/>
          </ac:graphicFrameMkLst>
        </pc:graphicFrameChg>
        <pc:picChg chg="add mod">
          <ac:chgData name="SERGIO SPANO'" userId="3abdd0b9-513e-40ac-aad4-56920065037d" providerId="ADAL" clId="{09EB5671-F274-4581-BF31-7BCFFD0497FA}" dt="2022-04-06T11:17:23.760" v="521" actId="1076"/>
          <ac:picMkLst>
            <pc:docMk/>
            <pc:sldMk cId="615134320" sldId="272"/>
            <ac:picMk id="5" creationId="{832131BE-3AD7-4682-A367-09CDD2EE71C2}"/>
          </ac:picMkLst>
        </pc:picChg>
        <pc:picChg chg="add mod">
          <ac:chgData name="SERGIO SPANO'" userId="3abdd0b9-513e-40ac-aad4-56920065037d" providerId="ADAL" clId="{09EB5671-F274-4581-BF31-7BCFFD0497FA}" dt="2022-04-06T11:17:25.089" v="522" actId="1076"/>
          <ac:picMkLst>
            <pc:docMk/>
            <pc:sldMk cId="615134320" sldId="272"/>
            <ac:picMk id="7" creationId="{A190D2A4-82F8-4611-B88D-C1B937628C1D}"/>
          </ac:picMkLst>
        </pc:picChg>
      </pc:sldChg>
      <pc:sldChg chg="addSp modSp new mod">
        <pc:chgData name="SERGIO SPANO'" userId="3abdd0b9-513e-40ac-aad4-56920065037d" providerId="ADAL" clId="{09EB5671-F274-4581-BF31-7BCFFD0497FA}" dt="2022-04-06T11:18:05.118" v="572" actId="1076"/>
        <pc:sldMkLst>
          <pc:docMk/>
          <pc:sldMk cId="2722239694" sldId="273"/>
        </pc:sldMkLst>
        <pc:spChg chg="mod">
          <ac:chgData name="SERGIO SPANO'" userId="3abdd0b9-513e-40ac-aad4-56920065037d" providerId="ADAL" clId="{09EB5671-F274-4581-BF31-7BCFFD0497FA}" dt="2022-04-06T11:17:36.553" v="548" actId="20577"/>
          <ac:spMkLst>
            <pc:docMk/>
            <pc:sldMk cId="2722239694" sldId="273"/>
            <ac:spMk id="2" creationId="{63FE9389-4754-4769-9B6A-1541ADBE8C33}"/>
          </ac:spMkLst>
        </pc:spChg>
        <pc:spChg chg="mod">
          <ac:chgData name="SERGIO SPANO'" userId="3abdd0b9-513e-40ac-aad4-56920065037d" providerId="ADAL" clId="{09EB5671-F274-4581-BF31-7BCFFD0497FA}" dt="2022-04-06T11:17:57.292" v="568" actId="20577"/>
          <ac:spMkLst>
            <pc:docMk/>
            <pc:sldMk cId="2722239694" sldId="273"/>
            <ac:spMk id="3" creationId="{E4581F64-577D-4F71-B5F3-0ABE6EC1E927}"/>
          </ac:spMkLst>
        </pc:spChg>
        <pc:picChg chg="add mod">
          <ac:chgData name="SERGIO SPANO'" userId="3abdd0b9-513e-40ac-aad4-56920065037d" providerId="ADAL" clId="{09EB5671-F274-4581-BF31-7BCFFD0497FA}" dt="2022-04-06T11:18:05.118" v="572" actId="1076"/>
          <ac:picMkLst>
            <pc:docMk/>
            <pc:sldMk cId="2722239694" sldId="273"/>
            <ac:picMk id="5" creationId="{FCECD0D5-0259-45DE-B037-BBF6C1EAF705}"/>
          </ac:picMkLst>
        </pc:picChg>
      </pc:sldChg>
      <pc:sldChg chg="addSp delSp modSp new mod">
        <pc:chgData name="SERGIO SPANO'" userId="3abdd0b9-513e-40ac-aad4-56920065037d" providerId="ADAL" clId="{09EB5671-F274-4581-BF31-7BCFFD0497FA}" dt="2022-04-06T11:21:16.738" v="604" actId="1076"/>
        <pc:sldMkLst>
          <pc:docMk/>
          <pc:sldMk cId="3554465558" sldId="274"/>
        </pc:sldMkLst>
        <pc:spChg chg="mod">
          <ac:chgData name="SERGIO SPANO'" userId="3abdd0b9-513e-40ac-aad4-56920065037d" providerId="ADAL" clId="{09EB5671-F274-4581-BF31-7BCFFD0497FA}" dt="2022-04-06T11:18:25.912" v="586" actId="20577"/>
          <ac:spMkLst>
            <pc:docMk/>
            <pc:sldMk cId="3554465558" sldId="274"/>
            <ac:spMk id="2" creationId="{56425EB0-4C63-40B1-92A1-C5386B28D246}"/>
          </ac:spMkLst>
        </pc:spChg>
        <pc:spChg chg="mod">
          <ac:chgData name="SERGIO SPANO'" userId="3abdd0b9-513e-40ac-aad4-56920065037d" providerId="ADAL" clId="{09EB5671-F274-4581-BF31-7BCFFD0497FA}" dt="2022-04-06T11:18:35.860" v="589" actId="20577"/>
          <ac:spMkLst>
            <pc:docMk/>
            <pc:sldMk cId="3554465558" sldId="274"/>
            <ac:spMk id="3" creationId="{09C801BB-89C6-4F8E-AC50-EE040552F75D}"/>
          </ac:spMkLst>
        </pc:spChg>
        <pc:picChg chg="add del mod">
          <ac:chgData name="SERGIO SPANO'" userId="3abdd0b9-513e-40ac-aad4-56920065037d" providerId="ADAL" clId="{09EB5671-F274-4581-BF31-7BCFFD0497FA}" dt="2022-04-06T11:18:51.686" v="593" actId="478"/>
          <ac:picMkLst>
            <pc:docMk/>
            <pc:sldMk cId="3554465558" sldId="274"/>
            <ac:picMk id="5" creationId="{F0C958B0-E2BC-4AA8-86B8-18C2D9FA3526}"/>
          </ac:picMkLst>
        </pc:picChg>
        <pc:picChg chg="add mod">
          <ac:chgData name="SERGIO SPANO'" userId="3abdd0b9-513e-40ac-aad4-56920065037d" providerId="ADAL" clId="{09EB5671-F274-4581-BF31-7BCFFD0497FA}" dt="2022-04-06T11:21:12.767" v="602" actId="1076"/>
          <ac:picMkLst>
            <pc:docMk/>
            <pc:sldMk cId="3554465558" sldId="274"/>
            <ac:picMk id="6" creationId="{BF1121A7-E930-45C2-B6C1-23EA6BBDC765}"/>
          </ac:picMkLst>
        </pc:picChg>
        <pc:picChg chg="add mod">
          <ac:chgData name="SERGIO SPANO'" userId="3abdd0b9-513e-40ac-aad4-56920065037d" providerId="ADAL" clId="{09EB5671-F274-4581-BF31-7BCFFD0497FA}" dt="2022-04-06T11:21:16.738" v="604" actId="1076"/>
          <ac:picMkLst>
            <pc:docMk/>
            <pc:sldMk cId="3554465558" sldId="274"/>
            <ac:picMk id="7" creationId="{4A124E72-3BFB-42C1-BBC5-9A435257DE8E}"/>
          </ac:picMkLst>
        </pc:picChg>
      </pc:sldChg>
      <pc:sldChg chg="del">
        <pc:chgData name="SERGIO SPANO'" userId="3abdd0b9-513e-40ac-aad4-56920065037d" providerId="ADAL" clId="{09EB5671-F274-4581-BF31-7BCFFD0497FA}" dt="2022-04-06T10:45:10.420" v="0" actId="47"/>
        <pc:sldMkLst>
          <pc:docMk/>
          <pc:sldMk cId="2221289223" sldId="278"/>
        </pc:sldMkLst>
      </pc:sldChg>
      <pc:sldChg chg="del">
        <pc:chgData name="SERGIO SPANO'" userId="3abdd0b9-513e-40ac-aad4-56920065037d" providerId="ADAL" clId="{09EB5671-F274-4581-BF31-7BCFFD0497FA}" dt="2022-04-06T10:45:10.942" v="1" actId="47"/>
        <pc:sldMkLst>
          <pc:docMk/>
          <pc:sldMk cId="492866929" sldId="279"/>
        </pc:sldMkLst>
      </pc:sldChg>
      <pc:sldChg chg="del">
        <pc:chgData name="SERGIO SPANO'" userId="3abdd0b9-513e-40ac-aad4-56920065037d" providerId="ADAL" clId="{09EB5671-F274-4581-BF31-7BCFFD0497FA}" dt="2022-04-06T10:45:11.010" v="2" actId="47"/>
        <pc:sldMkLst>
          <pc:docMk/>
          <pc:sldMk cId="3726700529" sldId="280"/>
        </pc:sldMkLst>
      </pc:sldChg>
      <pc:sldChg chg="del">
        <pc:chgData name="SERGIO SPANO'" userId="3abdd0b9-513e-40ac-aad4-56920065037d" providerId="ADAL" clId="{09EB5671-F274-4581-BF31-7BCFFD0497FA}" dt="2022-04-06T10:45:11.022" v="3" actId="47"/>
        <pc:sldMkLst>
          <pc:docMk/>
          <pc:sldMk cId="3412644732" sldId="281"/>
        </pc:sldMkLst>
      </pc:sldChg>
      <pc:sldChg chg="del">
        <pc:chgData name="SERGIO SPANO'" userId="3abdd0b9-513e-40ac-aad4-56920065037d" providerId="ADAL" clId="{09EB5671-F274-4581-BF31-7BCFFD0497FA}" dt="2022-04-06T10:45:11.066" v="4" actId="47"/>
        <pc:sldMkLst>
          <pc:docMk/>
          <pc:sldMk cId="3231799088" sldId="282"/>
        </pc:sldMkLst>
      </pc:sldChg>
      <pc:sldChg chg="del">
        <pc:chgData name="SERGIO SPANO'" userId="3abdd0b9-513e-40ac-aad4-56920065037d" providerId="ADAL" clId="{09EB5671-F274-4581-BF31-7BCFFD0497FA}" dt="2022-04-06T10:45:11.089" v="5" actId="47"/>
        <pc:sldMkLst>
          <pc:docMk/>
          <pc:sldMk cId="3895530577" sldId="283"/>
        </pc:sldMkLst>
      </pc:sldChg>
      <pc:sldChg chg="del">
        <pc:chgData name="SERGIO SPANO'" userId="3abdd0b9-513e-40ac-aad4-56920065037d" providerId="ADAL" clId="{09EB5671-F274-4581-BF31-7BCFFD0497FA}" dt="2022-04-06T10:45:11.123" v="6" actId="47"/>
        <pc:sldMkLst>
          <pc:docMk/>
          <pc:sldMk cId="1351616054" sldId="284"/>
        </pc:sldMkLst>
      </pc:sldChg>
      <pc:sldChg chg="del">
        <pc:chgData name="SERGIO SPANO'" userId="3abdd0b9-513e-40ac-aad4-56920065037d" providerId="ADAL" clId="{09EB5671-F274-4581-BF31-7BCFFD0497FA}" dt="2022-04-06T10:45:11.178" v="7" actId="47"/>
        <pc:sldMkLst>
          <pc:docMk/>
          <pc:sldMk cId="2827394057" sldId="285"/>
        </pc:sldMkLst>
      </pc:sldChg>
      <pc:sldChg chg="del">
        <pc:chgData name="SERGIO SPANO'" userId="3abdd0b9-513e-40ac-aad4-56920065037d" providerId="ADAL" clId="{09EB5671-F274-4581-BF31-7BCFFD0497FA}" dt="2022-04-06T10:45:11.231" v="8" actId="47"/>
        <pc:sldMkLst>
          <pc:docMk/>
          <pc:sldMk cId="1175792276" sldId="286"/>
        </pc:sldMkLst>
      </pc:sldChg>
      <pc:sldChg chg="del">
        <pc:chgData name="SERGIO SPANO'" userId="3abdd0b9-513e-40ac-aad4-56920065037d" providerId="ADAL" clId="{09EB5671-F274-4581-BF31-7BCFFD0497FA}" dt="2022-04-06T10:45:11.238" v="9" actId="47"/>
        <pc:sldMkLst>
          <pc:docMk/>
          <pc:sldMk cId="2993994993"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C96ED3-C9F6-4EB7-8F52-75F4112F7366}" type="datetimeFigureOut">
              <a:rPr lang="en-US" smtClean="0"/>
              <a:t>4/11/2022</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9ED609-C74E-4A8A-9B32-C7AD515D1B5C}" type="slidenum">
              <a:rPr lang="en-US" smtClean="0"/>
              <a:t>‹N›</a:t>
            </a:fld>
            <a:endParaRPr lang="en-US"/>
          </a:p>
        </p:txBody>
      </p:sp>
    </p:spTree>
    <p:extLst>
      <p:ext uri="{BB962C8B-B14F-4D97-AF65-F5344CB8AC3E}">
        <p14:creationId xmlns:p14="http://schemas.microsoft.com/office/powerpoint/2010/main" val="64570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B49ED609-C74E-4A8A-9B32-C7AD515D1B5C}" type="slidenum">
              <a:rPr lang="en-US" smtClean="0"/>
              <a:t>1</a:t>
            </a:fld>
            <a:endParaRPr lang="en-US"/>
          </a:p>
        </p:txBody>
      </p:sp>
    </p:spTree>
    <p:extLst>
      <p:ext uri="{BB962C8B-B14F-4D97-AF65-F5344CB8AC3E}">
        <p14:creationId xmlns:p14="http://schemas.microsoft.com/office/powerpoint/2010/main" val="21155651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9F94409-3F2E-4581-8C18-FB31D2AE060C}"/>
              </a:ext>
            </a:extLst>
          </p:cNvPr>
          <p:cNvSpPr>
            <a:spLocks noGrp="1"/>
          </p:cNvSpPr>
          <p:nvPr>
            <p:ph type="ctrTitle"/>
          </p:nvPr>
        </p:nvSpPr>
        <p:spPr>
          <a:xfrm>
            <a:off x="1524000" y="1745664"/>
            <a:ext cx="9144000" cy="2715633"/>
          </a:xfrm>
        </p:spPr>
        <p:txBody>
          <a:bodyPr anchor="b"/>
          <a:lstStyle>
            <a:lvl1pPr algn="l">
              <a:defRPr sz="6000" b="1"/>
            </a:lvl1pPr>
          </a:lstStyle>
          <a:p>
            <a:r>
              <a:rPr lang="it-IT" dirty="0"/>
              <a:t>Fare clic per modificare lo stile del titolo dello schema</a:t>
            </a:r>
            <a:endParaRPr lang="en-US" dirty="0"/>
          </a:p>
        </p:txBody>
      </p:sp>
      <p:sp>
        <p:nvSpPr>
          <p:cNvPr id="4" name="Segnaposto data 3">
            <a:extLst>
              <a:ext uri="{FF2B5EF4-FFF2-40B4-BE49-F238E27FC236}">
                <a16:creationId xmlns:a16="http://schemas.microsoft.com/office/drawing/2014/main" id="{16E07DC0-8E67-4188-AC59-9E3B5099854C}"/>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5" name="Segnaposto piè di pagina 4">
            <a:extLst>
              <a:ext uri="{FF2B5EF4-FFF2-40B4-BE49-F238E27FC236}">
                <a16:creationId xmlns:a16="http://schemas.microsoft.com/office/drawing/2014/main" id="{6AE47C96-F74E-4A40-98FC-BC73DA0BD2FD}"/>
              </a:ext>
            </a:extLst>
          </p:cNvPr>
          <p:cNvSpPr>
            <a:spLocks noGrp="1"/>
          </p:cNvSpPr>
          <p:nvPr>
            <p:ph type="ftr" sz="quarter" idx="11"/>
          </p:nvPr>
        </p:nvSpPr>
        <p:spPr>
          <a:xfrm>
            <a:off x="221673" y="6578023"/>
            <a:ext cx="10100253" cy="365125"/>
          </a:xfrm>
          <a:prstGeom prst="rect">
            <a:avLst/>
          </a:prstGeom>
        </p:spPr>
        <p:txBody>
          <a:bodyPr/>
          <a:lstStyle/>
          <a:p>
            <a:r>
              <a:rPr lang="it-IT"/>
              <a:t>9. FPGA architecture - Fondamenti di Elettronica - Sergio Spanò</a:t>
            </a:r>
            <a:endParaRPr lang="en-US"/>
          </a:p>
        </p:txBody>
      </p:sp>
      <p:sp>
        <p:nvSpPr>
          <p:cNvPr id="6" name="Segnaposto numero diapositiva 5">
            <a:extLst>
              <a:ext uri="{FF2B5EF4-FFF2-40B4-BE49-F238E27FC236}">
                <a16:creationId xmlns:a16="http://schemas.microsoft.com/office/drawing/2014/main" id="{5511D9E4-C1FE-49BA-8C48-DD38FC76DEBA}"/>
              </a:ext>
            </a:extLst>
          </p:cNvPr>
          <p:cNvSpPr>
            <a:spLocks noGrp="1"/>
          </p:cNvSpPr>
          <p:nvPr>
            <p:ph type="sldNum" sz="quarter" idx="12"/>
          </p:nvPr>
        </p:nvSpPr>
        <p:spPr/>
        <p:txBody>
          <a:bodyPr/>
          <a:lstStyle/>
          <a:p>
            <a:fld id="{403F7DB2-0A9C-4E37-9984-C435ED141F40}" type="slidenum">
              <a:rPr lang="en-US" smtClean="0"/>
              <a:t>‹N›</a:t>
            </a:fld>
            <a:endParaRPr lang="en-US"/>
          </a:p>
        </p:txBody>
      </p:sp>
      <p:pic>
        <p:nvPicPr>
          <p:cNvPr id="7" name="Immagine 6">
            <a:extLst>
              <a:ext uri="{FF2B5EF4-FFF2-40B4-BE49-F238E27FC236}">
                <a16:creationId xmlns:a16="http://schemas.microsoft.com/office/drawing/2014/main" id="{AE86FA29-C6CC-4CBB-835F-82A79787E64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5657" y="571120"/>
            <a:ext cx="4328498" cy="984584"/>
          </a:xfrm>
          <a:prstGeom prst="rect">
            <a:avLst/>
          </a:prstGeom>
        </p:spPr>
      </p:pic>
      <p:sp>
        <p:nvSpPr>
          <p:cNvPr id="8" name="Rettangolo 7">
            <a:extLst>
              <a:ext uri="{FF2B5EF4-FFF2-40B4-BE49-F238E27FC236}">
                <a16:creationId xmlns:a16="http://schemas.microsoft.com/office/drawing/2014/main" id="{2DA45F33-8275-429D-BB6B-96D23362ED0C}"/>
              </a:ext>
            </a:extLst>
          </p:cNvPr>
          <p:cNvSpPr/>
          <p:nvPr userDrawn="1"/>
        </p:nvSpPr>
        <p:spPr>
          <a:xfrm>
            <a:off x="0" y="6590581"/>
            <a:ext cx="12192000" cy="267419"/>
          </a:xfrm>
          <a:prstGeom prst="rect">
            <a:avLst/>
          </a:prstGeom>
          <a:solidFill>
            <a:srgbClr val="017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ttangolo 9">
            <a:extLst>
              <a:ext uri="{FF2B5EF4-FFF2-40B4-BE49-F238E27FC236}">
                <a16:creationId xmlns:a16="http://schemas.microsoft.com/office/drawing/2014/main" id="{825F548B-9389-4EC5-B40F-F2235B611BD7}"/>
              </a:ext>
            </a:extLst>
          </p:cNvPr>
          <p:cNvSpPr/>
          <p:nvPr userDrawn="1"/>
        </p:nvSpPr>
        <p:spPr>
          <a:xfrm>
            <a:off x="0" y="5576254"/>
            <a:ext cx="12192000" cy="646979"/>
          </a:xfrm>
          <a:prstGeom prst="rect">
            <a:avLst/>
          </a:prstGeom>
          <a:solidFill>
            <a:srgbClr val="017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ttangolo 10">
            <a:extLst>
              <a:ext uri="{FF2B5EF4-FFF2-40B4-BE49-F238E27FC236}">
                <a16:creationId xmlns:a16="http://schemas.microsoft.com/office/drawing/2014/main" id="{25F9DEEE-4CB7-4A0F-950C-148A6085C071}"/>
              </a:ext>
            </a:extLst>
          </p:cNvPr>
          <p:cNvSpPr/>
          <p:nvPr userDrawn="1"/>
        </p:nvSpPr>
        <p:spPr>
          <a:xfrm>
            <a:off x="-7908" y="4786939"/>
            <a:ext cx="12199908" cy="789315"/>
          </a:xfrm>
          <a:prstGeom prst="rect">
            <a:avLst/>
          </a:prstGeom>
          <a:solidFill>
            <a:srgbClr val="CCE4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ttotitolo 2">
            <a:extLst>
              <a:ext uri="{FF2B5EF4-FFF2-40B4-BE49-F238E27FC236}">
                <a16:creationId xmlns:a16="http://schemas.microsoft.com/office/drawing/2014/main" id="{0520775B-C623-4491-81E1-F48B53652264}"/>
              </a:ext>
            </a:extLst>
          </p:cNvPr>
          <p:cNvSpPr>
            <a:spLocks noGrp="1"/>
          </p:cNvSpPr>
          <p:nvPr>
            <p:ph type="subTitle" idx="1"/>
          </p:nvPr>
        </p:nvSpPr>
        <p:spPr>
          <a:xfrm>
            <a:off x="7908" y="5068528"/>
            <a:ext cx="9144000" cy="507726"/>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endParaRPr lang="en-US"/>
          </a:p>
        </p:txBody>
      </p:sp>
      <p:sp>
        <p:nvSpPr>
          <p:cNvPr id="12" name="Rettangolo 11">
            <a:extLst>
              <a:ext uri="{FF2B5EF4-FFF2-40B4-BE49-F238E27FC236}">
                <a16:creationId xmlns:a16="http://schemas.microsoft.com/office/drawing/2014/main" id="{97D68861-15CF-45CE-801C-70DD06C46F7E}"/>
              </a:ext>
            </a:extLst>
          </p:cNvPr>
          <p:cNvSpPr/>
          <p:nvPr userDrawn="1"/>
        </p:nvSpPr>
        <p:spPr>
          <a:xfrm>
            <a:off x="0" y="-33479"/>
            <a:ext cx="2428875" cy="385906"/>
          </a:xfrm>
          <a:prstGeom prst="rect">
            <a:avLst/>
          </a:prstGeom>
          <a:solidFill>
            <a:srgbClr val="017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839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E5BC59-9EE5-454B-8731-458C5A4ADF9E}"/>
              </a:ext>
            </a:extLst>
          </p:cNvPr>
          <p:cNvSpPr>
            <a:spLocks noGrp="1"/>
          </p:cNvSpPr>
          <p:nvPr>
            <p:ph type="title"/>
          </p:nvPr>
        </p:nvSpPr>
        <p:spPr>
          <a:xfrm>
            <a:off x="221673" y="448251"/>
            <a:ext cx="11739418" cy="555049"/>
          </a:xfrm>
        </p:spPr>
        <p:txBody>
          <a:bodyPr/>
          <a:lstStyle>
            <a:lvl1pPr>
              <a:defRPr b="1"/>
            </a:lvl1pPr>
          </a:lstStyle>
          <a:p>
            <a:r>
              <a:rPr lang="it-IT" dirty="0"/>
              <a:t>Fare clic per modificare lo stile del titolo dello schema</a:t>
            </a:r>
            <a:endParaRPr lang="en-US" dirty="0"/>
          </a:p>
        </p:txBody>
      </p:sp>
      <p:sp>
        <p:nvSpPr>
          <p:cNvPr id="3" name="Segnaposto contenuto 2">
            <a:extLst>
              <a:ext uri="{FF2B5EF4-FFF2-40B4-BE49-F238E27FC236}">
                <a16:creationId xmlns:a16="http://schemas.microsoft.com/office/drawing/2014/main" id="{C8D96458-0AB6-462F-A722-F5069EFC3FCA}"/>
              </a:ext>
            </a:extLst>
          </p:cNvPr>
          <p:cNvSpPr>
            <a:spLocks noGrp="1"/>
          </p:cNvSpPr>
          <p:nvPr>
            <p:ph idx="1"/>
          </p:nvPr>
        </p:nvSpPr>
        <p:spPr>
          <a:xfrm>
            <a:off x="221673" y="1168400"/>
            <a:ext cx="11739418" cy="5091689"/>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4" name="Segnaposto data 3">
            <a:extLst>
              <a:ext uri="{FF2B5EF4-FFF2-40B4-BE49-F238E27FC236}">
                <a16:creationId xmlns:a16="http://schemas.microsoft.com/office/drawing/2014/main" id="{A3A45215-BB93-46B7-8BB4-457A5F86D3C8}"/>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6" name="Segnaposto numero diapositiva 5">
            <a:extLst>
              <a:ext uri="{FF2B5EF4-FFF2-40B4-BE49-F238E27FC236}">
                <a16:creationId xmlns:a16="http://schemas.microsoft.com/office/drawing/2014/main" id="{62391A43-FB97-4209-8476-EE529CE0D453}"/>
              </a:ext>
            </a:extLst>
          </p:cNvPr>
          <p:cNvSpPr>
            <a:spLocks noGrp="1"/>
          </p:cNvSpPr>
          <p:nvPr>
            <p:ph type="sldNum" sz="quarter" idx="12"/>
          </p:nvPr>
        </p:nvSpPr>
        <p:spPr/>
        <p:txBody>
          <a:bodyPr/>
          <a:lstStyle>
            <a:lvl1pPr>
              <a:defRPr>
                <a:solidFill>
                  <a:schemeClr val="bg1"/>
                </a:solidFill>
              </a:defRPr>
            </a:lvl1pPr>
          </a:lstStyle>
          <a:p>
            <a:fld id="{403F7DB2-0A9C-4E37-9984-C435ED141F40}" type="slidenum">
              <a:rPr lang="en-US" smtClean="0"/>
              <a:pPr/>
              <a:t>‹N›</a:t>
            </a:fld>
            <a:endParaRPr lang="en-US" dirty="0"/>
          </a:p>
        </p:txBody>
      </p:sp>
      <p:sp>
        <p:nvSpPr>
          <p:cNvPr id="7" name="Segnaposto piè di pagina 4">
            <a:extLst>
              <a:ext uri="{FF2B5EF4-FFF2-40B4-BE49-F238E27FC236}">
                <a16:creationId xmlns:a16="http://schemas.microsoft.com/office/drawing/2014/main" id="{0DF4C78C-F4FD-4C3E-A779-2BA49F3A29B3}"/>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9. FPGA architecture - Fondamenti di Elettronica - Sergio Spanò</a:t>
            </a:r>
            <a:endParaRPr lang="en-US" dirty="0"/>
          </a:p>
        </p:txBody>
      </p:sp>
    </p:spTree>
    <p:extLst>
      <p:ext uri="{BB962C8B-B14F-4D97-AF65-F5344CB8AC3E}">
        <p14:creationId xmlns:p14="http://schemas.microsoft.com/office/powerpoint/2010/main" val="146814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AF223CD9-C9ED-4CF0-B204-CAF3B15E86E9}"/>
              </a:ext>
            </a:extLst>
          </p:cNvPr>
          <p:cNvSpPr/>
          <p:nvPr userDrawn="1"/>
        </p:nvSpPr>
        <p:spPr>
          <a:xfrm>
            <a:off x="-7908" y="2792374"/>
            <a:ext cx="12199908" cy="1607098"/>
          </a:xfrm>
          <a:prstGeom prst="rect">
            <a:avLst/>
          </a:prstGeom>
          <a:solidFill>
            <a:srgbClr val="CCE4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33662377-5E7C-4746-BEEA-44101FE2F729}"/>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endParaRPr lang="en-US"/>
          </a:p>
        </p:txBody>
      </p:sp>
      <p:sp>
        <p:nvSpPr>
          <p:cNvPr id="3" name="Segnaposto testo 2">
            <a:extLst>
              <a:ext uri="{FF2B5EF4-FFF2-40B4-BE49-F238E27FC236}">
                <a16:creationId xmlns:a16="http://schemas.microsoft.com/office/drawing/2014/main" id="{B8CF7AA6-516D-4890-96C1-25EA2626A3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3FAA3AA1-91D5-4AE9-9869-5F1247B86A9C}"/>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6" name="Segnaposto numero diapositiva 5">
            <a:extLst>
              <a:ext uri="{FF2B5EF4-FFF2-40B4-BE49-F238E27FC236}">
                <a16:creationId xmlns:a16="http://schemas.microsoft.com/office/drawing/2014/main" id="{B42F534A-F93B-4A7E-B68B-DFEE280C5101}"/>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8" name="Segnaposto piè di pagina 4">
            <a:extLst>
              <a:ext uri="{FF2B5EF4-FFF2-40B4-BE49-F238E27FC236}">
                <a16:creationId xmlns:a16="http://schemas.microsoft.com/office/drawing/2014/main" id="{CDA45A44-5E78-4B1D-976A-BDE9808B10F6}"/>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9. FPGA architecture - Fondamenti di Elettronica - Sergio Spanò</a:t>
            </a:r>
            <a:endParaRPr lang="en-US" dirty="0"/>
          </a:p>
        </p:txBody>
      </p:sp>
    </p:spTree>
    <p:extLst>
      <p:ext uri="{BB962C8B-B14F-4D97-AF65-F5344CB8AC3E}">
        <p14:creationId xmlns:p14="http://schemas.microsoft.com/office/powerpoint/2010/main" val="484314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489F5267-AD86-4D32-944C-03F3ED38DE9D}"/>
              </a:ext>
            </a:extLst>
          </p:cNvPr>
          <p:cNvSpPr>
            <a:spLocks noGrp="1"/>
          </p:cNvSpPr>
          <p:nvPr>
            <p:ph sz="half" idx="1"/>
          </p:nvPr>
        </p:nvSpPr>
        <p:spPr>
          <a:xfrm>
            <a:off x="221673" y="1346200"/>
            <a:ext cx="5798127" cy="4830763"/>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contenuto 3">
            <a:extLst>
              <a:ext uri="{FF2B5EF4-FFF2-40B4-BE49-F238E27FC236}">
                <a16:creationId xmlns:a16="http://schemas.microsoft.com/office/drawing/2014/main" id="{2288A62B-98DA-4E63-A89D-B7A2FD1344C6}"/>
              </a:ext>
            </a:extLst>
          </p:cNvPr>
          <p:cNvSpPr>
            <a:spLocks noGrp="1"/>
          </p:cNvSpPr>
          <p:nvPr>
            <p:ph sz="half" idx="2"/>
          </p:nvPr>
        </p:nvSpPr>
        <p:spPr>
          <a:xfrm>
            <a:off x="6172200" y="1346200"/>
            <a:ext cx="5798126" cy="4830763"/>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5" name="Segnaposto data 4">
            <a:extLst>
              <a:ext uri="{FF2B5EF4-FFF2-40B4-BE49-F238E27FC236}">
                <a16:creationId xmlns:a16="http://schemas.microsoft.com/office/drawing/2014/main" id="{87AAEF42-9C74-43C0-96DA-5A219B3BA39D}"/>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7" name="Segnaposto numero diapositiva 6">
            <a:extLst>
              <a:ext uri="{FF2B5EF4-FFF2-40B4-BE49-F238E27FC236}">
                <a16:creationId xmlns:a16="http://schemas.microsoft.com/office/drawing/2014/main" id="{66A02F48-943E-448A-BB9A-F7E7BE8ECCD5}"/>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8" name="Segnaposto titolo 1">
            <a:extLst>
              <a:ext uri="{FF2B5EF4-FFF2-40B4-BE49-F238E27FC236}">
                <a16:creationId xmlns:a16="http://schemas.microsoft.com/office/drawing/2014/main" id="{67776211-7E7A-4D51-BC4B-F861FB8091AB}"/>
              </a:ext>
            </a:extLst>
          </p:cNvPr>
          <p:cNvSpPr>
            <a:spLocks noGrp="1"/>
          </p:cNvSpPr>
          <p:nvPr>
            <p:ph type="title"/>
          </p:nvPr>
        </p:nvSpPr>
        <p:spPr>
          <a:xfrm>
            <a:off x="221673" y="448251"/>
            <a:ext cx="11739418" cy="732849"/>
          </a:xfrm>
          <a:prstGeom prst="rect">
            <a:avLst/>
          </a:prstGeom>
        </p:spPr>
        <p:txBody>
          <a:bodyPr vert="horz" lIns="91440" tIns="45720" rIns="91440" bIns="45720" rtlCol="0" anchor="ctr">
            <a:normAutofit/>
          </a:bodyPr>
          <a:lstStyle/>
          <a:p>
            <a:r>
              <a:rPr lang="it-IT" dirty="0"/>
              <a:t>Fare clic per modificare lo stile del titolo dello schema</a:t>
            </a:r>
            <a:endParaRPr lang="en-US" dirty="0"/>
          </a:p>
        </p:txBody>
      </p:sp>
      <p:sp>
        <p:nvSpPr>
          <p:cNvPr id="9" name="Segnaposto piè di pagina 4">
            <a:extLst>
              <a:ext uri="{FF2B5EF4-FFF2-40B4-BE49-F238E27FC236}">
                <a16:creationId xmlns:a16="http://schemas.microsoft.com/office/drawing/2014/main" id="{E6D1EDBF-DDAA-46E0-99D7-BB0378CA6CA0}"/>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9. FPGA architecture - Fondamenti di Elettronica - Sergio Spanò</a:t>
            </a:r>
            <a:endParaRPr lang="en-US" dirty="0"/>
          </a:p>
        </p:txBody>
      </p:sp>
    </p:spTree>
    <p:extLst>
      <p:ext uri="{BB962C8B-B14F-4D97-AF65-F5344CB8AC3E}">
        <p14:creationId xmlns:p14="http://schemas.microsoft.com/office/powerpoint/2010/main" val="112717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303B0D27-A200-4420-A47D-C5E6827F90FB}"/>
              </a:ext>
            </a:extLst>
          </p:cNvPr>
          <p:cNvSpPr>
            <a:spLocks noGrp="1"/>
          </p:cNvSpPr>
          <p:nvPr>
            <p:ph type="body" idx="1"/>
          </p:nvPr>
        </p:nvSpPr>
        <p:spPr>
          <a:xfrm>
            <a:off x="208684" y="1335951"/>
            <a:ext cx="57888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4" name="Segnaposto contenuto 3">
            <a:extLst>
              <a:ext uri="{FF2B5EF4-FFF2-40B4-BE49-F238E27FC236}">
                <a16:creationId xmlns:a16="http://schemas.microsoft.com/office/drawing/2014/main" id="{76D52593-7A57-42B3-A2DE-96B6662C08B5}"/>
              </a:ext>
            </a:extLst>
          </p:cNvPr>
          <p:cNvSpPr>
            <a:spLocks noGrp="1"/>
          </p:cNvSpPr>
          <p:nvPr>
            <p:ph sz="half" idx="2"/>
          </p:nvPr>
        </p:nvSpPr>
        <p:spPr>
          <a:xfrm>
            <a:off x="208684" y="2314714"/>
            <a:ext cx="5788891" cy="4050437"/>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5" name="Segnaposto testo 4">
            <a:extLst>
              <a:ext uri="{FF2B5EF4-FFF2-40B4-BE49-F238E27FC236}">
                <a16:creationId xmlns:a16="http://schemas.microsoft.com/office/drawing/2014/main" id="{0D1156F2-1FD9-4D4B-8C64-92B0A8DD40B8}"/>
              </a:ext>
            </a:extLst>
          </p:cNvPr>
          <p:cNvSpPr>
            <a:spLocks noGrp="1"/>
          </p:cNvSpPr>
          <p:nvPr>
            <p:ph type="body" sz="quarter" idx="3"/>
          </p:nvPr>
        </p:nvSpPr>
        <p:spPr>
          <a:xfrm>
            <a:off x="6172199" y="1335951"/>
            <a:ext cx="57888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8190BA44-D273-408B-922F-FD483788162C}"/>
              </a:ext>
            </a:extLst>
          </p:cNvPr>
          <p:cNvSpPr>
            <a:spLocks noGrp="1"/>
          </p:cNvSpPr>
          <p:nvPr>
            <p:ph sz="quarter" idx="4"/>
          </p:nvPr>
        </p:nvSpPr>
        <p:spPr>
          <a:xfrm>
            <a:off x="6172200" y="2314714"/>
            <a:ext cx="5788890" cy="4050437"/>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7" name="Segnaposto data 6">
            <a:extLst>
              <a:ext uri="{FF2B5EF4-FFF2-40B4-BE49-F238E27FC236}">
                <a16:creationId xmlns:a16="http://schemas.microsoft.com/office/drawing/2014/main" id="{327F46DF-8370-4CFB-BB53-AB2B12669E72}"/>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9" name="Segnaposto numero diapositiva 8">
            <a:extLst>
              <a:ext uri="{FF2B5EF4-FFF2-40B4-BE49-F238E27FC236}">
                <a16:creationId xmlns:a16="http://schemas.microsoft.com/office/drawing/2014/main" id="{E90BFC0D-2DB5-4D13-BF01-1490C81D43D3}"/>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10" name="Segnaposto titolo 1">
            <a:extLst>
              <a:ext uri="{FF2B5EF4-FFF2-40B4-BE49-F238E27FC236}">
                <a16:creationId xmlns:a16="http://schemas.microsoft.com/office/drawing/2014/main" id="{A8F6C17E-282B-471C-8A6A-1732C05C21B7}"/>
              </a:ext>
            </a:extLst>
          </p:cNvPr>
          <p:cNvSpPr>
            <a:spLocks noGrp="1"/>
          </p:cNvSpPr>
          <p:nvPr>
            <p:ph type="title"/>
          </p:nvPr>
        </p:nvSpPr>
        <p:spPr>
          <a:xfrm>
            <a:off x="221673" y="448251"/>
            <a:ext cx="11739418" cy="732849"/>
          </a:xfrm>
          <a:prstGeom prst="rect">
            <a:avLst/>
          </a:prstGeom>
        </p:spPr>
        <p:txBody>
          <a:bodyPr vert="horz" lIns="91440" tIns="45720" rIns="91440" bIns="45720" rtlCol="0" anchor="ctr">
            <a:normAutofit/>
          </a:bodyPr>
          <a:lstStyle/>
          <a:p>
            <a:r>
              <a:rPr lang="it-IT" dirty="0"/>
              <a:t>Fare clic per modificare lo stile del titolo dello schema</a:t>
            </a:r>
            <a:endParaRPr lang="en-US" dirty="0"/>
          </a:p>
        </p:txBody>
      </p:sp>
      <p:sp>
        <p:nvSpPr>
          <p:cNvPr id="11" name="Segnaposto piè di pagina 4">
            <a:extLst>
              <a:ext uri="{FF2B5EF4-FFF2-40B4-BE49-F238E27FC236}">
                <a16:creationId xmlns:a16="http://schemas.microsoft.com/office/drawing/2014/main" id="{8C43172B-58E9-455E-B45D-567A40732D27}"/>
              </a:ext>
            </a:extLst>
          </p:cNvPr>
          <p:cNvSpPr>
            <a:spLocks noGrp="1"/>
          </p:cNvSpPr>
          <p:nvPr>
            <p:ph type="ftr" sz="quarter" idx="13"/>
          </p:nvPr>
        </p:nvSpPr>
        <p:spPr>
          <a:xfrm>
            <a:off x="221673" y="6603901"/>
            <a:ext cx="10100253" cy="365125"/>
          </a:xfrm>
          <a:prstGeom prst="rect">
            <a:avLst/>
          </a:prstGeom>
        </p:spPr>
        <p:txBody>
          <a:bodyPr/>
          <a:lstStyle>
            <a:lvl1pPr>
              <a:defRPr sz="1200">
                <a:solidFill>
                  <a:schemeClr val="bg1"/>
                </a:solidFill>
              </a:defRPr>
            </a:lvl1pPr>
          </a:lstStyle>
          <a:p>
            <a:r>
              <a:rPr lang="it-IT"/>
              <a:t>9. FPGA architecture - Fondamenti di Elettronica - Sergio Spanò</a:t>
            </a:r>
            <a:endParaRPr lang="en-US" dirty="0"/>
          </a:p>
        </p:txBody>
      </p:sp>
    </p:spTree>
    <p:extLst>
      <p:ext uri="{BB962C8B-B14F-4D97-AF65-F5344CB8AC3E}">
        <p14:creationId xmlns:p14="http://schemas.microsoft.com/office/powerpoint/2010/main" val="3277322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2CA2023-3882-4DF2-985F-1D2A518ECC35}"/>
              </a:ext>
            </a:extLst>
          </p:cNvPr>
          <p:cNvSpPr>
            <a:spLocks noGrp="1"/>
          </p:cNvSpPr>
          <p:nvPr>
            <p:ph type="title"/>
          </p:nvPr>
        </p:nvSpPr>
        <p:spPr/>
        <p:txBody>
          <a:bodyPr/>
          <a:lstStyle/>
          <a:p>
            <a:r>
              <a:rPr lang="it-IT"/>
              <a:t>Fare clic per modificare lo stile del titolo dello schema</a:t>
            </a:r>
            <a:endParaRPr lang="en-US"/>
          </a:p>
        </p:txBody>
      </p:sp>
      <p:sp>
        <p:nvSpPr>
          <p:cNvPr id="3" name="Segnaposto data 2">
            <a:extLst>
              <a:ext uri="{FF2B5EF4-FFF2-40B4-BE49-F238E27FC236}">
                <a16:creationId xmlns:a16="http://schemas.microsoft.com/office/drawing/2014/main" id="{7027A47B-7183-47B4-9331-05DBB353F1C2}"/>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5" name="Segnaposto numero diapositiva 4">
            <a:extLst>
              <a:ext uri="{FF2B5EF4-FFF2-40B4-BE49-F238E27FC236}">
                <a16:creationId xmlns:a16="http://schemas.microsoft.com/office/drawing/2014/main" id="{09F1C133-A0C6-4D83-A156-C585D4E7342D}"/>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6" name="Segnaposto piè di pagina 4">
            <a:extLst>
              <a:ext uri="{FF2B5EF4-FFF2-40B4-BE49-F238E27FC236}">
                <a16:creationId xmlns:a16="http://schemas.microsoft.com/office/drawing/2014/main" id="{42DAB686-302C-41D1-8181-1C8263797034}"/>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9. FPGA architecture - Fondamenti di Elettronica - Sergio Spanò</a:t>
            </a:r>
            <a:endParaRPr lang="en-US" dirty="0"/>
          </a:p>
        </p:txBody>
      </p:sp>
    </p:spTree>
    <p:extLst>
      <p:ext uri="{BB962C8B-B14F-4D97-AF65-F5344CB8AC3E}">
        <p14:creationId xmlns:p14="http://schemas.microsoft.com/office/powerpoint/2010/main" val="2438592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45B4895C-2CC3-498B-ADFC-C6C02FEBDA8A}"/>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4" name="Segnaposto numero diapositiva 3">
            <a:extLst>
              <a:ext uri="{FF2B5EF4-FFF2-40B4-BE49-F238E27FC236}">
                <a16:creationId xmlns:a16="http://schemas.microsoft.com/office/drawing/2014/main" id="{419DC64B-E106-4E10-A9F0-C60E73E74534}"/>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5" name="Segnaposto piè di pagina 4">
            <a:extLst>
              <a:ext uri="{FF2B5EF4-FFF2-40B4-BE49-F238E27FC236}">
                <a16:creationId xmlns:a16="http://schemas.microsoft.com/office/drawing/2014/main" id="{5568E39A-0457-4B64-9034-CD851FEBA4AC}"/>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9. FPGA architecture - Fondamenti di Elettronica - Sergio Spanò</a:t>
            </a:r>
            <a:endParaRPr lang="en-US" dirty="0"/>
          </a:p>
        </p:txBody>
      </p:sp>
    </p:spTree>
    <p:extLst>
      <p:ext uri="{BB962C8B-B14F-4D97-AF65-F5344CB8AC3E}">
        <p14:creationId xmlns:p14="http://schemas.microsoft.com/office/powerpoint/2010/main" val="2338396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5DA3055-73C1-4452-AD08-3F132219BC62}"/>
              </a:ext>
            </a:extLst>
          </p:cNvPr>
          <p:cNvSpPr>
            <a:spLocks noGrp="1"/>
          </p:cNvSpPr>
          <p:nvPr>
            <p:ph type="title"/>
          </p:nvPr>
        </p:nvSpPr>
        <p:spPr>
          <a:xfrm>
            <a:off x="277092" y="457200"/>
            <a:ext cx="4494934" cy="1600200"/>
          </a:xfrm>
        </p:spPr>
        <p:txBody>
          <a:bodyPr anchor="b"/>
          <a:lstStyle>
            <a:lvl1pPr>
              <a:defRPr sz="3200"/>
            </a:lvl1pPr>
          </a:lstStyle>
          <a:p>
            <a:r>
              <a:rPr lang="it-IT"/>
              <a:t>Fare clic per modificare lo stile del titolo dello schema</a:t>
            </a:r>
            <a:endParaRPr lang="en-US"/>
          </a:p>
        </p:txBody>
      </p:sp>
      <p:sp>
        <p:nvSpPr>
          <p:cNvPr id="3" name="Segnaposto contenuto 2">
            <a:extLst>
              <a:ext uri="{FF2B5EF4-FFF2-40B4-BE49-F238E27FC236}">
                <a16:creationId xmlns:a16="http://schemas.microsoft.com/office/drawing/2014/main" id="{CDE47ECA-CF77-41FB-A124-4B8E5178D906}"/>
              </a:ext>
            </a:extLst>
          </p:cNvPr>
          <p:cNvSpPr>
            <a:spLocks noGrp="1"/>
          </p:cNvSpPr>
          <p:nvPr>
            <p:ph idx="1"/>
          </p:nvPr>
        </p:nvSpPr>
        <p:spPr>
          <a:xfrm>
            <a:off x="5183188" y="987425"/>
            <a:ext cx="67317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testo 3">
            <a:extLst>
              <a:ext uri="{FF2B5EF4-FFF2-40B4-BE49-F238E27FC236}">
                <a16:creationId xmlns:a16="http://schemas.microsoft.com/office/drawing/2014/main" id="{FA2AA623-AEAD-49A2-8860-3288F950BB8D}"/>
              </a:ext>
            </a:extLst>
          </p:cNvPr>
          <p:cNvSpPr>
            <a:spLocks noGrp="1"/>
          </p:cNvSpPr>
          <p:nvPr>
            <p:ph type="body" sz="half" idx="2"/>
          </p:nvPr>
        </p:nvSpPr>
        <p:spPr>
          <a:xfrm>
            <a:off x="277092" y="2057400"/>
            <a:ext cx="449493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1B69F0BB-427D-4BA0-8FB1-5876C8944CE3}"/>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7" name="Segnaposto numero diapositiva 6">
            <a:extLst>
              <a:ext uri="{FF2B5EF4-FFF2-40B4-BE49-F238E27FC236}">
                <a16:creationId xmlns:a16="http://schemas.microsoft.com/office/drawing/2014/main" id="{764859EB-440C-4660-B1FD-23E292A71089}"/>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8" name="Segnaposto piè di pagina 4">
            <a:extLst>
              <a:ext uri="{FF2B5EF4-FFF2-40B4-BE49-F238E27FC236}">
                <a16:creationId xmlns:a16="http://schemas.microsoft.com/office/drawing/2014/main" id="{60F94B02-EB89-4095-B72F-A6BA47EE4FB2}"/>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9. FPGA architecture - Fondamenti di Elettronica - Sergio Spanò</a:t>
            </a:r>
            <a:endParaRPr lang="en-US" dirty="0"/>
          </a:p>
        </p:txBody>
      </p:sp>
    </p:spTree>
    <p:extLst>
      <p:ext uri="{BB962C8B-B14F-4D97-AF65-F5344CB8AC3E}">
        <p14:creationId xmlns:p14="http://schemas.microsoft.com/office/powerpoint/2010/main" val="286306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0DE0DC-F059-4028-8042-9C0A19FE975C}"/>
              </a:ext>
            </a:extLst>
          </p:cNvPr>
          <p:cNvSpPr>
            <a:spLocks noGrp="1"/>
          </p:cNvSpPr>
          <p:nvPr>
            <p:ph type="title"/>
          </p:nvPr>
        </p:nvSpPr>
        <p:spPr>
          <a:xfrm>
            <a:off x="277092" y="457200"/>
            <a:ext cx="4494934" cy="1600200"/>
          </a:xfrm>
        </p:spPr>
        <p:txBody>
          <a:bodyPr anchor="b"/>
          <a:lstStyle>
            <a:lvl1pPr>
              <a:defRPr sz="3200"/>
            </a:lvl1pPr>
          </a:lstStyle>
          <a:p>
            <a:r>
              <a:rPr lang="it-IT"/>
              <a:t>Fare clic per modificare lo stile del titolo dello schema</a:t>
            </a:r>
            <a:endParaRPr lang="en-US"/>
          </a:p>
        </p:txBody>
      </p:sp>
      <p:sp>
        <p:nvSpPr>
          <p:cNvPr id="3" name="Segnaposto immagine 2">
            <a:extLst>
              <a:ext uri="{FF2B5EF4-FFF2-40B4-BE49-F238E27FC236}">
                <a16:creationId xmlns:a16="http://schemas.microsoft.com/office/drawing/2014/main" id="{7FEA735F-D21D-4609-B4A3-0339F6156B4F}"/>
              </a:ext>
            </a:extLst>
          </p:cNvPr>
          <p:cNvSpPr>
            <a:spLocks noGrp="1"/>
          </p:cNvSpPr>
          <p:nvPr>
            <p:ph type="pic" idx="1"/>
          </p:nvPr>
        </p:nvSpPr>
        <p:spPr>
          <a:xfrm>
            <a:off x="5183188" y="987425"/>
            <a:ext cx="67317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Segnaposto testo 3">
            <a:extLst>
              <a:ext uri="{FF2B5EF4-FFF2-40B4-BE49-F238E27FC236}">
                <a16:creationId xmlns:a16="http://schemas.microsoft.com/office/drawing/2014/main" id="{D992C9CE-CDA0-4229-B2B6-52C5DA42B359}"/>
              </a:ext>
            </a:extLst>
          </p:cNvPr>
          <p:cNvSpPr>
            <a:spLocks noGrp="1"/>
          </p:cNvSpPr>
          <p:nvPr>
            <p:ph type="body" sz="half" idx="2"/>
          </p:nvPr>
        </p:nvSpPr>
        <p:spPr>
          <a:xfrm>
            <a:off x="277092" y="2057400"/>
            <a:ext cx="449493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85672FB-097E-49C1-A03B-6CF58EAA9B10}"/>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7" name="Segnaposto numero diapositiva 6">
            <a:extLst>
              <a:ext uri="{FF2B5EF4-FFF2-40B4-BE49-F238E27FC236}">
                <a16:creationId xmlns:a16="http://schemas.microsoft.com/office/drawing/2014/main" id="{A3D3F4B7-AC83-4BA2-972A-41FECC06ADF3}"/>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8" name="Segnaposto piè di pagina 4">
            <a:extLst>
              <a:ext uri="{FF2B5EF4-FFF2-40B4-BE49-F238E27FC236}">
                <a16:creationId xmlns:a16="http://schemas.microsoft.com/office/drawing/2014/main" id="{B079BED6-C761-43C8-9B1C-71F4563384B0}"/>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9. FPGA architecture - Fondamenti di Elettronica - Sergio Spanò</a:t>
            </a:r>
            <a:endParaRPr lang="en-US" dirty="0"/>
          </a:p>
        </p:txBody>
      </p:sp>
    </p:spTree>
    <p:extLst>
      <p:ext uri="{BB962C8B-B14F-4D97-AF65-F5344CB8AC3E}">
        <p14:creationId xmlns:p14="http://schemas.microsoft.com/office/powerpoint/2010/main" val="3515321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5BF72F-2F5D-4488-8B7B-368D207CB137}"/>
              </a:ext>
            </a:extLst>
          </p:cNvPr>
          <p:cNvSpPr>
            <a:spLocks noGrp="1"/>
          </p:cNvSpPr>
          <p:nvPr>
            <p:ph type="title"/>
          </p:nvPr>
        </p:nvSpPr>
        <p:spPr/>
        <p:txBody>
          <a:bodyPr/>
          <a:lstStyle/>
          <a:p>
            <a:r>
              <a:rPr lang="it-IT"/>
              <a:t>Fare clic per modificare lo stile del titolo dello schema</a:t>
            </a:r>
            <a:endParaRPr lang="en-US"/>
          </a:p>
        </p:txBody>
      </p:sp>
      <p:sp>
        <p:nvSpPr>
          <p:cNvPr id="3" name="Segnaposto testo verticale 2">
            <a:extLst>
              <a:ext uri="{FF2B5EF4-FFF2-40B4-BE49-F238E27FC236}">
                <a16:creationId xmlns:a16="http://schemas.microsoft.com/office/drawing/2014/main" id="{8505EF10-54A2-441D-8FBF-71595CBF67D7}"/>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a:extLst>
              <a:ext uri="{FF2B5EF4-FFF2-40B4-BE49-F238E27FC236}">
                <a16:creationId xmlns:a16="http://schemas.microsoft.com/office/drawing/2014/main" id="{7D744A1F-7352-4066-B719-D1C013344399}"/>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6" name="Segnaposto numero diapositiva 5">
            <a:extLst>
              <a:ext uri="{FF2B5EF4-FFF2-40B4-BE49-F238E27FC236}">
                <a16:creationId xmlns:a16="http://schemas.microsoft.com/office/drawing/2014/main" id="{2FCF5441-4410-4DA7-97E3-D83A711E00B6}"/>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7" name="Segnaposto piè di pagina 4">
            <a:extLst>
              <a:ext uri="{FF2B5EF4-FFF2-40B4-BE49-F238E27FC236}">
                <a16:creationId xmlns:a16="http://schemas.microsoft.com/office/drawing/2014/main" id="{8E52157C-35D4-4611-B922-3AB97B930300}"/>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9. FPGA architecture - Fondamenti di Elettronica - Sergio Spanò</a:t>
            </a:r>
            <a:endParaRPr lang="en-US" dirty="0"/>
          </a:p>
        </p:txBody>
      </p:sp>
    </p:spTree>
    <p:extLst>
      <p:ext uri="{BB962C8B-B14F-4D97-AF65-F5344CB8AC3E}">
        <p14:creationId xmlns:p14="http://schemas.microsoft.com/office/powerpoint/2010/main" val="1825112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279FF84-00C3-4149-B230-C1AAEDC92824}"/>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endParaRPr lang="en-US"/>
          </a:p>
        </p:txBody>
      </p:sp>
      <p:sp>
        <p:nvSpPr>
          <p:cNvPr id="3" name="Segnaposto testo verticale 2">
            <a:extLst>
              <a:ext uri="{FF2B5EF4-FFF2-40B4-BE49-F238E27FC236}">
                <a16:creationId xmlns:a16="http://schemas.microsoft.com/office/drawing/2014/main" id="{BD605FE9-1208-4837-93E0-8267C4F9EF8C}"/>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4" name="Segnaposto data 3">
            <a:extLst>
              <a:ext uri="{FF2B5EF4-FFF2-40B4-BE49-F238E27FC236}">
                <a16:creationId xmlns:a16="http://schemas.microsoft.com/office/drawing/2014/main" id="{D7654DAB-6D28-405C-8E9F-649D1A1CD3A3}"/>
              </a:ext>
            </a:extLst>
          </p:cNvPr>
          <p:cNvSpPr>
            <a:spLocks noGrp="1"/>
          </p:cNvSpPr>
          <p:nvPr>
            <p:ph type="dt" sz="half" idx="10"/>
          </p:nvPr>
        </p:nvSpPr>
        <p:spPr>
          <a:xfrm>
            <a:off x="10409671" y="6577782"/>
            <a:ext cx="889000" cy="365125"/>
          </a:xfrm>
          <a:prstGeom prst="rect">
            <a:avLst/>
          </a:prstGeom>
        </p:spPr>
        <p:txBody>
          <a:bodyPr/>
          <a:lstStyle/>
          <a:p>
            <a:endParaRPr lang="en-US"/>
          </a:p>
        </p:txBody>
      </p:sp>
      <p:sp>
        <p:nvSpPr>
          <p:cNvPr id="6" name="Segnaposto numero diapositiva 5">
            <a:extLst>
              <a:ext uri="{FF2B5EF4-FFF2-40B4-BE49-F238E27FC236}">
                <a16:creationId xmlns:a16="http://schemas.microsoft.com/office/drawing/2014/main" id="{F89E4853-4A66-4FDE-9F78-D0225BA277F6}"/>
              </a:ext>
            </a:extLst>
          </p:cNvPr>
          <p:cNvSpPr>
            <a:spLocks noGrp="1"/>
          </p:cNvSpPr>
          <p:nvPr>
            <p:ph type="sldNum" sz="quarter" idx="12"/>
          </p:nvPr>
        </p:nvSpPr>
        <p:spPr/>
        <p:txBody>
          <a:bodyPr/>
          <a:lstStyle/>
          <a:p>
            <a:fld id="{403F7DB2-0A9C-4E37-9984-C435ED141F40}" type="slidenum">
              <a:rPr lang="en-US" smtClean="0"/>
              <a:t>‹N›</a:t>
            </a:fld>
            <a:endParaRPr lang="en-US"/>
          </a:p>
        </p:txBody>
      </p:sp>
      <p:sp>
        <p:nvSpPr>
          <p:cNvPr id="7" name="Segnaposto piè di pagina 4">
            <a:extLst>
              <a:ext uri="{FF2B5EF4-FFF2-40B4-BE49-F238E27FC236}">
                <a16:creationId xmlns:a16="http://schemas.microsoft.com/office/drawing/2014/main" id="{EF9504E7-327C-4B66-ABC2-B355BEC6C009}"/>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9. FPGA architecture - Fondamenti di Elettronica - Sergio Spanò</a:t>
            </a:r>
            <a:endParaRPr lang="en-US" dirty="0"/>
          </a:p>
        </p:txBody>
      </p:sp>
    </p:spTree>
    <p:extLst>
      <p:ext uri="{BB962C8B-B14F-4D97-AF65-F5344CB8AC3E}">
        <p14:creationId xmlns:p14="http://schemas.microsoft.com/office/powerpoint/2010/main" val="2943013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F6A7BD6A-2E1D-4EE9-9550-3278CC20D11B}"/>
              </a:ext>
            </a:extLst>
          </p:cNvPr>
          <p:cNvSpPr>
            <a:spLocks noGrp="1"/>
          </p:cNvSpPr>
          <p:nvPr>
            <p:ph type="title"/>
          </p:nvPr>
        </p:nvSpPr>
        <p:spPr>
          <a:xfrm>
            <a:off x="221673" y="448251"/>
            <a:ext cx="11739418" cy="732849"/>
          </a:xfrm>
          <a:prstGeom prst="rect">
            <a:avLst/>
          </a:prstGeom>
        </p:spPr>
        <p:txBody>
          <a:bodyPr vert="horz" lIns="91440" tIns="45720" rIns="91440" bIns="45720" rtlCol="0" anchor="ctr">
            <a:normAutofit/>
          </a:bodyPr>
          <a:lstStyle/>
          <a:p>
            <a:r>
              <a:rPr lang="it-IT" dirty="0"/>
              <a:t>Fare clic per modificare lo stile del titolo dello schema</a:t>
            </a:r>
            <a:endParaRPr lang="en-US" dirty="0"/>
          </a:p>
        </p:txBody>
      </p:sp>
      <p:sp>
        <p:nvSpPr>
          <p:cNvPr id="3" name="Segnaposto testo 2">
            <a:extLst>
              <a:ext uri="{FF2B5EF4-FFF2-40B4-BE49-F238E27FC236}">
                <a16:creationId xmlns:a16="http://schemas.microsoft.com/office/drawing/2014/main" id="{4A5DA657-DDD8-4A05-9088-B977D6547C9B}"/>
              </a:ext>
            </a:extLst>
          </p:cNvPr>
          <p:cNvSpPr>
            <a:spLocks noGrp="1"/>
          </p:cNvSpPr>
          <p:nvPr>
            <p:ph type="body" idx="1"/>
          </p:nvPr>
        </p:nvSpPr>
        <p:spPr>
          <a:xfrm>
            <a:off x="221673" y="1409700"/>
            <a:ext cx="11739418" cy="4850389"/>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endParaRPr lang="en-US" dirty="0"/>
          </a:p>
        </p:txBody>
      </p:sp>
      <p:sp>
        <p:nvSpPr>
          <p:cNvPr id="8" name="Rettangolo 7">
            <a:extLst>
              <a:ext uri="{FF2B5EF4-FFF2-40B4-BE49-F238E27FC236}">
                <a16:creationId xmlns:a16="http://schemas.microsoft.com/office/drawing/2014/main" id="{A3AC1E41-574B-4706-A1F7-FE8C4D963D8A}"/>
              </a:ext>
            </a:extLst>
          </p:cNvPr>
          <p:cNvSpPr/>
          <p:nvPr userDrawn="1"/>
        </p:nvSpPr>
        <p:spPr>
          <a:xfrm>
            <a:off x="0" y="6616460"/>
            <a:ext cx="12192000" cy="241540"/>
          </a:xfrm>
          <a:prstGeom prst="rect">
            <a:avLst/>
          </a:prstGeom>
          <a:solidFill>
            <a:srgbClr val="017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gnaposto numero diapositiva 5">
            <a:extLst>
              <a:ext uri="{FF2B5EF4-FFF2-40B4-BE49-F238E27FC236}">
                <a16:creationId xmlns:a16="http://schemas.microsoft.com/office/drawing/2014/main" id="{3A1501F7-399C-4A0A-8183-EF9F4C72DD54}"/>
              </a:ext>
            </a:extLst>
          </p:cNvPr>
          <p:cNvSpPr>
            <a:spLocks noGrp="1"/>
          </p:cNvSpPr>
          <p:nvPr>
            <p:ph type="sldNum" sz="quarter" idx="4"/>
          </p:nvPr>
        </p:nvSpPr>
        <p:spPr>
          <a:xfrm>
            <a:off x="11386416" y="6575515"/>
            <a:ext cx="593436" cy="365125"/>
          </a:xfrm>
          <a:prstGeom prst="rect">
            <a:avLst/>
          </a:prstGeom>
        </p:spPr>
        <p:txBody>
          <a:bodyPr vert="horz" lIns="91440" tIns="45720" rIns="91440" bIns="45720" rtlCol="0" anchor="ctr"/>
          <a:lstStyle>
            <a:lvl1pPr algn="r">
              <a:defRPr sz="1200">
                <a:solidFill>
                  <a:schemeClr val="bg1"/>
                </a:solidFill>
              </a:defRPr>
            </a:lvl1pPr>
          </a:lstStyle>
          <a:p>
            <a:fld id="{403F7DB2-0A9C-4E37-9984-C435ED141F40}" type="slidenum">
              <a:rPr lang="en-US" smtClean="0"/>
              <a:pPr/>
              <a:t>‹N›</a:t>
            </a:fld>
            <a:endParaRPr lang="en-US" dirty="0"/>
          </a:p>
        </p:txBody>
      </p:sp>
      <p:sp>
        <p:nvSpPr>
          <p:cNvPr id="9" name="Rettangolo 8">
            <a:extLst>
              <a:ext uri="{FF2B5EF4-FFF2-40B4-BE49-F238E27FC236}">
                <a16:creationId xmlns:a16="http://schemas.microsoft.com/office/drawing/2014/main" id="{23DA7761-B638-4C8B-BC2F-3D04149752EA}"/>
              </a:ext>
            </a:extLst>
          </p:cNvPr>
          <p:cNvSpPr/>
          <p:nvPr userDrawn="1"/>
        </p:nvSpPr>
        <p:spPr>
          <a:xfrm>
            <a:off x="0" y="-31317"/>
            <a:ext cx="12192000" cy="396442"/>
          </a:xfrm>
          <a:prstGeom prst="rect">
            <a:avLst/>
          </a:prstGeom>
          <a:solidFill>
            <a:srgbClr val="0178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Immagine 9" descr="Immagine che contiene testo&#10;&#10;Descrizione generata automaticamente">
            <a:extLst>
              <a:ext uri="{FF2B5EF4-FFF2-40B4-BE49-F238E27FC236}">
                <a16:creationId xmlns:a16="http://schemas.microsoft.com/office/drawing/2014/main" id="{D20E3174-B741-4DA8-98A9-60C537AE3499}"/>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0802" y="28847"/>
            <a:ext cx="1270000" cy="288881"/>
          </a:xfrm>
          <a:prstGeom prst="rect">
            <a:avLst/>
          </a:prstGeom>
        </p:spPr>
      </p:pic>
      <p:sp>
        <p:nvSpPr>
          <p:cNvPr id="11" name="Segnaposto piè di pagina 4">
            <a:extLst>
              <a:ext uri="{FF2B5EF4-FFF2-40B4-BE49-F238E27FC236}">
                <a16:creationId xmlns:a16="http://schemas.microsoft.com/office/drawing/2014/main" id="{103BC245-2134-4DA9-90F1-D1B50A8B16AA}"/>
              </a:ext>
            </a:extLst>
          </p:cNvPr>
          <p:cNvSpPr>
            <a:spLocks noGrp="1"/>
          </p:cNvSpPr>
          <p:nvPr>
            <p:ph type="ftr" sz="quarter" idx="3"/>
          </p:nvPr>
        </p:nvSpPr>
        <p:spPr>
          <a:xfrm>
            <a:off x="221673" y="6603901"/>
            <a:ext cx="10100253" cy="365125"/>
          </a:xfrm>
          <a:prstGeom prst="rect">
            <a:avLst/>
          </a:prstGeom>
        </p:spPr>
        <p:txBody>
          <a:bodyPr/>
          <a:lstStyle>
            <a:lvl1pPr>
              <a:defRPr sz="1200">
                <a:solidFill>
                  <a:schemeClr val="bg1"/>
                </a:solidFill>
              </a:defRPr>
            </a:lvl1pPr>
          </a:lstStyle>
          <a:p>
            <a:r>
              <a:rPr lang="it-IT"/>
              <a:t>9. FPGA architecture - Fondamenti di Elettronica - Sergio Spanò</a:t>
            </a:r>
            <a:endParaRPr lang="en-US" dirty="0"/>
          </a:p>
        </p:txBody>
      </p:sp>
    </p:spTree>
    <p:extLst>
      <p:ext uri="{BB962C8B-B14F-4D97-AF65-F5344CB8AC3E}">
        <p14:creationId xmlns:p14="http://schemas.microsoft.com/office/powerpoint/2010/main" val="2117844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017840"/>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17840"/>
        </a:buClr>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017840"/>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017840"/>
        </a:buClr>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17840"/>
        </a:buClr>
        <a:buFont typeface="Wingdings" panose="05000000000000000000" pitchFamily="2"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E5A0156-FA44-4B5E-AA95-BA26FE319EEF}"/>
              </a:ext>
            </a:extLst>
          </p:cNvPr>
          <p:cNvSpPr>
            <a:spLocks noGrp="1"/>
          </p:cNvSpPr>
          <p:nvPr>
            <p:ph type="ctrTitle"/>
          </p:nvPr>
        </p:nvSpPr>
        <p:spPr>
          <a:xfrm>
            <a:off x="1469682" y="1745664"/>
            <a:ext cx="9144000" cy="2715633"/>
          </a:xfrm>
        </p:spPr>
        <p:txBody>
          <a:bodyPr>
            <a:noAutofit/>
          </a:bodyPr>
          <a:lstStyle/>
          <a:p>
            <a:r>
              <a:rPr lang="en-US" dirty="0"/>
              <a:t>9. FPGA architecture</a:t>
            </a:r>
          </a:p>
        </p:txBody>
      </p:sp>
      <p:sp>
        <p:nvSpPr>
          <p:cNvPr id="3" name="Sottotitolo 2">
            <a:extLst>
              <a:ext uri="{FF2B5EF4-FFF2-40B4-BE49-F238E27FC236}">
                <a16:creationId xmlns:a16="http://schemas.microsoft.com/office/drawing/2014/main" id="{9DAC625A-2F47-4E94-ABBC-7F67DDCC72AE}"/>
              </a:ext>
            </a:extLst>
          </p:cNvPr>
          <p:cNvSpPr>
            <a:spLocks noGrp="1"/>
          </p:cNvSpPr>
          <p:nvPr>
            <p:ph type="subTitle" idx="1"/>
          </p:nvPr>
        </p:nvSpPr>
        <p:spPr>
          <a:xfrm>
            <a:off x="1496841" y="4992328"/>
            <a:ext cx="7494557" cy="507726"/>
          </a:xfrm>
        </p:spPr>
        <p:txBody>
          <a:bodyPr>
            <a:normAutofit/>
          </a:bodyPr>
          <a:lstStyle/>
          <a:p>
            <a:pPr algn="l"/>
            <a:r>
              <a:rPr lang="it-IT" sz="2800" dirty="0"/>
              <a:t>Fondamenti di Elettronica</a:t>
            </a:r>
            <a:endParaRPr lang="en-US" sz="2800" dirty="0"/>
          </a:p>
        </p:txBody>
      </p:sp>
      <p:sp>
        <p:nvSpPr>
          <p:cNvPr id="10" name="CasellaDiTesto 9">
            <a:extLst>
              <a:ext uri="{FF2B5EF4-FFF2-40B4-BE49-F238E27FC236}">
                <a16:creationId xmlns:a16="http://schemas.microsoft.com/office/drawing/2014/main" id="{1C28BD56-FEA0-4AD1-A103-B45E0AC86A2B}"/>
              </a:ext>
            </a:extLst>
          </p:cNvPr>
          <p:cNvSpPr txBox="1"/>
          <p:nvPr/>
        </p:nvSpPr>
        <p:spPr>
          <a:xfrm>
            <a:off x="1498744" y="5752842"/>
            <a:ext cx="4005763" cy="369332"/>
          </a:xfrm>
          <a:prstGeom prst="rect">
            <a:avLst/>
          </a:prstGeom>
          <a:noFill/>
        </p:spPr>
        <p:txBody>
          <a:bodyPr wrap="square" rtlCol="0">
            <a:spAutoFit/>
          </a:bodyPr>
          <a:lstStyle/>
          <a:p>
            <a:r>
              <a:rPr lang="en-US" b="1" spc="-45" dirty="0">
                <a:solidFill>
                  <a:schemeClr val="bg1"/>
                </a:solidFill>
                <a:latin typeface="Circe" panose="020B0502020203020203" pitchFamily="34" charset="0"/>
              </a:rPr>
              <a:t>Sergio Spanò – spano@ing.uniroma2.it</a:t>
            </a:r>
            <a:endParaRPr lang="en-US" b="1" dirty="0"/>
          </a:p>
        </p:txBody>
      </p:sp>
    </p:spTree>
    <p:extLst>
      <p:ext uri="{BB962C8B-B14F-4D97-AF65-F5344CB8AC3E}">
        <p14:creationId xmlns:p14="http://schemas.microsoft.com/office/powerpoint/2010/main" val="3676927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FCF836-7918-458E-97DF-46340F63A440}"/>
              </a:ext>
            </a:extLst>
          </p:cNvPr>
          <p:cNvSpPr>
            <a:spLocks noGrp="1"/>
          </p:cNvSpPr>
          <p:nvPr>
            <p:ph type="title"/>
          </p:nvPr>
        </p:nvSpPr>
        <p:spPr/>
        <p:txBody>
          <a:bodyPr>
            <a:normAutofit fontScale="90000"/>
          </a:bodyPr>
          <a:lstStyle/>
          <a:p>
            <a:r>
              <a:rPr lang="en-US" dirty="0"/>
              <a:t>FPGA introduction</a:t>
            </a:r>
          </a:p>
        </p:txBody>
      </p:sp>
      <p:sp>
        <p:nvSpPr>
          <p:cNvPr id="3" name="Segnaposto contenuto 2">
            <a:extLst>
              <a:ext uri="{FF2B5EF4-FFF2-40B4-BE49-F238E27FC236}">
                <a16:creationId xmlns:a16="http://schemas.microsoft.com/office/drawing/2014/main" id="{0921BDCB-DA24-48BA-B171-5F7008A7BE29}"/>
              </a:ext>
            </a:extLst>
          </p:cNvPr>
          <p:cNvSpPr>
            <a:spLocks noGrp="1"/>
          </p:cNvSpPr>
          <p:nvPr>
            <p:ph idx="1"/>
          </p:nvPr>
        </p:nvSpPr>
        <p:spPr/>
        <p:txBody>
          <a:bodyPr/>
          <a:lstStyle/>
          <a:p>
            <a:r>
              <a:rPr lang="en-US" dirty="0"/>
              <a:t>Field Programmable Gate Arrays (FPGAs) are semiconductor devices based on a matrix of </a:t>
            </a:r>
            <a:r>
              <a:rPr lang="en-US" b="1" dirty="0"/>
              <a:t>Configurable Logic Blocks (CLBs) </a:t>
            </a:r>
            <a:r>
              <a:rPr lang="en-US" dirty="0"/>
              <a:t>connected via programmable interconnects. </a:t>
            </a:r>
          </a:p>
          <a:p>
            <a:r>
              <a:rPr lang="en-US" dirty="0"/>
              <a:t>They can be reprogrammed to match a desired application or some functionality requirements. This feature distinguishes FPGAs from Application Specific Integrated Circuits (ASICs). </a:t>
            </a:r>
          </a:p>
          <a:p>
            <a:r>
              <a:rPr lang="en-US" dirty="0"/>
              <a:t>One-time programmable (OTP) FPGAs are also available</a:t>
            </a:r>
          </a:p>
          <a:p>
            <a:pPr lvl="1"/>
            <a:r>
              <a:rPr lang="en-US" dirty="0"/>
              <a:t>The dominant type is SRAM based which can be reprogrammed as the design evolves</a:t>
            </a:r>
          </a:p>
          <a:p>
            <a:endParaRPr lang="en-US" dirty="0"/>
          </a:p>
        </p:txBody>
      </p:sp>
      <p:sp>
        <p:nvSpPr>
          <p:cNvPr id="4" name="Segnaposto numero diapositiva 3">
            <a:extLst>
              <a:ext uri="{FF2B5EF4-FFF2-40B4-BE49-F238E27FC236}">
                <a16:creationId xmlns:a16="http://schemas.microsoft.com/office/drawing/2014/main" id="{B9E6F126-0019-4357-B136-BDAA9DBC48D2}"/>
              </a:ext>
            </a:extLst>
          </p:cNvPr>
          <p:cNvSpPr>
            <a:spLocks noGrp="1"/>
          </p:cNvSpPr>
          <p:nvPr>
            <p:ph type="sldNum" sz="quarter" idx="12"/>
          </p:nvPr>
        </p:nvSpPr>
        <p:spPr/>
        <p:txBody>
          <a:bodyPr/>
          <a:lstStyle/>
          <a:p>
            <a:fld id="{403F7DB2-0A9C-4E37-9984-C435ED141F40}" type="slidenum">
              <a:rPr lang="en-US" smtClean="0"/>
              <a:pPr/>
              <a:t>2</a:t>
            </a:fld>
            <a:endParaRPr lang="en-US" dirty="0"/>
          </a:p>
        </p:txBody>
      </p:sp>
      <p:sp>
        <p:nvSpPr>
          <p:cNvPr id="5" name="Segnaposto piè di pagina 4">
            <a:extLst>
              <a:ext uri="{FF2B5EF4-FFF2-40B4-BE49-F238E27FC236}">
                <a16:creationId xmlns:a16="http://schemas.microsoft.com/office/drawing/2014/main" id="{1964AB9E-8A2A-492F-A0E4-1C2467172C76}"/>
              </a:ext>
            </a:extLst>
          </p:cNvPr>
          <p:cNvSpPr>
            <a:spLocks noGrp="1"/>
          </p:cNvSpPr>
          <p:nvPr>
            <p:ph type="ftr" sz="quarter" idx="3"/>
          </p:nvPr>
        </p:nvSpPr>
        <p:spPr/>
        <p:txBody>
          <a:bodyPr/>
          <a:lstStyle/>
          <a:p>
            <a:r>
              <a:rPr lang="it-IT"/>
              <a:t>9. FPGA architecture - Fondamenti di Elettronica - Sergio Spanò</a:t>
            </a:r>
            <a:endParaRPr lang="en-US" dirty="0"/>
          </a:p>
        </p:txBody>
      </p:sp>
    </p:spTree>
    <p:extLst>
      <p:ext uri="{BB962C8B-B14F-4D97-AF65-F5344CB8AC3E}">
        <p14:creationId xmlns:p14="http://schemas.microsoft.com/office/powerpoint/2010/main" val="1525464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A8D786-517F-454F-833A-D76A47191762}"/>
              </a:ext>
            </a:extLst>
          </p:cNvPr>
          <p:cNvSpPr>
            <a:spLocks noGrp="1"/>
          </p:cNvSpPr>
          <p:nvPr>
            <p:ph type="title"/>
          </p:nvPr>
        </p:nvSpPr>
        <p:spPr/>
        <p:txBody>
          <a:bodyPr>
            <a:normAutofit fontScale="90000"/>
          </a:bodyPr>
          <a:lstStyle/>
          <a:p>
            <a:r>
              <a:rPr lang="it-IT" dirty="0"/>
              <a:t>FPGA Architecture</a:t>
            </a:r>
            <a:endParaRPr lang="en-US" dirty="0"/>
          </a:p>
        </p:txBody>
      </p:sp>
      <p:sp>
        <p:nvSpPr>
          <p:cNvPr id="3" name="Segnaposto contenuto 2">
            <a:extLst>
              <a:ext uri="{FF2B5EF4-FFF2-40B4-BE49-F238E27FC236}">
                <a16:creationId xmlns:a16="http://schemas.microsoft.com/office/drawing/2014/main" id="{F1B57712-30F2-455E-BC77-CD89F3841E64}"/>
              </a:ext>
            </a:extLst>
          </p:cNvPr>
          <p:cNvSpPr>
            <a:spLocks noGrp="1"/>
          </p:cNvSpPr>
          <p:nvPr>
            <p:ph idx="1"/>
          </p:nvPr>
        </p:nvSpPr>
        <p:spPr/>
        <p:txBody>
          <a:bodyPr/>
          <a:lstStyle/>
          <a:p>
            <a:r>
              <a:rPr lang="it-IT" dirty="0" err="1"/>
              <a:t>FPGAs</a:t>
            </a:r>
            <a:r>
              <a:rPr lang="it-IT" dirty="0"/>
              <a:t> are </a:t>
            </a:r>
            <a:r>
              <a:rPr lang="it-IT" dirty="0" err="1"/>
              <a:t>composed</a:t>
            </a:r>
            <a:r>
              <a:rPr lang="it-IT" dirty="0"/>
              <a:t> by</a:t>
            </a:r>
          </a:p>
          <a:p>
            <a:pPr lvl="1"/>
            <a:r>
              <a:rPr lang="it-IT" dirty="0" err="1"/>
              <a:t>Logic</a:t>
            </a:r>
            <a:r>
              <a:rPr lang="it-IT" dirty="0"/>
              <a:t> </a:t>
            </a:r>
            <a:r>
              <a:rPr lang="it-IT" dirty="0" err="1"/>
              <a:t>Blocks</a:t>
            </a:r>
            <a:endParaRPr lang="it-IT" dirty="0"/>
          </a:p>
          <a:p>
            <a:pPr lvl="1"/>
            <a:r>
              <a:rPr lang="it-IT" dirty="0" err="1"/>
              <a:t>Reconfigurable</a:t>
            </a:r>
            <a:r>
              <a:rPr lang="it-IT" dirty="0"/>
              <a:t> </a:t>
            </a:r>
            <a:r>
              <a:rPr lang="it-IT" dirty="0" err="1"/>
              <a:t>interconnects</a:t>
            </a:r>
            <a:endParaRPr lang="it-IT" dirty="0"/>
          </a:p>
          <a:p>
            <a:pPr lvl="1"/>
            <a:r>
              <a:rPr lang="it-IT" dirty="0"/>
              <a:t>General </a:t>
            </a:r>
            <a:r>
              <a:rPr lang="it-IT" dirty="0" err="1"/>
              <a:t>purpose</a:t>
            </a:r>
            <a:r>
              <a:rPr lang="it-IT" dirty="0"/>
              <a:t> I/O</a:t>
            </a:r>
          </a:p>
          <a:p>
            <a:r>
              <a:rPr lang="it-IT" dirty="0"/>
              <a:t>More </a:t>
            </a:r>
            <a:r>
              <a:rPr lang="it-IT" dirty="0" err="1"/>
              <a:t>complex</a:t>
            </a:r>
            <a:r>
              <a:rPr lang="it-IT" dirty="0"/>
              <a:t> FPGA </a:t>
            </a:r>
            <a:r>
              <a:rPr lang="it-IT" dirty="0" err="1"/>
              <a:t>may</a:t>
            </a:r>
            <a:r>
              <a:rPr lang="it-IT" dirty="0"/>
              <a:t> </a:t>
            </a:r>
            <a:r>
              <a:rPr lang="it-IT" dirty="0" err="1"/>
              <a:t>have</a:t>
            </a:r>
            <a:endParaRPr lang="it-IT" dirty="0"/>
          </a:p>
          <a:p>
            <a:pPr lvl="1"/>
            <a:r>
              <a:rPr lang="it-IT" dirty="0"/>
              <a:t>Block </a:t>
            </a:r>
            <a:r>
              <a:rPr lang="it-IT" dirty="0" err="1"/>
              <a:t>Ram</a:t>
            </a:r>
            <a:endParaRPr lang="it-IT" dirty="0"/>
          </a:p>
          <a:p>
            <a:pPr lvl="1"/>
            <a:r>
              <a:rPr lang="it-IT" dirty="0"/>
              <a:t>DSP Block</a:t>
            </a:r>
          </a:p>
          <a:p>
            <a:pPr lvl="1"/>
            <a:r>
              <a:rPr lang="it-IT" dirty="0" err="1"/>
              <a:t>Tranceivers</a:t>
            </a:r>
            <a:endParaRPr lang="it-IT" dirty="0"/>
          </a:p>
          <a:p>
            <a:pPr lvl="1"/>
            <a:r>
              <a:rPr lang="it-IT" dirty="0"/>
              <a:t>Clock manager devices</a:t>
            </a:r>
          </a:p>
          <a:p>
            <a:pPr lvl="1"/>
            <a:r>
              <a:rPr lang="it-IT" dirty="0" err="1"/>
              <a:t>Microprocessors</a:t>
            </a:r>
            <a:endParaRPr lang="it-IT" dirty="0"/>
          </a:p>
          <a:p>
            <a:endParaRPr lang="en-US" dirty="0"/>
          </a:p>
        </p:txBody>
      </p:sp>
      <p:sp>
        <p:nvSpPr>
          <p:cNvPr id="4" name="Segnaposto numero diapositiva 3">
            <a:extLst>
              <a:ext uri="{FF2B5EF4-FFF2-40B4-BE49-F238E27FC236}">
                <a16:creationId xmlns:a16="http://schemas.microsoft.com/office/drawing/2014/main" id="{6AFB6872-F9CA-496B-A2BE-20142384AF9E}"/>
              </a:ext>
            </a:extLst>
          </p:cNvPr>
          <p:cNvSpPr>
            <a:spLocks noGrp="1"/>
          </p:cNvSpPr>
          <p:nvPr>
            <p:ph type="sldNum" sz="quarter" idx="12"/>
          </p:nvPr>
        </p:nvSpPr>
        <p:spPr/>
        <p:txBody>
          <a:bodyPr/>
          <a:lstStyle/>
          <a:p>
            <a:fld id="{403F7DB2-0A9C-4E37-9984-C435ED141F40}" type="slidenum">
              <a:rPr lang="en-US" smtClean="0"/>
              <a:pPr/>
              <a:t>3</a:t>
            </a:fld>
            <a:endParaRPr lang="en-US" dirty="0"/>
          </a:p>
        </p:txBody>
      </p:sp>
      <p:sp>
        <p:nvSpPr>
          <p:cNvPr id="5" name="Segnaposto piè di pagina 4">
            <a:extLst>
              <a:ext uri="{FF2B5EF4-FFF2-40B4-BE49-F238E27FC236}">
                <a16:creationId xmlns:a16="http://schemas.microsoft.com/office/drawing/2014/main" id="{7BD0DA99-97DC-4869-8AD5-583519BE346D}"/>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Immagine 5">
            <a:extLst>
              <a:ext uri="{FF2B5EF4-FFF2-40B4-BE49-F238E27FC236}">
                <a16:creationId xmlns:a16="http://schemas.microsoft.com/office/drawing/2014/main" id="{24B56216-1E0D-4C11-A217-B834FF9E405E}"/>
              </a:ext>
            </a:extLst>
          </p:cNvPr>
          <p:cNvPicPr/>
          <p:nvPr/>
        </p:nvPicPr>
        <p:blipFill>
          <a:blip r:embed="rId2">
            <a:extLst>
              <a:ext uri="{28A0092B-C50C-407E-A947-70E740481C1C}">
                <a14:useLocalDpi xmlns:a14="http://schemas.microsoft.com/office/drawing/2010/main" val="0"/>
              </a:ext>
            </a:extLst>
          </a:blip>
          <a:stretch>
            <a:fillRect/>
          </a:stretch>
        </p:blipFill>
        <p:spPr>
          <a:xfrm>
            <a:off x="7750518" y="1803592"/>
            <a:ext cx="3043277" cy="3821303"/>
          </a:xfrm>
          <a:prstGeom prst="rect">
            <a:avLst/>
          </a:prstGeom>
        </p:spPr>
      </p:pic>
    </p:spTree>
    <p:extLst>
      <p:ext uri="{BB962C8B-B14F-4D97-AF65-F5344CB8AC3E}">
        <p14:creationId xmlns:p14="http://schemas.microsoft.com/office/powerpoint/2010/main" val="35062767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01630E-DB59-40DC-A530-354B4E569A71}"/>
              </a:ext>
            </a:extLst>
          </p:cNvPr>
          <p:cNvSpPr>
            <a:spLocks noGrp="1"/>
          </p:cNvSpPr>
          <p:nvPr>
            <p:ph type="title"/>
          </p:nvPr>
        </p:nvSpPr>
        <p:spPr/>
        <p:txBody>
          <a:bodyPr>
            <a:normAutofit fontScale="90000"/>
          </a:bodyPr>
          <a:lstStyle/>
          <a:p>
            <a:r>
              <a:rPr lang="en-US" dirty="0"/>
              <a:t>Logic blocks</a:t>
            </a:r>
          </a:p>
        </p:txBody>
      </p:sp>
      <p:sp>
        <p:nvSpPr>
          <p:cNvPr id="3" name="Segnaposto contenuto 2">
            <a:extLst>
              <a:ext uri="{FF2B5EF4-FFF2-40B4-BE49-F238E27FC236}">
                <a16:creationId xmlns:a16="http://schemas.microsoft.com/office/drawing/2014/main" id="{9091BCAC-6DA0-4364-A1DE-EBA61ADCDC49}"/>
              </a:ext>
            </a:extLst>
          </p:cNvPr>
          <p:cNvSpPr>
            <a:spLocks noGrp="1"/>
          </p:cNvSpPr>
          <p:nvPr>
            <p:ph idx="1"/>
          </p:nvPr>
        </p:nvSpPr>
        <p:spPr>
          <a:xfrm>
            <a:off x="221673" y="1168400"/>
            <a:ext cx="6308436" cy="5091689"/>
          </a:xfrm>
        </p:spPr>
        <p:txBody>
          <a:bodyPr>
            <a:normAutofit lnSpcReduction="10000"/>
          </a:bodyPr>
          <a:lstStyle/>
          <a:p>
            <a:r>
              <a:rPr lang="en-US" dirty="0"/>
              <a:t>Logic and arithmetic operations are performed by the Logic Blocks. They are composed by:</a:t>
            </a:r>
          </a:p>
          <a:p>
            <a:pPr lvl="1"/>
            <a:r>
              <a:rPr lang="en-US" dirty="0"/>
              <a:t>N-input LUT (</a:t>
            </a:r>
            <a:r>
              <a:rPr lang="en-US" dirty="0" err="1"/>
              <a:t>LookUp</a:t>
            </a:r>
            <a:r>
              <a:rPr lang="en-US" dirty="0"/>
              <a:t> Table) usually SRAM based,  </a:t>
            </a:r>
          </a:p>
          <a:p>
            <a:pPr lvl="1"/>
            <a:r>
              <a:rPr lang="en-US" dirty="0"/>
              <a:t>A register suitable as latch or flip flop </a:t>
            </a:r>
          </a:p>
          <a:p>
            <a:pPr lvl="1"/>
            <a:r>
              <a:rPr lang="en-US" dirty="0"/>
              <a:t>A multiplexer </a:t>
            </a:r>
          </a:p>
          <a:p>
            <a:r>
              <a:rPr lang="en-US" dirty="0"/>
              <a:t>Each FPGA contains a large number of Logic Blocks that can be used to make different functions.</a:t>
            </a:r>
          </a:p>
          <a:p>
            <a:r>
              <a:rPr lang="en-US" dirty="0"/>
              <a:t>The function implementation is obtained programming the LUT with the </a:t>
            </a:r>
            <a:r>
              <a:rPr lang="en-US" dirty="0" err="1"/>
              <a:t>desidered</a:t>
            </a:r>
            <a:r>
              <a:rPr lang="en-US" dirty="0"/>
              <a:t> truth table</a:t>
            </a:r>
            <a:endParaRPr lang="it-IT" dirty="0"/>
          </a:p>
          <a:p>
            <a:endParaRPr lang="en-US" dirty="0"/>
          </a:p>
        </p:txBody>
      </p:sp>
      <p:sp>
        <p:nvSpPr>
          <p:cNvPr id="4" name="Segnaposto numero diapositiva 3">
            <a:extLst>
              <a:ext uri="{FF2B5EF4-FFF2-40B4-BE49-F238E27FC236}">
                <a16:creationId xmlns:a16="http://schemas.microsoft.com/office/drawing/2014/main" id="{737F6624-6DBD-44DF-BF38-5AA4DC5C73B6}"/>
              </a:ext>
            </a:extLst>
          </p:cNvPr>
          <p:cNvSpPr>
            <a:spLocks noGrp="1"/>
          </p:cNvSpPr>
          <p:nvPr>
            <p:ph type="sldNum" sz="quarter" idx="12"/>
          </p:nvPr>
        </p:nvSpPr>
        <p:spPr/>
        <p:txBody>
          <a:bodyPr/>
          <a:lstStyle/>
          <a:p>
            <a:fld id="{403F7DB2-0A9C-4E37-9984-C435ED141F40}" type="slidenum">
              <a:rPr lang="en-US" smtClean="0"/>
              <a:pPr/>
              <a:t>4</a:t>
            </a:fld>
            <a:endParaRPr lang="en-US" dirty="0"/>
          </a:p>
        </p:txBody>
      </p:sp>
      <p:sp>
        <p:nvSpPr>
          <p:cNvPr id="5" name="Segnaposto piè di pagina 4">
            <a:extLst>
              <a:ext uri="{FF2B5EF4-FFF2-40B4-BE49-F238E27FC236}">
                <a16:creationId xmlns:a16="http://schemas.microsoft.com/office/drawing/2014/main" id="{FBB2D0AF-10D7-470F-A172-987829874041}"/>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Immagine 5">
            <a:extLst>
              <a:ext uri="{FF2B5EF4-FFF2-40B4-BE49-F238E27FC236}">
                <a16:creationId xmlns:a16="http://schemas.microsoft.com/office/drawing/2014/main" id="{BA3F650F-9907-4FC4-BB94-969B9C8FCAA8}"/>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62313" y="1738302"/>
            <a:ext cx="4073593" cy="3381396"/>
          </a:xfrm>
          <a:prstGeom prst="rect">
            <a:avLst/>
          </a:prstGeom>
          <a:noFill/>
          <a:ln>
            <a:noFill/>
          </a:ln>
        </p:spPr>
      </p:pic>
    </p:spTree>
    <p:extLst>
      <p:ext uri="{BB962C8B-B14F-4D97-AF65-F5344CB8AC3E}">
        <p14:creationId xmlns:p14="http://schemas.microsoft.com/office/powerpoint/2010/main" val="3578117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5457F6-8C77-43CF-B020-177CA97F28AD}"/>
              </a:ext>
            </a:extLst>
          </p:cNvPr>
          <p:cNvSpPr>
            <a:spLocks noGrp="1"/>
          </p:cNvSpPr>
          <p:nvPr>
            <p:ph type="title"/>
          </p:nvPr>
        </p:nvSpPr>
        <p:spPr/>
        <p:txBody>
          <a:bodyPr>
            <a:normAutofit fontScale="90000"/>
          </a:bodyPr>
          <a:lstStyle/>
          <a:p>
            <a:r>
              <a:rPr lang="en-US" dirty="0"/>
              <a:t>Logic blocks programming</a:t>
            </a:r>
          </a:p>
        </p:txBody>
      </p:sp>
      <p:sp>
        <p:nvSpPr>
          <p:cNvPr id="3" name="Segnaposto contenuto 2">
            <a:extLst>
              <a:ext uri="{FF2B5EF4-FFF2-40B4-BE49-F238E27FC236}">
                <a16:creationId xmlns:a16="http://schemas.microsoft.com/office/drawing/2014/main" id="{0C7A00F7-B95E-49E9-B3C4-F5DCB5863C39}"/>
              </a:ext>
            </a:extLst>
          </p:cNvPr>
          <p:cNvSpPr>
            <a:spLocks noGrp="1"/>
          </p:cNvSpPr>
          <p:nvPr>
            <p:ph idx="1"/>
          </p:nvPr>
        </p:nvSpPr>
        <p:spPr/>
        <p:txBody>
          <a:bodyPr/>
          <a:lstStyle/>
          <a:p>
            <a:r>
              <a:rPr lang="en-US" dirty="0"/>
              <a:t>Suppose that we have a 3-Input LUT(modern FPGAs have up to 6-input LUT)</a:t>
            </a:r>
          </a:p>
          <a:p>
            <a:r>
              <a:rPr lang="en-US" dirty="0"/>
              <a:t>We are required to perform the function: Y=AB+C’</a:t>
            </a:r>
          </a:p>
          <a:p>
            <a:r>
              <a:rPr lang="en-US" dirty="0"/>
              <a:t>This function can be obtained from the 3-INPUT LUT  mapping its truth table on the LUT’s SRAM cells</a:t>
            </a:r>
          </a:p>
          <a:p>
            <a:endParaRPr lang="en-US" dirty="0"/>
          </a:p>
        </p:txBody>
      </p:sp>
      <p:sp>
        <p:nvSpPr>
          <p:cNvPr id="4" name="Segnaposto numero diapositiva 3">
            <a:extLst>
              <a:ext uri="{FF2B5EF4-FFF2-40B4-BE49-F238E27FC236}">
                <a16:creationId xmlns:a16="http://schemas.microsoft.com/office/drawing/2014/main" id="{1F641721-8118-487B-A82C-963EE6643237}"/>
              </a:ext>
            </a:extLst>
          </p:cNvPr>
          <p:cNvSpPr>
            <a:spLocks noGrp="1"/>
          </p:cNvSpPr>
          <p:nvPr>
            <p:ph type="sldNum" sz="quarter" idx="12"/>
          </p:nvPr>
        </p:nvSpPr>
        <p:spPr/>
        <p:txBody>
          <a:bodyPr/>
          <a:lstStyle/>
          <a:p>
            <a:fld id="{403F7DB2-0A9C-4E37-9984-C435ED141F40}" type="slidenum">
              <a:rPr lang="en-US" smtClean="0"/>
              <a:pPr/>
              <a:t>5</a:t>
            </a:fld>
            <a:endParaRPr lang="en-US" dirty="0"/>
          </a:p>
        </p:txBody>
      </p:sp>
      <p:sp>
        <p:nvSpPr>
          <p:cNvPr id="5" name="Segnaposto piè di pagina 4">
            <a:extLst>
              <a:ext uri="{FF2B5EF4-FFF2-40B4-BE49-F238E27FC236}">
                <a16:creationId xmlns:a16="http://schemas.microsoft.com/office/drawing/2014/main" id="{7E27B679-6D4D-4166-A8C2-37ECE13F6E66}"/>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Immagine 5">
            <a:extLst>
              <a:ext uri="{FF2B5EF4-FFF2-40B4-BE49-F238E27FC236}">
                <a16:creationId xmlns:a16="http://schemas.microsoft.com/office/drawing/2014/main" id="{7DB31FC6-DD4A-4D8F-8757-5AB3BA58293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545509" y="3610874"/>
            <a:ext cx="7091745" cy="2649215"/>
          </a:xfrm>
          <a:prstGeom prst="rect">
            <a:avLst/>
          </a:prstGeom>
          <a:noFill/>
          <a:ln>
            <a:noFill/>
          </a:ln>
        </p:spPr>
      </p:pic>
    </p:spTree>
    <p:extLst>
      <p:ext uri="{BB962C8B-B14F-4D97-AF65-F5344CB8AC3E}">
        <p14:creationId xmlns:p14="http://schemas.microsoft.com/office/powerpoint/2010/main" val="1662387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C89B410-1277-411E-AF0D-A6631301484B}"/>
              </a:ext>
            </a:extLst>
          </p:cNvPr>
          <p:cNvSpPr>
            <a:spLocks noGrp="1"/>
          </p:cNvSpPr>
          <p:nvPr>
            <p:ph type="title"/>
          </p:nvPr>
        </p:nvSpPr>
        <p:spPr/>
        <p:txBody>
          <a:bodyPr>
            <a:normAutofit fontScale="90000"/>
          </a:bodyPr>
          <a:lstStyle/>
          <a:p>
            <a:r>
              <a:rPr lang="en-US" dirty="0"/>
              <a:t>Logic blocks LUT</a:t>
            </a:r>
          </a:p>
        </p:txBody>
      </p:sp>
      <p:sp>
        <p:nvSpPr>
          <p:cNvPr id="3" name="Segnaposto contenuto 2">
            <a:extLst>
              <a:ext uri="{FF2B5EF4-FFF2-40B4-BE49-F238E27FC236}">
                <a16:creationId xmlns:a16="http://schemas.microsoft.com/office/drawing/2014/main" id="{9DCF35CB-CF9D-46AA-90C0-EFA3A2CAA295}"/>
              </a:ext>
            </a:extLst>
          </p:cNvPr>
          <p:cNvSpPr>
            <a:spLocks noGrp="1"/>
          </p:cNvSpPr>
          <p:nvPr>
            <p:ph idx="1"/>
          </p:nvPr>
        </p:nvSpPr>
        <p:spPr/>
        <p:txBody>
          <a:bodyPr/>
          <a:lstStyle/>
          <a:p>
            <a:r>
              <a:rPr lang="it-IT" dirty="0"/>
              <a:t>SRAM </a:t>
            </a:r>
            <a:r>
              <a:rPr lang="it-IT" dirty="0" err="1"/>
              <a:t>based</a:t>
            </a:r>
            <a:r>
              <a:rPr lang="it-IT" dirty="0"/>
              <a:t> </a:t>
            </a:r>
            <a:r>
              <a:rPr lang="it-IT" dirty="0" err="1"/>
              <a:t>LUTs</a:t>
            </a:r>
            <a:r>
              <a:rPr lang="it-IT" dirty="0"/>
              <a:t> are </a:t>
            </a:r>
            <a:r>
              <a:rPr lang="it-IT" dirty="0" err="1"/>
              <a:t>composed</a:t>
            </a:r>
            <a:r>
              <a:rPr lang="it-IT" dirty="0"/>
              <a:t> by</a:t>
            </a:r>
          </a:p>
          <a:p>
            <a:pPr lvl="1"/>
            <a:r>
              <a:rPr lang="it-IT" dirty="0"/>
              <a:t>SRAM </a:t>
            </a:r>
            <a:r>
              <a:rPr lang="it-IT" dirty="0" err="1"/>
              <a:t>cells</a:t>
            </a:r>
            <a:endParaRPr lang="it-IT" dirty="0"/>
          </a:p>
          <a:p>
            <a:pPr lvl="1"/>
            <a:r>
              <a:rPr lang="it-IT" dirty="0" err="1"/>
              <a:t>Trasmission</a:t>
            </a:r>
            <a:r>
              <a:rPr lang="it-IT" dirty="0"/>
              <a:t> gate multiplexer</a:t>
            </a:r>
          </a:p>
          <a:p>
            <a:endParaRPr lang="en-US" dirty="0"/>
          </a:p>
        </p:txBody>
      </p:sp>
      <p:sp>
        <p:nvSpPr>
          <p:cNvPr id="4" name="Segnaposto numero diapositiva 3">
            <a:extLst>
              <a:ext uri="{FF2B5EF4-FFF2-40B4-BE49-F238E27FC236}">
                <a16:creationId xmlns:a16="http://schemas.microsoft.com/office/drawing/2014/main" id="{5D6D9AFD-885F-4BFD-B8EA-29D7CB8B4B10}"/>
              </a:ext>
            </a:extLst>
          </p:cNvPr>
          <p:cNvSpPr>
            <a:spLocks noGrp="1"/>
          </p:cNvSpPr>
          <p:nvPr>
            <p:ph type="sldNum" sz="quarter" idx="12"/>
          </p:nvPr>
        </p:nvSpPr>
        <p:spPr/>
        <p:txBody>
          <a:bodyPr/>
          <a:lstStyle/>
          <a:p>
            <a:fld id="{403F7DB2-0A9C-4E37-9984-C435ED141F40}" type="slidenum">
              <a:rPr lang="en-US" smtClean="0"/>
              <a:pPr/>
              <a:t>6</a:t>
            </a:fld>
            <a:endParaRPr lang="en-US" dirty="0"/>
          </a:p>
        </p:txBody>
      </p:sp>
      <p:sp>
        <p:nvSpPr>
          <p:cNvPr id="5" name="Segnaposto piè di pagina 4">
            <a:extLst>
              <a:ext uri="{FF2B5EF4-FFF2-40B4-BE49-F238E27FC236}">
                <a16:creationId xmlns:a16="http://schemas.microsoft.com/office/drawing/2014/main" id="{D5BA7499-D9BA-4404-B10B-ACB8943B9647}"/>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Picture 9">
            <a:extLst>
              <a:ext uri="{FF2B5EF4-FFF2-40B4-BE49-F238E27FC236}">
                <a16:creationId xmlns:a16="http://schemas.microsoft.com/office/drawing/2014/main" id="{50F4B7F1-138B-4F93-8F4F-D17ADDB519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2910" y="3204764"/>
            <a:ext cx="2857049" cy="2103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a:extLst>
              <a:ext uri="{FF2B5EF4-FFF2-40B4-BE49-F238E27FC236}">
                <a16:creationId xmlns:a16="http://schemas.microsoft.com/office/drawing/2014/main" id="{46A9A670-85C8-41DB-8743-4E1C4F90A5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9329" y="2752183"/>
            <a:ext cx="4763179" cy="338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70241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823B40-E004-4D26-92F3-24831EFC8DD4}"/>
              </a:ext>
            </a:extLst>
          </p:cNvPr>
          <p:cNvSpPr>
            <a:spLocks noGrp="1"/>
          </p:cNvSpPr>
          <p:nvPr>
            <p:ph type="title"/>
          </p:nvPr>
        </p:nvSpPr>
        <p:spPr/>
        <p:txBody>
          <a:bodyPr>
            <a:normAutofit fontScale="90000"/>
          </a:bodyPr>
          <a:lstStyle/>
          <a:p>
            <a:r>
              <a:rPr lang="en-US" dirty="0"/>
              <a:t>Slices of logic blocks</a:t>
            </a:r>
          </a:p>
        </p:txBody>
      </p:sp>
      <p:sp>
        <p:nvSpPr>
          <p:cNvPr id="3" name="Segnaposto contenuto 2">
            <a:extLst>
              <a:ext uri="{FF2B5EF4-FFF2-40B4-BE49-F238E27FC236}">
                <a16:creationId xmlns:a16="http://schemas.microsoft.com/office/drawing/2014/main" id="{2EF40A2F-1468-4CEF-B390-3441747241CD}"/>
              </a:ext>
            </a:extLst>
          </p:cNvPr>
          <p:cNvSpPr>
            <a:spLocks noGrp="1"/>
          </p:cNvSpPr>
          <p:nvPr>
            <p:ph idx="1"/>
          </p:nvPr>
        </p:nvSpPr>
        <p:spPr>
          <a:xfrm>
            <a:off x="221673" y="1168400"/>
            <a:ext cx="5874327" cy="5091689"/>
          </a:xfrm>
        </p:spPr>
        <p:txBody>
          <a:bodyPr/>
          <a:lstStyle/>
          <a:p>
            <a:r>
              <a:rPr lang="en-US" dirty="0"/>
              <a:t>Some  FPGA vendors like AMD-Xilinx organize the Logic Blocks  in a hierarchy</a:t>
            </a:r>
          </a:p>
          <a:p>
            <a:pPr lvl="1"/>
            <a:r>
              <a:rPr lang="en-US" dirty="0"/>
              <a:t>in Xilinx devices, groups of two or four (depending on device) Logic Blocks are called </a:t>
            </a:r>
            <a:r>
              <a:rPr lang="en-US" b="1" dirty="0"/>
              <a:t>Slices</a:t>
            </a:r>
            <a:r>
              <a:rPr lang="en-US" dirty="0"/>
              <a:t>. </a:t>
            </a:r>
          </a:p>
          <a:p>
            <a:r>
              <a:rPr lang="en-US" dirty="0"/>
              <a:t>The Logic Blocks contained in the same Slice share the same control signal (Enable, Clock, Reset, …). </a:t>
            </a:r>
          </a:p>
          <a:p>
            <a:endParaRPr lang="en-US" dirty="0"/>
          </a:p>
        </p:txBody>
      </p:sp>
      <p:sp>
        <p:nvSpPr>
          <p:cNvPr id="4" name="Segnaposto numero diapositiva 3">
            <a:extLst>
              <a:ext uri="{FF2B5EF4-FFF2-40B4-BE49-F238E27FC236}">
                <a16:creationId xmlns:a16="http://schemas.microsoft.com/office/drawing/2014/main" id="{17240BB6-8A9C-4CFE-BFE6-65236BFCCE35}"/>
              </a:ext>
            </a:extLst>
          </p:cNvPr>
          <p:cNvSpPr>
            <a:spLocks noGrp="1"/>
          </p:cNvSpPr>
          <p:nvPr>
            <p:ph type="sldNum" sz="quarter" idx="12"/>
          </p:nvPr>
        </p:nvSpPr>
        <p:spPr/>
        <p:txBody>
          <a:bodyPr/>
          <a:lstStyle/>
          <a:p>
            <a:fld id="{403F7DB2-0A9C-4E37-9984-C435ED141F40}" type="slidenum">
              <a:rPr lang="en-US" smtClean="0"/>
              <a:pPr/>
              <a:t>7</a:t>
            </a:fld>
            <a:endParaRPr lang="en-US" dirty="0"/>
          </a:p>
        </p:txBody>
      </p:sp>
      <p:sp>
        <p:nvSpPr>
          <p:cNvPr id="5" name="Segnaposto piè di pagina 4">
            <a:extLst>
              <a:ext uri="{FF2B5EF4-FFF2-40B4-BE49-F238E27FC236}">
                <a16:creationId xmlns:a16="http://schemas.microsoft.com/office/drawing/2014/main" id="{8C5C09B5-5510-40ED-B47C-3142FC0B6DAD}"/>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Immagine 5">
            <a:extLst>
              <a:ext uri="{FF2B5EF4-FFF2-40B4-BE49-F238E27FC236}">
                <a16:creationId xmlns:a16="http://schemas.microsoft.com/office/drawing/2014/main" id="{89F949B6-43CE-43E4-A83E-9B3C8BB9160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841673" y="1168400"/>
            <a:ext cx="2957865" cy="4521639"/>
          </a:xfrm>
          <a:prstGeom prst="rect">
            <a:avLst/>
          </a:prstGeom>
          <a:noFill/>
          <a:ln>
            <a:noFill/>
          </a:ln>
        </p:spPr>
      </p:pic>
    </p:spTree>
    <p:extLst>
      <p:ext uri="{BB962C8B-B14F-4D97-AF65-F5344CB8AC3E}">
        <p14:creationId xmlns:p14="http://schemas.microsoft.com/office/powerpoint/2010/main" val="3765646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E349FB0-C243-4B69-AF28-DED72832B511}"/>
              </a:ext>
            </a:extLst>
          </p:cNvPr>
          <p:cNvSpPr>
            <a:spLocks noGrp="1"/>
          </p:cNvSpPr>
          <p:nvPr>
            <p:ph type="title"/>
          </p:nvPr>
        </p:nvSpPr>
        <p:spPr/>
        <p:txBody>
          <a:bodyPr>
            <a:normAutofit fontScale="90000"/>
          </a:bodyPr>
          <a:lstStyle/>
          <a:p>
            <a:r>
              <a:rPr lang="en-US" dirty="0"/>
              <a:t>Configurable Logic blocks</a:t>
            </a:r>
          </a:p>
        </p:txBody>
      </p:sp>
      <p:sp>
        <p:nvSpPr>
          <p:cNvPr id="3" name="Segnaposto contenuto 2">
            <a:extLst>
              <a:ext uri="{FF2B5EF4-FFF2-40B4-BE49-F238E27FC236}">
                <a16:creationId xmlns:a16="http://schemas.microsoft.com/office/drawing/2014/main" id="{F159D30A-6F17-4892-9967-7164615D46F3}"/>
              </a:ext>
            </a:extLst>
          </p:cNvPr>
          <p:cNvSpPr>
            <a:spLocks noGrp="1"/>
          </p:cNvSpPr>
          <p:nvPr>
            <p:ph idx="1"/>
          </p:nvPr>
        </p:nvSpPr>
        <p:spPr/>
        <p:txBody>
          <a:bodyPr/>
          <a:lstStyle/>
          <a:p>
            <a:r>
              <a:rPr lang="en-US" dirty="0"/>
              <a:t>Slices are grouped together. In Xilinx devices, a group of Slices is called </a:t>
            </a:r>
            <a:r>
              <a:rPr lang="en-US" b="1" dirty="0"/>
              <a:t>CLB </a:t>
            </a:r>
            <a:r>
              <a:rPr lang="en-US" dirty="0"/>
              <a:t>(Configurable Logic Block)  </a:t>
            </a:r>
          </a:p>
          <a:p>
            <a:pPr lvl="1"/>
            <a:r>
              <a:rPr lang="en-US" dirty="0"/>
              <a:t>There are some fast interconnects within the CLB. </a:t>
            </a:r>
          </a:p>
          <a:p>
            <a:pPr lvl="1"/>
            <a:r>
              <a:rPr lang="en-US" dirty="0"/>
              <a:t>The Logic Block  hierarchy follows the interconnect hierarchy. In fact, local routing provides feedback between slices in the same CLB, and it provides routing to  neighboring CLBs.</a:t>
            </a:r>
          </a:p>
          <a:p>
            <a:endParaRPr lang="en-US" dirty="0"/>
          </a:p>
        </p:txBody>
      </p:sp>
      <p:sp>
        <p:nvSpPr>
          <p:cNvPr id="4" name="Segnaposto numero diapositiva 3">
            <a:extLst>
              <a:ext uri="{FF2B5EF4-FFF2-40B4-BE49-F238E27FC236}">
                <a16:creationId xmlns:a16="http://schemas.microsoft.com/office/drawing/2014/main" id="{2676F142-09EB-4165-A6FA-CCEB8B9C0A6D}"/>
              </a:ext>
            </a:extLst>
          </p:cNvPr>
          <p:cNvSpPr>
            <a:spLocks noGrp="1"/>
          </p:cNvSpPr>
          <p:nvPr>
            <p:ph type="sldNum" sz="quarter" idx="12"/>
          </p:nvPr>
        </p:nvSpPr>
        <p:spPr/>
        <p:txBody>
          <a:bodyPr/>
          <a:lstStyle/>
          <a:p>
            <a:fld id="{403F7DB2-0A9C-4E37-9984-C435ED141F40}" type="slidenum">
              <a:rPr lang="en-US" smtClean="0"/>
              <a:pPr/>
              <a:t>8</a:t>
            </a:fld>
            <a:endParaRPr lang="en-US" dirty="0"/>
          </a:p>
        </p:txBody>
      </p:sp>
      <p:sp>
        <p:nvSpPr>
          <p:cNvPr id="5" name="Segnaposto piè di pagina 4">
            <a:extLst>
              <a:ext uri="{FF2B5EF4-FFF2-40B4-BE49-F238E27FC236}">
                <a16:creationId xmlns:a16="http://schemas.microsoft.com/office/drawing/2014/main" id="{2860C387-0CBE-409D-9E89-F733A190E532}"/>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Immagine 5">
            <a:extLst>
              <a:ext uri="{FF2B5EF4-FFF2-40B4-BE49-F238E27FC236}">
                <a16:creationId xmlns:a16="http://schemas.microsoft.com/office/drawing/2014/main" id="{852C1F47-6115-4252-8D26-B016DD297B1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559489" y="3439361"/>
            <a:ext cx="4824020" cy="2820728"/>
          </a:xfrm>
          <a:prstGeom prst="rect">
            <a:avLst/>
          </a:prstGeom>
          <a:noFill/>
          <a:ln>
            <a:noFill/>
          </a:ln>
        </p:spPr>
      </p:pic>
    </p:spTree>
    <p:extLst>
      <p:ext uri="{BB962C8B-B14F-4D97-AF65-F5344CB8AC3E}">
        <p14:creationId xmlns:p14="http://schemas.microsoft.com/office/powerpoint/2010/main" val="2918311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3CFBA44-256C-4A61-A30D-59BFEC73AEC2}"/>
              </a:ext>
            </a:extLst>
          </p:cNvPr>
          <p:cNvSpPr>
            <a:spLocks noGrp="1"/>
          </p:cNvSpPr>
          <p:nvPr>
            <p:ph type="title"/>
          </p:nvPr>
        </p:nvSpPr>
        <p:spPr/>
        <p:txBody>
          <a:bodyPr>
            <a:normAutofit fontScale="90000"/>
          </a:bodyPr>
          <a:lstStyle/>
          <a:p>
            <a:r>
              <a:rPr lang="en-US" dirty="0"/>
              <a:t>Fast carry chain</a:t>
            </a:r>
          </a:p>
        </p:txBody>
      </p:sp>
      <p:sp>
        <p:nvSpPr>
          <p:cNvPr id="3" name="Segnaposto contenuto 2">
            <a:extLst>
              <a:ext uri="{FF2B5EF4-FFF2-40B4-BE49-F238E27FC236}">
                <a16:creationId xmlns:a16="http://schemas.microsoft.com/office/drawing/2014/main" id="{E288E0F7-DFD7-4E43-9350-0E2C2269AC58}"/>
              </a:ext>
            </a:extLst>
          </p:cNvPr>
          <p:cNvSpPr>
            <a:spLocks noGrp="1"/>
          </p:cNvSpPr>
          <p:nvPr>
            <p:ph idx="1"/>
          </p:nvPr>
        </p:nvSpPr>
        <p:spPr>
          <a:xfrm>
            <a:off x="221673" y="1168400"/>
            <a:ext cx="7365131" cy="5091689"/>
          </a:xfrm>
        </p:spPr>
        <p:txBody>
          <a:bodyPr/>
          <a:lstStyle/>
          <a:p>
            <a:r>
              <a:rPr lang="en-US" dirty="0"/>
              <a:t>Logic Blocks can be used for arithmetic operations </a:t>
            </a:r>
            <a:r>
              <a:rPr lang="en-US" dirty="0">
                <a:sym typeface="Wingdings" pitchFamily="2" charset="2"/>
              </a:rPr>
              <a:t></a:t>
            </a:r>
            <a:r>
              <a:rPr lang="en-US" dirty="0"/>
              <a:t> close  slices are connected by a fast carry chain. </a:t>
            </a:r>
          </a:p>
          <a:p>
            <a:r>
              <a:rPr lang="en-US" dirty="0"/>
              <a:t>If the Slices are used to implement an adder, the carry propagate using a dedicated interconnect characterized by a very high speed.</a:t>
            </a:r>
          </a:p>
          <a:p>
            <a:endParaRPr lang="en-US" dirty="0"/>
          </a:p>
        </p:txBody>
      </p:sp>
      <p:sp>
        <p:nvSpPr>
          <p:cNvPr id="4" name="Segnaposto numero diapositiva 3">
            <a:extLst>
              <a:ext uri="{FF2B5EF4-FFF2-40B4-BE49-F238E27FC236}">
                <a16:creationId xmlns:a16="http://schemas.microsoft.com/office/drawing/2014/main" id="{61ED556E-D759-4CD7-8736-FE9BA981CCB3}"/>
              </a:ext>
            </a:extLst>
          </p:cNvPr>
          <p:cNvSpPr>
            <a:spLocks noGrp="1"/>
          </p:cNvSpPr>
          <p:nvPr>
            <p:ph type="sldNum" sz="quarter" idx="12"/>
          </p:nvPr>
        </p:nvSpPr>
        <p:spPr/>
        <p:txBody>
          <a:bodyPr/>
          <a:lstStyle/>
          <a:p>
            <a:fld id="{403F7DB2-0A9C-4E37-9984-C435ED141F40}" type="slidenum">
              <a:rPr lang="en-US" smtClean="0"/>
              <a:pPr/>
              <a:t>9</a:t>
            </a:fld>
            <a:endParaRPr lang="en-US" dirty="0"/>
          </a:p>
        </p:txBody>
      </p:sp>
      <p:sp>
        <p:nvSpPr>
          <p:cNvPr id="5" name="Segnaposto piè di pagina 4">
            <a:extLst>
              <a:ext uri="{FF2B5EF4-FFF2-40B4-BE49-F238E27FC236}">
                <a16:creationId xmlns:a16="http://schemas.microsoft.com/office/drawing/2014/main" id="{672196CE-5760-42D2-B193-8D5CECB8BB3A}"/>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Immagine 5">
            <a:extLst>
              <a:ext uri="{FF2B5EF4-FFF2-40B4-BE49-F238E27FC236}">
                <a16:creationId xmlns:a16="http://schemas.microsoft.com/office/drawing/2014/main" id="{6DC8D4DB-13CD-427E-A495-046A83C9F326}"/>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561390" y="1168400"/>
            <a:ext cx="2180500" cy="4887894"/>
          </a:xfrm>
          <a:prstGeom prst="rect">
            <a:avLst/>
          </a:prstGeom>
          <a:noFill/>
          <a:ln>
            <a:noFill/>
          </a:ln>
        </p:spPr>
      </p:pic>
    </p:spTree>
    <p:extLst>
      <p:ext uri="{BB962C8B-B14F-4D97-AF65-F5344CB8AC3E}">
        <p14:creationId xmlns:p14="http://schemas.microsoft.com/office/powerpoint/2010/main" val="143287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uppo 8">
            <a:extLst>
              <a:ext uri="{FF2B5EF4-FFF2-40B4-BE49-F238E27FC236}">
                <a16:creationId xmlns:a16="http://schemas.microsoft.com/office/drawing/2014/main" id="{03EBDCAB-3E2F-4C9D-B89B-BBDECE49B7B3}"/>
              </a:ext>
            </a:extLst>
          </p:cNvPr>
          <p:cNvGrpSpPr/>
          <p:nvPr/>
        </p:nvGrpSpPr>
        <p:grpSpPr>
          <a:xfrm>
            <a:off x="2666538" y="2686508"/>
            <a:ext cx="6634210" cy="3573581"/>
            <a:chOff x="3689578" y="3180305"/>
            <a:chExt cx="5509839" cy="2967928"/>
          </a:xfrm>
        </p:grpSpPr>
        <p:pic>
          <p:nvPicPr>
            <p:cNvPr id="6" name="Immagine 5">
              <a:extLst>
                <a:ext uri="{FF2B5EF4-FFF2-40B4-BE49-F238E27FC236}">
                  <a16:creationId xmlns:a16="http://schemas.microsoft.com/office/drawing/2014/main" id="{A5E31DED-1AC4-4F0F-9FE1-08D11955AB68}"/>
                </a:ext>
              </a:extLst>
            </p:cNvPr>
            <p:cNvPicPr>
              <a:picLocks noChangeAspect="1"/>
            </p:cNvPicPr>
            <p:nvPr/>
          </p:nvPicPr>
          <p:blipFill>
            <a:blip r:embed="rId2"/>
            <a:stretch>
              <a:fillRect/>
            </a:stretch>
          </p:blipFill>
          <p:spPr>
            <a:xfrm>
              <a:off x="3689578" y="3180305"/>
              <a:ext cx="5509839" cy="2967928"/>
            </a:xfrm>
            <a:prstGeom prst="rect">
              <a:avLst/>
            </a:prstGeom>
          </p:spPr>
        </p:pic>
        <p:sp>
          <p:nvSpPr>
            <p:cNvPr id="7" name="Rettangolo 6">
              <a:extLst>
                <a:ext uri="{FF2B5EF4-FFF2-40B4-BE49-F238E27FC236}">
                  <a16:creationId xmlns:a16="http://schemas.microsoft.com/office/drawing/2014/main" id="{D5CCF4C0-857F-4284-9F1A-899BAA09917B}"/>
                </a:ext>
              </a:extLst>
            </p:cNvPr>
            <p:cNvSpPr/>
            <p:nvPr/>
          </p:nvSpPr>
          <p:spPr>
            <a:xfrm>
              <a:off x="3689578" y="3842327"/>
              <a:ext cx="965549" cy="20781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ttangolo 7">
              <a:extLst>
                <a:ext uri="{FF2B5EF4-FFF2-40B4-BE49-F238E27FC236}">
                  <a16:creationId xmlns:a16="http://schemas.microsoft.com/office/drawing/2014/main" id="{97B6B74E-EE2B-4869-A9A9-998323F762F5}"/>
                </a:ext>
              </a:extLst>
            </p:cNvPr>
            <p:cNvSpPr/>
            <p:nvPr/>
          </p:nvSpPr>
          <p:spPr>
            <a:xfrm>
              <a:off x="4655127" y="3219016"/>
              <a:ext cx="1854315" cy="6233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olo 1">
            <a:extLst>
              <a:ext uri="{FF2B5EF4-FFF2-40B4-BE49-F238E27FC236}">
                <a16:creationId xmlns:a16="http://schemas.microsoft.com/office/drawing/2014/main" id="{825AAAE9-6EE3-4A57-AD18-938010AEA219}"/>
              </a:ext>
            </a:extLst>
          </p:cNvPr>
          <p:cNvSpPr>
            <a:spLocks noGrp="1"/>
          </p:cNvSpPr>
          <p:nvPr>
            <p:ph type="title"/>
          </p:nvPr>
        </p:nvSpPr>
        <p:spPr/>
        <p:txBody>
          <a:bodyPr>
            <a:normAutofit fontScale="90000"/>
          </a:bodyPr>
          <a:lstStyle/>
          <a:p>
            <a:r>
              <a:rPr lang="it-IT" dirty="0" err="1"/>
              <a:t>Interconnects</a:t>
            </a:r>
            <a:endParaRPr lang="en-US" dirty="0"/>
          </a:p>
        </p:txBody>
      </p:sp>
      <p:sp>
        <p:nvSpPr>
          <p:cNvPr id="3" name="Segnaposto contenuto 2">
            <a:extLst>
              <a:ext uri="{FF2B5EF4-FFF2-40B4-BE49-F238E27FC236}">
                <a16:creationId xmlns:a16="http://schemas.microsoft.com/office/drawing/2014/main" id="{8B5E0139-675E-4629-B6E7-E382F3FB508C}"/>
              </a:ext>
            </a:extLst>
          </p:cNvPr>
          <p:cNvSpPr>
            <a:spLocks noGrp="1"/>
          </p:cNvSpPr>
          <p:nvPr>
            <p:ph idx="1"/>
          </p:nvPr>
        </p:nvSpPr>
        <p:spPr/>
        <p:txBody>
          <a:bodyPr/>
          <a:lstStyle/>
          <a:p>
            <a:r>
              <a:rPr lang="en-US" dirty="0"/>
              <a:t>Interconnects are the programmable network of signal pathways between the inputs and outputs of functional elements.</a:t>
            </a:r>
          </a:p>
          <a:p>
            <a:r>
              <a:rPr lang="en-US" dirty="0"/>
              <a:t>There are different kinds of interconnects: Global and Local interconnects </a:t>
            </a:r>
          </a:p>
          <a:p>
            <a:pPr lvl="1"/>
            <a:r>
              <a:rPr lang="en-US" dirty="0"/>
              <a:t>Local Interconnect are suitable for neighbor CLBs </a:t>
            </a:r>
          </a:p>
          <a:p>
            <a:endParaRPr lang="en-US" dirty="0"/>
          </a:p>
        </p:txBody>
      </p:sp>
      <p:sp>
        <p:nvSpPr>
          <p:cNvPr id="4" name="Segnaposto numero diapositiva 3">
            <a:extLst>
              <a:ext uri="{FF2B5EF4-FFF2-40B4-BE49-F238E27FC236}">
                <a16:creationId xmlns:a16="http://schemas.microsoft.com/office/drawing/2014/main" id="{27E3D6CA-4DB1-419B-8C29-2222540D26EE}"/>
              </a:ext>
            </a:extLst>
          </p:cNvPr>
          <p:cNvSpPr>
            <a:spLocks noGrp="1"/>
          </p:cNvSpPr>
          <p:nvPr>
            <p:ph type="sldNum" sz="quarter" idx="12"/>
          </p:nvPr>
        </p:nvSpPr>
        <p:spPr/>
        <p:txBody>
          <a:bodyPr/>
          <a:lstStyle/>
          <a:p>
            <a:fld id="{403F7DB2-0A9C-4E37-9984-C435ED141F40}" type="slidenum">
              <a:rPr lang="en-US" smtClean="0"/>
              <a:pPr/>
              <a:t>10</a:t>
            </a:fld>
            <a:endParaRPr lang="en-US" dirty="0"/>
          </a:p>
        </p:txBody>
      </p:sp>
      <p:sp>
        <p:nvSpPr>
          <p:cNvPr id="5" name="Segnaposto piè di pagina 4">
            <a:extLst>
              <a:ext uri="{FF2B5EF4-FFF2-40B4-BE49-F238E27FC236}">
                <a16:creationId xmlns:a16="http://schemas.microsoft.com/office/drawing/2014/main" id="{96BFF906-893D-4B9B-AD8A-32A3342567D8}"/>
              </a:ext>
            </a:extLst>
          </p:cNvPr>
          <p:cNvSpPr>
            <a:spLocks noGrp="1"/>
          </p:cNvSpPr>
          <p:nvPr>
            <p:ph type="ftr" sz="quarter" idx="3"/>
          </p:nvPr>
        </p:nvSpPr>
        <p:spPr/>
        <p:txBody>
          <a:bodyPr/>
          <a:lstStyle/>
          <a:p>
            <a:r>
              <a:rPr lang="it-IT"/>
              <a:t>9. FPGA architecture - Fondamenti di Elettronica - Sergio Spanò</a:t>
            </a:r>
            <a:endParaRPr lang="en-US" dirty="0"/>
          </a:p>
        </p:txBody>
      </p:sp>
    </p:spTree>
    <p:extLst>
      <p:ext uri="{BB962C8B-B14F-4D97-AF65-F5344CB8AC3E}">
        <p14:creationId xmlns:p14="http://schemas.microsoft.com/office/powerpoint/2010/main" val="1122673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00684E-08B8-4213-AC5D-D3E7F419E4EB}"/>
              </a:ext>
            </a:extLst>
          </p:cNvPr>
          <p:cNvSpPr>
            <a:spLocks noGrp="1"/>
          </p:cNvSpPr>
          <p:nvPr>
            <p:ph type="title"/>
          </p:nvPr>
        </p:nvSpPr>
        <p:spPr/>
        <p:txBody>
          <a:bodyPr>
            <a:normAutofit fontScale="90000"/>
          </a:bodyPr>
          <a:lstStyle/>
          <a:p>
            <a:r>
              <a:rPr lang="en-US" dirty="0"/>
              <a:t>Clock line</a:t>
            </a:r>
          </a:p>
        </p:txBody>
      </p:sp>
      <p:sp>
        <p:nvSpPr>
          <p:cNvPr id="3" name="Segnaposto contenuto 2">
            <a:extLst>
              <a:ext uri="{FF2B5EF4-FFF2-40B4-BE49-F238E27FC236}">
                <a16:creationId xmlns:a16="http://schemas.microsoft.com/office/drawing/2014/main" id="{1E4F3AE8-FC2E-424A-BF6B-45458000D1DA}"/>
              </a:ext>
            </a:extLst>
          </p:cNvPr>
          <p:cNvSpPr>
            <a:spLocks noGrp="1"/>
          </p:cNvSpPr>
          <p:nvPr>
            <p:ph idx="1"/>
          </p:nvPr>
        </p:nvSpPr>
        <p:spPr/>
        <p:txBody>
          <a:bodyPr/>
          <a:lstStyle/>
          <a:p>
            <a:r>
              <a:rPr lang="en-US" sz="2800" dirty="0"/>
              <a:t>Synchronous elements inside the FPGA must be driven by a clock signal which is typically originated from the outside.</a:t>
            </a:r>
          </a:p>
          <a:p>
            <a:r>
              <a:rPr lang="it-IT" sz="2800" dirty="0"/>
              <a:t>Clock must </a:t>
            </a:r>
            <a:r>
              <a:rPr lang="it-IT" sz="2800" dirty="0" err="1"/>
              <a:t>arrive</a:t>
            </a:r>
            <a:r>
              <a:rPr lang="it-IT" sz="2800" dirty="0"/>
              <a:t> </a:t>
            </a:r>
            <a:r>
              <a:rPr lang="it-IT" sz="2800" dirty="0" err="1"/>
              <a:t>at</a:t>
            </a:r>
            <a:r>
              <a:rPr lang="it-IT" sz="2800" dirty="0"/>
              <a:t> the </a:t>
            </a:r>
            <a:r>
              <a:rPr lang="it-IT" sz="2800" dirty="0" err="1"/>
              <a:t>same</a:t>
            </a:r>
            <a:r>
              <a:rPr lang="it-IT" sz="2800" dirty="0"/>
              <a:t> time to </a:t>
            </a:r>
            <a:r>
              <a:rPr lang="it-IT" sz="2800" dirty="0" err="1"/>
              <a:t>different</a:t>
            </a:r>
            <a:r>
              <a:rPr lang="it-IT" sz="2800" dirty="0"/>
              <a:t> </a:t>
            </a:r>
            <a:r>
              <a:rPr lang="it-IT" sz="2800" dirty="0" err="1"/>
              <a:t>registers</a:t>
            </a:r>
            <a:r>
              <a:rPr lang="it-IT" sz="2800" dirty="0"/>
              <a:t> in order to </a:t>
            </a:r>
            <a:r>
              <a:rPr lang="it-IT" sz="2800" dirty="0" err="1"/>
              <a:t>avoid</a:t>
            </a:r>
            <a:r>
              <a:rPr lang="it-IT" sz="2800" dirty="0"/>
              <a:t> the </a:t>
            </a:r>
            <a:r>
              <a:rPr lang="it-IT" sz="2800" dirty="0" err="1"/>
              <a:t>skew</a:t>
            </a:r>
            <a:r>
              <a:rPr lang="it-IT" sz="2800" dirty="0"/>
              <a:t>.</a:t>
            </a:r>
          </a:p>
          <a:p>
            <a:r>
              <a:rPr lang="it-IT" sz="2800" dirty="0"/>
              <a:t>For </a:t>
            </a:r>
            <a:r>
              <a:rPr lang="it-IT" sz="2800" dirty="0" err="1"/>
              <a:t>this</a:t>
            </a:r>
            <a:r>
              <a:rPr lang="it-IT" sz="2800" dirty="0"/>
              <a:t> </a:t>
            </a:r>
            <a:r>
              <a:rPr lang="it-IT" sz="2800" dirty="0" err="1"/>
              <a:t>reason</a:t>
            </a:r>
            <a:r>
              <a:rPr lang="it-IT" sz="2800" dirty="0"/>
              <a:t>, flip flop and clock line are </a:t>
            </a:r>
            <a:r>
              <a:rPr lang="it-IT" sz="2800" dirty="0" err="1"/>
              <a:t>organized</a:t>
            </a:r>
            <a:r>
              <a:rPr lang="it-IT" sz="2800" dirty="0"/>
              <a:t> in </a:t>
            </a:r>
            <a:r>
              <a:rPr lang="it-IT" sz="2800" dirty="0" err="1"/>
              <a:t>trees</a:t>
            </a:r>
            <a:endParaRPr lang="it-IT" sz="2800" dirty="0"/>
          </a:p>
          <a:p>
            <a:pPr lvl="1"/>
            <a:r>
              <a:rPr lang="it-IT" dirty="0"/>
              <a:t>Clock </a:t>
            </a:r>
            <a:r>
              <a:rPr lang="it-IT" dirty="0" err="1"/>
              <a:t>trees</a:t>
            </a:r>
            <a:r>
              <a:rPr lang="it-IT" dirty="0"/>
              <a:t> use special lines, </a:t>
            </a:r>
            <a:r>
              <a:rPr lang="it-IT" dirty="0" err="1"/>
              <a:t>they</a:t>
            </a:r>
            <a:r>
              <a:rPr lang="it-IT" dirty="0"/>
              <a:t> are </a:t>
            </a:r>
            <a:r>
              <a:rPr lang="it-IT" dirty="0" err="1"/>
              <a:t>separated</a:t>
            </a:r>
            <a:r>
              <a:rPr lang="it-IT" dirty="0"/>
              <a:t> from the general </a:t>
            </a:r>
            <a:r>
              <a:rPr lang="it-IT" dirty="0" err="1"/>
              <a:t>purpose</a:t>
            </a:r>
            <a:r>
              <a:rPr lang="it-IT" dirty="0"/>
              <a:t> </a:t>
            </a:r>
            <a:r>
              <a:rPr lang="it-IT" dirty="0" err="1"/>
              <a:t>interconnects</a:t>
            </a:r>
            <a:endParaRPr lang="it-IT" dirty="0"/>
          </a:p>
          <a:p>
            <a:endParaRPr lang="en-US" dirty="0"/>
          </a:p>
        </p:txBody>
      </p:sp>
      <p:sp>
        <p:nvSpPr>
          <p:cNvPr id="4" name="Segnaposto numero diapositiva 3">
            <a:extLst>
              <a:ext uri="{FF2B5EF4-FFF2-40B4-BE49-F238E27FC236}">
                <a16:creationId xmlns:a16="http://schemas.microsoft.com/office/drawing/2014/main" id="{88FAE765-3A89-493E-B288-E3B279400A92}"/>
              </a:ext>
            </a:extLst>
          </p:cNvPr>
          <p:cNvSpPr>
            <a:spLocks noGrp="1"/>
          </p:cNvSpPr>
          <p:nvPr>
            <p:ph type="sldNum" sz="quarter" idx="12"/>
          </p:nvPr>
        </p:nvSpPr>
        <p:spPr/>
        <p:txBody>
          <a:bodyPr/>
          <a:lstStyle/>
          <a:p>
            <a:fld id="{403F7DB2-0A9C-4E37-9984-C435ED141F40}" type="slidenum">
              <a:rPr lang="en-US" smtClean="0"/>
              <a:pPr/>
              <a:t>11</a:t>
            </a:fld>
            <a:endParaRPr lang="en-US" dirty="0"/>
          </a:p>
        </p:txBody>
      </p:sp>
      <p:sp>
        <p:nvSpPr>
          <p:cNvPr id="5" name="Segnaposto piè di pagina 4">
            <a:extLst>
              <a:ext uri="{FF2B5EF4-FFF2-40B4-BE49-F238E27FC236}">
                <a16:creationId xmlns:a16="http://schemas.microsoft.com/office/drawing/2014/main" id="{93A7D194-5C23-4A11-84B8-2C5D5BD7F38D}"/>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Picture 2">
            <a:extLst>
              <a:ext uri="{FF2B5EF4-FFF2-40B4-BE49-F238E27FC236}">
                <a16:creationId xmlns:a16="http://schemas.microsoft.com/office/drawing/2014/main" id="{7F082D6F-3472-4169-951B-9E906B2136B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5449" y="3980590"/>
            <a:ext cx="4546788" cy="227949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357334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7B9C2CB-BD63-465E-8378-62749CA6837C}"/>
              </a:ext>
            </a:extLst>
          </p:cNvPr>
          <p:cNvSpPr>
            <a:spLocks noGrp="1"/>
          </p:cNvSpPr>
          <p:nvPr>
            <p:ph type="title"/>
          </p:nvPr>
        </p:nvSpPr>
        <p:spPr/>
        <p:txBody>
          <a:bodyPr>
            <a:normAutofit fontScale="90000"/>
          </a:bodyPr>
          <a:lstStyle/>
          <a:p>
            <a:r>
              <a:rPr lang="en-US" dirty="0"/>
              <a:t>Digital Clock Managers</a:t>
            </a:r>
          </a:p>
        </p:txBody>
      </p:sp>
      <p:sp>
        <p:nvSpPr>
          <p:cNvPr id="3" name="Segnaposto contenuto 2">
            <a:extLst>
              <a:ext uri="{FF2B5EF4-FFF2-40B4-BE49-F238E27FC236}">
                <a16:creationId xmlns:a16="http://schemas.microsoft.com/office/drawing/2014/main" id="{15C32C9E-071C-41EF-9B74-D4D83B4BF8EB}"/>
              </a:ext>
            </a:extLst>
          </p:cNvPr>
          <p:cNvSpPr>
            <a:spLocks noGrp="1"/>
          </p:cNvSpPr>
          <p:nvPr>
            <p:ph idx="1"/>
          </p:nvPr>
        </p:nvSpPr>
        <p:spPr/>
        <p:txBody>
          <a:bodyPr/>
          <a:lstStyle/>
          <a:p>
            <a:r>
              <a:rPr lang="en-US" sz="2800" dirty="0"/>
              <a:t>DCM (</a:t>
            </a:r>
            <a:r>
              <a:rPr lang="en-US" sz="2800" b="1" dirty="0"/>
              <a:t>Digital Clock Managers</a:t>
            </a:r>
            <a:r>
              <a:rPr lang="en-US" sz="2800" dirty="0"/>
              <a:t>) are circuits used to :</a:t>
            </a:r>
          </a:p>
          <a:p>
            <a:pPr lvl="1"/>
            <a:r>
              <a:rPr lang="en-US" dirty="0"/>
              <a:t>Multiply and divide an incoming clock (DFS).</a:t>
            </a:r>
          </a:p>
          <a:p>
            <a:pPr lvl="1"/>
            <a:r>
              <a:rPr lang="en-US" dirty="0"/>
              <a:t>Recondition a clock</a:t>
            </a:r>
          </a:p>
          <a:p>
            <a:pPr lvl="1"/>
            <a:r>
              <a:rPr lang="en-US" dirty="0"/>
              <a:t>Phase shift (DLL).</a:t>
            </a:r>
          </a:p>
          <a:p>
            <a:pPr lvl="1"/>
            <a:r>
              <a:rPr lang="en-US" dirty="0"/>
              <a:t>Eliminate clock skew.</a:t>
            </a:r>
          </a:p>
          <a:p>
            <a:endParaRPr lang="en-US" dirty="0"/>
          </a:p>
        </p:txBody>
      </p:sp>
      <p:sp>
        <p:nvSpPr>
          <p:cNvPr id="4" name="Segnaposto numero diapositiva 3">
            <a:extLst>
              <a:ext uri="{FF2B5EF4-FFF2-40B4-BE49-F238E27FC236}">
                <a16:creationId xmlns:a16="http://schemas.microsoft.com/office/drawing/2014/main" id="{4F2246AB-C453-4FFD-A1A0-DED6CA358161}"/>
              </a:ext>
            </a:extLst>
          </p:cNvPr>
          <p:cNvSpPr>
            <a:spLocks noGrp="1"/>
          </p:cNvSpPr>
          <p:nvPr>
            <p:ph type="sldNum" sz="quarter" idx="12"/>
          </p:nvPr>
        </p:nvSpPr>
        <p:spPr/>
        <p:txBody>
          <a:bodyPr/>
          <a:lstStyle/>
          <a:p>
            <a:fld id="{403F7DB2-0A9C-4E37-9984-C435ED141F40}" type="slidenum">
              <a:rPr lang="en-US" smtClean="0"/>
              <a:pPr/>
              <a:t>12</a:t>
            </a:fld>
            <a:endParaRPr lang="en-US" dirty="0"/>
          </a:p>
        </p:txBody>
      </p:sp>
      <p:sp>
        <p:nvSpPr>
          <p:cNvPr id="5" name="Segnaposto piè di pagina 4">
            <a:extLst>
              <a:ext uri="{FF2B5EF4-FFF2-40B4-BE49-F238E27FC236}">
                <a16:creationId xmlns:a16="http://schemas.microsoft.com/office/drawing/2014/main" id="{2375422D-5B5F-42DB-8D90-6213DC9D59E6}"/>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Picture 3">
            <a:extLst>
              <a:ext uri="{FF2B5EF4-FFF2-40B4-BE49-F238E27FC236}">
                <a16:creationId xmlns:a16="http://schemas.microsoft.com/office/drawing/2014/main" id="{FEE37361-B9FA-4B50-8C7F-4EDCBA6527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745" y="3714244"/>
            <a:ext cx="5080908" cy="197535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 name="Picture 2">
            <a:extLst>
              <a:ext uri="{FF2B5EF4-FFF2-40B4-BE49-F238E27FC236}">
                <a16:creationId xmlns:a16="http://schemas.microsoft.com/office/drawing/2014/main" id="{BCB10788-8844-468E-A79C-585DD0CCB6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594" y="4344055"/>
            <a:ext cx="5184140" cy="100838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935148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0532A16-CDE2-45C2-A8FB-C29008760C30}"/>
              </a:ext>
            </a:extLst>
          </p:cNvPr>
          <p:cNvSpPr>
            <a:spLocks noGrp="1"/>
          </p:cNvSpPr>
          <p:nvPr>
            <p:ph type="title"/>
          </p:nvPr>
        </p:nvSpPr>
        <p:spPr/>
        <p:txBody>
          <a:bodyPr>
            <a:normAutofit fontScale="90000"/>
          </a:bodyPr>
          <a:lstStyle/>
          <a:p>
            <a:r>
              <a:rPr lang="en-US" dirty="0"/>
              <a:t>Block RAMs</a:t>
            </a:r>
          </a:p>
        </p:txBody>
      </p:sp>
      <p:sp>
        <p:nvSpPr>
          <p:cNvPr id="3" name="Segnaposto contenuto 2">
            <a:extLst>
              <a:ext uri="{FF2B5EF4-FFF2-40B4-BE49-F238E27FC236}">
                <a16:creationId xmlns:a16="http://schemas.microsoft.com/office/drawing/2014/main" id="{3B736779-FEC9-4438-9419-FAC31DE503E8}"/>
              </a:ext>
            </a:extLst>
          </p:cNvPr>
          <p:cNvSpPr>
            <a:spLocks noGrp="1"/>
          </p:cNvSpPr>
          <p:nvPr>
            <p:ph idx="1"/>
          </p:nvPr>
        </p:nvSpPr>
        <p:spPr/>
        <p:txBody>
          <a:bodyPr/>
          <a:lstStyle/>
          <a:p>
            <a:r>
              <a:rPr lang="en-US" dirty="0"/>
              <a:t>Lot of applications require the use of memory</a:t>
            </a:r>
          </a:p>
          <a:p>
            <a:pPr lvl="1"/>
            <a:r>
              <a:rPr lang="en-US" dirty="0"/>
              <a:t>modern FPGAs include embedded  RAM called Block Ram (BRAM)</a:t>
            </a:r>
          </a:p>
          <a:p>
            <a:r>
              <a:rPr lang="en-US" dirty="0"/>
              <a:t>This solution avoids the using of </a:t>
            </a:r>
            <a:r>
              <a:rPr lang="en-US" b="1" dirty="0"/>
              <a:t>distributed RAM</a:t>
            </a:r>
            <a:r>
              <a:rPr lang="en-US" dirty="0"/>
              <a:t>.  Distributed RAMs are implemented using a parallel array of large number of Logic Elements.</a:t>
            </a:r>
          </a:p>
          <a:p>
            <a:pPr lvl="1"/>
            <a:r>
              <a:rPr lang="en-US" dirty="0"/>
              <a:t>This makes distributed RAM ideal for small sized memories, but when comes to large memories, this may cause an extra wiring delays and CLB wasting.</a:t>
            </a:r>
          </a:p>
          <a:p>
            <a:r>
              <a:rPr lang="en-US" b="1" dirty="0"/>
              <a:t>Block RAM</a:t>
            </a:r>
            <a:r>
              <a:rPr lang="en-US" dirty="0"/>
              <a:t>'s size is fixed, so if a memory is implemented using these devices  there is a  wasting of the rest of the space in RAM.</a:t>
            </a:r>
          </a:p>
          <a:p>
            <a:pPr lvl="1"/>
            <a:r>
              <a:rPr lang="en-US" dirty="0"/>
              <a:t>For this reason, it is better use block RAMs for large sized memories and distributed RAM for small sized memories</a:t>
            </a:r>
          </a:p>
        </p:txBody>
      </p:sp>
      <p:sp>
        <p:nvSpPr>
          <p:cNvPr id="4" name="Segnaposto numero diapositiva 3">
            <a:extLst>
              <a:ext uri="{FF2B5EF4-FFF2-40B4-BE49-F238E27FC236}">
                <a16:creationId xmlns:a16="http://schemas.microsoft.com/office/drawing/2014/main" id="{3CBF0D06-C177-40BE-AD2A-8E3D665C2495}"/>
              </a:ext>
            </a:extLst>
          </p:cNvPr>
          <p:cNvSpPr>
            <a:spLocks noGrp="1"/>
          </p:cNvSpPr>
          <p:nvPr>
            <p:ph type="sldNum" sz="quarter" idx="12"/>
          </p:nvPr>
        </p:nvSpPr>
        <p:spPr/>
        <p:txBody>
          <a:bodyPr/>
          <a:lstStyle/>
          <a:p>
            <a:fld id="{403F7DB2-0A9C-4E37-9984-C435ED141F40}" type="slidenum">
              <a:rPr lang="en-US" smtClean="0"/>
              <a:pPr/>
              <a:t>13</a:t>
            </a:fld>
            <a:endParaRPr lang="en-US" dirty="0"/>
          </a:p>
        </p:txBody>
      </p:sp>
      <p:sp>
        <p:nvSpPr>
          <p:cNvPr id="5" name="Segnaposto piè di pagina 4">
            <a:extLst>
              <a:ext uri="{FF2B5EF4-FFF2-40B4-BE49-F238E27FC236}">
                <a16:creationId xmlns:a16="http://schemas.microsoft.com/office/drawing/2014/main" id="{2B64CE1A-1BE5-4D92-BFC3-51C27A124D8D}"/>
              </a:ext>
            </a:extLst>
          </p:cNvPr>
          <p:cNvSpPr>
            <a:spLocks noGrp="1"/>
          </p:cNvSpPr>
          <p:nvPr>
            <p:ph type="ftr" sz="quarter" idx="3"/>
          </p:nvPr>
        </p:nvSpPr>
        <p:spPr/>
        <p:txBody>
          <a:bodyPr/>
          <a:lstStyle/>
          <a:p>
            <a:r>
              <a:rPr lang="it-IT"/>
              <a:t>9. FPGA architecture - Fondamenti di Elettronica - Sergio Spanò</a:t>
            </a:r>
            <a:endParaRPr lang="en-US" dirty="0"/>
          </a:p>
        </p:txBody>
      </p:sp>
    </p:spTree>
    <p:extLst>
      <p:ext uri="{BB962C8B-B14F-4D97-AF65-F5344CB8AC3E}">
        <p14:creationId xmlns:p14="http://schemas.microsoft.com/office/powerpoint/2010/main" val="1156485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C88421B-3B86-40C4-AF43-EA4CA1E54C6F}"/>
              </a:ext>
            </a:extLst>
          </p:cNvPr>
          <p:cNvSpPr>
            <a:spLocks noGrp="1"/>
          </p:cNvSpPr>
          <p:nvPr>
            <p:ph type="title"/>
          </p:nvPr>
        </p:nvSpPr>
        <p:spPr/>
        <p:txBody>
          <a:bodyPr>
            <a:normAutofit fontScale="90000"/>
          </a:bodyPr>
          <a:lstStyle/>
          <a:p>
            <a:r>
              <a:rPr lang="en-US" dirty="0"/>
              <a:t>Digital Signal Processing blocks</a:t>
            </a:r>
          </a:p>
        </p:txBody>
      </p:sp>
      <p:sp>
        <p:nvSpPr>
          <p:cNvPr id="3" name="Segnaposto contenuto 2">
            <a:extLst>
              <a:ext uri="{FF2B5EF4-FFF2-40B4-BE49-F238E27FC236}">
                <a16:creationId xmlns:a16="http://schemas.microsoft.com/office/drawing/2014/main" id="{D275F462-BCB4-410D-A5EE-D8E6771F0DCF}"/>
              </a:ext>
            </a:extLst>
          </p:cNvPr>
          <p:cNvSpPr>
            <a:spLocks noGrp="1"/>
          </p:cNvSpPr>
          <p:nvPr>
            <p:ph idx="1"/>
          </p:nvPr>
        </p:nvSpPr>
        <p:spPr/>
        <p:txBody>
          <a:bodyPr/>
          <a:lstStyle/>
          <a:p>
            <a:r>
              <a:rPr lang="en-US" dirty="0"/>
              <a:t>DSP operations can be implemented using the FPGA Logic Elements</a:t>
            </a:r>
          </a:p>
          <a:p>
            <a:pPr lvl="1"/>
            <a:r>
              <a:rPr lang="en-US" dirty="0"/>
              <a:t>They would require a large number of resources. </a:t>
            </a:r>
          </a:p>
          <a:p>
            <a:pPr lvl="1"/>
            <a:r>
              <a:rPr lang="en-US" dirty="0"/>
              <a:t>The great amount of required resources impacts on routing complexity and power consumption.</a:t>
            </a:r>
          </a:p>
          <a:p>
            <a:r>
              <a:rPr lang="en-US" dirty="0"/>
              <a:t>Some FPGA include dedicated hardware resources to perform DSP</a:t>
            </a:r>
          </a:p>
          <a:p>
            <a:endParaRPr lang="en-US" dirty="0"/>
          </a:p>
        </p:txBody>
      </p:sp>
      <p:sp>
        <p:nvSpPr>
          <p:cNvPr id="4" name="Segnaposto numero diapositiva 3">
            <a:extLst>
              <a:ext uri="{FF2B5EF4-FFF2-40B4-BE49-F238E27FC236}">
                <a16:creationId xmlns:a16="http://schemas.microsoft.com/office/drawing/2014/main" id="{DB602B94-3BFE-4236-A29D-6990C061AAFE}"/>
              </a:ext>
            </a:extLst>
          </p:cNvPr>
          <p:cNvSpPr>
            <a:spLocks noGrp="1"/>
          </p:cNvSpPr>
          <p:nvPr>
            <p:ph type="sldNum" sz="quarter" idx="12"/>
          </p:nvPr>
        </p:nvSpPr>
        <p:spPr/>
        <p:txBody>
          <a:bodyPr/>
          <a:lstStyle/>
          <a:p>
            <a:fld id="{403F7DB2-0A9C-4E37-9984-C435ED141F40}" type="slidenum">
              <a:rPr lang="en-US" smtClean="0"/>
              <a:pPr/>
              <a:t>14</a:t>
            </a:fld>
            <a:endParaRPr lang="en-US" dirty="0"/>
          </a:p>
        </p:txBody>
      </p:sp>
      <p:sp>
        <p:nvSpPr>
          <p:cNvPr id="5" name="Segnaposto piè di pagina 4">
            <a:extLst>
              <a:ext uri="{FF2B5EF4-FFF2-40B4-BE49-F238E27FC236}">
                <a16:creationId xmlns:a16="http://schemas.microsoft.com/office/drawing/2014/main" id="{AF902271-1306-49B6-8F08-4B0A6360E122}"/>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Immagine 5" descr="http://media.tumblr.com/tumblr_m4srejhJBg1rn8tuc.jpg">
            <a:extLst>
              <a:ext uri="{FF2B5EF4-FFF2-40B4-BE49-F238E27FC236}">
                <a16:creationId xmlns:a16="http://schemas.microsoft.com/office/drawing/2014/main" id="{51B67FD0-1A26-4641-93C4-0AAA29215D5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636268" y="3429000"/>
            <a:ext cx="5267586" cy="3070557"/>
          </a:xfrm>
          <a:prstGeom prst="rect">
            <a:avLst/>
          </a:prstGeom>
          <a:noFill/>
          <a:ln>
            <a:noFill/>
          </a:ln>
        </p:spPr>
      </p:pic>
    </p:spTree>
    <p:extLst>
      <p:ext uri="{BB962C8B-B14F-4D97-AF65-F5344CB8AC3E}">
        <p14:creationId xmlns:p14="http://schemas.microsoft.com/office/powerpoint/2010/main" val="2345743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29AF0C9-A4DA-49DF-BC2E-96735956A417}"/>
              </a:ext>
            </a:extLst>
          </p:cNvPr>
          <p:cNvSpPr>
            <a:spLocks noGrp="1"/>
          </p:cNvSpPr>
          <p:nvPr>
            <p:ph type="title"/>
          </p:nvPr>
        </p:nvSpPr>
        <p:spPr/>
        <p:txBody>
          <a:bodyPr>
            <a:normAutofit fontScale="90000"/>
          </a:bodyPr>
          <a:lstStyle/>
          <a:p>
            <a:r>
              <a:rPr lang="en-US" dirty="0"/>
              <a:t>FPGA I/O</a:t>
            </a:r>
          </a:p>
        </p:txBody>
      </p:sp>
      <p:sp>
        <p:nvSpPr>
          <p:cNvPr id="3" name="Segnaposto contenuto 2">
            <a:extLst>
              <a:ext uri="{FF2B5EF4-FFF2-40B4-BE49-F238E27FC236}">
                <a16:creationId xmlns:a16="http://schemas.microsoft.com/office/drawing/2014/main" id="{1B6D4DA8-3C9E-44C2-A719-DFF1D97FBE43}"/>
              </a:ext>
            </a:extLst>
          </p:cNvPr>
          <p:cNvSpPr>
            <a:spLocks noGrp="1"/>
          </p:cNvSpPr>
          <p:nvPr>
            <p:ph idx="1"/>
          </p:nvPr>
        </p:nvSpPr>
        <p:spPr/>
        <p:txBody>
          <a:bodyPr/>
          <a:lstStyle/>
          <a:p>
            <a:pPr>
              <a:spcBef>
                <a:spcPct val="20000"/>
              </a:spcBef>
            </a:pPr>
            <a:r>
              <a:rPr lang="en-US" sz="2800" dirty="0"/>
              <a:t>The I/O pins of an FPGA can be configured to various standards, both single-ended and differential.</a:t>
            </a:r>
          </a:p>
          <a:p>
            <a:pPr lvl="1">
              <a:spcBef>
                <a:spcPct val="20000"/>
              </a:spcBef>
            </a:pPr>
            <a:r>
              <a:rPr lang="en-US" dirty="0"/>
              <a:t> Single-ended I/O standards: LVCMOS, LVTTL, HSTL, PCI, and SSTL</a:t>
            </a:r>
          </a:p>
          <a:p>
            <a:pPr lvl="1">
              <a:spcBef>
                <a:spcPct val="20000"/>
              </a:spcBef>
            </a:pPr>
            <a:r>
              <a:rPr lang="en-US" dirty="0"/>
              <a:t> Differential I/O standards: LVDS, </a:t>
            </a:r>
            <a:r>
              <a:rPr lang="en-US" dirty="0" err="1"/>
              <a:t>Mini_LVDS</a:t>
            </a:r>
            <a:r>
              <a:rPr lang="en-US" dirty="0"/>
              <a:t>, RSDS, PPDS, BLVDS, and differential HSTL</a:t>
            </a:r>
          </a:p>
        </p:txBody>
      </p:sp>
      <p:sp>
        <p:nvSpPr>
          <p:cNvPr id="4" name="Segnaposto numero diapositiva 3">
            <a:extLst>
              <a:ext uri="{FF2B5EF4-FFF2-40B4-BE49-F238E27FC236}">
                <a16:creationId xmlns:a16="http://schemas.microsoft.com/office/drawing/2014/main" id="{67C2C6AB-7138-4E60-B0B0-12462C64138E}"/>
              </a:ext>
            </a:extLst>
          </p:cNvPr>
          <p:cNvSpPr>
            <a:spLocks noGrp="1"/>
          </p:cNvSpPr>
          <p:nvPr>
            <p:ph type="sldNum" sz="quarter" idx="12"/>
          </p:nvPr>
        </p:nvSpPr>
        <p:spPr/>
        <p:txBody>
          <a:bodyPr/>
          <a:lstStyle/>
          <a:p>
            <a:fld id="{403F7DB2-0A9C-4E37-9984-C435ED141F40}" type="slidenum">
              <a:rPr lang="en-US" smtClean="0"/>
              <a:pPr/>
              <a:t>15</a:t>
            </a:fld>
            <a:endParaRPr lang="en-US" dirty="0"/>
          </a:p>
        </p:txBody>
      </p:sp>
      <p:sp>
        <p:nvSpPr>
          <p:cNvPr id="5" name="Segnaposto piè di pagina 4">
            <a:extLst>
              <a:ext uri="{FF2B5EF4-FFF2-40B4-BE49-F238E27FC236}">
                <a16:creationId xmlns:a16="http://schemas.microsoft.com/office/drawing/2014/main" id="{FE7AC740-8B4D-4FCF-ADB4-34BA587B68D9}"/>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Picture 4">
            <a:extLst>
              <a:ext uri="{FF2B5EF4-FFF2-40B4-BE49-F238E27FC236}">
                <a16:creationId xmlns:a16="http://schemas.microsoft.com/office/drawing/2014/main" id="{E56027D4-5F3F-4A39-8550-7B39723A2B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102"/>
          <a:stretch/>
        </p:blipFill>
        <p:spPr bwMode="auto">
          <a:xfrm>
            <a:off x="4153824" y="3208850"/>
            <a:ext cx="4685376" cy="28040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31129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D710479-3F65-487A-886B-FD85FC9245D0}"/>
              </a:ext>
            </a:extLst>
          </p:cNvPr>
          <p:cNvSpPr>
            <a:spLocks noGrp="1"/>
          </p:cNvSpPr>
          <p:nvPr>
            <p:ph type="title"/>
          </p:nvPr>
        </p:nvSpPr>
        <p:spPr/>
        <p:txBody>
          <a:bodyPr>
            <a:normAutofit fontScale="90000"/>
          </a:bodyPr>
          <a:lstStyle/>
          <a:p>
            <a:r>
              <a:rPr lang="en-US" dirty="0"/>
              <a:t>Single ended vs Differential</a:t>
            </a:r>
          </a:p>
        </p:txBody>
      </p:sp>
      <p:sp>
        <p:nvSpPr>
          <p:cNvPr id="3" name="Segnaposto contenuto 2">
            <a:extLst>
              <a:ext uri="{FF2B5EF4-FFF2-40B4-BE49-F238E27FC236}">
                <a16:creationId xmlns:a16="http://schemas.microsoft.com/office/drawing/2014/main" id="{2297A2AD-EE7A-4DA8-BB23-15232098E86F}"/>
              </a:ext>
            </a:extLst>
          </p:cNvPr>
          <p:cNvSpPr>
            <a:spLocks noGrp="1"/>
          </p:cNvSpPr>
          <p:nvPr>
            <p:ph idx="1"/>
          </p:nvPr>
        </p:nvSpPr>
        <p:spPr/>
        <p:txBody>
          <a:bodyPr/>
          <a:lstStyle/>
          <a:p>
            <a:r>
              <a:rPr lang="en-US" sz="2800" dirty="0"/>
              <a:t>Single-ended signals are usually are more sensitive to noise than differential signals</a:t>
            </a:r>
          </a:p>
          <a:p>
            <a:endParaRPr lang="en-US" dirty="0"/>
          </a:p>
        </p:txBody>
      </p:sp>
      <p:sp>
        <p:nvSpPr>
          <p:cNvPr id="4" name="Segnaposto numero diapositiva 3">
            <a:extLst>
              <a:ext uri="{FF2B5EF4-FFF2-40B4-BE49-F238E27FC236}">
                <a16:creationId xmlns:a16="http://schemas.microsoft.com/office/drawing/2014/main" id="{6F612CDF-054E-4D70-9E25-EAF2C4BE91E1}"/>
              </a:ext>
            </a:extLst>
          </p:cNvPr>
          <p:cNvSpPr>
            <a:spLocks noGrp="1"/>
          </p:cNvSpPr>
          <p:nvPr>
            <p:ph type="sldNum" sz="quarter" idx="12"/>
          </p:nvPr>
        </p:nvSpPr>
        <p:spPr/>
        <p:txBody>
          <a:bodyPr/>
          <a:lstStyle/>
          <a:p>
            <a:fld id="{403F7DB2-0A9C-4E37-9984-C435ED141F40}" type="slidenum">
              <a:rPr lang="en-US" smtClean="0"/>
              <a:pPr/>
              <a:t>16</a:t>
            </a:fld>
            <a:endParaRPr lang="en-US" dirty="0"/>
          </a:p>
        </p:txBody>
      </p:sp>
      <p:sp>
        <p:nvSpPr>
          <p:cNvPr id="5" name="Segnaposto piè di pagina 4">
            <a:extLst>
              <a:ext uri="{FF2B5EF4-FFF2-40B4-BE49-F238E27FC236}">
                <a16:creationId xmlns:a16="http://schemas.microsoft.com/office/drawing/2014/main" id="{4820A90B-A2F2-44D2-B6C1-C6A18512508F}"/>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Picture 2">
            <a:extLst>
              <a:ext uri="{FF2B5EF4-FFF2-40B4-BE49-F238E27FC236}">
                <a16:creationId xmlns:a16="http://schemas.microsoft.com/office/drawing/2014/main" id="{42884BA1-7F6B-499E-8174-BAA86C9875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2736" y="2568193"/>
            <a:ext cx="6837743" cy="35000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54601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7521FD6-8888-4886-BF12-0172D8F6EF0B}"/>
              </a:ext>
            </a:extLst>
          </p:cNvPr>
          <p:cNvSpPr>
            <a:spLocks noGrp="1"/>
          </p:cNvSpPr>
          <p:nvPr>
            <p:ph type="title"/>
          </p:nvPr>
        </p:nvSpPr>
        <p:spPr/>
        <p:txBody>
          <a:bodyPr>
            <a:normAutofit fontScale="90000"/>
          </a:bodyPr>
          <a:lstStyle/>
          <a:p>
            <a:r>
              <a:rPr lang="en-US" dirty="0" err="1"/>
              <a:t>Tranceivers</a:t>
            </a:r>
            <a:endParaRPr lang="en-US" dirty="0"/>
          </a:p>
        </p:txBody>
      </p:sp>
      <p:sp>
        <p:nvSpPr>
          <p:cNvPr id="3" name="Segnaposto contenuto 2">
            <a:extLst>
              <a:ext uri="{FF2B5EF4-FFF2-40B4-BE49-F238E27FC236}">
                <a16:creationId xmlns:a16="http://schemas.microsoft.com/office/drawing/2014/main" id="{45978E4D-EF08-4330-ADFF-C9F86C67A885}"/>
              </a:ext>
            </a:extLst>
          </p:cNvPr>
          <p:cNvSpPr>
            <a:spLocks noGrp="1"/>
          </p:cNvSpPr>
          <p:nvPr>
            <p:ph idx="1"/>
          </p:nvPr>
        </p:nvSpPr>
        <p:spPr/>
        <p:txBody>
          <a:bodyPr/>
          <a:lstStyle/>
          <a:p>
            <a:pPr marL="0" indent="0">
              <a:buNone/>
            </a:pPr>
            <a:r>
              <a:rPr lang="en-US" dirty="0"/>
              <a:t>Communications between FPGAs and other chips  require high speed, for this reason specific circuits are used (transceiver). </a:t>
            </a:r>
          </a:p>
          <a:p>
            <a:pPr lvl="1"/>
            <a:r>
              <a:rPr lang="en-US" b="1" dirty="0"/>
              <a:t>Parallel I/O </a:t>
            </a:r>
            <a:r>
              <a:rPr lang="en-US" dirty="0"/>
              <a:t>schemes reach physical limitations when data rates begin to exceed just 1 Gb/s </a:t>
            </a:r>
          </a:p>
          <a:p>
            <a:pPr lvl="1"/>
            <a:r>
              <a:rPr lang="en-US" b="1" dirty="0"/>
              <a:t>Serial I/O</a:t>
            </a:r>
            <a:r>
              <a:rPr lang="en-US" dirty="0"/>
              <a:t>-based designs offer fewer device pins, reduced board space requirements, fewer printed circuit board (PCB) layers, easier layout of the PCB, smaller connectors, lower electromagnetic interference, and better noise immunity.</a:t>
            </a:r>
          </a:p>
          <a:p>
            <a:endParaRPr lang="en-US" dirty="0"/>
          </a:p>
        </p:txBody>
      </p:sp>
      <p:sp>
        <p:nvSpPr>
          <p:cNvPr id="4" name="Segnaposto numero diapositiva 3">
            <a:extLst>
              <a:ext uri="{FF2B5EF4-FFF2-40B4-BE49-F238E27FC236}">
                <a16:creationId xmlns:a16="http://schemas.microsoft.com/office/drawing/2014/main" id="{3D6B0AF1-3A9C-476B-8642-17431455CDD1}"/>
              </a:ext>
            </a:extLst>
          </p:cNvPr>
          <p:cNvSpPr>
            <a:spLocks noGrp="1"/>
          </p:cNvSpPr>
          <p:nvPr>
            <p:ph type="sldNum" sz="quarter" idx="12"/>
          </p:nvPr>
        </p:nvSpPr>
        <p:spPr/>
        <p:txBody>
          <a:bodyPr/>
          <a:lstStyle/>
          <a:p>
            <a:fld id="{403F7DB2-0A9C-4E37-9984-C435ED141F40}" type="slidenum">
              <a:rPr lang="en-US" smtClean="0"/>
              <a:pPr/>
              <a:t>17</a:t>
            </a:fld>
            <a:endParaRPr lang="en-US" dirty="0"/>
          </a:p>
        </p:txBody>
      </p:sp>
      <p:sp>
        <p:nvSpPr>
          <p:cNvPr id="5" name="Segnaposto piè di pagina 4">
            <a:extLst>
              <a:ext uri="{FF2B5EF4-FFF2-40B4-BE49-F238E27FC236}">
                <a16:creationId xmlns:a16="http://schemas.microsoft.com/office/drawing/2014/main" id="{DD4507F8-3C05-4036-BD95-83F43864C846}"/>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Picture 3">
            <a:extLst>
              <a:ext uri="{FF2B5EF4-FFF2-40B4-BE49-F238E27FC236}">
                <a16:creationId xmlns:a16="http://schemas.microsoft.com/office/drawing/2014/main" id="{13DC4433-9619-4E26-BC24-AC5AF4CE56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3653" y="4150483"/>
            <a:ext cx="5623613" cy="20449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2805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FE4858A-29C2-441F-A2B2-9B934DDFEB2E}"/>
              </a:ext>
            </a:extLst>
          </p:cNvPr>
          <p:cNvSpPr>
            <a:spLocks noGrp="1"/>
          </p:cNvSpPr>
          <p:nvPr>
            <p:ph type="title"/>
          </p:nvPr>
        </p:nvSpPr>
        <p:spPr/>
        <p:txBody>
          <a:bodyPr>
            <a:normAutofit fontScale="90000"/>
          </a:bodyPr>
          <a:lstStyle/>
          <a:p>
            <a:r>
              <a:rPr lang="it-IT" dirty="0">
                <a:latin typeface="+mj-lt"/>
                <a:ea typeface="+mj-ea"/>
                <a:cs typeface="+mj-cs"/>
              </a:rPr>
              <a:t>Soft and Hard </a:t>
            </a:r>
            <a:r>
              <a:rPr lang="it-IT" dirty="0" err="1">
                <a:latin typeface="+mj-lt"/>
                <a:ea typeface="+mj-ea"/>
                <a:cs typeface="+mj-cs"/>
              </a:rPr>
              <a:t>Microprocessors</a:t>
            </a:r>
            <a:endParaRPr lang="en-US" dirty="0"/>
          </a:p>
        </p:txBody>
      </p:sp>
      <p:sp>
        <p:nvSpPr>
          <p:cNvPr id="3" name="Segnaposto contenuto 2">
            <a:extLst>
              <a:ext uri="{FF2B5EF4-FFF2-40B4-BE49-F238E27FC236}">
                <a16:creationId xmlns:a16="http://schemas.microsoft.com/office/drawing/2014/main" id="{032D95C3-AAB3-4390-A24C-AA012183CAE1}"/>
              </a:ext>
            </a:extLst>
          </p:cNvPr>
          <p:cNvSpPr>
            <a:spLocks noGrp="1"/>
          </p:cNvSpPr>
          <p:nvPr>
            <p:ph idx="1"/>
          </p:nvPr>
        </p:nvSpPr>
        <p:spPr/>
        <p:txBody>
          <a:bodyPr/>
          <a:lstStyle/>
          <a:p>
            <a:r>
              <a:rPr lang="en-US" sz="2400" dirty="0"/>
              <a:t>Digital systems often require both processors and FPGAs</a:t>
            </a:r>
          </a:p>
          <a:p>
            <a:pPr lvl="1"/>
            <a:r>
              <a:rPr lang="en-US" sz="1800" dirty="0"/>
              <a:t>Usually, the processor handles system control and configuration functions while the FPGA implements the computationally-intensive signal processing data path and control, minimizing the latency in the system. </a:t>
            </a:r>
          </a:p>
          <a:p>
            <a:r>
              <a:rPr lang="en-US" sz="2400" dirty="0"/>
              <a:t>Last generations of FPGAs offer the possibility of using Soft and Hard Processor. </a:t>
            </a:r>
          </a:p>
          <a:p>
            <a:pPr lvl="1"/>
            <a:r>
              <a:rPr lang="en-US" dirty="0"/>
              <a:t>A soft processor is a processor mapped on the FPGA resources (CLBs) on the other hand</a:t>
            </a:r>
          </a:p>
          <a:p>
            <a:pPr lvl="1"/>
            <a:r>
              <a:rPr lang="en-US" dirty="0"/>
              <a:t>Hard processor is a silicon core  integrated on the FPGA. </a:t>
            </a:r>
          </a:p>
          <a:p>
            <a:pPr marL="331470" indent="-285750"/>
            <a:r>
              <a:rPr lang="en-US" sz="2400" dirty="0"/>
              <a:t>Of course, the  performances of Hard processor in terms of clock frequency are higher than those of a Soft Processor because dedicated hardware is always more optimized  than reconfigurable one</a:t>
            </a:r>
          </a:p>
          <a:p>
            <a:pPr marL="788670" lvl="1" indent="-285750"/>
            <a:r>
              <a:rPr lang="en-US" sz="1800" dirty="0"/>
              <a:t> However, if the performance requirements of the system are not too high it is possible to use a soft processor that is more cost-efficient.</a:t>
            </a:r>
          </a:p>
          <a:p>
            <a:pPr marL="0" indent="0">
              <a:buNone/>
            </a:pPr>
            <a:endParaRPr lang="en-US" dirty="0"/>
          </a:p>
        </p:txBody>
      </p:sp>
      <p:sp>
        <p:nvSpPr>
          <p:cNvPr id="4" name="Segnaposto numero diapositiva 3">
            <a:extLst>
              <a:ext uri="{FF2B5EF4-FFF2-40B4-BE49-F238E27FC236}">
                <a16:creationId xmlns:a16="http://schemas.microsoft.com/office/drawing/2014/main" id="{2F362AC4-B6DC-4DCB-9CE7-042F07B8CEE9}"/>
              </a:ext>
            </a:extLst>
          </p:cNvPr>
          <p:cNvSpPr>
            <a:spLocks noGrp="1"/>
          </p:cNvSpPr>
          <p:nvPr>
            <p:ph type="sldNum" sz="quarter" idx="12"/>
          </p:nvPr>
        </p:nvSpPr>
        <p:spPr/>
        <p:txBody>
          <a:bodyPr/>
          <a:lstStyle/>
          <a:p>
            <a:fld id="{403F7DB2-0A9C-4E37-9984-C435ED141F40}" type="slidenum">
              <a:rPr lang="en-US" smtClean="0"/>
              <a:pPr/>
              <a:t>18</a:t>
            </a:fld>
            <a:endParaRPr lang="en-US" dirty="0"/>
          </a:p>
        </p:txBody>
      </p:sp>
      <p:sp>
        <p:nvSpPr>
          <p:cNvPr id="5" name="Segnaposto piè di pagina 4">
            <a:extLst>
              <a:ext uri="{FF2B5EF4-FFF2-40B4-BE49-F238E27FC236}">
                <a16:creationId xmlns:a16="http://schemas.microsoft.com/office/drawing/2014/main" id="{124B95CE-4B4F-4341-BA22-F233F616E5C9}"/>
              </a:ext>
            </a:extLst>
          </p:cNvPr>
          <p:cNvSpPr>
            <a:spLocks noGrp="1"/>
          </p:cNvSpPr>
          <p:nvPr>
            <p:ph type="ftr" sz="quarter" idx="3"/>
          </p:nvPr>
        </p:nvSpPr>
        <p:spPr/>
        <p:txBody>
          <a:bodyPr/>
          <a:lstStyle/>
          <a:p>
            <a:r>
              <a:rPr lang="it-IT"/>
              <a:t>9. FPGA architecture - Fondamenti di Elettronica - Sergio Spanò</a:t>
            </a:r>
            <a:endParaRPr lang="en-US" dirty="0"/>
          </a:p>
        </p:txBody>
      </p:sp>
    </p:spTree>
    <p:extLst>
      <p:ext uri="{BB962C8B-B14F-4D97-AF65-F5344CB8AC3E}">
        <p14:creationId xmlns:p14="http://schemas.microsoft.com/office/powerpoint/2010/main" val="2359234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967D0ED-1C4D-40DD-B88C-284EF30AF4B5}"/>
              </a:ext>
            </a:extLst>
          </p:cNvPr>
          <p:cNvSpPr>
            <a:spLocks noGrp="1"/>
          </p:cNvSpPr>
          <p:nvPr>
            <p:ph type="title"/>
          </p:nvPr>
        </p:nvSpPr>
        <p:spPr/>
        <p:txBody>
          <a:bodyPr>
            <a:normAutofit fontScale="90000"/>
          </a:bodyPr>
          <a:lstStyle/>
          <a:p>
            <a:r>
              <a:rPr lang="en-US" dirty="0"/>
              <a:t>FPGA deployment flow</a:t>
            </a:r>
          </a:p>
        </p:txBody>
      </p:sp>
      <p:sp>
        <p:nvSpPr>
          <p:cNvPr id="3" name="Segnaposto contenuto 2">
            <a:extLst>
              <a:ext uri="{FF2B5EF4-FFF2-40B4-BE49-F238E27FC236}">
                <a16:creationId xmlns:a16="http://schemas.microsoft.com/office/drawing/2014/main" id="{DC4DF0D2-402E-436D-8E38-3BCC9A242BB3}"/>
              </a:ext>
            </a:extLst>
          </p:cNvPr>
          <p:cNvSpPr>
            <a:spLocks noGrp="1"/>
          </p:cNvSpPr>
          <p:nvPr>
            <p:ph idx="1"/>
          </p:nvPr>
        </p:nvSpPr>
        <p:spPr/>
        <p:txBody>
          <a:bodyPr/>
          <a:lstStyle/>
          <a:p>
            <a:r>
              <a:rPr lang="it-IT" dirty="0"/>
              <a:t>System </a:t>
            </a:r>
            <a:r>
              <a:rPr lang="it-IT" dirty="0" err="1"/>
              <a:t>description</a:t>
            </a:r>
            <a:endParaRPr lang="it-IT" dirty="0"/>
          </a:p>
          <a:p>
            <a:r>
              <a:rPr lang="it-IT" dirty="0"/>
              <a:t>Test-</a:t>
            </a:r>
            <a:r>
              <a:rPr lang="it-IT" dirty="0" err="1"/>
              <a:t>bench</a:t>
            </a:r>
            <a:endParaRPr lang="en-US" dirty="0"/>
          </a:p>
          <a:p>
            <a:r>
              <a:rPr lang="en-US" dirty="0"/>
              <a:t>Synthesis</a:t>
            </a:r>
          </a:p>
          <a:p>
            <a:r>
              <a:rPr lang="en-US" dirty="0"/>
              <a:t>Mapping</a:t>
            </a:r>
          </a:p>
          <a:p>
            <a:r>
              <a:rPr lang="en-US" dirty="0"/>
              <a:t>Packing </a:t>
            </a:r>
          </a:p>
          <a:p>
            <a:r>
              <a:rPr lang="en-US" dirty="0"/>
              <a:t>Place and Route</a:t>
            </a:r>
          </a:p>
          <a:p>
            <a:r>
              <a:rPr lang="en-US" dirty="0"/>
              <a:t>Post Place and Route simulation </a:t>
            </a:r>
          </a:p>
          <a:p>
            <a:r>
              <a:rPr lang="en-US" dirty="0"/>
              <a:t>Bit-stream generation and devices configuration.</a:t>
            </a:r>
          </a:p>
          <a:p>
            <a:endParaRPr lang="en-US" dirty="0"/>
          </a:p>
        </p:txBody>
      </p:sp>
      <p:sp>
        <p:nvSpPr>
          <p:cNvPr id="4" name="Segnaposto numero diapositiva 3">
            <a:extLst>
              <a:ext uri="{FF2B5EF4-FFF2-40B4-BE49-F238E27FC236}">
                <a16:creationId xmlns:a16="http://schemas.microsoft.com/office/drawing/2014/main" id="{93D645D6-F6CE-491F-A72F-0424BDCF1231}"/>
              </a:ext>
            </a:extLst>
          </p:cNvPr>
          <p:cNvSpPr>
            <a:spLocks noGrp="1"/>
          </p:cNvSpPr>
          <p:nvPr>
            <p:ph type="sldNum" sz="quarter" idx="12"/>
          </p:nvPr>
        </p:nvSpPr>
        <p:spPr/>
        <p:txBody>
          <a:bodyPr/>
          <a:lstStyle/>
          <a:p>
            <a:fld id="{403F7DB2-0A9C-4E37-9984-C435ED141F40}" type="slidenum">
              <a:rPr lang="en-US" smtClean="0"/>
              <a:pPr/>
              <a:t>19</a:t>
            </a:fld>
            <a:endParaRPr lang="en-US" dirty="0"/>
          </a:p>
        </p:txBody>
      </p:sp>
      <p:sp>
        <p:nvSpPr>
          <p:cNvPr id="5" name="Segnaposto piè di pagina 4">
            <a:extLst>
              <a:ext uri="{FF2B5EF4-FFF2-40B4-BE49-F238E27FC236}">
                <a16:creationId xmlns:a16="http://schemas.microsoft.com/office/drawing/2014/main" id="{51276CCD-B99E-447F-8593-E721BCD75CA7}"/>
              </a:ext>
            </a:extLst>
          </p:cNvPr>
          <p:cNvSpPr>
            <a:spLocks noGrp="1"/>
          </p:cNvSpPr>
          <p:nvPr>
            <p:ph type="ftr" sz="quarter" idx="3"/>
          </p:nvPr>
        </p:nvSpPr>
        <p:spPr/>
        <p:txBody>
          <a:bodyPr/>
          <a:lstStyle/>
          <a:p>
            <a:r>
              <a:rPr lang="it-IT"/>
              <a:t>9. FPGA architecture - Fondamenti di Elettronica - Sergio Spanò</a:t>
            </a:r>
            <a:endParaRPr lang="en-US" dirty="0"/>
          </a:p>
        </p:txBody>
      </p:sp>
    </p:spTree>
    <p:extLst>
      <p:ext uri="{BB962C8B-B14F-4D97-AF65-F5344CB8AC3E}">
        <p14:creationId xmlns:p14="http://schemas.microsoft.com/office/powerpoint/2010/main" val="2782350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4A9EE73-69D6-45E0-A635-55E4E4D2AE62}"/>
              </a:ext>
            </a:extLst>
          </p:cNvPr>
          <p:cNvSpPr>
            <a:spLocks noGrp="1"/>
          </p:cNvSpPr>
          <p:nvPr>
            <p:ph type="title"/>
          </p:nvPr>
        </p:nvSpPr>
        <p:spPr/>
        <p:txBody>
          <a:bodyPr>
            <a:normAutofit fontScale="90000"/>
          </a:bodyPr>
          <a:lstStyle/>
          <a:p>
            <a:r>
              <a:rPr lang="it-IT" dirty="0">
                <a:latin typeface="+mj-lt"/>
                <a:ea typeface="+mj-ea"/>
                <a:cs typeface="+mj-cs"/>
              </a:rPr>
              <a:t>System </a:t>
            </a:r>
            <a:r>
              <a:rPr lang="it-IT" dirty="0" err="1">
                <a:latin typeface="+mj-lt"/>
                <a:ea typeface="+mj-ea"/>
                <a:cs typeface="+mj-cs"/>
              </a:rPr>
              <a:t>description</a:t>
            </a:r>
            <a:endParaRPr lang="en-US" dirty="0"/>
          </a:p>
        </p:txBody>
      </p:sp>
      <p:sp>
        <p:nvSpPr>
          <p:cNvPr id="3" name="Segnaposto contenuto 2">
            <a:extLst>
              <a:ext uri="{FF2B5EF4-FFF2-40B4-BE49-F238E27FC236}">
                <a16:creationId xmlns:a16="http://schemas.microsoft.com/office/drawing/2014/main" id="{42DE4649-ED56-4C90-B09D-BB0408A1D114}"/>
              </a:ext>
            </a:extLst>
          </p:cNvPr>
          <p:cNvSpPr>
            <a:spLocks noGrp="1"/>
          </p:cNvSpPr>
          <p:nvPr>
            <p:ph idx="1"/>
          </p:nvPr>
        </p:nvSpPr>
        <p:spPr/>
        <p:txBody>
          <a:bodyPr>
            <a:normAutofit fontScale="92500" lnSpcReduction="20000"/>
          </a:bodyPr>
          <a:lstStyle/>
          <a:p>
            <a:r>
              <a:rPr lang="en-US" dirty="0"/>
              <a:t>The system to be implemented on the FPGA is described in terms of components using three different approaches:</a:t>
            </a:r>
          </a:p>
          <a:p>
            <a:pPr lvl="1"/>
            <a:r>
              <a:rPr lang="en-US" dirty="0">
                <a:ea typeface="+mn-ea"/>
                <a:cs typeface="+mn-cs"/>
              </a:rPr>
              <a:t>HDL Languages: HDL (Hardware Description Language) are a class of  computer languages,  specification languages, or  modeling languages  for formal description and design of electronic circuits, and most commonly, digital logic.</a:t>
            </a:r>
          </a:p>
          <a:p>
            <a:pPr lvl="2"/>
            <a:r>
              <a:rPr lang="en-US" dirty="0"/>
              <a:t>VHDL</a:t>
            </a:r>
          </a:p>
          <a:p>
            <a:pPr lvl="2"/>
            <a:r>
              <a:rPr lang="en-US" dirty="0">
                <a:ea typeface="+mn-ea"/>
                <a:cs typeface="+mn-cs"/>
              </a:rPr>
              <a:t>Verilog</a:t>
            </a:r>
          </a:p>
          <a:p>
            <a:pPr lvl="2"/>
            <a:r>
              <a:rPr lang="en-US" dirty="0"/>
              <a:t>System Verilog</a:t>
            </a:r>
            <a:endParaRPr lang="en-US" dirty="0">
              <a:ea typeface="+mn-ea"/>
              <a:cs typeface="+mn-cs"/>
            </a:endParaRPr>
          </a:p>
          <a:p>
            <a:pPr lvl="1"/>
            <a:r>
              <a:rPr lang="en-US" dirty="0">
                <a:ea typeface="+mn-ea"/>
                <a:cs typeface="+mn-cs"/>
              </a:rPr>
              <a:t>Schematic tools: in the last years new tools that allow the HDL automatic generation starting from Simulink Models were introduced . </a:t>
            </a:r>
          </a:p>
          <a:p>
            <a:pPr lvl="2"/>
            <a:r>
              <a:rPr lang="en-US" dirty="0">
                <a:ea typeface="+mn-ea"/>
                <a:cs typeface="+mn-cs"/>
              </a:rPr>
              <a:t>MATLAB HDL coder,</a:t>
            </a:r>
          </a:p>
          <a:p>
            <a:pPr lvl="2"/>
            <a:r>
              <a:rPr lang="en-US" dirty="0">
                <a:ea typeface="+mn-ea"/>
                <a:cs typeface="+mn-cs"/>
              </a:rPr>
              <a:t>Xilinx System Generator</a:t>
            </a:r>
          </a:p>
          <a:p>
            <a:pPr lvl="2"/>
            <a:r>
              <a:rPr lang="en-US" dirty="0">
                <a:ea typeface="+mn-ea"/>
                <a:cs typeface="+mn-cs"/>
              </a:rPr>
              <a:t>Altera DSP Builder.</a:t>
            </a:r>
          </a:p>
          <a:p>
            <a:pPr lvl="1"/>
            <a:r>
              <a:rPr lang="en-US" dirty="0">
                <a:ea typeface="+mn-ea"/>
                <a:cs typeface="+mn-cs"/>
              </a:rPr>
              <a:t>HLS languages (High Level Synthesis): it is an automated design process that takes an abstract behavioral specification (usually in C++ language) of a digital system and finds a register-transfer level structure that realizes the given behavior. This is then translated to an HDL.</a:t>
            </a:r>
          </a:p>
          <a:p>
            <a:pPr lvl="2"/>
            <a:r>
              <a:rPr lang="en-US" dirty="0" err="1"/>
              <a:t>Vivado</a:t>
            </a:r>
            <a:r>
              <a:rPr lang="en-US" dirty="0"/>
              <a:t> HLS</a:t>
            </a:r>
          </a:p>
          <a:p>
            <a:pPr lvl="2"/>
            <a:r>
              <a:rPr lang="en-US" dirty="0">
                <a:ea typeface="+mn-ea"/>
                <a:cs typeface="+mn-cs"/>
              </a:rPr>
              <a:t>Catapult C</a:t>
            </a:r>
          </a:p>
          <a:p>
            <a:endParaRPr lang="en-US" dirty="0"/>
          </a:p>
        </p:txBody>
      </p:sp>
      <p:sp>
        <p:nvSpPr>
          <p:cNvPr id="4" name="Segnaposto numero diapositiva 3">
            <a:extLst>
              <a:ext uri="{FF2B5EF4-FFF2-40B4-BE49-F238E27FC236}">
                <a16:creationId xmlns:a16="http://schemas.microsoft.com/office/drawing/2014/main" id="{A97603B2-AD5D-46C4-A234-10AE674AC7CA}"/>
              </a:ext>
            </a:extLst>
          </p:cNvPr>
          <p:cNvSpPr>
            <a:spLocks noGrp="1"/>
          </p:cNvSpPr>
          <p:nvPr>
            <p:ph type="sldNum" sz="quarter" idx="12"/>
          </p:nvPr>
        </p:nvSpPr>
        <p:spPr/>
        <p:txBody>
          <a:bodyPr/>
          <a:lstStyle/>
          <a:p>
            <a:fld id="{403F7DB2-0A9C-4E37-9984-C435ED141F40}" type="slidenum">
              <a:rPr lang="en-US" smtClean="0"/>
              <a:pPr/>
              <a:t>20</a:t>
            </a:fld>
            <a:endParaRPr lang="en-US" dirty="0"/>
          </a:p>
        </p:txBody>
      </p:sp>
      <p:sp>
        <p:nvSpPr>
          <p:cNvPr id="5" name="Segnaposto piè di pagina 4">
            <a:extLst>
              <a:ext uri="{FF2B5EF4-FFF2-40B4-BE49-F238E27FC236}">
                <a16:creationId xmlns:a16="http://schemas.microsoft.com/office/drawing/2014/main" id="{9D7F1F6F-2B08-480C-921E-C1E89847DB1A}"/>
              </a:ext>
            </a:extLst>
          </p:cNvPr>
          <p:cNvSpPr>
            <a:spLocks noGrp="1"/>
          </p:cNvSpPr>
          <p:nvPr>
            <p:ph type="ftr" sz="quarter" idx="3"/>
          </p:nvPr>
        </p:nvSpPr>
        <p:spPr/>
        <p:txBody>
          <a:bodyPr/>
          <a:lstStyle/>
          <a:p>
            <a:r>
              <a:rPr lang="it-IT"/>
              <a:t>9. FPGA architecture - Fondamenti di Elettronica - Sergio Spanò</a:t>
            </a:r>
            <a:endParaRPr lang="en-US" dirty="0"/>
          </a:p>
        </p:txBody>
      </p:sp>
    </p:spTree>
    <p:extLst>
      <p:ext uri="{BB962C8B-B14F-4D97-AF65-F5344CB8AC3E}">
        <p14:creationId xmlns:p14="http://schemas.microsoft.com/office/powerpoint/2010/main" val="850558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0572FAF-31D1-4120-B099-80A783A0B71C}"/>
              </a:ext>
            </a:extLst>
          </p:cNvPr>
          <p:cNvSpPr>
            <a:spLocks noGrp="1"/>
          </p:cNvSpPr>
          <p:nvPr>
            <p:ph type="title"/>
          </p:nvPr>
        </p:nvSpPr>
        <p:spPr/>
        <p:txBody>
          <a:bodyPr>
            <a:normAutofit fontScale="90000"/>
          </a:bodyPr>
          <a:lstStyle/>
          <a:p>
            <a:r>
              <a:rPr lang="it-IT" dirty="0">
                <a:latin typeface="+mj-lt"/>
                <a:ea typeface="+mj-ea"/>
                <a:cs typeface="+mj-cs"/>
              </a:rPr>
              <a:t>Test-</a:t>
            </a:r>
            <a:r>
              <a:rPr lang="it-IT" dirty="0" err="1">
                <a:latin typeface="+mj-lt"/>
                <a:ea typeface="+mj-ea"/>
                <a:cs typeface="+mj-cs"/>
              </a:rPr>
              <a:t>bench</a:t>
            </a:r>
            <a:endParaRPr lang="en-US" dirty="0"/>
          </a:p>
        </p:txBody>
      </p:sp>
      <p:sp>
        <p:nvSpPr>
          <p:cNvPr id="3" name="Segnaposto contenuto 2">
            <a:extLst>
              <a:ext uri="{FF2B5EF4-FFF2-40B4-BE49-F238E27FC236}">
                <a16:creationId xmlns:a16="http://schemas.microsoft.com/office/drawing/2014/main" id="{0C32113D-68F2-4F4A-A7D1-678BC87D2F88}"/>
              </a:ext>
            </a:extLst>
          </p:cNvPr>
          <p:cNvSpPr>
            <a:spLocks noGrp="1"/>
          </p:cNvSpPr>
          <p:nvPr>
            <p:ph idx="1"/>
          </p:nvPr>
        </p:nvSpPr>
        <p:spPr/>
        <p:txBody>
          <a:bodyPr/>
          <a:lstStyle/>
          <a:p>
            <a:r>
              <a:rPr lang="en-US" sz="2800" dirty="0"/>
              <a:t>Once that the model was described in HDL, it must be simulated in order to evaluate the correct </a:t>
            </a:r>
            <a:r>
              <a:rPr lang="en-US" sz="2800" dirty="0" err="1"/>
              <a:t>behaviour</a:t>
            </a:r>
            <a:r>
              <a:rPr lang="en-US" sz="2800" dirty="0"/>
              <a:t>. </a:t>
            </a:r>
          </a:p>
          <a:p>
            <a:endParaRPr lang="en-US" dirty="0"/>
          </a:p>
        </p:txBody>
      </p:sp>
      <p:sp>
        <p:nvSpPr>
          <p:cNvPr id="4" name="Segnaposto numero diapositiva 3">
            <a:extLst>
              <a:ext uri="{FF2B5EF4-FFF2-40B4-BE49-F238E27FC236}">
                <a16:creationId xmlns:a16="http://schemas.microsoft.com/office/drawing/2014/main" id="{92723FF8-18E3-42EF-9D4B-081498C7FB49}"/>
              </a:ext>
            </a:extLst>
          </p:cNvPr>
          <p:cNvSpPr>
            <a:spLocks noGrp="1"/>
          </p:cNvSpPr>
          <p:nvPr>
            <p:ph type="sldNum" sz="quarter" idx="12"/>
          </p:nvPr>
        </p:nvSpPr>
        <p:spPr/>
        <p:txBody>
          <a:bodyPr/>
          <a:lstStyle/>
          <a:p>
            <a:fld id="{403F7DB2-0A9C-4E37-9984-C435ED141F40}" type="slidenum">
              <a:rPr lang="en-US" smtClean="0"/>
              <a:pPr/>
              <a:t>21</a:t>
            </a:fld>
            <a:endParaRPr lang="en-US" dirty="0"/>
          </a:p>
        </p:txBody>
      </p:sp>
      <p:sp>
        <p:nvSpPr>
          <p:cNvPr id="5" name="Segnaposto piè di pagina 4">
            <a:extLst>
              <a:ext uri="{FF2B5EF4-FFF2-40B4-BE49-F238E27FC236}">
                <a16:creationId xmlns:a16="http://schemas.microsoft.com/office/drawing/2014/main" id="{9C2DD032-DC4C-4004-ACC3-B8A9CB122745}"/>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Picture 2" descr="http://embdev.net/attachment/148501/testbench_pic.jpg">
            <a:extLst>
              <a:ext uri="{FF2B5EF4-FFF2-40B4-BE49-F238E27FC236}">
                <a16:creationId xmlns:a16="http://schemas.microsoft.com/office/drawing/2014/main" id="{A5808FE9-2A0F-4EB7-8647-EF75655DBF3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1223" y="2498282"/>
            <a:ext cx="9500011" cy="3533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634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F4B3E13-2CCD-45E8-BC90-D81CBFA2FBFE}"/>
              </a:ext>
            </a:extLst>
          </p:cNvPr>
          <p:cNvSpPr>
            <a:spLocks noGrp="1"/>
          </p:cNvSpPr>
          <p:nvPr>
            <p:ph type="title"/>
          </p:nvPr>
        </p:nvSpPr>
        <p:spPr/>
        <p:txBody>
          <a:bodyPr>
            <a:normAutofit fontScale="90000"/>
          </a:bodyPr>
          <a:lstStyle/>
          <a:p>
            <a:r>
              <a:rPr lang="en-US" dirty="0">
                <a:latin typeface="+mj-lt"/>
                <a:ea typeface="+mj-ea"/>
                <a:cs typeface="+mj-cs"/>
              </a:rPr>
              <a:t>Synthesis</a:t>
            </a:r>
            <a:endParaRPr lang="en-US" dirty="0"/>
          </a:p>
        </p:txBody>
      </p:sp>
      <p:sp>
        <p:nvSpPr>
          <p:cNvPr id="3" name="Segnaposto contenuto 2">
            <a:extLst>
              <a:ext uri="{FF2B5EF4-FFF2-40B4-BE49-F238E27FC236}">
                <a16:creationId xmlns:a16="http://schemas.microsoft.com/office/drawing/2014/main" id="{07DDDDA4-F743-4936-B347-4D57FB124EFF}"/>
              </a:ext>
            </a:extLst>
          </p:cNvPr>
          <p:cNvSpPr>
            <a:spLocks noGrp="1"/>
          </p:cNvSpPr>
          <p:nvPr>
            <p:ph idx="1"/>
          </p:nvPr>
        </p:nvSpPr>
        <p:spPr/>
        <p:txBody>
          <a:bodyPr/>
          <a:lstStyle/>
          <a:p>
            <a:r>
              <a:rPr lang="en-US" dirty="0"/>
              <a:t>This process transforms the HDL model into a netlist of objects (typically logic gates)</a:t>
            </a:r>
          </a:p>
          <a:p>
            <a:r>
              <a:rPr lang="en-US" dirty="0"/>
              <a:t>Synthesis is performed by a specific tool called synthesizer. </a:t>
            </a:r>
          </a:p>
          <a:p>
            <a:endParaRPr lang="en-US" dirty="0"/>
          </a:p>
        </p:txBody>
      </p:sp>
      <p:sp>
        <p:nvSpPr>
          <p:cNvPr id="4" name="Segnaposto numero diapositiva 3">
            <a:extLst>
              <a:ext uri="{FF2B5EF4-FFF2-40B4-BE49-F238E27FC236}">
                <a16:creationId xmlns:a16="http://schemas.microsoft.com/office/drawing/2014/main" id="{0E07CBD5-F112-46AE-89E5-35A40EAC14B7}"/>
              </a:ext>
            </a:extLst>
          </p:cNvPr>
          <p:cNvSpPr>
            <a:spLocks noGrp="1"/>
          </p:cNvSpPr>
          <p:nvPr>
            <p:ph type="sldNum" sz="quarter" idx="12"/>
          </p:nvPr>
        </p:nvSpPr>
        <p:spPr/>
        <p:txBody>
          <a:bodyPr/>
          <a:lstStyle/>
          <a:p>
            <a:fld id="{403F7DB2-0A9C-4E37-9984-C435ED141F40}" type="slidenum">
              <a:rPr lang="en-US" smtClean="0"/>
              <a:pPr/>
              <a:t>22</a:t>
            </a:fld>
            <a:endParaRPr lang="en-US" dirty="0"/>
          </a:p>
        </p:txBody>
      </p:sp>
      <p:sp>
        <p:nvSpPr>
          <p:cNvPr id="5" name="Segnaposto piè di pagina 4">
            <a:extLst>
              <a:ext uri="{FF2B5EF4-FFF2-40B4-BE49-F238E27FC236}">
                <a16:creationId xmlns:a16="http://schemas.microsoft.com/office/drawing/2014/main" id="{171F6A3C-54ED-4C92-AAC7-6E3A9077FE60}"/>
              </a:ext>
            </a:extLst>
          </p:cNvPr>
          <p:cNvSpPr>
            <a:spLocks noGrp="1"/>
          </p:cNvSpPr>
          <p:nvPr>
            <p:ph type="ftr" sz="quarter" idx="3"/>
          </p:nvPr>
        </p:nvSpPr>
        <p:spPr/>
        <p:txBody>
          <a:bodyPr/>
          <a:lstStyle/>
          <a:p>
            <a:r>
              <a:rPr lang="it-IT"/>
              <a:t>9. FPGA architecture - Fondamenti di Elettronica - Sergio Spanò</a:t>
            </a:r>
            <a:endParaRPr lang="en-US" dirty="0"/>
          </a:p>
        </p:txBody>
      </p:sp>
      <p:sp>
        <p:nvSpPr>
          <p:cNvPr id="6" name="Rettangolo 5">
            <a:extLst>
              <a:ext uri="{FF2B5EF4-FFF2-40B4-BE49-F238E27FC236}">
                <a16:creationId xmlns:a16="http://schemas.microsoft.com/office/drawing/2014/main" id="{56B360DA-D85D-4A1E-A11D-DDE467F4CF7F}"/>
              </a:ext>
            </a:extLst>
          </p:cNvPr>
          <p:cNvSpPr/>
          <p:nvPr/>
        </p:nvSpPr>
        <p:spPr>
          <a:xfrm>
            <a:off x="3014803" y="3790982"/>
            <a:ext cx="2009869" cy="1323439"/>
          </a:xfrm>
          <a:prstGeom prst="rect">
            <a:avLst/>
          </a:prstGeom>
        </p:spPr>
        <p:txBody>
          <a:bodyPr wrap="square">
            <a:spAutoFit/>
          </a:bodyPr>
          <a:lstStyle/>
          <a:p>
            <a:r>
              <a:rPr lang="en-US" sz="2000" dirty="0"/>
              <a:t>If a-b &gt;0 then</a:t>
            </a:r>
          </a:p>
          <a:p>
            <a:r>
              <a:rPr lang="en-US" sz="2000" dirty="0"/>
              <a:t>max=a</a:t>
            </a:r>
          </a:p>
          <a:p>
            <a:r>
              <a:rPr lang="en-US" sz="2000" dirty="0"/>
              <a:t>else</a:t>
            </a:r>
          </a:p>
          <a:p>
            <a:r>
              <a:rPr lang="en-US" sz="2000" dirty="0"/>
              <a:t>max=b</a:t>
            </a:r>
          </a:p>
        </p:txBody>
      </p:sp>
      <p:sp>
        <p:nvSpPr>
          <p:cNvPr id="7" name="Freccia a destra 6">
            <a:extLst>
              <a:ext uri="{FF2B5EF4-FFF2-40B4-BE49-F238E27FC236}">
                <a16:creationId xmlns:a16="http://schemas.microsoft.com/office/drawing/2014/main" id="{C7972ADB-5BFE-4628-8D5E-1ABBCAD88366}"/>
              </a:ext>
            </a:extLst>
          </p:cNvPr>
          <p:cNvSpPr/>
          <p:nvPr/>
        </p:nvSpPr>
        <p:spPr>
          <a:xfrm>
            <a:off x="5169680" y="4279883"/>
            <a:ext cx="921702" cy="3456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0"/>
          </a:p>
        </p:txBody>
      </p:sp>
      <p:pic>
        <p:nvPicPr>
          <p:cNvPr id="8" name="Picture 2">
            <a:extLst>
              <a:ext uri="{FF2B5EF4-FFF2-40B4-BE49-F238E27FC236}">
                <a16:creationId xmlns:a16="http://schemas.microsoft.com/office/drawing/2014/main" id="{A01C002C-17C0-47E6-B9B8-AED4783B70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0818" y="3215804"/>
            <a:ext cx="3268679" cy="2473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7436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2C81FD-6B7F-46FC-97C3-DFD9A08779E2}"/>
              </a:ext>
            </a:extLst>
          </p:cNvPr>
          <p:cNvSpPr>
            <a:spLocks noGrp="1"/>
          </p:cNvSpPr>
          <p:nvPr>
            <p:ph type="title"/>
          </p:nvPr>
        </p:nvSpPr>
        <p:spPr/>
        <p:txBody>
          <a:bodyPr>
            <a:normAutofit fontScale="90000"/>
          </a:bodyPr>
          <a:lstStyle/>
          <a:p>
            <a:r>
              <a:rPr lang="en-US" dirty="0"/>
              <a:t>Mapping</a:t>
            </a:r>
          </a:p>
        </p:txBody>
      </p:sp>
      <p:sp>
        <p:nvSpPr>
          <p:cNvPr id="3" name="Segnaposto contenuto 2">
            <a:extLst>
              <a:ext uri="{FF2B5EF4-FFF2-40B4-BE49-F238E27FC236}">
                <a16:creationId xmlns:a16="http://schemas.microsoft.com/office/drawing/2014/main" id="{DF75A0BE-A63A-43E9-8EC5-C8C2DF03A88B}"/>
              </a:ext>
            </a:extLst>
          </p:cNvPr>
          <p:cNvSpPr>
            <a:spLocks noGrp="1"/>
          </p:cNvSpPr>
          <p:nvPr>
            <p:ph idx="1"/>
          </p:nvPr>
        </p:nvSpPr>
        <p:spPr/>
        <p:txBody>
          <a:bodyPr/>
          <a:lstStyle/>
          <a:p>
            <a:r>
              <a:rPr lang="en-US" dirty="0"/>
              <a:t>The netlist generated during the Synthesis is divided in sub-circuits having the number of inputs equal to the ones of LUT in the FPGA logic blocks.</a:t>
            </a:r>
          </a:p>
          <a:p>
            <a:pPr lvl="1"/>
            <a:r>
              <a:rPr lang="en-US" dirty="0"/>
              <a:t>For each sub-circuit, the truth table is estimated and is mapped in a LUT </a:t>
            </a:r>
          </a:p>
          <a:p>
            <a:endParaRPr lang="en-US" dirty="0"/>
          </a:p>
        </p:txBody>
      </p:sp>
      <p:sp>
        <p:nvSpPr>
          <p:cNvPr id="4" name="Segnaposto numero diapositiva 3">
            <a:extLst>
              <a:ext uri="{FF2B5EF4-FFF2-40B4-BE49-F238E27FC236}">
                <a16:creationId xmlns:a16="http://schemas.microsoft.com/office/drawing/2014/main" id="{A69EFF07-1C3D-46D3-B741-167886BB6A61}"/>
              </a:ext>
            </a:extLst>
          </p:cNvPr>
          <p:cNvSpPr>
            <a:spLocks noGrp="1"/>
          </p:cNvSpPr>
          <p:nvPr>
            <p:ph type="sldNum" sz="quarter" idx="12"/>
          </p:nvPr>
        </p:nvSpPr>
        <p:spPr/>
        <p:txBody>
          <a:bodyPr/>
          <a:lstStyle/>
          <a:p>
            <a:fld id="{403F7DB2-0A9C-4E37-9984-C435ED141F40}" type="slidenum">
              <a:rPr lang="en-US" smtClean="0"/>
              <a:pPr/>
              <a:t>23</a:t>
            </a:fld>
            <a:endParaRPr lang="en-US" dirty="0"/>
          </a:p>
        </p:txBody>
      </p:sp>
      <p:sp>
        <p:nvSpPr>
          <p:cNvPr id="5" name="Segnaposto piè di pagina 4">
            <a:extLst>
              <a:ext uri="{FF2B5EF4-FFF2-40B4-BE49-F238E27FC236}">
                <a16:creationId xmlns:a16="http://schemas.microsoft.com/office/drawing/2014/main" id="{16C4AFCD-EDB3-41A2-B177-A4BD99263A82}"/>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Immagine 5">
            <a:extLst>
              <a:ext uri="{FF2B5EF4-FFF2-40B4-BE49-F238E27FC236}">
                <a16:creationId xmlns:a16="http://schemas.microsoft.com/office/drawing/2014/main" id="{E5B64E46-17D8-448B-9B7E-3A4C12BB392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581299" y="2834562"/>
            <a:ext cx="5544229" cy="3002820"/>
          </a:xfrm>
          <a:prstGeom prst="rect">
            <a:avLst/>
          </a:prstGeom>
          <a:noFill/>
          <a:ln>
            <a:noFill/>
          </a:ln>
        </p:spPr>
      </p:pic>
    </p:spTree>
    <p:extLst>
      <p:ext uri="{BB962C8B-B14F-4D97-AF65-F5344CB8AC3E}">
        <p14:creationId xmlns:p14="http://schemas.microsoft.com/office/powerpoint/2010/main" val="36132869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B6C7EEF-E1DF-4ECC-9684-217225AD415E}"/>
              </a:ext>
            </a:extLst>
          </p:cNvPr>
          <p:cNvSpPr>
            <a:spLocks noGrp="1"/>
          </p:cNvSpPr>
          <p:nvPr>
            <p:ph type="title"/>
          </p:nvPr>
        </p:nvSpPr>
        <p:spPr/>
        <p:txBody>
          <a:bodyPr>
            <a:normAutofit fontScale="90000"/>
          </a:bodyPr>
          <a:lstStyle/>
          <a:p>
            <a:r>
              <a:rPr lang="en-US" dirty="0"/>
              <a:t>Packing</a:t>
            </a:r>
          </a:p>
        </p:txBody>
      </p:sp>
      <p:sp>
        <p:nvSpPr>
          <p:cNvPr id="3" name="Segnaposto contenuto 2">
            <a:extLst>
              <a:ext uri="{FF2B5EF4-FFF2-40B4-BE49-F238E27FC236}">
                <a16:creationId xmlns:a16="http://schemas.microsoft.com/office/drawing/2014/main" id="{092A958F-BB04-4E53-86BC-76C75A84AE9D}"/>
              </a:ext>
            </a:extLst>
          </p:cNvPr>
          <p:cNvSpPr>
            <a:spLocks noGrp="1"/>
          </p:cNvSpPr>
          <p:nvPr>
            <p:ph idx="1"/>
          </p:nvPr>
        </p:nvSpPr>
        <p:spPr/>
        <p:txBody>
          <a:bodyPr/>
          <a:lstStyle/>
          <a:p>
            <a:r>
              <a:rPr lang="en-US" dirty="0"/>
              <a:t>Logic Blocks are packed into the FPGA CLB. </a:t>
            </a:r>
          </a:p>
          <a:p>
            <a:r>
              <a:rPr lang="en-US" dirty="0"/>
              <a:t>There are myriad potential combination and permutations.</a:t>
            </a:r>
          </a:p>
          <a:p>
            <a:endParaRPr lang="en-US" dirty="0"/>
          </a:p>
        </p:txBody>
      </p:sp>
      <p:sp>
        <p:nvSpPr>
          <p:cNvPr id="4" name="Segnaposto numero diapositiva 3">
            <a:extLst>
              <a:ext uri="{FF2B5EF4-FFF2-40B4-BE49-F238E27FC236}">
                <a16:creationId xmlns:a16="http://schemas.microsoft.com/office/drawing/2014/main" id="{8F56B286-E3F9-4F2E-A56C-6F7AC8B0D40D}"/>
              </a:ext>
            </a:extLst>
          </p:cNvPr>
          <p:cNvSpPr>
            <a:spLocks noGrp="1"/>
          </p:cNvSpPr>
          <p:nvPr>
            <p:ph type="sldNum" sz="quarter" idx="12"/>
          </p:nvPr>
        </p:nvSpPr>
        <p:spPr/>
        <p:txBody>
          <a:bodyPr/>
          <a:lstStyle/>
          <a:p>
            <a:fld id="{403F7DB2-0A9C-4E37-9984-C435ED141F40}" type="slidenum">
              <a:rPr lang="en-US" smtClean="0"/>
              <a:pPr/>
              <a:t>24</a:t>
            </a:fld>
            <a:endParaRPr lang="en-US" dirty="0"/>
          </a:p>
        </p:txBody>
      </p:sp>
      <p:sp>
        <p:nvSpPr>
          <p:cNvPr id="5" name="Segnaposto piè di pagina 4">
            <a:extLst>
              <a:ext uri="{FF2B5EF4-FFF2-40B4-BE49-F238E27FC236}">
                <a16:creationId xmlns:a16="http://schemas.microsoft.com/office/drawing/2014/main" id="{7A684C7E-D02B-465C-B7F2-0A6B7CA85373}"/>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Immagine 5">
            <a:extLst>
              <a:ext uri="{FF2B5EF4-FFF2-40B4-BE49-F238E27FC236}">
                <a16:creationId xmlns:a16="http://schemas.microsoft.com/office/drawing/2014/main" id="{590898F4-FB87-4C6C-AA8E-DDD93A603B4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913462" y="2770974"/>
            <a:ext cx="6841360" cy="2660007"/>
          </a:xfrm>
          <a:prstGeom prst="rect">
            <a:avLst/>
          </a:prstGeom>
          <a:noFill/>
          <a:ln>
            <a:noFill/>
          </a:ln>
        </p:spPr>
      </p:pic>
    </p:spTree>
    <p:extLst>
      <p:ext uri="{BB962C8B-B14F-4D97-AF65-F5344CB8AC3E}">
        <p14:creationId xmlns:p14="http://schemas.microsoft.com/office/powerpoint/2010/main" val="999263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701C2EE-32D1-48CC-A060-A7351C8A2B8C}"/>
              </a:ext>
            </a:extLst>
          </p:cNvPr>
          <p:cNvSpPr>
            <a:spLocks noGrp="1"/>
          </p:cNvSpPr>
          <p:nvPr>
            <p:ph type="title"/>
          </p:nvPr>
        </p:nvSpPr>
        <p:spPr/>
        <p:txBody>
          <a:bodyPr>
            <a:normAutofit fontScale="90000"/>
          </a:bodyPr>
          <a:lstStyle/>
          <a:p>
            <a:r>
              <a:rPr lang="en-US" dirty="0"/>
              <a:t>Place and Route</a:t>
            </a:r>
          </a:p>
        </p:txBody>
      </p:sp>
      <p:sp>
        <p:nvSpPr>
          <p:cNvPr id="3" name="Segnaposto contenuto 2">
            <a:extLst>
              <a:ext uri="{FF2B5EF4-FFF2-40B4-BE49-F238E27FC236}">
                <a16:creationId xmlns:a16="http://schemas.microsoft.com/office/drawing/2014/main" id="{C5034D17-CD72-4494-9275-D46C9D5A259C}"/>
              </a:ext>
            </a:extLst>
          </p:cNvPr>
          <p:cNvSpPr>
            <a:spLocks noGrp="1"/>
          </p:cNvSpPr>
          <p:nvPr>
            <p:ph idx="1"/>
          </p:nvPr>
        </p:nvSpPr>
        <p:spPr/>
        <p:txBody>
          <a:bodyPr/>
          <a:lstStyle/>
          <a:p>
            <a:r>
              <a:rPr lang="en-US" dirty="0"/>
              <a:t>The CLBs are placed and routed into the devices. In this phase, the Maximum  clock frequency and area are estimated.</a:t>
            </a:r>
          </a:p>
          <a:p>
            <a:endParaRPr lang="en-US" dirty="0"/>
          </a:p>
        </p:txBody>
      </p:sp>
      <p:sp>
        <p:nvSpPr>
          <p:cNvPr id="4" name="Segnaposto numero diapositiva 3">
            <a:extLst>
              <a:ext uri="{FF2B5EF4-FFF2-40B4-BE49-F238E27FC236}">
                <a16:creationId xmlns:a16="http://schemas.microsoft.com/office/drawing/2014/main" id="{73640883-F3F1-4514-B165-9A33CFE5DF26}"/>
              </a:ext>
            </a:extLst>
          </p:cNvPr>
          <p:cNvSpPr>
            <a:spLocks noGrp="1"/>
          </p:cNvSpPr>
          <p:nvPr>
            <p:ph type="sldNum" sz="quarter" idx="12"/>
          </p:nvPr>
        </p:nvSpPr>
        <p:spPr/>
        <p:txBody>
          <a:bodyPr/>
          <a:lstStyle/>
          <a:p>
            <a:fld id="{403F7DB2-0A9C-4E37-9984-C435ED141F40}" type="slidenum">
              <a:rPr lang="en-US" smtClean="0"/>
              <a:pPr/>
              <a:t>25</a:t>
            </a:fld>
            <a:endParaRPr lang="en-US" dirty="0"/>
          </a:p>
        </p:txBody>
      </p:sp>
      <p:sp>
        <p:nvSpPr>
          <p:cNvPr id="5" name="Segnaposto piè di pagina 4">
            <a:extLst>
              <a:ext uri="{FF2B5EF4-FFF2-40B4-BE49-F238E27FC236}">
                <a16:creationId xmlns:a16="http://schemas.microsoft.com/office/drawing/2014/main" id="{7FC38760-A2E9-4958-8039-35AC64DCF254}"/>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Immagine 5">
            <a:extLst>
              <a:ext uri="{FF2B5EF4-FFF2-40B4-BE49-F238E27FC236}">
                <a16:creationId xmlns:a16="http://schemas.microsoft.com/office/drawing/2014/main" id="{B347F184-39DA-476F-A85D-3E7736802D37}"/>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1249" y="2804355"/>
            <a:ext cx="5180133" cy="2543500"/>
          </a:xfrm>
          <a:prstGeom prst="rect">
            <a:avLst/>
          </a:prstGeom>
          <a:noFill/>
          <a:ln>
            <a:noFill/>
          </a:ln>
        </p:spPr>
      </p:pic>
      <p:pic>
        <p:nvPicPr>
          <p:cNvPr id="7" name="Picture 2">
            <a:extLst>
              <a:ext uri="{FF2B5EF4-FFF2-40B4-BE49-F238E27FC236}">
                <a16:creationId xmlns:a16="http://schemas.microsoft.com/office/drawing/2014/main" id="{D0511AD8-C013-426B-8093-C2C1D94BB1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6055" y="2429343"/>
            <a:ext cx="3476817" cy="36929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5483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645FF3C-B37C-4DA9-BCA7-98EC833A67BA}"/>
              </a:ext>
            </a:extLst>
          </p:cNvPr>
          <p:cNvSpPr>
            <a:spLocks noGrp="1"/>
          </p:cNvSpPr>
          <p:nvPr>
            <p:ph type="title"/>
          </p:nvPr>
        </p:nvSpPr>
        <p:spPr/>
        <p:txBody>
          <a:bodyPr>
            <a:normAutofit fontScale="90000"/>
          </a:bodyPr>
          <a:lstStyle/>
          <a:p>
            <a:r>
              <a:rPr lang="en-US" dirty="0"/>
              <a:t>Post Place and Route simulation </a:t>
            </a:r>
          </a:p>
        </p:txBody>
      </p:sp>
      <p:sp>
        <p:nvSpPr>
          <p:cNvPr id="3" name="Segnaposto contenuto 2">
            <a:extLst>
              <a:ext uri="{FF2B5EF4-FFF2-40B4-BE49-F238E27FC236}">
                <a16:creationId xmlns:a16="http://schemas.microsoft.com/office/drawing/2014/main" id="{B0BE6B04-11EE-4DDD-8685-E2C75FB3C3E2}"/>
              </a:ext>
            </a:extLst>
          </p:cNvPr>
          <p:cNvSpPr>
            <a:spLocks noGrp="1"/>
          </p:cNvSpPr>
          <p:nvPr>
            <p:ph idx="1"/>
          </p:nvPr>
        </p:nvSpPr>
        <p:spPr/>
        <p:txBody>
          <a:bodyPr/>
          <a:lstStyle/>
          <a:p>
            <a:r>
              <a:rPr lang="en-US" dirty="0"/>
              <a:t>During the Place and Route all the path delay are estimated, for this reason  it can be useful perform another simulation that take into consideration the delays of all the paths.</a:t>
            </a:r>
          </a:p>
          <a:p>
            <a:endParaRPr lang="en-US" dirty="0"/>
          </a:p>
        </p:txBody>
      </p:sp>
      <p:sp>
        <p:nvSpPr>
          <p:cNvPr id="4" name="Segnaposto numero diapositiva 3">
            <a:extLst>
              <a:ext uri="{FF2B5EF4-FFF2-40B4-BE49-F238E27FC236}">
                <a16:creationId xmlns:a16="http://schemas.microsoft.com/office/drawing/2014/main" id="{F1180250-A6EF-434A-9AA9-2A5FAE317905}"/>
              </a:ext>
            </a:extLst>
          </p:cNvPr>
          <p:cNvSpPr>
            <a:spLocks noGrp="1"/>
          </p:cNvSpPr>
          <p:nvPr>
            <p:ph type="sldNum" sz="quarter" idx="12"/>
          </p:nvPr>
        </p:nvSpPr>
        <p:spPr/>
        <p:txBody>
          <a:bodyPr/>
          <a:lstStyle/>
          <a:p>
            <a:fld id="{403F7DB2-0A9C-4E37-9984-C435ED141F40}" type="slidenum">
              <a:rPr lang="en-US" smtClean="0"/>
              <a:pPr/>
              <a:t>26</a:t>
            </a:fld>
            <a:endParaRPr lang="en-US" dirty="0"/>
          </a:p>
        </p:txBody>
      </p:sp>
      <p:sp>
        <p:nvSpPr>
          <p:cNvPr id="5" name="Segnaposto piè di pagina 4">
            <a:extLst>
              <a:ext uri="{FF2B5EF4-FFF2-40B4-BE49-F238E27FC236}">
                <a16:creationId xmlns:a16="http://schemas.microsoft.com/office/drawing/2014/main" id="{4E067E45-BD99-4739-B872-7FE4A152699E}"/>
              </a:ext>
            </a:extLst>
          </p:cNvPr>
          <p:cNvSpPr>
            <a:spLocks noGrp="1"/>
          </p:cNvSpPr>
          <p:nvPr>
            <p:ph type="ftr" sz="quarter" idx="3"/>
          </p:nvPr>
        </p:nvSpPr>
        <p:spPr/>
        <p:txBody>
          <a:bodyPr/>
          <a:lstStyle/>
          <a:p>
            <a:r>
              <a:rPr lang="it-IT"/>
              <a:t>9. FPGA architecture - Fondamenti di Elettronica - Sergio Spanò</a:t>
            </a:r>
            <a:endParaRPr lang="en-US" dirty="0"/>
          </a:p>
        </p:txBody>
      </p:sp>
      <p:pic>
        <p:nvPicPr>
          <p:cNvPr id="6" name="Picture 2" descr="http://forums.xilinx.com/t5/image/serverpage/image-id/1800iE4CB0BAF6EC0EA7E/image-size/original?v=mpbl-1&amp;px=-1">
            <a:extLst>
              <a:ext uri="{FF2B5EF4-FFF2-40B4-BE49-F238E27FC236}">
                <a16:creationId xmlns:a16="http://schemas.microsoft.com/office/drawing/2014/main" id="{271B0F80-5D83-47A2-A039-355B231ED1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14015" y="2643478"/>
            <a:ext cx="5963970" cy="3688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5120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236074A-A913-4573-A4D6-D050A2ACF11B}"/>
              </a:ext>
            </a:extLst>
          </p:cNvPr>
          <p:cNvSpPr>
            <a:spLocks noGrp="1"/>
          </p:cNvSpPr>
          <p:nvPr>
            <p:ph type="title"/>
          </p:nvPr>
        </p:nvSpPr>
        <p:spPr/>
        <p:txBody>
          <a:bodyPr>
            <a:normAutofit fontScale="90000"/>
          </a:bodyPr>
          <a:lstStyle/>
          <a:p>
            <a:r>
              <a:rPr lang="en-US" dirty="0"/>
              <a:t>Bit-stream generation and device configuration</a:t>
            </a:r>
          </a:p>
        </p:txBody>
      </p:sp>
      <p:sp>
        <p:nvSpPr>
          <p:cNvPr id="3" name="Segnaposto contenuto 2">
            <a:extLst>
              <a:ext uri="{FF2B5EF4-FFF2-40B4-BE49-F238E27FC236}">
                <a16:creationId xmlns:a16="http://schemas.microsoft.com/office/drawing/2014/main" id="{73D07802-0E8C-43EB-8E13-76F3A614E544}"/>
              </a:ext>
            </a:extLst>
          </p:cNvPr>
          <p:cNvSpPr>
            <a:spLocks noGrp="1"/>
          </p:cNvSpPr>
          <p:nvPr>
            <p:ph idx="1"/>
          </p:nvPr>
        </p:nvSpPr>
        <p:spPr/>
        <p:txBody>
          <a:bodyPr/>
          <a:lstStyle/>
          <a:p>
            <a:r>
              <a:rPr lang="en-US" dirty="0"/>
              <a:t>Final steps of the FPGA  design flow</a:t>
            </a:r>
          </a:p>
          <a:p>
            <a:pPr lvl="1"/>
            <a:r>
              <a:rPr lang="en-US" dirty="0"/>
              <a:t>Bit-stream generation</a:t>
            </a:r>
          </a:p>
          <a:p>
            <a:pPr lvl="1"/>
            <a:r>
              <a:rPr lang="en-US" dirty="0"/>
              <a:t>The device configuration</a:t>
            </a:r>
          </a:p>
          <a:p>
            <a:endParaRPr lang="en-US" dirty="0"/>
          </a:p>
          <a:p>
            <a:r>
              <a:rPr lang="en-US" dirty="0"/>
              <a:t>Using a JTAG chain, all the bits needed to program all the devices inside the FPGA are injected inside its flip flops, LUTs, DSPs,…</a:t>
            </a:r>
          </a:p>
          <a:p>
            <a:endParaRPr lang="en-US" dirty="0"/>
          </a:p>
          <a:p>
            <a:r>
              <a:rPr lang="en-US" dirty="0"/>
              <a:t>The </a:t>
            </a:r>
            <a:r>
              <a:rPr lang="en-US"/>
              <a:t>FPGA is ready to use</a:t>
            </a:r>
            <a:endParaRPr lang="en-US" dirty="0"/>
          </a:p>
        </p:txBody>
      </p:sp>
      <p:sp>
        <p:nvSpPr>
          <p:cNvPr id="4" name="Segnaposto numero diapositiva 3">
            <a:extLst>
              <a:ext uri="{FF2B5EF4-FFF2-40B4-BE49-F238E27FC236}">
                <a16:creationId xmlns:a16="http://schemas.microsoft.com/office/drawing/2014/main" id="{845197D0-431E-4FBF-82F3-B6E0F542F038}"/>
              </a:ext>
            </a:extLst>
          </p:cNvPr>
          <p:cNvSpPr>
            <a:spLocks noGrp="1"/>
          </p:cNvSpPr>
          <p:nvPr>
            <p:ph type="sldNum" sz="quarter" idx="12"/>
          </p:nvPr>
        </p:nvSpPr>
        <p:spPr/>
        <p:txBody>
          <a:bodyPr/>
          <a:lstStyle/>
          <a:p>
            <a:fld id="{403F7DB2-0A9C-4E37-9984-C435ED141F40}" type="slidenum">
              <a:rPr lang="en-US" smtClean="0"/>
              <a:pPr/>
              <a:t>27</a:t>
            </a:fld>
            <a:endParaRPr lang="en-US" dirty="0"/>
          </a:p>
        </p:txBody>
      </p:sp>
      <p:sp>
        <p:nvSpPr>
          <p:cNvPr id="5" name="Segnaposto piè di pagina 4">
            <a:extLst>
              <a:ext uri="{FF2B5EF4-FFF2-40B4-BE49-F238E27FC236}">
                <a16:creationId xmlns:a16="http://schemas.microsoft.com/office/drawing/2014/main" id="{8923B941-1508-4E10-83B6-F67CBB3FC78C}"/>
              </a:ext>
            </a:extLst>
          </p:cNvPr>
          <p:cNvSpPr>
            <a:spLocks noGrp="1"/>
          </p:cNvSpPr>
          <p:nvPr>
            <p:ph type="ftr" sz="quarter" idx="3"/>
          </p:nvPr>
        </p:nvSpPr>
        <p:spPr/>
        <p:txBody>
          <a:bodyPr/>
          <a:lstStyle/>
          <a:p>
            <a:r>
              <a:rPr lang="it-IT"/>
              <a:t>9. FPGA architecture - Fondamenti di Elettronica - Sergio Spanò</a:t>
            </a:r>
            <a:endParaRPr lang="en-US" dirty="0"/>
          </a:p>
        </p:txBody>
      </p:sp>
    </p:spTree>
    <p:extLst>
      <p:ext uri="{BB962C8B-B14F-4D97-AF65-F5344CB8AC3E}">
        <p14:creationId xmlns:p14="http://schemas.microsoft.com/office/powerpoint/2010/main" val="1394756137"/>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Uniroma2">
      <a:majorFont>
        <a:latin typeface="Circe"/>
        <a:ea typeface=""/>
        <a:cs typeface=""/>
      </a:majorFont>
      <a:minorFont>
        <a:latin typeface="Cir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3F4DA6F93ACA47834C5F1AA7E80C48" ma:contentTypeVersion="4" ma:contentTypeDescription="Creare un nuovo documento." ma:contentTypeScope="" ma:versionID="cf8840ca24e35f99379d94ac8611e8b4">
  <xsd:schema xmlns:xsd="http://www.w3.org/2001/XMLSchema" xmlns:xs="http://www.w3.org/2001/XMLSchema" xmlns:p="http://schemas.microsoft.com/office/2006/metadata/properties" xmlns:ns2="00bb4728-594f-4493-8b34-726ebf6f0213" targetNamespace="http://schemas.microsoft.com/office/2006/metadata/properties" ma:root="true" ma:fieldsID="555e8a1fede53dd261b7c97c7cc8142c" ns2:_="">
    <xsd:import namespace="00bb4728-594f-4493-8b34-726ebf6f021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bb4728-594f-4493-8b34-726ebf6f02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B9CC993-13FC-4DE3-A363-13562622743A}"/>
</file>

<file path=customXml/itemProps2.xml><?xml version="1.0" encoding="utf-8"?>
<ds:datastoreItem xmlns:ds="http://schemas.openxmlformats.org/officeDocument/2006/customXml" ds:itemID="{E1D27E86-420C-4B9D-A4F2-BB0159F4DBBE}"/>
</file>

<file path=customXml/itemProps3.xml><?xml version="1.0" encoding="utf-8"?>
<ds:datastoreItem xmlns:ds="http://schemas.openxmlformats.org/officeDocument/2006/customXml" ds:itemID="{2F5A2508-52FE-4BA3-95DB-EB34E8974064}"/>
</file>

<file path=docProps/app.xml><?xml version="1.0" encoding="utf-8"?>
<Properties xmlns="http://schemas.openxmlformats.org/officeDocument/2006/extended-properties" xmlns:vt="http://schemas.openxmlformats.org/officeDocument/2006/docPropsVTypes">
  <TotalTime>1421</TotalTime>
  <Words>1756</Words>
  <Application>Microsoft Office PowerPoint</Application>
  <PresentationFormat>Widescreen</PresentationFormat>
  <Paragraphs>192</Paragraphs>
  <Slides>27</Slides>
  <Notes>1</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27</vt:i4>
      </vt:variant>
    </vt:vector>
  </HeadingPairs>
  <TitlesOfParts>
    <vt:vector size="32" baseType="lpstr">
      <vt:lpstr>Wingdings</vt:lpstr>
      <vt:lpstr>Circe</vt:lpstr>
      <vt:lpstr>Arial</vt:lpstr>
      <vt:lpstr>Calibri</vt:lpstr>
      <vt:lpstr>Tema di Office</vt:lpstr>
      <vt:lpstr>9. FPGA architecture</vt:lpstr>
      <vt:lpstr>FPGA introduction</vt:lpstr>
      <vt:lpstr>FPGA Architecture</vt:lpstr>
      <vt:lpstr>Logic blocks</vt:lpstr>
      <vt:lpstr>Logic blocks programming</vt:lpstr>
      <vt:lpstr>Logic blocks LUT</vt:lpstr>
      <vt:lpstr>Slices of logic blocks</vt:lpstr>
      <vt:lpstr>Configurable Logic blocks</vt:lpstr>
      <vt:lpstr>Fast carry chain</vt:lpstr>
      <vt:lpstr>Interconnects</vt:lpstr>
      <vt:lpstr>Clock line</vt:lpstr>
      <vt:lpstr>Digital Clock Managers</vt:lpstr>
      <vt:lpstr>Block RAMs</vt:lpstr>
      <vt:lpstr>Digital Signal Processing blocks</vt:lpstr>
      <vt:lpstr>FPGA I/O</vt:lpstr>
      <vt:lpstr>Single ended vs Differential</vt:lpstr>
      <vt:lpstr>Tranceivers</vt:lpstr>
      <vt:lpstr>Soft and Hard Microprocessors</vt:lpstr>
      <vt:lpstr>FPGA deployment flow</vt:lpstr>
      <vt:lpstr>System description</vt:lpstr>
      <vt:lpstr>Test-bench</vt:lpstr>
      <vt:lpstr>Synthesis</vt:lpstr>
      <vt:lpstr>Mapping</vt:lpstr>
      <vt:lpstr>Packing</vt:lpstr>
      <vt:lpstr>Place and Route</vt:lpstr>
      <vt:lpstr>Post Place and Route simulation </vt:lpstr>
      <vt:lpstr>Bit-stream generation and device configuration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Sergio Spanò</dc:creator>
  <cp:lastModifiedBy>Sergio Spanò</cp:lastModifiedBy>
  <cp:revision>19</cp:revision>
  <dcterms:created xsi:type="dcterms:W3CDTF">2022-02-08T10:22:25Z</dcterms:created>
  <dcterms:modified xsi:type="dcterms:W3CDTF">2022-04-11T10:18:39Z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0x010100DF3F4DA6F93ACA47834C5F1AA7E80C48</vt:lpwstr>
  </property>
</Properties>
</file>